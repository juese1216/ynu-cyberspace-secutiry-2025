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doc" ContentType="application/msword"/>
  <Default Extension="docx" ContentType="application/vnd.openxmlformats-officedocument.wordprocessingml.document"/>
  <Default Extension="bin" ContentType="application/vnd.openxmlformats-officedocument.oleObject"/>
  <Default Extension="emf" ContentType="image/x-em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370" r:id="rId6"/>
    <p:sldId id="258" r:id="rId7"/>
    <p:sldId id="259" r:id="rId8"/>
    <p:sldId id="260" r:id="rId9"/>
    <p:sldId id="261" r:id="rId10"/>
    <p:sldId id="357" r:id="rId11"/>
    <p:sldId id="359" r:id="rId12"/>
    <p:sldId id="262" r:id="rId13"/>
    <p:sldId id="263" r:id="rId14"/>
    <p:sldId id="264" r:id="rId15"/>
    <p:sldId id="265" r:id="rId16"/>
    <p:sldId id="266" r:id="rId17"/>
    <p:sldId id="267" r:id="rId18"/>
    <p:sldId id="268" r:id="rId19"/>
    <p:sldId id="274" r:id="rId20"/>
    <p:sldId id="269" r:id="rId21"/>
    <p:sldId id="270" r:id="rId22"/>
    <p:sldId id="272" r:id="rId23"/>
    <p:sldId id="275" r:id="rId24"/>
    <p:sldId id="276" r:id="rId25"/>
    <p:sldId id="277" r:id="rId26"/>
    <p:sldId id="278" r:id="rId27"/>
    <p:sldId id="279" r:id="rId28"/>
    <p:sldId id="280" r:id="rId29"/>
    <p:sldId id="281" r:id="rId30"/>
    <p:sldId id="362"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343" r:id="rId45"/>
    <p:sldId id="295" r:id="rId46"/>
    <p:sldId id="349"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10" r:id="rId61"/>
    <p:sldId id="309" r:id="rId62"/>
    <p:sldId id="371" r:id="rId63"/>
    <p:sldId id="311" r:id="rId64"/>
    <p:sldId id="312" r:id="rId65"/>
    <p:sldId id="313" r:id="rId66"/>
    <p:sldId id="314" r:id="rId67"/>
    <p:sldId id="316" r:id="rId68"/>
    <p:sldId id="315" r:id="rId69"/>
    <p:sldId id="350" r:id="rId70"/>
    <p:sldId id="317" r:id="rId71"/>
    <p:sldId id="318" r:id="rId72"/>
    <p:sldId id="344" r:id="rId73"/>
    <p:sldId id="345" r:id="rId74"/>
    <p:sldId id="361" r:id="rId75"/>
    <p:sldId id="319" r:id="rId76"/>
    <p:sldId id="320" r:id="rId77"/>
    <p:sldId id="321" r:id="rId78"/>
    <p:sldId id="372" r:id="rId79"/>
    <p:sldId id="322" r:id="rId80"/>
    <p:sldId id="323" r:id="rId81"/>
    <p:sldId id="366" r:id="rId82"/>
    <p:sldId id="367" r:id="rId83"/>
    <p:sldId id="346" r:id="rId84"/>
    <p:sldId id="347" r:id="rId85"/>
    <p:sldId id="348" r:id="rId86"/>
    <p:sldId id="324" r:id="rId87"/>
    <p:sldId id="325" r:id="rId88"/>
    <p:sldId id="326" r:id="rId89"/>
    <p:sldId id="327" r:id="rId90"/>
    <p:sldId id="328" r:id="rId91"/>
    <p:sldId id="329" r:id="rId92"/>
    <p:sldId id="330" r:id="rId93"/>
    <p:sldId id="331" r:id="rId94"/>
    <p:sldId id="332" r:id="rId95"/>
    <p:sldId id="333" r:id="rId96"/>
    <p:sldId id="334" r:id="rId97"/>
    <p:sldId id="335" r:id="rId98"/>
    <p:sldId id="336" r:id="rId99"/>
    <p:sldId id="342" r:id="rId10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6" userDrawn="1">
          <p15:clr>
            <a:srgbClr val="A4A3A4"/>
          </p15:clr>
        </p15:guide>
        <p15:guide id="2" pos="284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494" autoAdjust="0"/>
  </p:normalViewPr>
  <p:slideViewPr>
    <p:cSldViewPr showGuides="1">
      <p:cViewPr varScale="1">
        <p:scale>
          <a:sx n="68" d="100"/>
          <a:sy n="68" d="100"/>
        </p:scale>
        <p:origin x="-1446" y="-102"/>
      </p:cViewPr>
      <p:guideLst>
        <p:guide orient="horz" pos="2186"/>
        <p:guide pos="284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3" Type="http://schemas.openxmlformats.org/officeDocument/2006/relationships/tableStyles" Target="tableStyles.xml"/><Relationship Id="rId102" Type="http://schemas.openxmlformats.org/officeDocument/2006/relationships/viewProps" Target="viewProps.xml"/><Relationship Id="rId101" Type="http://schemas.openxmlformats.org/officeDocument/2006/relationships/presProps" Target="presProps.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wmf"/><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21.wmf"/><Relationship Id="rId8" Type="http://schemas.openxmlformats.org/officeDocument/2006/relationships/image" Target="../media/image20.wmf"/><Relationship Id="rId7" Type="http://schemas.openxmlformats.org/officeDocument/2006/relationships/image" Target="../media/image19.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1" Type="http://schemas.openxmlformats.org/officeDocument/2006/relationships/image" Target="../media/image23.wmf"/><Relationship Id="rId10" Type="http://schemas.openxmlformats.org/officeDocument/2006/relationships/image" Target="../media/image22.wmf"/><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5" Type="http://schemas.openxmlformats.org/officeDocument/2006/relationships/image" Target="../media/image28.wmf"/><Relationship Id="rId4" Type="http://schemas.openxmlformats.org/officeDocument/2006/relationships/image" Target="../media/image27.wmf"/><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35.wmf"/><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39.wmf"/><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15.vml.rels><?xml version="1.0" encoding="UTF-8" standalone="yes"?>
<Relationships xmlns="http://schemas.openxmlformats.org/package/2006/relationships"><Relationship Id="rId4" Type="http://schemas.openxmlformats.org/officeDocument/2006/relationships/image" Target="../media/image43.wmf"/><Relationship Id="rId3" Type="http://schemas.openxmlformats.org/officeDocument/2006/relationships/image" Target="../media/image42.wmf"/><Relationship Id="rId2" Type="http://schemas.openxmlformats.org/officeDocument/2006/relationships/image" Target="../media/image47.wmf"/><Relationship Id="rId1" Type="http://schemas.openxmlformats.org/officeDocument/2006/relationships/image" Target="../media/image46.wmf"/></Relationships>
</file>

<file path=ppt/drawings/_rels/vmlDrawing16.vml.rels><?xml version="1.0" encoding="UTF-8" standalone="yes"?>
<Relationships xmlns="http://schemas.openxmlformats.org/package/2006/relationships"><Relationship Id="rId5" Type="http://schemas.openxmlformats.org/officeDocument/2006/relationships/image" Target="../media/image52.wmf"/><Relationship Id="rId4" Type="http://schemas.openxmlformats.org/officeDocument/2006/relationships/image" Target="../media/image51.wmf"/><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3.wmf"/></Relationships>
</file>

<file path=ppt/drawings/_rels/vmlDrawing18.vml.rels><?xml version="1.0" encoding="UTF-8" standalone="yes"?>
<Relationships xmlns="http://schemas.openxmlformats.org/package/2006/relationships"><Relationship Id="rId7" Type="http://schemas.openxmlformats.org/officeDocument/2006/relationships/image" Target="../media/image61.wmf"/><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19.vml.rels><?xml version="1.0" encoding="UTF-8" standalone="yes"?>
<Relationships xmlns="http://schemas.openxmlformats.org/package/2006/relationships"><Relationship Id="rId5" Type="http://schemas.openxmlformats.org/officeDocument/2006/relationships/image" Target="../media/image57.wmf"/><Relationship Id="rId4" Type="http://schemas.openxmlformats.org/officeDocument/2006/relationships/image" Target="../media/image65.wmf"/><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s>
</file>

<file path=ppt/drawings/_rels/vmlDrawing20.vml.rels><?xml version="1.0" encoding="UTF-8" standalone="yes"?>
<Relationships xmlns="http://schemas.openxmlformats.org/package/2006/relationships"><Relationship Id="rId6" Type="http://schemas.openxmlformats.org/officeDocument/2006/relationships/image" Target="../media/image71.wmf"/><Relationship Id="rId5" Type="http://schemas.openxmlformats.org/officeDocument/2006/relationships/image" Target="../media/image70.wmf"/><Relationship Id="rId4" Type="http://schemas.openxmlformats.org/officeDocument/2006/relationships/image" Target="../media/image69.wmf"/><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s>
</file>

<file path=ppt/drawings/_rels/vmlDrawing21.vml.rels><?xml version="1.0" encoding="UTF-8" standalone="yes"?>
<Relationships xmlns="http://schemas.openxmlformats.org/package/2006/relationships"><Relationship Id="rId4" Type="http://schemas.openxmlformats.org/officeDocument/2006/relationships/image" Target="../media/image75.wmf"/><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s>
</file>

<file path=ppt/drawings/_rels/vmlDrawing22.vml.rels><?xml version="1.0" encoding="UTF-8" standalone="yes"?>
<Relationships xmlns="http://schemas.openxmlformats.org/package/2006/relationships"><Relationship Id="rId5" Type="http://schemas.openxmlformats.org/officeDocument/2006/relationships/image" Target="../media/image80.wmf"/><Relationship Id="rId4" Type="http://schemas.openxmlformats.org/officeDocument/2006/relationships/image" Target="../media/image79.wmf"/><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drawings/_rels/vmlDrawing23.vml.rels><?xml version="1.0" encoding="UTF-8" standalone="yes"?>
<Relationships xmlns="http://schemas.openxmlformats.org/package/2006/relationships"><Relationship Id="rId9" Type="http://schemas.openxmlformats.org/officeDocument/2006/relationships/image" Target="../media/image89.wmf"/><Relationship Id="rId8" Type="http://schemas.openxmlformats.org/officeDocument/2006/relationships/image" Target="../media/image88.wmf"/><Relationship Id="rId7" Type="http://schemas.openxmlformats.org/officeDocument/2006/relationships/image" Target="../media/image87.wmf"/><Relationship Id="rId6" Type="http://schemas.openxmlformats.org/officeDocument/2006/relationships/image" Target="../media/image86.wmf"/><Relationship Id="rId5" Type="http://schemas.openxmlformats.org/officeDocument/2006/relationships/image" Target="../media/image85.wmf"/><Relationship Id="rId4" Type="http://schemas.openxmlformats.org/officeDocument/2006/relationships/image" Target="../media/image84.wmf"/><Relationship Id="rId3" Type="http://schemas.openxmlformats.org/officeDocument/2006/relationships/image" Target="../media/image83.wmf"/><Relationship Id="rId2" Type="http://schemas.openxmlformats.org/officeDocument/2006/relationships/image" Target="../media/image82.wmf"/><Relationship Id="rId1" Type="http://schemas.openxmlformats.org/officeDocument/2006/relationships/image" Target="../media/image81.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image" Target="../media/image91.wmf"/><Relationship Id="rId1" Type="http://schemas.openxmlformats.org/officeDocument/2006/relationships/image" Target="../media/image90.wmf"/></Relationships>
</file>

<file path=ppt/drawings/_rels/vmlDrawing25.vml.rels><?xml version="1.0" encoding="UTF-8" standalone="yes"?>
<Relationships xmlns="http://schemas.openxmlformats.org/package/2006/relationships"><Relationship Id="rId6" Type="http://schemas.openxmlformats.org/officeDocument/2006/relationships/image" Target="../media/image98.wmf"/><Relationship Id="rId5" Type="http://schemas.openxmlformats.org/officeDocument/2006/relationships/image" Target="../media/image97.wmf"/><Relationship Id="rId4" Type="http://schemas.openxmlformats.org/officeDocument/2006/relationships/image" Target="../media/image96.wmf"/><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93.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02.wmf"/><Relationship Id="rId1" Type="http://schemas.openxmlformats.org/officeDocument/2006/relationships/image" Target="../media/image98.wmf"/></Relationships>
</file>

<file path=ppt/drawings/_rels/vmlDrawing28.vml.rels><?xml version="1.0" encoding="UTF-8" standalone="yes"?>
<Relationships xmlns="http://schemas.openxmlformats.org/package/2006/relationships"><Relationship Id="rId7" Type="http://schemas.openxmlformats.org/officeDocument/2006/relationships/image" Target="../media/image108.wmf"/><Relationship Id="rId6" Type="http://schemas.openxmlformats.org/officeDocument/2006/relationships/image" Target="../media/image107.wmf"/><Relationship Id="rId5" Type="http://schemas.openxmlformats.org/officeDocument/2006/relationships/image" Target="../media/image106.wmf"/><Relationship Id="rId4" Type="http://schemas.openxmlformats.org/officeDocument/2006/relationships/image" Target="../media/image105.wmf"/><Relationship Id="rId3" Type="http://schemas.openxmlformats.org/officeDocument/2006/relationships/image" Target="../media/image104.wmf"/><Relationship Id="rId2" Type="http://schemas.openxmlformats.org/officeDocument/2006/relationships/image" Target="../media/image103.wmf"/><Relationship Id="rId1" Type="http://schemas.openxmlformats.org/officeDocument/2006/relationships/image" Target="../media/image99.wmf"/></Relationships>
</file>

<file path=ppt/drawings/_rels/vmlDrawing29.vml.rels><?xml version="1.0" encoding="UTF-8" standalone="yes"?>
<Relationships xmlns="http://schemas.openxmlformats.org/package/2006/relationships"><Relationship Id="rId5" Type="http://schemas.openxmlformats.org/officeDocument/2006/relationships/image" Target="../media/image113.wmf"/><Relationship Id="rId4" Type="http://schemas.openxmlformats.org/officeDocument/2006/relationships/image" Target="../media/image112.wmf"/><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9.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image" Target="../media/image115.wmf"/><Relationship Id="rId1" Type="http://schemas.openxmlformats.org/officeDocument/2006/relationships/image" Target="../media/image114.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image" Target="../media/image120.wmf"/><Relationship Id="rId1" Type="http://schemas.openxmlformats.org/officeDocument/2006/relationships/image" Target="../media/image118.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123.wmf"/><Relationship Id="rId1" Type="http://schemas.openxmlformats.org/officeDocument/2006/relationships/image" Target="../media/image122.wmf"/></Relationships>
</file>

<file path=ppt/drawings/_rels/vmlDrawing34.vml.rels><?xml version="1.0" encoding="UTF-8" standalone="yes"?>
<Relationships xmlns="http://schemas.openxmlformats.org/package/2006/relationships"><Relationship Id="rId7" Type="http://schemas.openxmlformats.org/officeDocument/2006/relationships/image" Target="../media/image131.wmf"/><Relationship Id="rId6" Type="http://schemas.openxmlformats.org/officeDocument/2006/relationships/image" Target="../media/image130.wmf"/><Relationship Id="rId5" Type="http://schemas.openxmlformats.org/officeDocument/2006/relationships/image" Target="../media/image129.wmf"/><Relationship Id="rId4" Type="http://schemas.openxmlformats.org/officeDocument/2006/relationships/image" Target="../media/image128.wmf"/><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133.wmf"/><Relationship Id="rId1" Type="http://schemas.openxmlformats.org/officeDocument/2006/relationships/image" Target="../media/image132.wmf"/></Relationships>
</file>

<file path=ppt/drawings/_rels/vmlDrawing36.vml.rels><?xml version="1.0" encoding="UTF-8" standalone="yes"?>
<Relationships xmlns="http://schemas.openxmlformats.org/package/2006/relationships"><Relationship Id="rId6" Type="http://schemas.openxmlformats.org/officeDocument/2006/relationships/image" Target="../media/image139.wmf"/><Relationship Id="rId5" Type="http://schemas.openxmlformats.org/officeDocument/2006/relationships/image" Target="../media/image138.wmf"/><Relationship Id="rId4" Type="http://schemas.openxmlformats.org/officeDocument/2006/relationships/image" Target="../media/image137.wmf"/><Relationship Id="rId3" Type="http://schemas.openxmlformats.org/officeDocument/2006/relationships/image" Target="../media/image136.wmf"/><Relationship Id="rId2" Type="http://schemas.openxmlformats.org/officeDocument/2006/relationships/image" Target="../media/image135.wmf"/><Relationship Id="rId1" Type="http://schemas.openxmlformats.org/officeDocument/2006/relationships/image" Target="../media/image134.wmf"/></Relationships>
</file>

<file path=ppt/drawings/_rels/vmlDrawing37.vml.rels><?xml version="1.0" encoding="UTF-8" standalone="yes"?>
<Relationships xmlns="http://schemas.openxmlformats.org/package/2006/relationships"><Relationship Id="rId9" Type="http://schemas.openxmlformats.org/officeDocument/2006/relationships/image" Target="../media/image146.wmf"/><Relationship Id="rId8" Type="http://schemas.openxmlformats.org/officeDocument/2006/relationships/image" Target="../media/image138.wmf"/><Relationship Id="rId7" Type="http://schemas.openxmlformats.org/officeDocument/2006/relationships/image" Target="../media/image145.wmf"/><Relationship Id="rId6" Type="http://schemas.openxmlformats.org/officeDocument/2006/relationships/image" Target="../media/image144.wmf"/><Relationship Id="rId5" Type="http://schemas.openxmlformats.org/officeDocument/2006/relationships/image" Target="../media/image143.wmf"/><Relationship Id="rId4" Type="http://schemas.openxmlformats.org/officeDocument/2006/relationships/image" Target="../media/image142.wmf"/><Relationship Id="rId3" Type="http://schemas.openxmlformats.org/officeDocument/2006/relationships/image" Target="../media/image141.wmf"/><Relationship Id="rId2" Type="http://schemas.openxmlformats.org/officeDocument/2006/relationships/image" Target="../media/image135.wmf"/><Relationship Id="rId18" Type="http://schemas.openxmlformats.org/officeDocument/2006/relationships/image" Target="../media/image154.wmf"/><Relationship Id="rId17" Type="http://schemas.openxmlformats.org/officeDocument/2006/relationships/image" Target="../media/image139.wmf"/><Relationship Id="rId16" Type="http://schemas.openxmlformats.org/officeDocument/2006/relationships/image" Target="../media/image153.wmf"/><Relationship Id="rId15" Type="http://schemas.openxmlformats.org/officeDocument/2006/relationships/image" Target="../media/image152.wmf"/><Relationship Id="rId14" Type="http://schemas.openxmlformats.org/officeDocument/2006/relationships/image" Target="../media/image151.wmf"/><Relationship Id="rId13" Type="http://schemas.openxmlformats.org/officeDocument/2006/relationships/image" Target="../media/image150.wmf"/><Relationship Id="rId12" Type="http://schemas.openxmlformats.org/officeDocument/2006/relationships/image" Target="../media/image149.wmf"/><Relationship Id="rId11" Type="http://schemas.openxmlformats.org/officeDocument/2006/relationships/image" Target="../media/image148.wmf"/><Relationship Id="rId10" Type="http://schemas.openxmlformats.org/officeDocument/2006/relationships/image" Target="../media/image147.wmf"/><Relationship Id="rId1" Type="http://schemas.openxmlformats.org/officeDocument/2006/relationships/image" Target="../media/image140.wmf"/></Relationships>
</file>

<file path=ppt/drawings/_rels/vmlDrawing38.vml.rels><?xml version="1.0" encoding="UTF-8" standalone="yes"?>
<Relationships xmlns="http://schemas.openxmlformats.org/package/2006/relationships"><Relationship Id="rId5" Type="http://schemas.openxmlformats.org/officeDocument/2006/relationships/image" Target="../media/image159.wmf"/><Relationship Id="rId4" Type="http://schemas.openxmlformats.org/officeDocument/2006/relationships/image" Target="../media/image158.wmf"/><Relationship Id="rId3" Type="http://schemas.openxmlformats.org/officeDocument/2006/relationships/image" Target="../media/image157.wmf"/><Relationship Id="rId2" Type="http://schemas.openxmlformats.org/officeDocument/2006/relationships/image" Target="../media/image156.wmf"/><Relationship Id="rId1" Type="http://schemas.openxmlformats.org/officeDocument/2006/relationships/image" Target="../media/image155.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62.wmf"/><Relationship Id="rId2" Type="http://schemas.openxmlformats.org/officeDocument/2006/relationships/image" Target="../media/image161.wmf"/><Relationship Id="rId1" Type="http://schemas.openxmlformats.org/officeDocument/2006/relationships/image" Target="../media/image160.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63.wmf"/></Relationships>
</file>

<file path=ppt/drawings/_rels/vmlDrawing41.vml.rels><?xml version="1.0" encoding="UTF-8" standalone="yes"?>
<Relationships xmlns="http://schemas.openxmlformats.org/package/2006/relationships"><Relationship Id="rId4" Type="http://schemas.openxmlformats.org/officeDocument/2006/relationships/image" Target="../media/image167.wmf"/><Relationship Id="rId3" Type="http://schemas.openxmlformats.org/officeDocument/2006/relationships/image" Target="../media/image166.wmf"/><Relationship Id="rId2" Type="http://schemas.openxmlformats.org/officeDocument/2006/relationships/image" Target="../media/image165.wmf"/><Relationship Id="rId1" Type="http://schemas.openxmlformats.org/officeDocument/2006/relationships/image" Target="../media/image164.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70.wmf"/><Relationship Id="rId2" Type="http://schemas.openxmlformats.org/officeDocument/2006/relationships/image" Target="../media/image169.wmf"/><Relationship Id="rId1" Type="http://schemas.openxmlformats.org/officeDocument/2006/relationships/image" Target="../media/image168.wmf"/></Relationships>
</file>

<file path=ppt/drawings/_rels/vmlDrawing43.vml.rels><?xml version="1.0" encoding="UTF-8" standalone="yes"?>
<Relationships xmlns="http://schemas.openxmlformats.org/package/2006/relationships"><Relationship Id="rId6" Type="http://schemas.openxmlformats.org/officeDocument/2006/relationships/image" Target="../media/image176.wmf"/><Relationship Id="rId5" Type="http://schemas.openxmlformats.org/officeDocument/2006/relationships/image" Target="../media/image175.wmf"/><Relationship Id="rId4" Type="http://schemas.openxmlformats.org/officeDocument/2006/relationships/image" Target="../media/image174.wmf"/><Relationship Id="rId3" Type="http://schemas.openxmlformats.org/officeDocument/2006/relationships/image" Target="../media/image173.wmf"/><Relationship Id="rId2" Type="http://schemas.openxmlformats.org/officeDocument/2006/relationships/image" Target="../media/image172.wmf"/><Relationship Id="rId1" Type="http://schemas.openxmlformats.org/officeDocument/2006/relationships/image" Target="../media/image171.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77.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78.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79.e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image" Target="../media/image74.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182.wmf"/><Relationship Id="rId2" Type="http://schemas.openxmlformats.org/officeDocument/2006/relationships/image" Target="../media/image181.wmf"/><Relationship Id="rId1" Type="http://schemas.openxmlformats.org/officeDocument/2006/relationships/image" Target="../media/image180.wmf"/></Relationships>
</file>

<file path=ppt/drawings/_rels/vmlDrawing49.vml.rels><?xml version="1.0" encoding="UTF-8" standalone="yes"?>
<Relationships xmlns="http://schemas.openxmlformats.org/package/2006/relationships"><Relationship Id="rId4" Type="http://schemas.openxmlformats.org/officeDocument/2006/relationships/image" Target="../media/image185.emf"/><Relationship Id="rId3" Type="http://schemas.openxmlformats.org/officeDocument/2006/relationships/image" Target="../media/image184.wmf"/><Relationship Id="rId2" Type="http://schemas.openxmlformats.org/officeDocument/2006/relationships/image" Target="../media/image183.wmf"/><Relationship Id="rId1" Type="http://schemas.openxmlformats.org/officeDocument/2006/relationships/image" Target="../media/image180.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187.wmf"/><Relationship Id="rId2" Type="http://schemas.openxmlformats.org/officeDocument/2006/relationships/image" Target="../media/image186.wmf"/><Relationship Id="rId1" Type="http://schemas.openxmlformats.org/officeDocument/2006/relationships/image" Target="../media/image180.wmf"/></Relationships>
</file>

<file path=ppt/drawings/_rels/vmlDrawing51.vml.rels><?xml version="1.0" encoding="UTF-8" standalone="yes"?>
<Relationships xmlns="http://schemas.openxmlformats.org/package/2006/relationships"><Relationship Id="rId6" Type="http://schemas.openxmlformats.org/officeDocument/2006/relationships/image" Target="../media/image193.wmf"/><Relationship Id="rId5" Type="http://schemas.openxmlformats.org/officeDocument/2006/relationships/image" Target="../media/image192.wmf"/><Relationship Id="rId4" Type="http://schemas.openxmlformats.org/officeDocument/2006/relationships/image" Target="../media/image191.wmf"/><Relationship Id="rId3" Type="http://schemas.openxmlformats.org/officeDocument/2006/relationships/image" Target="../media/image190.wmf"/><Relationship Id="rId2" Type="http://schemas.openxmlformats.org/officeDocument/2006/relationships/image" Target="../media/image189.emf"/><Relationship Id="rId1" Type="http://schemas.openxmlformats.org/officeDocument/2006/relationships/image" Target="../media/image188.w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194.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95.e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198.wmf"/><Relationship Id="rId2" Type="http://schemas.openxmlformats.org/officeDocument/2006/relationships/image" Target="../media/image197.wmf"/><Relationship Id="rId1" Type="http://schemas.openxmlformats.org/officeDocument/2006/relationships/image" Target="../media/image196.emf"/></Relationships>
</file>

<file path=ppt/drawings/_rels/vmlDrawing55.vml.rels><?xml version="1.0" encoding="UTF-8" standalone="yes"?>
<Relationships xmlns="http://schemas.openxmlformats.org/package/2006/relationships"><Relationship Id="rId9" Type="http://schemas.openxmlformats.org/officeDocument/2006/relationships/image" Target="../media/image202.wmf"/><Relationship Id="rId8" Type="http://schemas.openxmlformats.org/officeDocument/2006/relationships/image" Target="../media/image122.wmf"/><Relationship Id="rId7" Type="http://schemas.openxmlformats.org/officeDocument/2006/relationships/image" Target="../media/image201.wmf"/><Relationship Id="rId6" Type="http://schemas.openxmlformats.org/officeDocument/2006/relationships/image" Target="../media/image200.wmf"/><Relationship Id="rId5" Type="http://schemas.openxmlformats.org/officeDocument/2006/relationships/image" Target="../media/image199.wmf"/><Relationship Id="rId4" Type="http://schemas.openxmlformats.org/officeDocument/2006/relationships/image" Target="../media/image193.wmf"/><Relationship Id="rId3" Type="http://schemas.openxmlformats.org/officeDocument/2006/relationships/image" Target="../media/image192.wmf"/><Relationship Id="rId2" Type="http://schemas.openxmlformats.org/officeDocument/2006/relationships/image" Target="../media/image191.wmf"/><Relationship Id="rId1" Type="http://schemas.openxmlformats.org/officeDocument/2006/relationships/image" Target="../media/image190.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03.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204.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205.w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06.wmf"/></Relationships>
</file>

<file path=ppt/drawings/_rels/vmlDrawing60.vml.rels><?xml version="1.0" encoding="UTF-8" standalone="yes"?>
<Relationships xmlns="http://schemas.openxmlformats.org/package/2006/relationships"><Relationship Id="rId2" Type="http://schemas.openxmlformats.org/officeDocument/2006/relationships/image" Target="../media/image209.emf"/><Relationship Id="rId1" Type="http://schemas.openxmlformats.org/officeDocument/2006/relationships/image" Target="../media/image208.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210.emf"/></Relationships>
</file>

<file path=ppt/drawings/_rels/vmlDrawing62.vml.rels><?xml version="1.0" encoding="UTF-8" standalone="yes"?>
<Relationships xmlns="http://schemas.openxmlformats.org/package/2006/relationships"><Relationship Id="rId2" Type="http://schemas.openxmlformats.org/officeDocument/2006/relationships/image" Target="../media/image212.wmf"/><Relationship Id="rId1" Type="http://schemas.openxmlformats.org/officeDocument/2006/relationships/image" Target="../media/image211.w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13.wmf"/></Relationships>
</file>

<file path=ppt/drawings/_rels/vmlDrawing64.vml.rels><?xml version="1.0" encoding="UTF-8" standalone="yes"?>
<Relationships xmlns="http://schemas.openxmlformats.org/package/2006/relationships"><Relationship Id="rId3" Type="http://schemas.openxmlformats.org/officeDocument/2006/relationships/image" Target="../media/image216.wmf"/><Relationship Id="rId2" Type="http://schemas.openxmlformats.org/officeDocument/2006/relationships/image" Target="../media/image215.wmf"/><Relationship Id="rId1" Type="http://schemas.openxmlformats.org/officeDocument/2006/relationships/image" Target="../media/image214.e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217.w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218.w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219.w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220.e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221.e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222.wmf"/></Relationships>
</file>

<file path=ppt/drawings/_rels/vmlDrawing71.vml.rels><?xml version="1.0" encoding="UTF-8" standalone="yes"?>
<Relationships xmlns="http://schemas.openxmlformats.org/package/2006/relationships"><Relationship Id="rId9" Type="http://schemas.openxmlformats.org/officeDocument/2006/relationships/image" Target="../media/image231.wmf"/><Relationship Id="rId8" Type="http://schemas.openxmlformats.org/officeDocument/2006/relationships/image" Target="../media/image230.wmf"/><Relationship Id="rId7" Type="http://schemas.openxmlformats.org/officeDocument/2006/relationships/image" Target="../media/image229.wmf"/><Relationship Id="rId6" Type="http://schemas.openxmlformats.org/officeDocument/2006/relationships/image" Target="../media/image228.wmf"/><Relationship Id="rId5" Type="http://schemas.openxmlformats.org/officeDocument/2006/relationships/image" Target="../media/image227.wmf"/><Relationship Id="rId4" Type="http://schemas.openxmlformats.org/officeDocument/2006/relationships/image" Target="../media/image226.wmf"/><Relationship Id="rId3" Type="http://schemas.openxmlformats.org/officeDocument/2006/relationships/image" Target="../media/image225.wmf"/><Relationship Id="rId2" Type="http://schemas.openxmlformats.org/officeDocument/2006/relationships/image" Target="../media/image224.wmf"/><Relationship Id="rId1" Type="http://schemas.openxmlformats.org/officeDocument/2006/relationships/image" Target="../media/image223.wmf"/></Relationships>
</file>

<file path=ppt/drawings/_rels/vmlDrawing72.vml.rels><?xml version="1.0" encoding="UTF-8" standalone="yes"?>
<Relationships xmlns="http://schemas.openxmlformats.org/package/2006/relationships"><Relationship Id="rId3" Type="http://schemas.openxmlformats.org/officeDocument/2006/relationships/image" Target="../media/image234.wmf"/><Relationship Id="rId2" Type="http://schemas.openxmlformats.org/officeDocument/2006/relationships/image" Target="../media/image233.wmf"/><Relationship Id="rId1" Type="http://schemas.openxmlformats.org/officeDocument/2006/relationships/image" Target="../media/image232.w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235.emf"/></Relationships>
</file>

<file path=ppt/drawings/_rels/vmlDrawing74.vml.rels><?xml version="1.0" encoding="UTF-8" standalone="yes"?>
<Relationships xmlns="http://schemas.openxmlformats.org/package/2006/relationships"><Relationship Id="rId3" Type="http://schemas.openxmlformats.org/officeDocument/2006/relationships/image" Target="../media/image238.wmf"/><Relationship Id="rId2" Type="http://schemas.openxmlformats.org/officeDocument/2006/relationships/image" Target="../media/image237.wmf"/><Relationship Id="rId1" Type="http://schemas.openxmlformats.org/officeDocument/2006/relationships/image" Target="../media/image236.wmf"/></Relationships>
</file>

<file path=ppt/drawings/_rels/vmlDrawing75.vml.rels><?xml version="1.0" encoding="UTF-8" standalone="yes"?>
<Relationships xmlns="http://schemas.openxmlformats.org/package/2006/relationships"><Relationship Id="rId2" Type="http://schemas.openxmlformats.org/officeDocument/2006/relationships/image" Target="../media/image239.emf"/><Relationship Id="rId1" Type="http://schemas.openxmlformats.org/officeDocument/2006/relationships/image" Target="../media/image237.wmf"/></Relationships>
</file>

<file path=ppt/drawings/_rels/vmlDrawing76.vml.rels><?xml version="1.0" encoding="UTF-8" standalone="yes"?>
<Relationships xmlns="http://schemas.openxmlformats.org/package/2006/relationships"><Relationship Id="rId2" Type="http://schemas.openxmlformats.org/officeDocument/2006/relationships/image" Target="../media/image237.wmf"/><Relationship Id="rId1" Type="http://schemas.openxmlformats.org/officeDocument/2006/relationships/image" Target="../media/image240.e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241.emf"/></Relationships>
</file>

<file path=ppt/drawings/_rels/vmlDrawing78.vml.rels><?xml version="1.0" encoding="UTF-8" standalone="yes"?>
<Relationships xmlns="http://schemas.openxmlformats.org/package/2006/relationships"><Relationship Id="rId1" Type="http://schemas.openxmlformats.org/officeDocument/2006/relationships/image" Target="../media/image242.w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243.wmf"/></Relationships>
</file>

<file path=ppt/drawings/_rels/vmlDrawing80.vml.rels><?xml version="1.0" encoding="UTF-8" standalone="yes"?>
<Relationships xmlns="http://schemas.openxmlformats.org/package/2006/relationships"><Relationship Id="rId2" Type="http://schemas.openxmlformats.org/officeDocument/2006/relationships/image" Target="../media/image245.emf"/><Relationship Id="rId1" Type="http://schemas.openxmlformats.org/officeDocument/2006/relationships/image" Target="../media/image24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3EC2B57-B7C4-44A6-A960-157ACFA971B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51C548-0A9A-4A74-B521-6B537B5780B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C51C548-0A9A-4A74-B521-6B537B5780B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51C548-0A9A-4A74-B521-6B537B5780B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zh-CN" altLang="en-US" smtClean="0"/>
              <a:t>单击此处编辑母版标题样式</a:t>
            </a:r>
            <a:endParaRPr kumimoji="0"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30" name="日期占位符 29"/>
          <p:cNvSpPr>
            <a:spLocks noGrp="1"/>
          </p:cNvSpPr>
          <p:nvPr>
            <p:ph type="dt" sz="half" idx="10"/>
          </p:nvPr>
        </p:nvSpPr>
        <p:spPr/>
        <p:txBody>
          <a:bodyPr/>
          <a:lstStyle/>
          <a:p>
            <a:r>
              <a:rPr lang="en-US" altLang="zh-CN" smtClean="0"/>
              <a:t>www.themegallery.com</a:t>
            </a:r>
            <a:endParaRPr lang="zh-CN" altLang="en-US"/>
          </a:p>
        </p:txBody>
      </p:sp>
      <p:sp>
        <p:nvSpPr>
          <p:cNvPr id="19" name="页脚占位符 18"/>
          <p:cNvSpPr>
            <a:spLocks noGrp="1"/>
          </p:cNvSpPr>
          <p:nvPr>
            <p:ph type="ftr" sz="quarter" idx="11"/>
          </p:nvPr>
        </p:nvSpPr>
        <p:spPr/>
        <p:txBody>
          <a:bodyPr/>
          <a:lstStyle/>
          <a:p>
            <a:r>
              <a:rPr lang="en-US" altLang="zh-CN" smtClean="0"/>
              <a:t>Company Logo</a:t>
            </a:r>
            <a:endParaRPr lang="zh-CN" altLang="en-US"/>
          </a:p>
        </p:txBody>
      </p:sp>
      <p:sp>
        <p:nvSpPr>
          <p:cNvPr id="27" name="灯片编号占位符 2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r>
              <a:rPr lang="en-US" altLang="zh-CN" smtClean="0"/>
              <a:t>www.themegallery.com</a:t>
            </a:r>
            <a:endParaRPr lang="zh-CN" altLang="en-US"/>
          </a:p>
        </p:txBody>
      </p:sp>
      <p:sp>
        <p:nvSpPr>
          <p:cNvPr id="5" name="页脚占位符 4"/>
          <p:cNvSpPr>
            <a:spLocks noGrp="1"/>
          </p:cNvSpPr>
          <p:nvPr>
            <p:ph type="ftr" sz="quarter" idx="11"/>
          </p:nvPr>
        </p:nvSpPr>
        <p:spPr/>
        <p:txBody>
          <a:bodyPr/>
          <a:lstStyle/>
          <a:p>
            <a:r>
              <a:rPr lang="en-US" altLang="zh-CN" smtClean="0"/>
              <a:t>Company Logo</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endParaRPr kumimoji="0" lang="zh-CN" altLang="en-US" smtClean="0"/>
          </a:p>
        </p:txBody>
      </p:sp>
      <p:sp>
        <p:nvSpPr>
          <p:cNvPr id="4" name="日期占位符 3"/>
          <p:cNvSpPr>
            <a:spLocks noGrp="1"/>
          </p:cNvSpPr>
          <p:nvPr>
            <p:ph type="dt" sz="half" idx="10"/>
          </p:nvPr>
        </p:nvSpPr>
        <p:spPr/>
        <p:txBody>
          <a:bodyPr/>
          <a:lstStyle/>
          <a:p>
            <a:r>
              <a:rPr lang="en-US" altLang="zh-CN" smtClean="0"/>
              <a:t>www.themegallery.com</a:t>
            </a:r>
            <a:endParaRPr lang="zh-CN" altLang="en-US"/>
          </a:p>
        </p:txBody>
      </p:sp>
      <p:sp>
        <p:nvSpPr>
          <p:cNvPr id="5" name="页脚占位符 4"/>
          <p:cNvSpPr>
            <a:spLocks noGrp="1"/>
          </p:cNvSpPr>
          <p:nvPr>
            <p:ph type="ftr" sz="quarter" idx="11"/>
          </p:nvPr>
        </p:nvSpPr>
        <p:spPr/>
        <p:txBody>
          <a:bodyPr/>
          <a:lstStyle/>
          <a:p>
            <a:r>
              <a:rPr lang="en-US" altLang="zh-CN" smtClean="0"/>
              <a:t>Company Logo</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r>
              <a:rPr lang="en-US" altLang="zh-CN" smtClean="0"/>
              <a:t>www.themegallery.com</a:t>
            </a:r>
            <a:endParaRPr lang="zh-CN" altLang="en-US"/>
          </a:p>
        </p:txBody>
      </p:sp>
      <p:sp>
        <p:nvSpPr>
          <p:cNvPr id="6" name="页脚占位符 5"/>
          <p:cNvSpPr>
            <a:spLocks noGrp="1"/>
          </p:cNvSpPr>
          <p:nvPr>
            <p:ph type="ftr" sz="quarter" idx="11"/>
          </p:nvPr>
        </p:nvSpPr>
        <p:spPr/>
        <p:txBody>
          <a:bodyPr/>
          <a:lstStyle/>
          <a:p>
            <a:r>
              <a:rPr lang="en-US" altLang="zh-CN" smtClean="0"/>
              <a:t>Company Logo</a:t>
            </a:r>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tIns="45720" anchor="b"/>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endParaRPr kumimoji="0" lang="zh-CN" altLang="en-US" smtClean="0"/>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endParaRPr kumimoji="0" lang="zh-CN" altLang="en-US" smtClean="0"/>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r>
              <a:rPr lang="en-US" altLang="zh-CN" smtClean="0"/>
              <a:t>www.themegallery.com</a:t>
            </a:r>
            <a:endParaRPr lang="zh-CN" altLang="en-US"/>
          </a:p>
        </p:txBody>
      </p:sp>
      <p:sp>
        <p:nvSpPr>
          <p:cNvPr id="8" name="页脚占位符 7"/>
          <p:cNvSpPr>
            <a:spLocks noGrp="1"/>
          </p:cNvSpPr>
          <p:nvPr>
            <p:ph type="ftr" sz="quarter" idx="11"/>
          </p:nvPr>
        </p:nvSpPr>
        <p:spPr/>
        <p:txBody>
          <a:bodyPr/>
          <a:lstStyle/>
          <a:p>
            <a:r>
              <a:rPr lang="en-US" altLang="zh-CN" smtClean="0"/>
              <a:t>Company Logo</a:t>
            </a:r>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r>
              <a:rPr lang="en-US" altLang="zh-CN" smtClean="0"/>
              <a:t>www.themegallery.com</a:t>
            </a:r>
            <a:endParaRPr lang="zh-CN" altLang="en-US"/>
          </a:p>
        </p:txBody>
      </p:sp>
      <p:sp>
        <p:nvSpPr>
          <p:cNvPr id="4" name="页脚占位符 3"/>
          <p:cNvSpPr>
            <a:spLocks noGrp="1"/>
          </p:cNvSpPr>
          <p:nvPr>
            <p:ph type="ftr" sz="quarter" idx="11"/>
          </p:nvPr>
        </p:nvSpPr>
        <p:spPr/>
        <p:txBody>
          <a:bodyPr/>
          <a:lstStyle/>
          <a:p>
            <a:r>
              <a:rPr lang="en-US" altLang="zh-CN" smtClean="0"/>
              <a:t>Company Logo</a:t>
            </a:r>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r>
              <a:rPr lang="en-US" altLang="zh-CN" smtClean="0"/>
              <a:t>www.themegallery.com</a:t>
            </a:r>
            <a:endParaRPr lang="zh-CN" altLang="en-US"/>
          </a:p>
        </p:txBody>
      </p:sp>
      <p:sp>
        <p:nvSpPr>
          <p:cNvPr id="3" name="页脚占位符 2"/>
          <p:cNvSpPr>
            <a:spLocks noGrp="1"/>
          </p:cNvSpPr>
          <p:nvPr>
            <p:ph type="ftr" sz="quarter" idx="11"/>
          </p:nvPr>
        </p:nvSpPr>
        <p:spPr/>
        <p:txBody>
          <a:bodyPr/>
          <a:lstStyle/>
          <a:p>
            <a:r>
              <a:rPr lang="en-US" altLang="zh-CN" smtClean="0"/>
              <a:t>Company Logo</a:t>
            </a:r>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zh-CN" altLang="en-US" smtClean="0"/>
              <a:t>单击此处编辑母版文本样式</a:t>
            </a:r>
            <a:endParaRPr kumimoji="0" lang="zh-CN" altLang="en-US" smtClean="0"/>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r>
              <a:rPr lang="en-US" altLang="zh-CN" smtClean="0"/>
              <a:t>www.themegallery.com</a:t>
            </a:r>
            <a:endParaRPr lang="zh-CN" altLang="en-US"/>
          </a:p>
        </p:txBody>
      </p:sp>
      <p:sp>
        <p:nvSpPr>
          <p:cNvPr id="6" name="页脚占位符 5"/>
          <p:cNvSpPr>
            <a:spLocks noGrp="1"/>
          </p:cNvSpPr>
          <p:nvPr>
            <p:ph type="ftr" sz="quarter" idx="11"/>
          </p:nvPr>
        </p:nvSpPr>
        <p:spPr/>
        <p:txBody>
          <a:bodyPr/>
          <a:lstStyle/>
          <a:p>
            <a:r>
              <a:rPr lang="en-US" altLang="zh-CN" smtClean="0"/>
              <a:t>Company Logo</a:t>
            </a:r>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9" name="单圆角矩形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直角三角形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标题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zh-CN" altLang="en-US" smtClean="0"/>
              <a:t>单击此处编辑母版标题样式</a:t>
            </a:r>
            <a:endParaRPr kumimoji="0" lang="en-US"/>
          </a:p>
        </p:txBody>
      </p:sp>
      <p:sp>
        <p:nvSpPr>
          <p:cNvPr id="4" name="文本占位符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endParaRPr kumimoji="0" lang="zh-CN" altLang="en-US" smtClean="0"/>
          </a:p>
        </p:txBody>
      </p:sp>
      <p:sp>
        <p:nvSpPr>
          <p:cNvPr id="5" name="日期占位符 4"/>
          <p:cNvSpPr>
            <a:spLocks noGrp="1"/>
          </p:cNvSpPr>
          <p:nvPr>
            <p:ph type="dt" sz="half" idx="10"/>
          </p:nvPr>
        </p:nvSpPr>
        <p:spPr/>
        <p:txBody>
          <a:bodyPr/>
          <a:lstStyle/>
          <a:p>
            <a:r>
              <a:rPr lang="en-US" altLang="zh-CN" smtClean="0"/>
              <a:t>www.themegallery.com</a:t>
            </a:r>
            <a:endParaRPr lang="zh-CN" altLang="en-US"/>
          </a:p>
        </p:txBody>
      </p:sp>
      <p:sp>
        <p:nvSpPr>
          <p:cNvPr id="6" name="页脚占位符 5"/>
          <p:cNvSpPr>
            <a:spLocks noGrp="1"/>
          </p:cNvSpPr>
          <p:nvPr>
            <p:ph type="ftr" sz="quarter" idx="11"/>
          </p:nvPr>
        </p:nvSpPr>
        <p:spPr/>
        <p:txBody>
          <a:bodyPr/>
          <a:lstStyle/>
          <a:p>
            <a:r>
              <a:rPr lang="en-US" altLang="zh-CN" smtClean="0"/>
              <a:t>Company Logo</a:t>
            </a:r>
            <a:endParaRPr lang="zh-CN" altLang="en-US"/>
          </a:p>
        </p:txBody>
      </p:sp>
      <p:sp>
        <p:nvSpPr>
          <p:cNvPr id="7" name="灯片编号占位符 6"/>
          <p:cNvSpPr>
            <a:spLocks noGrp="1"/>
          </p:cNvSpPr>
          <p:nvPr>
            <p:ph type="sldNum" sz="quarter" idx="12"/>
          </p:nvPr>
        </p:nvSpPr>
        <p:spPr>
          <a:xfrm>
            <a:off x="8077200" y="6356350"/>
            <a:ext cx="609600" cy="365125"/>
          </a:xfrm>
        </p:spPr>
        <p:txBody>
          <a:bodyPr/>
          <a:lstStyle/>
          <a:p>
            <a:fld id="{0C913308-F349-4B6D-A68A-DD1791B4A57B}" type="slidenum">
              <a:rPr lang="zh-CN" altLang="en-US" smtClean="0"/>
            </a:fld>
            <a:endParaRPr lang="zh-CN" altLang="en-US"/>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zh-CN" altLang="en-US" smtClean="0"/>
              <a:t>单击图标添加图片</a:t>
            </a:r>
            <a:endParaRPr kumimoji="0" lang="en-US" dirty="0"/>
          </a:p>
        </p:txBody>
      </p:sp>
      <p:sp>
        <p:nvSpPr>
          <p:cNvPr id="10" name="任意多边形 9"/>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任意多边形 10"/>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r>
              <a:rPr lang="en-US" altLang="zh-CN" smtClean="0"/>
              <a:t>www.themegallery.com</a:t>
            </a:r>
            <a:endParaRPr lang="zh-CN" altLang="en-US"/>
          </a:p>
        </p:txBody>
      </p:sp>
      <p:sp>
        <p:nvSpPr>
          <p:cNvPr id="5" name="页脚占位符 4"/>
          <p:cNvSpPr>
            <a:spLocks noGrp="1"/>
          </p:cNvSpPr>
          <p:nvPr>
            <p:ph type="ftr" sz="quarter" idx="11"/>
          </p:nvPr>
        </p:nvSpPr>
        <p:spPr/>
        <p:txBody>
          <a:bodyPr/>
          <a:lstStyle/>
          <a:p>
            <a:r>
              <a:rPr lang="en-US" altLang="zh-CN" smtClean="0"/>
              <a:t>Company Logo</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914401"/>
            <a:ext cx="6019800" cy="5211763"/>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r>
              <a:rPr lang="en-US" altLang="zh-CN" smtClean="0"/>
              <a:t>www.themegallery.com</a:t>
            </a:r>
            <a:endParaRPr lang="zh-CN" altLang="en-US"/>
          </a:p>
        </p:txBody>
      </p:sp>
      <p:sp>
        <p:nvSpPr>
          <p:cNvPr id="5" name="页脚占位符 4"/>
          <p:cNvSpPr>
            <a:spLocks noGrp="1"/>
          </p:cNvSpPr>
          <p:nvPr>
            <p:ph type="ftr" sz="quarter" idx="11"/>
          </p:nvPr>
        </p:nvSpPr>
        <p:spPr/>
        <p:txBody>
          <a:bodyPr/>
          <a:lstStyle/>
          <a:p>
            <a:r>
              <a:rPr lang="en-US" altLang="zh-CN" smtClean="0"/>
              <a:t>Company Logo</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52400"/>
            <a:ext cx="8305800" cy="5635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914400"/>
            <a:ext cx="4076700" cy="5334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86300" y="914400"/>
            <a:ext cx="4076700" cy="2590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86300" y="3657600"/>
            <a:ext cx="4076700" cy="2590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0"/>
          </p:nvPr>
        </p:nvSpPr>
        <p:spPr>
          <a:xfrm>
            <a:off x="228600" y="6554788"/>
            <a:ext cx="2667000" cy="227012"/>
          </a:xfrm>
        </p:spPr>
        <p:txBody>
          <a:bodyPr/>
          <a:lstStyle>
            <a:lvl1pPr>
              <a:defRPr/>
            </a:lvl1pPr>
          </a:lstStyle>
          <a:p>
            <a:r>
              <a:rPr lang="en-US" altLang="zh-CN" smtClean="0"/>
              <a:t>www.themegallery.com</a:t>
            </a:r>
            <a:endParaRPr lang="en-US" altLang="zh-CN"/>
          </a:p>
        </p:txBody>
      </p:sp>
      <p:sp>
        <p:nvSpPr>
          <p:cNvPr id="7" name="页脚占位符 6"/>
          <p:cNvSpPr>
            <a:spLocks noGrp="1"/>
          </p:cNvSpPr>
          <p:nvPr>
            <p:ph type="ftr" sz="quarter" idx="11"/>
          </p:nvPr>
        </p:nvSpPr>
        <p:spPr>
          <a:xfrm>
            <a:off x="6096000" y="6559550"/>
            <a:ext cx="2895600" cy="298450"/>
          </a:xfrm>
        </p:spPr>
        <p:txBody>
          <a:bodyPr/>
          <a:lstStyle>
            <a:lvl1pPr>
              <a:defRPr/>
            </a:lvl1pPr>
          </a:lstStyle>
          <a:p>
            <a:r>
              <a:rPr lang="en-US" altLang="zh-CN"/>
              <a:t>Company</a:t>
            </a:r>
            <a:r>
              <a:rPr lang="en-US" altLang="zh-CN">
                <a:latin typeface="Arial" panose="020B0604020202020204" pitchFamily="34" charset="0"/>
              </a:rPr>
              <a:t> Logo</a:t>
            </a:r>
            <a:endParaRPr lang="en-US" altLang="zh-CN">
              <a:latin typeface="Arial" panose="020B0604020202020204" pitchFamily="34" charset="0"/>
            </a:endParaRPr>
          </a:p>
        </p:txBody>
      </p:sp>
      <p:sp>
        <p:nvSpPr>
          <p:cNvPr id="8" name="灯片编号占位符 7"/>
          <p:cNvSpPr>
            <a:spLocks noGrp="1"/>
          </p:cNvSpPr>
          <p:nvPr>
            <p:ph type="sldNum" sz="quarter" idx="12"/>
          </p:nvPr>
        </p:nvSpPr>
        <p:spPr>
          <a:xfrm>
            <a:off x="3505200" y="6489700"/>
            <a:ext cx="2133600" cy="292100"/>
          </a:xfrm>
        </p:spPr>
        <p:txBody>
          <a:bodyPr/>
          <a:lstStyle>
            <a:lvl1pPr>
              <a:defRPr/>
            </a:lvl1pPr>
          </a:lstStyle>
          <a:p>
            <a:fld id="{F36B97AC-3B40-4314-A658-849DEFA66026}" type="slidenum">
              <a:rPr lang="zh-CN" altLang="en-US"/>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 name="任意多边形 6"/>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任意多边形 7"/>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标题占位符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zh-CN" altLang="en-US" smtClean="0"/>
              <a:t>单击此处编辑母版标题样式</a:t>
            </a:r>
            <a:endParaRPr kumimoji="0" lang="en-US"/>
          </a:p>
        </p:txBody>
      </p:sp>
      <p:sp>
        <p:nvSpPr>
          <p:cNvPr id="30" name="文本占位符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zh-CN" altLang="en-US" smtClean="0"/>
              <a:t>单击此处编辑母版文本样式</a:t>
            </a:r>
            <a:endParaRPr kumimoji="0" lang="zh-CN" altLang="en-US" smtClean="0"/>
          </a:p>
          <a:p>
            <a:pPr lvl="1" eaLnBrk="1" latinLnBrk="0" hangingPunct="1"/>
            <a:r>
              <a:rPr kumimoji="0" lang="zh-CN" altLang="en-US" smtClean="0"/>
              <a:t>第二级</a:t>
            </a:r>
            <a:endParaRPr kumimoji="0" lang="zh-CN" altLang="en-US" smtClean="0"/>
          </a:p>
          <a:p>
            <a:pPr lvl="2" eaLnBrk="1" latinLnBrk="0" hangingPunct="1"/>
            <a:r>
              <a:rPr kumimoji="0" lang="zh-CN" altLang="en-US" smtClean="0"/>
              <a:t>第三级</a:t>
            </a:r>
            <a:endParaRPr kumimoji="0" lang="zh-CN" altLang="en-US" smtClean="0"/>
          </a:p>
          <a:p>
            <a:pPr lvl="3" eaLnBrk="1" latinLnBrk="0" hangingPunct="1"/>
            <a:r>
              <a:rPr kumimoji="0" lang="zh-CN" altLang="en-US" smtClean="0"/>
              <a:t>第四级</a:t>
            </a:r>
            <a:endParaRPr kumimoji="0" lang="zh-CN" altLang="en-US" smtClean="0"/>
          </a:p>
          <a:p>
            <a:pPr lvl="4" eaLnBrk="1" latinLnBrk="0" hangingPunct="1"/>
            <a:r>
              <a:rPr kumimoji="0" lang="zh-CN" altLang="en-US" smtClean="0"/>
              <a:t>第五级</a:t>
            </a:r>
            <a:endParaRPr kumimoji="0"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r>
              <a:rPr lang="en-US" altLang="zh-CN" smtClean="0"/>
              <a:t>www.themegallery.com</a:t>
            </a:r>
            <a:endParaRPr lang="zh-CN" altLang="en-US"/>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r>
              <a:rPr lang="en-US" altLang="zh-CN" smtClean="0"/>
              <a:t>Company Logo</a:t>
            </a:r>
            <a:endParaRPr lang="zh-CN" altLang="en-US"/>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0C913308-F349-4B6D-A68A-DD1791B4A57B}" type="slidenum">
              <a:rPr lang="zh-CN" altLang="en-US" smtClean="0"/>
            </a:fld>
            <a:endParaRPr lang="zh-CN" altLang="en-US"/>
          </a:p>
        </p:txBody>
      </p:sp>
      <p:grpSp>
        <p:nvGrpSpPr>
          <p:cNvPr id="2" name="组合 1"/>
          <p:cNvGrpSpPr/>
          <p:nvPr/>
        </p:nvGrpSpPr>
        <p:grpSpPr>
          <a:xfrm>
            <a:off x="-19017" y="202408"/>
            <a:ext cx="9180548" cy="649224"/>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2.xml"/><Relationship Id="rId6" Type="http://schemas.openxmlformats.org/officeDocument/2006/relationships/image" Target="../media/image9.emf"/><Relationship Id="rId5" Type="http://schemas.openxmlformats.org/officeDocument/2006/relationships/oleObject" Target="../embeddings/Document1.doc"/><Relationship Id="rId4" Type="http://schemas.openxmlformats.org/officeDocument/2006/relationships/image" Target="../media/image8.wmf"/><Relationship Id="rId3" Type="http://schemas.openxmlformats.org/officeDocument/2006/relationships/oleObject" Target="../embeddings/oleObject7.bin"/><Relationship Id="rId2" Type="http://schemas.openxmlformats.org/officeDocument/2006/relationships/image" Target="../media/image7.wmf"/><Relationship Id="rId1"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12.xml"/><Relationship Id="rId4" Type="http://schemas.openxmlformats.org/officeDocument/2006/relationships/image" Target="../media/image11.emf"/><Relationship Id="rId3" Type="http://schemas.openxmlformats.org/officeDocument/2006/relationships/oleObject" Target="../embeddings/Document3.doc"/><Relationship Id="rId2" Type="http://schemas.openxmlformats.org/officeDocument/2006/relationships/image" Target="../media/image10.emf"/><Relationship Id="rId1" Type="http://schemas.openxmlformats.org/officeDocument/2006/relationships/oleObject" Target="../embeddings/Document2.doc"/></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12.xml"/><Relationship Id="rId2" Type="http://schemas.openxmlformats.org/officeDocument/2006/relationships/image" Target="../media/image12.emf"/><Relationship Id="rId1"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13.bin"/><Relationship Id="rId8" Type="http://schemas.openxmlformats.org/officeDocument/2006/relationships/image" Target="../media/image16.wmf"/><Relationship Id="rId7" Type="http://schemas.openxmlformats.org/officeDocument/2006/relationships/oleObject" Target="../embeddings/oleObject12.bin"/><Relationship Id="rId6" Type="http://schemas.openxmlformats.org/officeDocument/2006/relationships/image" Target="../media/image15.wmf"/><Relationship Id="rId5" Type="http://schemas.openxmlformats.org/officeDocument/2006/relationships/oleObject" Target="../embeddings/oleObject11.bin"/><Relationship Id="rId4" Type="http://schemas.openxmlformats.org/officeDocument/2006/relationships/image" Target="../media/image14.wmf"/><Relationship Id="rId3" Type="http://schemas.openxmlformats.org/officeDocument/2006/relationships/oleObject" Target="../embeddings/oleObject10.bin"/><Relationship Id="rId27" Type="http://schemas.openxmlformats.org/officeDocument/2006/relationships/vmlDrawing" Target="../drawings/vmlDrawing7.vml"/><Relationship Id="rId26" Type="http://schemas.openxmlformats.org/officeDocument/2006/relationships/slideLayout" Target="../slideLayouts/slideLayout2.xml"/><Relationship Id="rId25" Type="http://schemas.openxmlformats.org/officeDocument/2006/relationships/image" Target="../media/image23.wmf"/><Relationship Id="rId24" Type="http://schemas.openxmlformats.org/officeDocument/2006/relationships/oleObject" Target="../embeddings/oleObject22.bin"/><Relationship Id="rId23" Type="http://schemas.openxmlformats.org/officeDocument/2006/relationships/image" Target="../media/image22.wmf"/><Relationship Id="rId22" Type="http://schemas.openxmlformats.org/officeDocument/2006/relationships/oleObject" Target="../embeddings/oleObject21.bin"/><Relationship Id="rId21" Type="http://schemas.openxmlformats.org/officeDocument/2006/relationships/oleObject" Target="../embeddings/oleObject20.bin"/><Relationship Id="rId20" Type="http://schemas.openxmlformats.org/officeDocument/2006/relationships/oleObject" Target="../embeddings/oleObject19.bin"/><Relationship Id="rId2" Type="http://schemas.openxmlformats.org/officeDocument/2006/relationships/image" Target="../media/image13.wmf"/><Relationship Id="rId19" Type="http://schemas.openxmlformats.org/officeDocument/2006/relationships/oleObject" Target="../embeddings/oleObject18.bin"/><Relationship Id="rId18" Type="http://schemas.openxmlformats.org/officeDocument/2006/relationships/image" Target="../media/image21.wmf"/><Relationship Id="rId17" Type="http://schemas.openxmlformats.org/officeDocument/2006/relationships/oleObject" Target="../embeddings/oleObject17.bin"/><Relationship Id="rId16" Type="http://schemas.openxmlformats.org/officeDocument/2006/relationships/image" Target="../media/image20.wmf"/><Relationship Id="rId15" Type="http://schemas.openxmlformats.org/officeDocument/2006/relationships/oleObject" Target="../embeddings/oleObject16.bin"/><Relationship Id="rId14" Type="http://schemas.openxmlformats.org/officeDocument/2006/relationships/image" Target="../media/image19.wmf"/><Relationship Id="rId13" Type="http://schemas.openxmlformats.org/officeDocument/2006/relationships/oleObject" Target="../embeddings/oleObject15.bin"/><Relationship Id="rId12" Type="http://schemas.openxmlformats.org/officeDocument/2006/relationships/image" Target="../media/image18.wmf"/><Relationship Id="rId11" Type="http://schemas.openxmlformats.org/officeDocument/2006/relationships/oleObject" Target="../embeddings/oleObject14.bin"/><Relationship Id="rId10" Type="http://schemas.openxmlformats.org/officeDocument/2006/relationships/image" Target="../media/image17.wmf"/><Relationship Id="rId1"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27.bin"/><Relationship Id="rId8" Type="http://schemas.openxmlformats.org/officeDocument/2006/relationships/image" Target="../media/image27.wmf"/><Relationship Id="rId7" Type="http://schemas.openxmlformats.org/officeDocument/2006/relationships/oleObject" Target="../embeddings/oleObject26.bin"/><Relationship Id="rId6" Type="http://schemas.openxmlformats.org/officeDocument/2006/relationships/image" Target="../media/image26.wmf"/><Relationship Id="rId5" Type="http://schemas.openxmlformats.org/officeDocument/2006/relationships/oleObject" Target="../embeddings/oleObject25.bin"/><Relationship Id="rId4" Type="http://schemas.openxmlformats.org/officeDocument/2006/relationships/image" Target="../media/image25.wmf"/><Relationship Id="rId3" Type="http://schemas.openxmlformats.org/officeDocument/2006/relationships/oleObject" Target="../embeddings/oleObject24.bin"/><Relationship Id="rId2" Type="http://schemas.openxmlformats.org/officeDocument/2006/relationships/image" Target="../media/image24.wmf"/><Relationship Id="rId12" Type="http://schemas.openxmlformats.org/officeDocument/2006/relationships/vmlDrawing" Target="../drawings/vmlDrawing8.vml"/><Relationship Id="rId11" Type="http://schemas.openxmlformats.org/officeDocument/2006/relationships/slideLayout" Target="../slideLayouts/slideLayout2.xml"/><Relationship Id="rId10" Type="http://schemas.openxmlformats.org/officeDocument/2006/relationships/image" Target="../media/image28.wmf"/><Relationship Id="rId1" Type="http://schemas.openxmlformats.org/officeDocument/2006/relationships/oleObject" Target="../embeddings/oleObject23.bin"/></Relationships>
</file>

<file path=ppt/slides/_rels/slide12.xml.rels><?xml version="1.0" encoding="UTF-8" standalone="yes"?>
<Relationships xmlns="http://schemas.openxmlformats.org/package/2006/relationships"><Relationship Id="rId7" Type="http://schemas.openxmlformats.org/officeDocument/2006/relationships/vmlDrawing" Target="../drawings/vmlDrawing9.vml"/><Relationship Id="rId6" Type="http://schemas.openxmlformats.org/officeDocument/2006/relationships/slideLayout" Target="../slideLayouts/slideLayout2.xml"/><Relationship Id="rId5" Type="http://schemas.openxmlformats.org/officeDocument/2006/relationships/image" Target="../media/image30.wmf"/><Relationship Id="rId4" Type="http://schemas.openxmlformats.org/officeDocument/2006/relationships/oleObject" Target="../embeddings/oleObject30.bin"/><Relationship Id="rId3" Type="http://schemas.openxmlformats.org/officeDocument/2006/relationships/oleObject" Target="../embeddings/oleObject29.bin"/><Relationship Id="rId2" Type="http://schemas.openxmlformats.org/officeDocument/2006/relationships/image" Target="../media/image29.wmf"/><Relationship Id="rId1" Type="http://schemas.openxmlformats.org/officeDocument/2006/relationships/oleObject" Target="../embeddings/oleObject28.bin"/></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5.wmf"/><Relationship Id="rId7" Type="http://schemas.openxmlformats.org/officeDocument/2006/relationships/oleObject" Target="../embeddings/oleObject34.bin"/><Relationship Id="rId6" Type="http://schemas.openxmlformats.org/officeDocument/2006/relationships/image" Target="../media/image34.wmf"/><Relationship Id="rId5" Type="http://schemas.openxmlformats.org/officeDocument/2006/relationships/oleObject" Target="../embeddings/oleObject33.bin"/><Relationship Id="rId4" Type="http://schemas.openxmlformats.org/officeDocument/2006/relationships/image" Target="../media/image33.wmf"/><Relationship Id="rId3" Type="http://schemas.openxmlformats.org/officeDocument/2006/relationships/oleObject" Target="../embeddings/oleObject32.bin"/><Relationship Id="rId2" Type="http://schemas.openxmlformats.org/officeDocument/2006/relationships/image" Target="../media/image32.wmf"/><Relationship Id="rId10" Type="http://schemas.openxmlformats.org/officeDocument/2006/relationships/vmlDrawing" Target="../drawings/vmlDrawing10.vml"/><Relationship Id="rId1" Type="http://schemas.openxmlformats.org/officeDocument/2006/relationships/oleObject" Target="../embeddings/oleObject31.bin"/></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9.wmf"/><Relationship Id="rId7" Type="http://schemas.openxmlformats.org/officeDocument/2006/relationships/oleObject" Target="../embeddings/oleObject38.bin"/><Relationship Id="rId6" Type="http://schemas.openxmlformats.org/officeDocument/2006/relationships/image" Target="../media/image38.wmf"/><Relationship Id="rId5" Type="http://schemas.openxmlformats.org/officeDocument/2006/relationships/oleObject" Target="../embeddings/oleObject37.bin"/><Relationship Id="rId4" Type="http://schemas.openxmlformats.org/officeDocument/2006/relationships/image" Target="../media/image37.wmf"/><Relationship Id="rId3" Type="http://schemas.openxmlformats.org/officeDocument/2006/relationships/oleObject" Target="../embeddings/oleObject36.bin"/><Relationship Id="rId2" Type="http://schemas.openxmlformats.org/officeDocument/2006/relationships/image" Target="../media/image36.wmf"/><Relationship Id="rId10" Type="http://schemas.openxmlformats.org/officeDocument/2006/relationships/vmlDrawing" Target="../drawings/vmlDrawing11.vml"/><Relationship Id="rId1" Type="http://schemas.openxmlformats.org/officeDocument/2006/relationships/oleObject" Target="../embeddings/oleObject35.bin"/></Relationships>
</file>

<file path=ppt/slides/_rels/slide17.xml.rels><?xml version="1.0" encoding="UTF-8" standalone="yes"?>
<Relationships xmlns="http://schemas.openxmlformats.org/package/2006/relationships"><Relationship Id="rId7" Type="http://schemas.openxmlformats.org/officeDocument/2006/relationships/vmlDrawing" Target="../drawings/vmlDrawing12.vml"/><Relationship Id="rId6" Type="http://schemas.openxmlformats.org/officeDocument/2006/relationships/slideLayout" Target="../slideLayouts/slideLayout2.xml"/><Relationship Id="rId5" Type="http://schemas.openxmlformats.org/officeDocument/2006/relationships/oleObject" Target="../embeddings/oleObject41.bin"/><Relationship Id="rId4" Type="http://schemas.openxmlformats.org/officeDocument/2006/relationships/image" Target="../media/image41.wmf"/><Relationship Id="rId3" Type="http://schemas.openxmlformats.org/officeDocument/2006/relationships/oleObject" Target="../embeddings/oleObject40.bin"/><Relationship Id="rId2" Type="http://schemas.openxmlformats.org/officeDocument/2006/relationships/image" Target="../media/image40.wmf"/><Relationship Id="rId1" Type="http://schemas.openxmlformats.org/officeDocument/2006/relationships/oleObject" Target="../embeddings/oleObject39.bin"/></Relationships>
</file>

<file path=ppt/slides/_rels/slide18.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2.xml"/><Relationship Id="rId4" Type="http://schemas.openxmlformats.org/officeDocument/2006/relationships/image" Target="../media/image43.wmf"/><Relationship Id="rId3" Type="http://schemas.openxmlformats.org/officeDocument/2006/relationships/oleObject" Target="../embeddings/oleObject43.bin"/><Relationship Id="rId2" Type="http://schemas.openxmlformats.org/officeDocument/2006/relationships/image" Target="../media/image42.wmf"/><Relationship Id="rId1" Type="http://schemas.openxmlformats.org/officeDocument/2006/relationships/oleObject" Target="../embeddings/oleObject42.bin"/></Relationships>
</file>

<file path=ppt/slides/_rels/slide19.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2.xml"/><Relationship Id="rId4" Type="http://schemas.openxmlformats.org/officeDocument/2006/relationships/image" Target="../media/image45.wmf"/><Relationship Id="rId3" Type="http://schemas.openxmlformats.org/officeDocument/2006/relationships/oleObject" Target="../embeddings/oleObject45.bin"/><Relationship Id="rId2" Type="http://schemas.openxmlformats.org/officeDocument/2006/relationships/image" Target="../media/image44.wmf"/><Relationship Id="rId1" Type="http://schemas.openxmlformats.org/officeDocument/2006/relationships/oleObject" Target="../embeddings/oleObject44.bin"/></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3.wmf"/><Relationship Id="rId7" Type="http://schemas.openxmlformats.org/officeDocument/2006/relationships/oleObject" Target="../embeddings/oleObject49.bin"/><Relationship Id="rId6" Type="http://schemas.openxmlformats.org/officeDocument/2006/relationships/image" Target="../media/image42.wmf"/><Relationship Id="rId5" Type="http://schemas.openxmlformats.org/officeDocument/2006/relationships/oleObject" Target="../embeddings/oleObject48.bin"/><Relationship Id="rId4" Type="http://schemas.openxmlformats.org/officeDocument/2006/relationships/image" Target="../media/image47.wmf"/><Relationship Id="rId3" Type="http://schemas.openxmlformats.org/officeDocument/2006/relationships/oleObject" Target="../embeddings/oleObject47.bin"/><Relationship Id="rId2" Type="http://schemas.openxmlformats.org/officeDocument/2006/relationships/image" Target="../media/image46.wmf"/><Relationship Id="rId10" Type="http://schemas.openxmlformats.org/officeDocument/2006/relationships/vmlDrawing" Target="../drawings/vmlDrawing15.vml"/><Relationship Id="rId1" Type="http://schemas.openxmlformats.org/officeDocument/2006/relationships/oleObject" Target="../embeddings/oleObject46.bin"/></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54.bin"/><Relationship Id="rId8" Type="http://schemas.openxmlformats.org/officeDocument/2006/relationships/image" Target="../media/image51.wmf"/><Relationship Id="rId7" Type="http://schemas.openxmlformats.org/officeDocument/2006/relationships/oleObject" Target="../embeddings/oleObject53.bin"/><Relationship Id="rId6" Type="http://schemas.openxmlformats.org/officeDocument/2006/relationships/image" Target="../media/image50.wmf"/><Relationship Id="rId5" Type="http://schemas.openxmlformats.org/officeDocument/2006/relationships/oleObject" Target="../embeddings/oleObject52.bin"/><Relationship Id="rId4" Type="http://schemas.openxmlformats.org/officeDocument/2006/relationships/image" Target="../media/image49.wmf"/><Relationship Id="rId3" Type="http://schemas.openxmlformats.org/officeDocument/2006/relationships/oleObject" Target="../embeddings/oleObject51.bin"/><Relationship Id="rId2" Type="http://schemas.openxmlformats.org/officeDocument/2006/relationships/image" Target="../media/image48.wmf"/><Relationship Id="rId12" Type="http://schemas.openxmlformats.org/officeDocument/2006/relationships/vmlDrawing" Target="../drawings/vmlDrawing16.vml"/><Relationship Id="rId11" Type="http://schemas.openxmlformats.org/officeDocument/2006/relationships/slideLayout" Target="../slideLayouts/slideLayout2.xml"/><Relationship Id="rId10" Type="http://schemas.openxmlformats.org/officeDocument/2006/relationships/image" Target="../media/image52.wmf"/><Relationship Id="rId1" Type="http://schemas.openxmlformats.org/officeDocument/2006/relationships/oleObject" Target="../embeddings/oleObject50.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6" Type="http://schemas.openxmlformats.org/officeDocument/2006/relationships/vmlDrawing" Target="../drawings/vmlDrawing17.vml"/><Relationship Id="rId5" Type="http://schemas.openxmlformats.org/officeDocument/2006/relationships/slideLayout" Target="../slideLayouts/slideLayout2.xml"/><Relationship Id="rId4" Type="http://schemas.openxmlformats.org/officeDocument/2006/relationships/image" Target="../media/image54.wmf"/><Relationship Id="rId3" Type="http://schemas.openxmlformats.org/officeDocument/2006/relationships/oleObject" Target="../embeddings/oleObject56.bin"/><Relationship Id="rId2" Type="http://schemas.openxmlformats.org/officeDocument/2006/relationships/image" Target="../media/image53.wmf"/><Relationship Id="rId1" Type="http://schemas.openxmlformats.org/officeDocument/2006/relationships/oleObject" Target="../embeddings/oleObject55.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61.bin"/><Relationship Id="rId8" Type="http://schemas.openxmlformats.org/officeDocument/2006/relationships/image" Target="../media/image58.wmf"/><Relationship Id="rId7" Type="http://schemas.openxmlformats.org/officeDocument/2006/relationships/oleObject" Target="../embeddings/oleObject60.bin"/><Relationship Id="rId6" Type="http://schemas.openxmlformats.org/officeDocument/2006/relationships/image" Target="../media/image57.wmf"/><Relationship Id="rId5" Type="http://schemas.openxmlformats.org/officeDocument/2006/relationships/oleObject" Target="../embeddings/oleObject59.bin"/><Relationship Id="rId4" Type="http://schemas.openxmlformats.org/officeDocument/2006/relationships/image" Target="../media/image56.wmf"/><Relationship Id="rId3" Type="http://schemas.openxmlformats.org/officeDocument/2006/relationships/oleObject" Target="../embeddings/oleObject58.bin"/><Relationship Id="rId2" Type="http://schemas.openxmlformats.org/officeDocument/2006/relationships/image" Target="../media/image55.wmf"/><Relationship Id="rId16" Type="http://schemas.openxmlformats.org/officeDocument/2006/relationships/vmlDrawing" Target="../drawings/vmlDrawing18.vml"/><Relationship Id="rId15" Type="http://schemas.openxmlformats.org/officeDocument/2006/relationships/slideLayout" Target="../slideLayouts/slideLayout2.xml"/><Relationship Id="rId14" Type="http://schemas.openxmlformats.org/officeDocument/2006/relationships/image" Target="../media/image61.wmf"/><Relationship Id="rId13" Type="http://schemas.openxmlformats.org/officeDocument/2006/relationships/oleObject" Target="../embeddings/oleObject63.bin"/><Relationship Id="rId12" Type="http://schemas.openxmlformats.org/officeDocument/2006/relationships/image" Target="../media/image60.wmf"/><Relationship Id="rId11" Type="http://schemas.openxmlformats.org/officeDocument/2006/relationships/oleObject" Target="../embeddings/oleObject62.bin"/><Relationship Id="rId10" Type="http://schemas.openxmlformats.org/officeDocument/2006/relationships/image" Target="../media/image59.wmf"/><Relationship Id="rId1" Type="http://schemas.openxmlformats.org/officeDocument/2006/relationships/oleObject" Target="../embeddings/oleObject57.bin"/></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68.bin"/><Relationship Id="rId8" Type="http://schemas.openxmlformats.org/officeDocument/2006/relationships/image" Target="../media/image65.wmf"/><Relationship Id="rId7" Type="http://schemas.openxmlformats.org/officeDocument/2006/relationships/oleObject" Target="../embeddings/oleObject67.bin"/><Relationship Id="rId6" Type="http://schemas.openxmlformats.org/officeDocument/2006/relationships/image" Target="../media/image64.wmf"/><Relationship Id="rId5" Type="http://schemas.openxmlformats.org/officeDocument/2006/relationships/oleObject" Target="../embeddings/oleObject66.bin"/><Relationship Id="rId4" Type="http://schemas.openxmlformats.org/officeDocument/2006/relationships/image" Target="../media/image63.wmf"/><Relationship Id="rId3" Type="http://schemas.openxmlformats.org/officeDocument/2006/relationships/oleObject" Target="../embeddings/oleObject65.bin"/><Relationship Id="rId2" Type="http://schemas.openxmlformats.org/officeDocument/2006/relationships/image" Target="../media/image62.wmf"/><Relationship Id="rId12" Type="http://schemas.openxmlformats.org/officeDocument/2006/relationships/vmlDrawing" Target="../drawings/vmlDrawing19.vml"/><Relationship Id="rId11" Type="http://schemas.openxmlformats.org/officeDocument/2006/relationships/slideLayout" Target="../slideLayouts/slideLayout2.xml"/><Relationship Id="rId10" Type="http://schemas.openxmlformats.org/officeDocument/2006/relationships/image" Target="../media/image57.wmf"/><Relationship Id="rId1" Type="http://schemas.openxmlformats.org/officeDocument/2006/relationships/oleObject" Target="../embeddings/oleObject64.bin"/></Relationships>
</file>

<file path=ppt/slides/_rels/slide27.xml.rels><?xml version="1.0" encoding="UTF-8" standalone="yes"?>
<Relationships xmlns="http://schemas.openxmlformats.org/package/2006/relationships"><Relationship Id="rId9" Type="http://schemas.openxmlformats.org/officeDocument/2006/relationships/image" Target="../media/image69.wmf"/><Relationship Id="rId8" Type="http://schemas.openxmlformats.org/officeDocument/2006/relationships/oleObject" Target="../embeddings/oleObject73.bin"/><Relationship Id="rId7" Type="http://schemas.openxmlformats.org/officeDocument/2006/relationships/image" Target="../media/image68.wmf"/><Relationship Id="rId6" Type="http://schemas.openxmlformats.org/officeDocument/2006/relationships/oleObject" Target="../embeddings/oleObject72.bin"/><Relationship Id="rId5" Type="http://schemas.openxmlformats.org/officeDocument/2006/relationships/oleObject" Target="../embeddings/oleObject71.bin"/><Relationship Id="rId4" Type="http://schemas.openxmlformats.org/officeDocument/2006/relationships/image" Target="../media/image67.wmf"/><Relationship Id="rId3" Type="http://schemas.openxmlformats.org/officeDocument/2006/relationships/oleObject" Target="../embeddings/oleObject70.bin"/><Relationship Id="rId2" Type="http://schemas.openxmlformats.org/officeDocument/2006/relationships/image" Target="../media/image66.wmf"/><Relationship Id="rId17" Type="http://schemas.openxmlformats.org/officeDocument/2006/relationships/vmlDrawing" Target="../drawings/vmlDrawing20.vml"/><Relationship Id="rId16" Type="http://schemas.openxmlformats.org/officeDocument/2006/relationships/slideLayout" Target="../slideLayouts/slideLayout2.xml"/><Relationship Id="rId15" Type="http://schemas.openxmlformats.org/officeDocument/2006/relationships/oleObject" Target="../embeddings/oleObject77.bin"/><Relationship Id="rId14" Type="http://schemas.openxmlformats.org/officeDocument/2006/relationships/oleObject" Target="../embeddings/oleObject76.bin"/><Relationship Id="rId13" Type="http://schemas.openxmlformats.org/officeDocument/2006/relationships/image" Target="../media/image71.wmf"/><Relationship Id="rId12" Type="http://schemas.openxmlformats.org/officeDocument/2006/relationships/oleObject" Target="../embeddings/oleObject75.bin"/><Relationship Id="rId11" Type="http://schemas.openxmlformats.org/officeDocument/2006/relationships/image" Target="../media/image70.wmf"/><Relationship Id="rId10" Type="http://schemas.openxmlformats.org/officeDocument/2006/relationships/oleObject" Target="../embeddings/oleObject74.bin"/><Relationship Id="rId1" Type="http://schemas.openxmlformats.org/officeDocument/2006/relationships/oleObject" Target="../embeddings/oleObject69.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75.wmf"/><Relationship Id="rId7" Type="http://schemas.openxmlformats.org/officeDocument/2006/relationships/oleObject" Target="../embeddings/oleObject81.bin"/><Relationship Id="rId6" Type="http://schemas.openxmlformats.org/officeDocument/2006/relationships/image" Target="../media/image74.wmf"/><Relationship Id="rId5" Type="http://schemas.openxmlformats.org/officeDocument/2006/relationships/oleObject" Target="../embeddings/oleObject80.bin"/><Relationship Id="rId4" Type="http://schemas.openxmlformats.org/officeDocument/2006/relationships/image" Target="../media/image73.wmf"/><Relationship Id="rId3" Type="http://schemas.openxmlformats.org/officeDocument/2006/relationships/oleObject" Target="../embeddings/oleObject79.bin"/><Relationship Id="rId2" Type="http://schemas.openxmlformats.org/officeDocument/2006/relationships/image" Target="../media/image72.wmf"/><Relationship Id="rId10" Type="http://schemas.openxmlformats.org/officeDocument/2006/relationships/vmlDrawing" Target="../drawings/vmlDrawing21.vml"/><Relationship Id="rId1" Type="http://schemas.openxmlformats.org/officeDocument/2006/relationships/oleObject" Target="../embeddings/oleObject78.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86.bin"/><Relationship Id="rId8" Type="http://schemas.openxmlformats.org/officeDocument/2006/relationships/image" Target="../media/image79.wmf"/><Relationship Id="rId7" Type="http://schemas.openxmlformats.org/officeDocument/2006/relationships/oleObject" Target="../embeddings/oleObject85.bin"/><Relationship Id="rId6" Type="http://schemas.openxmlformats.org/officeDocument/2006/relationships/image" Target="../media/image78.wmf"/><Relationship Id="rId5" Type="http://schemas.openxmlformats.org/officeDocument/2006/relationships/oleObject" Target="../embeddings/oleObject84.bin"/><Relationship Id="rId4" Type="http://schemas.openxmlformats.org/officeDocument/2006/relationships/image" Target="../media/image77.wmf"/><Relationship Id="rId3" Type="http://schemas.openxmlformats.org/officeDocument/2006/relationships/oleObject" Target="../embeddings/oleObject83.bin"/><Relationship Id="rId2" Type="http://schemas.openxmlformats.org/officeDocument/2006/relationships/image" Target="../media/image76.wmf"/><Relationship Id="rId12" Type="http://schemas.openxmlformats.org/officeDocument/2006/relationships/vmlDrawing" Target="../drawings/vmlDrawing22.vml"/><Relationship Id="rId11" Type="http://schemas.openxmlformats.org/officeDocument/2006/relationships/slideLayout" Target="../slideLayouts/slideLayout2.xml"/><Relationship Id="rId10" Type="http://schemas.openxmlformats.org/officeDocument/2006/relationships/image" Target="../media/image80.wmf"/><Relationship Id="rId1" Type="http://schemas.openxmlformats.org/officeDocument/2006/relationships/oleObject" Target="../embeddings/oleObject82.bin"/></Relationships>
</file>

<file path=ppt/slides/_rels/slide32.xml.rels><?xml version="1.0" encoding="UTF-8" standalone="yes"?>
<Relationships xmlns="http://schemas.openxmlformats.org/package/2006/relationships"><Relationship Id="rId9" Type="http://schemas.openxmlformats.org/officeDocument/2006/relationships/image" Target="../media/image84.wmf"/><Relationship Id="rId8" Type="http://schemas.openxmlformats.org/officeDocument/2006/relationships/oleObject" Target="../embeddings/oleObject91.bin"/><Relationship Id="rId7" Type="http://schemas.openxmlformats.org/officeDocument/2006/relationships/oleObject" Target="../embeddings/oleObject90.bin"/><Relationship Id="rId6" Type="http://schemas.openxmlformats.org/officeDocument/2006/relationships/image" Target="../media/image83.wmf"/><Relationship Id="rId5" Type="http://schemas.openxmlformats.org/officeDocument/2006/relationships/oleObject" Target="../embeddings/oleObject89.bin"/><Relationship Id="rId4" Type="http://schemas.openxmlformats.org/officeDocument/2006/relationships/image" Target="../media/image82.wmf"/><Relationship Id="rId3" Type="http://schemas.openxmlformats.org/officeDocument/2006/relationships/oleObject" Target="../embeddings/oleObject88.bin"/><Relationship Id="rId22" Type="http://schemas.openxmlformats.org/officeDocument/2006/relationships/vmlDrawing" Target="../drawings/vmlDrawing23.vml"/><Relationship Id="rId21" Type="http://schemas.openxmlformats.org/officeDocument/2006/relationships/slideLayout" Target="../slideLayouts/slideLayout2.xml"/><Relationship Id="rId20" Type="http://schemas.openxmlformats.org/officeDocument/2006/relationships/oleObject" Target="../embeddings/oleObject97.bin"/><Relationship Id="rId2" Type="http://schemas.openxmlformats.org/officeDocument/2006/relationships/image" Target="../media/image81.wmf"/><Relationship Id="rId19" Type="http://schemas.openxmlformats.org/officeDocument/2006/relationships/image" Target="../media/image89.wmf"/><Relationship Id="rId18" Type="http://schemas.openxmlformats.org/officeDocument/2006/relationships/oleObject" Target="../embeddings/oleObject96.bin"/><Relationship Id="rId17" Type="http://schemas.openxmlformats.org/officeDocument/2006/relationships/image" Target="../media/image88.wmf"/><Relationship Id="rId16" Type="http://schemas.openxmlformats.org/officeDocument/2006/relationships/oleObject" Target="../embeddings/oleObject95.bin"/><Relationship Id="rId15" Type="http://schemas.openxmlformats.org/officeDocument/2006/relationships/image" Target="../media/image87.wmf"/><Relationship Id="rId14" Type="http://schemas.openxmlformats.org/officeDocument/2006/relationships/oleObject" Target="../embeddings/oleObject94.bin"/><Relationship Id="rId13" Type="http://schemas.openxmlformats.org/officeDocument/2006/relationships/image" Target="../media/image86.wmf"/><Relationship Id="rId12" Type="http://schemas.openxmlformats.org/officeDocument/2006/relationships/oleObject" Target="../embeddings/oleObject93.bin"/><Relationship Id="rId11" Type="http://schemas.openxmlformats.org/officeDocument/2006/relationships/image" Target="../media/image85.wmf"/><Relationship Id="rId10" Type="http://schemas.openxmlformats.org/officeDocument/2006/relationships/oleObject" Target="../embeddings/oleObject92.bin"/><Relationship Id="rId1" Type="http://schemas.openxmlformats.org/officeDocument/2006/relationships/oleObject" Target="../embeddings/oleObject87.bin"/></Relationships>
</file>

<file path=ppt/slides/_rels/slide33.xml.rels><?xml version="1.0" encoding="UTF-8" standalone="yes"?>
<Relationships xmlns="http://schemas.openxmlformats.org/package/2006/relationships"><Relationship Id="rId8" Type="http://schemas.openxmlformats.org/officeDocument/2006/relationships/vmlDrawing" Target="../drawings/vmlDrawing24.vml"/><Relationship Id="rId7" Type="http://schemas.openxmlformats.org/officeDocument/2006/relationships/slideLayout" Target="../slideLayouts/slideLayout2.xml"/><Relationship Id="rId6" Type="http://schemas.openxmlformats.org/officeDocument/2006/relationships/image" Target="../media/image92.wmf"/><Relationship Id="rId5" Type="http://schemas.openxmlformats.org/officeDocument/2006/relationships/oleObject" Target="../embeddings/oleObject100.bin"/><Relationship Id="rId4" Type="http://schemas.openxmlformats.org/officeDocument/2006/relationships/image" Target="../media/image91.wmf"/><Relationship Id="rId3" Type="http://schemas.openxmlformats.org/officeDocument/2006/relationships/oleObject" Target="../embeddings/oleObject99.bin"/><Relationship Id="rId2" Type="http://schemas.openxmlformats.org/officeDocument/2006/relationships/image" Target="../media/image90.wmf"/><Relationship Id="rId1" Type="http://schemas.openxmlformats.org/officeDocument/2006/relationships/oleObject" Target="../embeddings/oleObject98.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9" Type="http://schemas.openxmlformats.org/officeDocument/2006/relationships/image" Target="../media/image96.wmf"/><Relationship Id="rId8" Type="http://schemas.openxmlformats.org/officeDocument/2006/relationships/oleObject" Target="../embeddings/oleObject105.bin"/><Relationship Id="rId7" Type="http://schemas.openxmlformats.org/officeDocument/2006/relationships/image" Target="../media/image95.wmf"/><Relationship Id="rId6" Type="http://schemas.openxmlformats.org/officeDocument/2006/relationships/oleObject" Target="../embeddings/oleObject104.bin"/><Relationship Id="rId5" Type="http://schemas.openxmlformats.org/officeDocument/2006/relationships/oleObject" Target="../embeddings/oleObject103.bin"/><Relationship Id="rId4" Type="http://schemas.openxmlformats.org/officeDocument/2006/relationships/image" Target="../media/image94.wmf"/><Relationship Id="rId3" Type="http://schemas.openxmlformats.org/officeDocument/2006/relationships/oleObject" Target="../embeddings/oleObject102.bin"/><Relationship Id="rId2" Type="http://schemas.openxmlformats.org/officeDocument/2006/relationships/image" Target="../media/image93.wmf"/><Relationship Id="rId15" Type="http://schemas.openxmlformats.org/officeDocument/2006/relationships/vmlDrawing" Target="../drawings/vmlDrawing25.vml"/><Relationship Id="rId14" Type="http://schemas.openxmlformats.org/officeDocument/2006/relationships/slideLayout" Target="../slideLayouts/slideLayout2.xml"/><Relationship Id="rId13" Type="http://schemas.openxmlformats.org/officeDocument/2006/relationships/image" Target="../media/image98.wmf"/><Relationship Id="rId12" Type="http://schemas.openxmlformats.org/officeDocument/2006/relationships/oleObject" Target="../embeddings/oleObject107.bin"/><Relationship Id="rId11" Type="http://schemas.openxmlformats.org/officeDocument/2006/relationships/image" Target="../media/image97.wmf"/><Relationship Id="rId10" Type="http://schemas.openxmlformats.org/officeDocument/2006/relationships/oleObject" Target="../embeddings/oleObject106.bin"/><Relationship Id="rId1" Type="http://schemas.openxmlformats.org/officeDocument/2006/relationships/oleObject" Target="../embeddings/oleObject101.bin"/></Relationships>
</file>

<file path=ppt/slides/_rels/slide36.xml.rels><?xml version="1.0" encoding="UTF-8" standalone="yes"?>
<Relationships xmlns="http://schemas.openxmlformats.org/package/2006/relationships"><Relationship Id="rId8" Type="http://schemas.openxmlformats.org/officeDocument/2006/relationships/vmlDrawing" Target="../drawings/vmlDrawing26.vml"/><Relationship Id="rId7" Type="http://schemas.openxmlformats.org/officeDocument/2006/relationships/slideLayout" Target="../slideLayouts/slideLayout2.xml"/><Relationship Id="rId6" Type="http://schemas.openxmlformats.org/officeDocument/2006/relationships/image" Target="../media/image101.wmf"/><Relationship Id="rId5" Type="http://schemas.openxmlformats.org/officeDocument/2006/relationships/oleObject" Target="../embeddings/oleObject110.bin"/><Relationship Id="rId4" Type="http://schemas.openxmlformats.org/officeDocument/2006/relationships/image" Target="../media/image100.wmf"/><Relationship Id="rId3" Type="http://schemas.openxmlformats.org/officeDocument/2006/relationships/oleObject" Target="../embeddings/oleObject109.bin"/><Relationship Id="rId2" Type="http://schemas.openxmlformats.org/officeDocument/2006/relationships/image" Target="../media/image99.wmf"/><Relationship Id="rId1" Type="http://schemas.openxmlformats.org/officeDocument/2006/relationships/oleObject" Target="../embeddings/oleObject108.bin"/></Relationships>
</file>

<file path=ppt/slides/_rels/slide37.xml.rels><?xml version="1.0" encoding="UTF-8" standalone="yes"?>
<Relationships xmlns="http://schemas.openxmlformats.org/package/2006/relationships"><Relationship Id="rId6" Type="http://schemas.openxmlformats.org/officeDocument/2006/relationships/vmlDrawing" Target="../drawings/vmlDrawing27.vml"/><Relationship Id="rId5" Type="http://schemas.openxmlformats.org/officeDocument/2006/relationships/slideLayout" Target="../slideLayouts/slideLayout2.xml"/><Relationship Id="rId4" Type="http://schemas.openxmlformats.org/officeDocument/2006/relationships/image" Target="../media/image102.wmf"/><Relationship Id="rId3" Type="http://schemas.openxmlformats.org/officeDocument/2006/relationships/oleObject" Target="../embeddings/oleObject112.bin"/><Relationship Id="rId2" Type="http://schemas.openxmlformats.org/officeDocument/2006/relationships/image" Target="../media/image98.wmf"/><Relationship Id="rId1" Type="http://schemas.openxmlformats.org/officeDocument/2006/relationships/oleObject" Target="../embeddings/oleObject111.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9" Type="http://schemas.openxmlformats.org/officeDocument/2006/relationships/oleObject" Target="../embeddings/oleObject117.bin"/><Relationship Id="rId8" Type="http://schemas.openxmlformats.org/officeDocument/2006/relationships/image" Target="../media/image105.wmf"/><Relationship Id="rId7" Type="http://schemas.openxmlformats.org/officeDocument/2006/relationships/oleObject" Target="../embeddings/oleObject116.bin"/><Relationship Id="rId6" Type="http://schemas.openxmlformats.org/officeDocument/2006/relationships/image" Target="../media/image104.wmf"/><Relationship Id="rId5" Type="http://schemas.openxmlformats.org/officeDocument/2006/relationships/oleObject" Target="../embeddings/oleObject115.bin"/><Relationship Id="rId4" Type="http://schemas.openxmlformats.org/officeDocument/2006/relationships/image" Target="../media/image103.wmf"/><Relationship Id="rId3" Type="http://schemas.openxmlformats.org/officeDocument/2006/relationships/oleObject" Target="../embeddings/oleObject114.bin"/><Relationship Id="rId2" Type="http://schemas.openxmlformats.org/officeDocument/2006/relationships/image" Target="../media/image99.wmf"/><Relationship Id="rId16" Type="http://schemas.openxmlformats.org/officeDocument/2006/relationships/vmlDrawing" Target="../drawings/vmlDrawing28.vml"/><Relationship Id="rId15" Type="http://schemas.openxmlformats.org/officeDocument/2006/relationships/slideLayout" Target="../slideLayouts/slideLayout2.xml"/><Relationship Id="rId14" Type="http://schemas.openxmlformats.org/officeDocument/2006/relationships/image" Target="../media/image108.wmf"/><Relationship Id="rId13" Type="http://schemas.openxmlformats.org/officeDocument/2006/relationships/oleObject" Target="../embeddings/oleObject119.bin"/><Relationship Id="rId12" Type="http://schemas.openxmlformats.org/officeDocument/2006/relationships/image" Target="../media/image107.wmf"/><Relationship Id="rId11" Type="http://schemas.openxmlformats.org/officeDocument/2006/relationships/oleObject" Target="../embeddings/oleObject118.bin"/><Relationship Id="rId10" Type="http://schemas.openxmlformats.org/officeDocument/2006/relationships/image" Target="../media/image106.wmf"/><Relationship Id="rId1" Type="http://schemas.openxmlformats.org/officeDocument/2006/relationships/oleObject" Target="../embeddings/oleObject113.bin"/></Relationships>
</file>

<file path=ppt/slides/_rels/slide40.xml.rels><?xml version="1.0" encoding="UTF-8" standalone="yes"?>
<Relationships xmlns="http://schemas.openxmlformats.org/package/2006/relationships"><Relationship Id="rId9" Type="http://schemas.openxmlformats.org/officeDocument/2006/relationships/oleObject" Target="../embeddings/oleObject124.bin"/><Relationship Id="rId8" Type="http://schemas.openxmlformats.org/officeDocument/2006/relationships/image" Target="../media/image112.wmf"/><Relationship Id="rId7" Type="http://schemas.openxmlformats.org/officeDocument/2006/relationships/oleObject" Target="../embeddings/oleObject123.bin"/><Relationship Id="rId6" Type="http://schemas.openxmlformats.org/officeDocument/2006/relationships/image" Target="../media/image111.wmf"/><Relationship Id="rId5" Type="http://schemas.openxmlformats.org/officeDocument/2006/relationships/oleObject" Target="../embeddings/oleObject122.bin"/><Relationship Id="rId4" Type="http://schemas.openxmlformats.org/officeDocument/2006/relationships/image" Target="../media/image110.wmf"/><Relationship Id="rId3" Type="http://schemas.openxmlformats.org/officeDocument/2006/relationships/oleObject" Target="../embeddings/oleObject121.bin"/><Relationship Id="rId2" Type="http://schemas.openxmlformats.org/officeDocument/2006/relationships/image" Target="../media/image109.wmf"/><Relationship Id="rId12" Type="http://schemas.openxmlformats.org/officeDocument/2006/relationships/vmlDrawing" Target="../drawings/vmlDrawing29.vml"/><Relationship Id="rId11" Type="http://schemas.openxmlformats.org/officeDocument/2006/relationships/slideLayout" Target="../slideLayouts/slideLayout2.xml"/><Relationship Id="rId10" Type="http://schemas.openxmlformats.org/officeDocument/2006/relationships/image" Target="../media/image113.wmf"/><Relationship Id="rId1" Type="http://schemas.openxmlformats.org/officeDocument/2006/relationships/oleObject" Target="../embeddings/oleObject120.bin"/></Relationships>
</file>

<file path=ppt/slides/_rels/slide41.xml.rels><?xml version="1.0" encoding="UTF-8" standalone="yes"?>
<Relationships xmlns="http://schemas.openxmlformats.org/package/2006/relationships"><Relationship Id="rId9" Type="http://schemas.openxmlformats.org/officeDocument/2006/relationships/vmlDrawing" Target="../drawings/vmlDrawing30.vml"/><Relationship Id="rId8" Type="http://schemas.openxmlformats.org/officeDocument/2006/relationships/slideLayout" Target="../slideLayouts/slideLayout2.xml"/><Relationship Id="rId7" Type="http://schemas.openxmlformats.org/officeDocument/2006/relationships/oleObject" Target="../embeddings/oleObject128.bin"/><Relationship Id="rId6" Type="http://schemas.openxmlformats.org/officeDocument/2006/relationships/image" Target="../media/image116.wmf"/><Relationship Id="rId5" Type="http://schemas.openxmlformats.org/officeDocument/2006/relationships/oleObject" Target="../embeddings/oleObject127.bin"/><Relationship Id="rId4" Type="http://schemas.openxmlformats.org/officeDocument/2006/relationships/image" Target="../media/image115.wmf"/><Relationship Id="rId3" Type="http://schemas.openxmlformats.org/officeDocument/2006/relationships/oleObject" Target="../embeddings/oleObject126.bin"/><Relationship Id="rId2" Type="http://schemas.openxmlformats.org/officeDocument/2006/relationships/image" Target="../media/image114.wmf"/><Relationship Id="rId1" Type="http://schemas.openxmlformats.org/officeDocument/2006/relationships/oleObject" Target="../embeddings/oleObject125.bin"/></Relationships>
</file>

<file path=ppt/slides/_rels/slide42.xml.rels><?xml version="1.0" encoding="UTF-8" standalone="yes"?>
<Relationships xmlns="http://schemas.openxmlformats.org/package/2006/relationships"><Relationship Id="rId8" Type="http://schemas.openxmlformats.org/officeDocument/2006/relationships/vmlDrawing" Target="../drawings/vmlDrawing31.vml"/><Relationship Id="rId7" Type="http://schemas.openxmlformats.org/officeDocument/2006/relationships/slideLayout" Target="../slideLayouts/slideLayout2.xml"/><Relationship Id="rId6" Type="http://schemas.openxmlformats.org/officeDocument/2006/relationships/image" Target="../media/image119.wmf"/><Relationship Id="rId5" Type="http://schemas.openxmlformats.org/officeDocument/2006/relationships/oleObject" Target="../embeddings/oleObject131.bin"/><Relationship Id="rId4" Type="http://schemas.openxmlformats.org/officeDocument/2006/relationships/image" Target="../media/image118.wmf"/><Relationship Id="rId3" Type="http://schemas.openxmlformats.org/officeDocument/2006/relationships/oleObject" Target="../embeddings/oleObject130.bin"/><Relationship Id="rId2" Type="http://schemas.openxmlformats.org/officeDocument/2006/relationships/image" Target="../media/image117.wmf"/><Relationship Id="rId1" Type="http://schemas.openxmlformats.org/officeDocument/2006/relationships/oleObject" Target="../embeddings/oleObject129.bin"/></Relationships>
</file>

<file path=ppt/slides/_rels/slide43.xml.rels><?xml version="1.0" encoding="UTF-8" standalone="yes"?>
<Relationships xmlns="http://schemas.openxmlformats.org/package/2006/relationships"><Relationship Id="rId8" Type="http://schemas.openxmlformats.org/officeDocument/2006/relationships/vmlDrawing" Target="../drawings/vmlDrawing32.vml"/><Relationship Id="rId7" Type="http://schemas.openxmlformats.org/officeDocument/2006/relationships/slideLayout" Target="../slideLayouts/slideLayout2.xml"/><Relationship Id="rId6" Type="http://schemas.openxmlformats.org/officeDocument/2006/relationships/image" Target="../media/image121.wmf"/><Relationship Id="rId5" Type="http://schemas.openxmlformats.org/officeDocument/2006/relationships/oleObject" Target="../embeddings/oleObject134.bin"/><Relationship Id="rId4" Type="http://schemas.openxmlformats.org/officeDocument/2006/relationships/image" Target="../media/image120.wmf"/><Relationship Id="rId3" Type="http://schemas.openxmlformats.org/officeDocument/2006/relationships/oleObject" Target="../embeddings/oleObject133.bin"/><Relationship Id="rId2" Type="http://schemas.openxmlformats.org/officeDocument/2006/relationships/image" Target="../media/image118.wmf"/><Relationship Id="rId1" Type="http://schemas.openxmlformats.org/officeDocument/2006/relationships/oleObject" Target="../embeddings/oleObject132.bin"/></Relationships>
</file>

<file path=ppt/slides/_rels/slide44.xml.rels><?xml version="1.0" encoding="UTF-8" standalone="yes"?>
<Relationships xmlns="http://schemas.openxmlformats.org/package/2006/relationships"><Relationship Id="rId7" Type="http://schemas.openxmlformats.org/officeDocument/2006/relationships/vmlDrawing" Target="../drawings/vmlDrawing33.vml"/><Relationship Id="rId6" Type="http://schemas.openxmlformats.org/officeDocument/2006/relationships/slideLayout" Target="../slideLayouts/slideLayout2.xml"/><Relationship Id="rId5" Type="http://schemas.openxmlformats.org/officeDocument/2006/relationships/image" Target="../media/image124.png"/><Relationship Id="rId4" Type="http://schemas.openxmlformats.org/officeDocument/2006/relationships/image" Target="../media/image123.wmf"/><Relationship Id="rId3" Type="http://schemas.openxmlformats.org/officeDocument/2006/relationships/oleObject" Target="../embeddings/oleObject136.bin"/><Relationship Id="rId2" Type="http://schemas.openxmlformats.org/officeDocument/2006/relationships/image" Target="../media/image122.wmf"/><Relationship Id="rId1" Type="http://schemas.openxmlformats.org/officeDocument/2006/relationships/oleObject" Target="../embeddings/oleObject135.bin"/></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141.bin"/><Relationship Id="rId8" Type="http://schemas.openxmlformats.org/officeDocument/2006/relationships/image" Target="../media/image128.wmf"/><Relationship Id="rId7" Type="http://schemas.openxmlformats.org/officeDocument/2006/relationships/oleObject" Target="../embeddings/oleObject140.bin"/><Relationship Id="rId6" Type="http://schemas.openxmlformats.org/officeDocument/2006/relationships/image" Target="../media/image127.wmf"/><Relationship Id="rId5" Type="http://schemas.openxmlformats.org/officeDocument/2006/relationships/oleObject" Target="../embeddings/oleObject139.bin"/><Relationship Id="rId4" Type="http://schemas.openxmlformats.org/officeDocument/2006/relationships/image" Target="../media/image126.wmf"/><Relationship Id="rId3" Type="http://schemas.openxmlformats.org/officeDocument/2006/relationships/oleObject" Target="../embeddings/oleObject138.bin"/><Relationship Id="rId2" Type="http://schemas.openxmlformats.org/officeDocument/2006/relationships/image" Target="../media/image125.wmf"/><Relationship Id="rId17" Type="http://schemas.openxmlformats.org/officeDocument/2006/relationships/vmlDrawing" Target="../drawings/vmlDrawing34.vml"/><Relationship Id="rId16" Type="http://schemas.openxmlformats.org/officeDocument/2006/relationships/slideLayout" Target="../slideLayouts/slideLayout2.xml"/><Relationship Id="rId15" Type="http://schemas.openxmlformats.org/officeDocument/2006/relationships/oleObject" Target="../embeddings/oleObject144.bin"/><Relationship Id="rId14" Type="http://schemas.openxmlformats.org/officeDocument/2006/relationships/image" Target="../media/image131.wmf"/><Relationship Id="rId13" Type="http://schemas.openxmlformats.org/officeDocument/2006/relationships/oleObject" Target="../embeddings/oleObject143.bin"/><Relationship Id="rId12" Type="http://schemas.openxmlformats.org/officeDocument/2006/relationships/image" Target="../media/image130.wmf"/><Relationship Id="rId11" Type="http://schemas.openxmlformats.org/officeDocument/2006/relationships/oleObject" Target="../embeddings/oleObject142.bin"/><Relationship Id="rId10" Type="http://schemas.openxmlformats.org/officeDocument/2006/relationships/image" Target="../media/image129.wmf"/><Relationship Id="rId1" Type="http://schemas.openxmlformats.org/officeDocument/2006/relationships/oleObject" Target="../embeddings/oleObject137.bin"/></Relationships>
</file>

<file path=ppt/slides/_rels/slide46.xml.rels><?xml version="1.0" encoding="UTF-8" standalone="yes"?>
<Relationships xmlns="http://schemas.openxmlformats.org/package/2006/relationships"><Relationship Id="rId6" Type="http://schemas.openxmlformats.org/officeDocument/2006/relationships/vmlDrawing" Target="../drawings/vmlDrawing35.vml"/><Relationship Id="rId5" Type="http://schemas.openxmlformats.org/officeDocument/2006/relationships/slideLayout" Target="../slideLayouts/slideLayout2.xml"/><Relationship Id="rId4" Type="http://schemas.openxmlformats.org/officeDocument/2006/relationships/image" Target="../media/image133.wmf"/><Relationship Id="rId3" Type="http://schemas.openxmlformats.org/officeDocument/2006/relationships/oleObject" Target="../embeddings/oleObject146.bin"/><Relationship Id="rId2" Type="http://schemas.openxmlformats.org/officeDocument/2006/relationships/image" Target="../media/image132.wmf"/><Relationship Id="rId1" Type="http://schemas.openxmlformats.org/officeDocument/2006/relationships/oleObject" Target="../embeddings/oleObject145.bin"/></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151.bin"/><Relationship Id="rId8" Type="http://schemas.openxmlformats.org/officeDocument/2006/relationships/image" Target="../media/image137.wmf"/><Relationship Id="rId7" Type="http://schemas.openxmlformats.org/officeDocument/2006/relationships/oleObject" Target="../embeddings/oleObject150.bin"/><Relationship Id="rId6" Type="http://schemas.openxmlformats.org/officeDocument/2006/relationships/image" Target="../media/image136.wmf"/><Relationship Id="rId5" Type="http://schemas.openxmlformats.org/officeDocument/2006/relationships/oleObject" Target="../embeddings/oleObject149.bin"/><Relationship Id="rId4" Type="http://schemas.openxmlformats.org/officeDocument/2006/relationships/image" Target="../media/image135.wmf"/><Relationship Id="rId3" Type="http://schemas.openxmlformats.org/officeDocument/2006/relationships/oleObject" Target="../embeddings/oleObject148.bin"/><Relationship Id="rId2" Type="http://schemas.openxmlformats.org/officeDocument/2006/relationships/image" Target="../media/image134.wmf"/><Relationship Id="rId16" Type="http://schemas.openxmlformats.org/officeDocument/2006/relationships/vmlDrawing" Target="../drawings/vmlDrawing36.vml"/><Relationship Id="rId15" Type="http://schemas.openxmlformats.org/officeDocument/2006/relationships/slideLayout" Target="../slideLayouts/slideLayout2.xml"/><Relationship Id="rId14" Type="http://schemas.openxmlformats.org/officeDocument/2006/relationships/oleObject" Target="../embeddings/oleObject154.bin"/><Relationship Id="rId13" Type="http://schemas.openxmlformats.org/officeDocument/2006/relationships/oleObject" Target="../embeddings/oleObject153.bin"/><Relationship Id="rId12" Type="http://schemas.openxmlformats.org/officeDocument/2006/relationships/image" Target="../media/image139.wmf"/><Relationship Id="rId11" Type="http://schemas.openxmlformats.org/officeDocument/2006/relationships/oleObject" Target="../embeddings/oleObject152.bin"/><Relationship Id="rId10" Type="http://schemas.openxmlformats.org/officeDocument/2006/relationships/image" Target="../media/image138.wmf"/><Relationship Id="rId1" Type="http://schemas.openxmlformats.org/officeDocument/2006/relationships/oleObject" Target="../embeddings/oleObject147.bin"/></Relationships>
</file>

<file path=ppt/slides/_rels/slide48.xml.rels><?xml version="1.0" encoding="UTF-8" standalone="yes"?>
<Relationships xmlns="http://schemas.openxmlformats.org/package/2006/relationships"><Relationship Id="rId9" Type="http://schemas.openxmlformats.org/officeDocument/2006/relationships/oleObject" Target="../embeddings/oleObject159.bin"/><Relationship Id="rId8" Type="http://schemas.openxmlformats.org/officeDocument/2006/relationships/image" Target="../media/image142.wmf"/><Relationship Id="rId7" Type="http://schemas.openxmlformats.org/officeDocument/2006/relationships/oleObject" Target="../embeddings/oleObject158.bin"/><Relationship Id="rId6" Type="http://schemas.openxmlformats.org/officeDocument/2006/relationships/image" Target="../media/image141.wmf"/><Relationship Id="rId5" Type="http://schemas.openxmlformats.org/officeDocument/2006/relationships/oleObject" Target="../embeddings/oleObject157.bin"/><Relationship Id="rId4" Type="http://schemas.openxmlformats.org/officeDocument/2006/relationships/image" Target="../media/image135.wmf"/><Relationship Id="rId39" Type="http://schemas.openxmlformats.org/officeDocument/2006/relationships/vmlDrawing" Target="../drawings/vmlDrawing37.vml"/><Relationship Id="rId38" Type="http://schemas.openxmlformats.org/officeDocument/2006/relationships/slideLayout" Target="../slideLayouts/slideLayout2.xml"/><Relationship Id="rId37" Type="http://schemas.openxmlformats.org/officeDocument/2006/relationships/image" Target="../media/image154.wmf"/><Relationship Id="rId36" Type="http://schemas.openxmlformats.org/officeDocument/2006/relationships/oleObject" Target="../embeddings/oleObject173.bin"/><Relationship Id="rId35" Type="http://schemas.openxmlformats.org/officeDocument/2006/relationships/image" Target="../media/image139.wmf"/><Relationship Id="rId34" Type="http://schemas.openxmlformats.org/officeDocument/2006/relationships/oleObject" Target="../embeddings/oleObject172.bin"/><Relationship Id="rId33" Type="http://schemas.openxmlformats.org/officeDocument/2006/relationships/image" Target="../media/image153.wmf"/><Relationship Id="rId32" Type="http://schemas.openxmlformats.org/officeDocument/2006/relationships/oleObject" Target="../embeddings/oleObject171.bin"/><Relationship Id="rId31" Type="http://schemas.openxmlformats.org/officeDocument/2006/relationships/image" Target="../media/image152.wmf"/><Relationship Id="rId30" Type="http://schemas.openxmlformats.org/officeDocument/2006/relationships/oleObject" Target="../embeddings/oleObject170.bin"/><Relationship Id="rId3" Type="http://schemas.openxmlformats.org/officeDocument/2006/relationships/oleObject" Target="../embeddings/oleObject156.bin"/><Relationship Id="rId29" Type="http://schemas.openxmlformats.org/officeDocument/2006/relationships/image" Target="../media/image151.wmf"/><Relationship Id="rId28" Type="http://schemas.openxmlformats.org/officeDocument/2006/relationships/oleObject" Target="../embeddings/oleObject169.bin"/><Relationship Id="rId27" Type="http://schemas.openxmlformats.org/officeDocument/2006/relationships/image" Target="../media/image150.wmf"/><Relationship Id="rId26" Type="http://schemas.openxmlformats.org/officeDocument/2006/relationships/oleObject" Target="../embeddings/oleObject168.bin"/><Relationship Id="rId25" Type="http://schemas.openxmlformats.org/officeDocument/2006/relationships/image" Target="../media/image149.wmf"/><Relationship Id="rId24" Type="http://schemas.openxmlformats.org/officeDocument/2006/relationships/oleObject" Target="../embeddings/oleObject167.bin"/><Relationship Id="rId23" Type="http://schemas.openxmlformats.org/officeDocument/2006/relationships/image" Target="../media/image148.wmf"/><Relationship Id="rId22" Type="http://schemas.openxmlformats.org/officeDocument/2006/relationships/oleObject" Target="../embeddings/oleObject166.bin"/><Relationship Id="rId21" Type="http://schemas.openxmlformats.org/officeDocument/2006/relationships/image" Target="../media/image147.wmf"/><Relationship Id="rId20" Type="http://schemas.openxmlformats.org/officeDocument/2006/relationships/oleObject" Target="../embeddings/oleObject165.bin"/><Relationship Id="rId2" Type="http://schemas.openxmlformats.org/officeDocument/2006/relationships/image" Target="../media/image140.wmf"/><Relationship Id="rId19" Type="http://schemas.openxmlformats.org/officeDocument/2006/relationships/image" Target="../media/image146.wmf"/><Relationship Id="rId18" Type="http://schemas.openxmlformats.org/officeDocument/2006/relationships/oleObject" Target="../embeddings/oleObject164.bin"/><Relationship Id="rId17" Type="http://schemas.openxmlformats.org/officeDocument/2006/relationships/image" Target="../media/image138.wmf"/><Relationship Id="rId16" Type="http://schemas.openxmlformats.org/officeDocument/2006/relationships/oleObject" Target="../embeddings/oleObject163.bin"/><Relationship Id="rId15" Type="http://schemas.openxmlformats.org/officeDocument/2006/relationships/oleObject" Target="../embeddings/oleObject162.bin"/><Relationship Id="rId14" Type="http://schemas.openxmlformats.org/officeDocument/2006/relationships/image" Target="../media/image145.wmf"/><Relationship Id="rId13" Type="http://schemas.openxmlformats.org/officeDocument/2006/relationships/oleObject" Target="../embeddings/oleObject161.bin"/><Relationship Id="rId12" Type="http://schemas.openxmlformats.org/officeDocument/2006/relationships/image" Target="../media/image144.wmf"/><Relationship Id="rId11" Type="http://schemas.openxmlformats.org/officeDocument/2006/relationships/oleObject" Target="../embeddings/oleObject160.bin"/><Relationship Id="rId10" Type="http://schemas.openxmlformats.org/officeDocument/2006/relationships/image" Target="../media/image143.wmf"/><Relationship Id="rId1" Type="http://schemas.openxmlformats.org/officeDocument/2006/relationships/oleObject" Target="../embeddings/oleObject155.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178.bin"/><Relationship Id="rId8" Type="http://schemas.openxmlformats.org/officeDocument/2006/relationships/image" Target="../media/image158.wmf"/><Relationship Id="rId7" Type="http://schemas.openxmlformats.org/officeDocument/2006/relationships/oleObject" Target="../embeddings/oleObject177.bin"/><Relationship Id="rId6" Type="http://schemas.openxmlformats.org/officeDocument/2006/relationships/image" Target="../media/image157.wmf"/><Relationship Id="rId5" Type="http://schemas.openxmlformats.org/officeDocument/2006/relationships/oleObject" Target="../embeddings/oleObject176.bin"/><Relationship Id="rId4" Type="http://schemas.openxmlformats.org/officeDocument/2006/relationships/image" Target="../media/image156.wmf"/><Relationship Id="rId3" Type="http://schemas.openxmlformats.org/officeDocument/2006/relationships/oleObject" Target="../embeddings/oleObject175.bin"/><Relationship Id="rId2" Type="http://schemas.openxmlformats.org/officeDocument/2006/relationships/image" Target="../media/image155.wmf"/><Relationship Id="rId12" Type="http://schemas.openxmlformats.org/officeDocument/2006/relationships/vmlDrawing" Target="../drawings/vmlDrawing38.vml"/><Relationship Id="rId11" Type="http://schemas.openxmlformats.org/officeDocument/2006/relationships/slideLayout" Target="../slideLayouts/slideLayout2.xml"/><Relationship Id="rId10" Type="http://schemas.openxmlformats.org/officeDocument/2006/relationships/image" Target="../media/image159.wmf"/><Relationship Id="rId1" Type="http://schemas.openxmlformats.org/officeDocument/2006/relationships/oleObject" Target="../embeddings/oleObject174.bin"/></Relationships>
</file>

<file path=ppt/slides/_rels/slide51.xml.rels><?xml version="1.0" encoding="UTF-8" standalone="yes"?>
<Relationships xmlns="http://schemas.openxmlformats.org/package/2006/relationships"><Relationship Id="rId8" Type="http://schemas.openxmlformats.org/officeDocument/2006/relationships/vmlDrawing" Target="../drawings/vmlDrawing39.vml"/><Relationship Id="rId7" Type="http://schemas.openxmlformats.org/officeDocument/2006/relationships/slideLayout" Target="../slideLayouts/slideLayout2.xml"/><Relationship Id="rId6" Type="http://schemas.openxmlformats.org/officeDocument/2006/relationships/image" Target="../media/image162.wmf"/><Relationship Id="rId5" Type="http://schemas.openxmlformats.org/officeDocument/2006/relationships/oleObject" Target="../embeddings/oleObject181.bin"/><Relationship Id="rId4" Type="http://schemas.openxmlformats.org/officeDocument/2006/relationships/image" Target="../media/image161.wmf"/><Relationship Id="rId3" Type="http://schemas.openxmlformats.org/officeDocument/2006/relationships/oleObject" Target="../embeddings/oleObject180.bin"/><Relationship Id="rId2" Type="http://schemas.openxmlformats.org/officeDocument/2006/relationships/image" Target="../media/image160.wmf"/><Relationship Id="rId1" Type="http://schemas.openxmlformats.org/officeDocument/2006/relationships/oleObject" Target="../embeddings/oleObject179.bin"/></Relationships>
</file>

<file path=ppt/slides/_rels/slide52.xml.rels><?xml version="1.0" encoding="UTF-8" standalone="yes"?>
<Relationships xmlns="http://schemas.openxmlformats.org/package/2006/relationships"><Relationship Id="rId4" Type="http://schemas.openxmlformats.org/officeDocument/2006/relationships/vmlDrawing" Target="../drawings/vmlDrawing40.vml"/><Relationship Id="rId3" Type="http://schemas.openxmlformats.org/officeDocument/2006/relationships/slideLayout" Target="../slideLayouts/slideLayout2.xml"/><Relationship Id="rId2" Type="http://schemas.openxmlformats.org/officeDocument/2006/relationships/image" Target="../media/image163.wmf"/><Relationship Id="rId1" Type="http://schemas.openxmlformats.org/officeDocument/2006/relationships/oleObject" Target="../embeddings/oleObject182.bin"/></Relationships>
</file>

<file path=ppt/slides/_rels/slide5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67.wmf"/><Relationship Id="rId7" Type="http://schemas.openxmlformats.org/officeDocument/2006/relationships/oleObject" Target="../embeddings/oleObject186.bin"/><Relationship Id="rId6" Type="http://schemas.openxmlformats.org/officeDocument/2006/relationships/image" Target="../media/image166.wmf"/><Relationship Id="rId5" Type="http://schemas.openxmlformats.org/officeDocument/2006/relationships/oleObject" Target="../embeddings/oleObject185.bin"/><Relationship Id="rId4" Type="http://schemas.openxmlformats.org/officeDocument/2006/relationships/image" Target="../media/image165.wmf"/><Relationship Id="rId3" Type="http://schemas.openxmlformats.org/officeDocument/2006/relationships/oleObject" Target="../embeddings/oleObject184.bin"/><Relationship Id="rId2" Type="http://schemas.openxmlformats.org/officeDocument/2006/relationships/image" Target="../media/image164.wmf"/><Relationship Id="rId10" Type="http://schemas.openxmlformats.org/officeDocument/2006/relationships/vmlDrawing" Target="../drawings/vmlDrawing41.vml"/><Relationship Id="rId1" Type="http://schemas.openxmlformats.org/officeDocument/2006/relationships/oleObject" Target="../embeddings/oleObject183.bin"/></Relationships>
</file>

<file path=ppt/slides/_rels/slide54.xml.rels><?xml version="1.0" encoding="UTF-8" standalone="yes"?>
<Relationships xmlns="http://schemas.openxmlformats.org/package/2006/relationships"><Relationship Id="rId8" Type="http://schemas.openxmlformats.org/officeDocument/2006/relationships/vmlDrawing" Target="../drawings/vmlDrawing42.vml"/><Relationship Id="rId7" Type="http://schemas.openxmlformats.org/officeDocument/2006/relationships/slideLayout" Target="../slideLayouts/slideLayout2.xml"/><Relationship Id="rId6" Type="http://schemas.openxmlformats.org/officeDocument/2006/relationships/image" Target="../media/image170.wmf"/><Relationship Id="rId5" Type="http://schemas.openxmlformats.org/officeDocument/2006/relationships/oleObject" Target="../embeddings/oleObject189.bin"/><Relationship Id="rId4" Type="http://schemas.openxmlformats.org/officeDocument/2006/relationships/image" Target="../media/image169.wmf"/><Relationship Id="rId3" Type="http://schemas.openxmlformats.org/officeDocument/2006/relationships/oleObject" Target="../embeddings/oleObject188.bin"/><Relationship Id="rId2" Type="http://schemas.openxmlformats.org/officeDocument/2006/relationships/image" Target="../media/image168.wmf"/><Relationship Id="rId1" Type="http://schemas.openxmlformats.org/officeDocument/2006/relationships/oleObject" Target="../embeddings/oleObject187.bin"/></Relationships>
</file>

<file path=ppt/slides/_rels/slide55.xml.rels><?xml version="1.0" encoding="UTF-8" standalone="yes"?>
<Relationships xmlns="http://schemas.openxmlformats.org/package/2006/relationships"><Relationship Id="rId9" Type="http://schemas.openxmlformats.org/officeDocument/2006/relationships/oleObject" Target="../embeddings/oleObject194.bin"/><Relationship Id="rId8" Type="http://schemas.openxmlformats.org/officeDocument/2006/relationships/image" Target="../media/image174.wmf"/><Relationship Id="rId7" Type="http://schemas.openxmlformats.org/officeDocument/2006/relationships/oleObject" Target="../embeddings/oleObject193.bin"/><Relationship Id="rId6" Type="http://schemas.openxmlformats.org/officeDocument/2006/relationships/image" Target="../media/image173.wmf"/><Relationship Id="rId5" Type="http://schemas.openxmlformats.org/officeDocument/2006/relationships/oleObject" Target="../embeddings/oleObject192.bin"/><Relationship Id="rId4" Type="http://schemas.openxmlformats.org/officeDocument/2006/relationships/image" Target="../media/image172.wmf"/><Relationship Id="rId3" Type="http://schemas.openxmlformats.org/officeDocument/2006/relationships/oleObject" Target="../embeddings/oleObject191.bin"/><Relationship Id="rId2" Type="http://schemas.openxmlformats.org/officeDocument/2006/relationships/image" Target="../media/image171.wmf"/><Relationship Id="rId14" Type="http://schemas.openxmlformats.org/officeDocument/2006/relationships/vmlDrawing" Target="../drawings/vmlDrawing43.vml"/><Relationship Id="rId13" Type="http://schemas.openxmlformats.org/officeDocument/2006/relationships/slideLayout" Target="../slideLayouts/slideLayout2.xml"/><Relationship Id="rId12" Type="http://schemas.openxmlformats.org/officeDocument/2006/relationships/image" Target="../media/image176.wmf"/><Relationship Id="rId11" Type="http://schemas.openxmlformats.org/officeDocument/2006/relationships/oleObject" Target="../embeddings/oleObject195.bin"/><Relationship Id="rId10" Type="http://schemas.openxmlformats.org/officeDocument/2006/relationships/image" Target="../media/image175.wmf"/><Relationship Id="rId1" Type="http://schemas.openxmlformats.org/officeDocument/2006/relationships/oleObject" Target="../embeddings/oleObject190.bin"/></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44.vml"/><Relationship Id="rId3" Type="http://schemas.openxmlformats.org/officeDocument/2006/relationships/slideLayout" Target="../slideLayouts/slideLayout2.xml"/><Relationship Id="rId2" Type="http://schemas.openxmlformats.org/officeDocument/2006/relationships/image" Target="../media/image177.wmf"/><Relationship Id="rId1" Type="http://schemas.openxmlformats.org/officeDocument/2006/relationships/oleObject" Target="../embeddings/oleObject196.bin"/></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45.vml"/><Relationship Id="rId3" Type="http://schemas.openxmlformats.org/officeDocument/2006/relationships/slideLayout" Target="../slideLayouts/slideLayout2.xml"/><Relationship Id="rId2" Type="http://schemas.openxmlformats.org/officeDocument/2006/relationships/image" Target="../media/image178.emf"/><Relationship Id="rId1" Type="http://schemas.openxmlformats.org/officeDocument/2006/relationships/package" Target="../embeddings/Document4.docx"/></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46.vml"/><Relationship Id="rId3" Type="http://schemas.openxmlformats.org/officeDocument/2006/relationships/slideLayout" Target="../slideLayouts/slideLayout2.xml"/><Relationship Id="rId2" Type="http://schemas.openxmlformats.org/officeDocument/2006/relationships/image" Target="../media/image179.emf"/><Relationship Id="rId1" Type="http://schemas.openxmlformats.org/officeDocument/2006/relationships/package" Target="../embeddings/Document5.docx"/></Relationships>
</file>

<file path=ppt/slides/_rels/slide59.xml.rels><?xml version="1.0" encoding="UTF-8" standalone="yes"?>
<Relationships xmlns="http://schemas.openxmlformats.org/package/2006/relationships"><Relationship Id="rId6" Type="http://schemas.openxmlformats.org/officeDocument/2006/relationships/vmlDrawing" Target="../drawings/vmlDrawing47.vml"/><Relationship Id="rId5" Type="http://schemas.openxmlformats.org/officeDocument/2006/relationships/slideLayout" Target="../slideLayouts/slideLayout2.xml"/><Relationship Id="rId4" Type="http://schemas.openxmlformats.org/officeDocument/2006/relationships/image" Target="../media/image75.wmf"/><Relationship Id="rId3" Type="http://schemas.openxmlformats.org/officeDocument/2006/relationships/oleObject" Target="../embeddings/oleObject198.bin"/><Relationship Id="rId2" Type="http://schemas.openxmlformats.org/officeDocument/2006/relationships/image" Target="../media/image74.wmf"/><Relationship Id="rId1" Type="http://schemas.openxmlformats.org/officeDocument/2006/relationships/oleObject" Target="../embeddings/oleObject197.bin"/></Relationships>
</file>

<file path=ppt/slides/_rels/slide60.xml.rels><?xml version="1.0" encoding="UTF-8" standalone="yes"?>
<Relationships xmlns="http://schemas.openxmlformats.org/package/2006/relationships"><Relationship Id="rId8" Type="http://schemas.openxmlformats.org/officeDocument/2006/relationships/vmlDrawing" Target="../drawings/vmlDrawing48.vml"/><Relationship Id="rId7" Type="http://schemas.openxmlformats.org/officeDocument/2006/relationships/slideLayout" Target="../slideLayouts/slideLayout2.xml"/><Relationship Id="rId6" Type="http://schemas.openxmlformats.org/officeDocument/2006/relationships/image" Target="../media/image182.wmf"/><Relationship Id="rId5" Type="http://schemas.openxmlformats.org/officeDocument/2006/relationships/oleObject" Target="../embeddings/oleObject201.bin"/><Relationship Id="rId4" Type="http://schemas.openxmlformats.org/officeDocument/2006/relationships/image" Target="../media/image181.wmf"/><Relationship Id="rId3" Type="http://schemas.openxmlformats.org/officeDocument/2006/relationships/oleObject" Target="../embeddings/oleObject200.bin"/><Relationship Id="rId2" Type="http://schemas.openxmlformats.org/officeDocument/2006/relationships/image" Target="../media/image180.wmf"/><Relationship Id="rId1" Type="http://schemas.openxmlformats.org/officeDocument/2006/relationships/oleObject" Target="../embeddings/oleObject199.bin"/></Relationships>
</file>

<file path=ppt/slides/_rels/slide6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85.emf"/><Relationship Id="rId7" Type="http://schemas.openxmlformats.org/officeDocument/2006/relationships/package" Target="../embeddings/Document6.docx"/><Relationship Id="rId6" Type="http://schemas.openxmlformats.org/officeDocument/2006/relationships/image" Target="../media/image184.wmf"/><Relationship Id="rId5" Type="http://schemas.openxmlformats.org/officeDocument/2006/relationships/oleObject" Target="../embeddings/oleObject204.bin"/><Relationship Id="rId4" Type="http://schemas.openxmlformats.org/officeDocument/2006/relationships/image" Target="../media/image183.wmf"/><Relationship Id="rId3" Type="http://schemas.openxmlformats.org/officeDocument/2006/relationships/oleObject" Target="../embeddings/oleObject203.bin"/><Relationship Id="rId2" Type="http://schemas.openxmlformats.org/officeDocument/2006/relationships/image" Target="../media/image180.wmf"/><Relationship Id="rId10" Type="http://schemas.openxmlformats.org/officeDocument/2006/relationships/vmlDrawing" Target="../drawings/vmlDrawing49.vml"/><Relationship Id="rId1" Type="http://schemas.openxmlformats.org/officeDocument/2006/relationships/oleObject" Target="../embeddings/oleObject202.bin"/></Relationships>
</file>

<file path=ppt/slides/_rels/slide62.xml.rels><?xml version="1.0" encoding="UTF-8" standalone="yes"?>
<Relationships xmlns="http://schemas.openxmlformats.org/package/2006/relationships"><Relationship Id="rId9" Type="http://schemas.openxmlformats.org/officeDocument/2006/relationships/oleObject" Target="../embeddings/oleObject210.bin"/><Relationship Id="rId8" Type="http://schemas.openxmlformats.org/officeDocument/2006/relationships/oleObject" Target="../embeddings/oleObject209.bin"/><Relationship Id="rId7" Type="http://schemas.openxmlformats.org/officeDocument/2006/relationships/oleObject" Target="../embeddings/oleObject208.bin"/><Relationship Id="rId6" Type="http://schemas.openxmlformats.org/officeDocument/2006/relationships/image" Target="../media/image187.wmf"/><Relationship Id="rId5" Type="http://schemas.openxmlformats.org/officeDocument/2006/relationships/oleObject" Target="../embeddings/oleObject207.bin"/><Relationship Id="rId4" Type="http://schemas.openxmlformats.org/officeDocument/2006/relationships/image" Target="../media/image186.wmf"/><Relationship Id="rId3" Type="http://schemas.openxmlformats.org/officeDocument/2006/relationships/oleObject" Target="../embeddings/oleObject206.bin"/><Relationship Id="rId2" Type="http://schemas.openxmlformats.org/officeDocument/2006/relationships/image" Target="../media/image180.wmf"/><Relationship Id="rId11" Type="http://schemas.openxmlformats.org/officeDocument/2006/relationships/vmlDrawing" Target="../drawings/vmlDrawing50.vml"/><Relationship Id="rId10" Type="http://schemas.openxmlformats.org/officeDocument/2006/relationships/slideLayout" Target="../slideLayouts/slideLayout2.xml"/><Relationship Id="rId1" Type="http://schemas.openxmlformats.org/officeDocument/2006/relationships/oleObject" Target="../embeddings/oleObject205.bin"/></Relationships>
</file>

<file path=ppt/slides/_rels/slide63.xml.rels><?xml version="1.0" encoding="UTF-8" standalone="yes"?>
<Relationships xmlns="http://schemas.openxmlformats.org/package/2006/relationships"><Relationship Id="rId9" Type="http://schemas.openxmlformats.org/officeDocument/2006/relationships/oleObject" Target="../embeddings/oleObject213.bin"/><Relationship Id="rId8" Type="http://schemas.openxmlformats.org/officeDocument/2006/relationships/image" Target="../media/image191.wmf"/><Relationship Id="rId7" Type="http://schemas.openxmlformats.org/officeDocument/2006/relationships/oleObject" Target="../embeddings/oleObject212.bin"/><Relationship Id="rId6" Type="http://schemas.openxmlformats.org/officeDocument/2006/relationships/image" Target="../media/image190.wmf"/><Relationship Id="rId5" Type="http://schemas.openxmlformats.org/officeDocument/2006/relationships/oleObject" Target="../embeddings/oleObject211.bin"/><Relationship Id="rId4" Type="http://schemas.openxmlformats.org/officeDocument/2006/relationships/image" Target="../media/image189.emf"/><Relationship Id="rId3" Type="http://schemas.openxmlformats.org/officeDocument/2006/relationships/package" Target="../embeddings/Document8.docx"/><Relationship Id="rId2" Type="http://schemas.openxmlformats.org/officeDocument/2006/relationships/image" Target="../media/image188.wmf"/><Relationship Id="rId15" Type="http://schemas.openxmlformats.org/officeDocument/2006/relationships/vmlDrawing" Target="../drawings/vmlDrawing51.vml"/><Relationship Id="rId14" Type="http://schemas.openxmlformats.org/officeDocument/2006/relationships/slideLayout" Target="../slideLayouts/slideLayout2.xml"/><Relationship Id="rId13" Type="http://schemas.openxmlformats.org/officeDocument/2006/relationships/image" Target="../media/image193.wmf"/><Relationship Id="rId12" Type="http://schemas.openxmlformats.org/officeDocument/2006/relationships/oleObject" Target="../embeddings/oleObject215.bin"/><Relationship Id="rId11" Type="http://schemas.openxmlformats.org/officeDocument/2006/relationships/oleObject" Target="../embeddings/oleObject214.bin"/><Relationship Id="rId10" Type="http://schemas.openxmlformats.org/officeDocument/2006/relationships/image" Target="../media/image192.wmf"/><Relationship Id="rId1" Type="http://schemas.openxmlformats.org/officeDocument/2006/relationships/package" Target="../embeddings/Document7.docx"/></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52.vml"/><Relationship Id="rId3" Type="http://schemas.openxmlformats.org/officeDocument/2006/relationships/slideLayout" Target="../slideLayouts/slideLayout2.xml"/><Relationship Id="rId2" Type="http://schemas.openxmlformats.org/officeDocument/2006/relationships/image" Target="../media/image194.emf"/><Relationship Id="rId1" Type="http://schemas.openxmlformats.org/officeDocument/2006/relationships/package" Target="../embeddings/Document9.docx"/></Relationships>
</file>

<file path=ppt/slides/_rels/slide65.xml.rels><?xml version="1.0" encoding="UTF-8" standalone="yes"?>
<Relationships xmlns="http://schemas.openxmlformats.org/package/2006/relationships"><Relationship Id="rId4" Type="http://schemas.openxmlformats.org/officeDocument/2006/relationships/vmlDrawing" Target="../drawings/vmlDrawing53.vml"/><Relationship Id="rId3" Type="http://schemas.openxmlformats.org/officeDocument/2006/relationships/slideLayout" Target="../slideLayouts/slideLayout2.xml"/><Relationship Id="rId2" Type="http://schemas.openxmlformats.org/officeDocument/2006/relationships/image" Target="../media/image195.emf"/><Relationship Id="rId1" Type="http://schemas.openxmlformats.org/officeDocument/2006/relationships/package" Target="../embeddings/Document10.docx"/></Relationships>
</file>

<file path=ppt/slides/_rels/slide66.xml.rels><?xml version="1.0" encoding="UTF-8" standalone="yes"?>
<Relationships xmlns="http://schemas.openxmlformats.org/package/2006/relationships"><Relationship Id="rId8" Type="http://schemas.openxmlformats.org/officeDocument/2006/relationships/vmlDrawing" Target="../drawings/vmlDrawing54.vml"/><Relationship Id="rId7" Type="http://schemas.openxmlformats.org/officeDocument/2006/relationships/slideLayout" Target="../slideLayouts/slideLayout2.xml"/><Relationship Id="rId6" Type="http://schemas.openxmlformats.org/officeDocument/2006/relationships/image" Target="../media/image198.wmf"/><Relationship Id="rId5" Type="http://schemas.openxmlformats.org/officeDocument/2006/relationships/oleObject" Target="../embeddings/oleObject217.bin"/><Relationship Id="rId4" Type="http://schemas.openxmlformats.org/officeDocument/2006/relationships/image" Target="../media/image197.wmf"/><Relationship Id="rId3" Type="http://schemas.openxmlformats.org/officeDocument/2006/relationships/oleObject" Target="../embeddings/oleObject216.bin"/><Relationship Id="rId2" Type="http://schemas.openxmlformats.org/officeDocument/2006/relationships/image" Target="../media/image196.emf"/><Relationship Id="rId1" Type="http://schemas.openxmlformats.org/officeDocument/2006/relationships/package" Target="../embeddings/Document11.docx"/></Relationships>
</file>

<file path=ppt/slides/_rels/slide67.xml.rels><?xml version="1.0" encoding="UTF-8" standalone="yes"?>
<Relationships xmlns="http://schemas.openxmlformats.org/package/2006/relationships"><Relationship Id="rId9" Type="http://schemas.openxmlformats.org/officeDocument/2006/relationships/image" Target="../media/image193.wmf"/><Relationship Id="rId8" Type="http://schemas.openxmlformats.org/officeDocument/2006/relationships/oleObject" Target="../embeddings/oleObject222.bin"/><Relationship Id="rId7" Type="http://schemas.openxmlformats.org/officeDocument/2006/relationships/oleObject" Target="../embeddings/oleObject221.bin"/><Relationship Id="rId6" Type="http://schemas.openxmlformats.org/officeDocument/2006/relationships/image" Target="../media/image192.wmf"/><Relationship Id="rId5" Type="http://schemas.openxmlformats.org/officeDocument/2006/relationships/oleObject" Target="../embeddings/oleObject220.bin"/><Relationship Id="rId4" Type="http://schemas.openxmlformats.org/officeDocument/2006/relationships/image" Target="../media/image191.wmf"/><Relationship Id="rId3" Type="http://schemas.openxmlformats.org/officeDocument/2006/relationships/oleObject" Target="../embeddings/oleObject219.bin"/><Relationship Id="rId22" Type="http://schemas.openxmlformats.org/officeDocument/2006/relationships/vmlDrawing" Target="../drawings/vmlDrawing55.vml"/><Relationship Id="rId21" Type="http://schemas.openxmlformats.org/officeDocument/2006/relationships/slideLayout" Target="../slideLayouts/slideLayout2.xml"/><Relationship Id="rId20" Type="http://schemas.openxmlformats.org/officeDocument/2006/relationships/image" Target="../media/image202.wmf"/><Relationship Id="rId2" Type="http://schemas.openxmlformats.org/officeDocument/2006/relationships/image" Target="../media/image190.wmf"/><Relationship Id="rId19" Type="http://schemas.openxmlformats.org/officeDocument/2006/relationships/oleObject" Target="../embeddings/oleObject228.bin"/><Relationship Id="rId18" Type="http://schemas.openxmlformats.org/officeDocument/2006/relationships/image" Target="../media/image122.wmf"/><Relationship Id="rId17" Type="http://schemas.openxmlformats.org/officeDocument/2006/relationships/oleObject" Target="../embeddings/oleObject227.bin"/><Relationship Id="rId16" Type="http://schemas.openxmlformats.org/officeDocument/2006/relationships/image" Target="../media/image201.wmf"/><Relationship Id="rId15" Type="http://schemas.openxmlformats.org/officeDocument/2006/relationships/oleObject" Target="../embeddings/oleObject226.bin"/><Relationship Id="rId14" Type="http://schemas.openxmlformats.org/officeDocument/2006/relationships/image" Target="../media/image200.wmf"/><Relationship Id="rId13" Type="http://schemas.openxmlformats.org/officeDocument/2006/relationships/oleObject" Target="../embeddings/oleObject225.bin"/><Relationship Id="rId12" Type="http://schemas.openxmlformats.org/officeDocument/2006/relationships/image" Target="../media/image199.wmf"/><Relationship Id="rId11" Type="http://schemas.openxmlformats.org/officeDocument/2006/relationships/oleObject" Target="../embeddings/oleObject224.bin"/><Relationship Id="rId10" Type="http://schemas.openxmlformats.org/officeDocument/2006/relationships/oleObject" Target="../embeddings/oleObject223.bin"/><Relationship Id="rId1" Type="http://schemas.openxmlformats.org/officeDocument/2006/relationships/oleObject" Target="../embeddings/oleObject218.bin"/></Relationships>
</file>

<file path=ppt/slides/_rels/slide68.xml.rels><?xml version="1.0" encoding="UTF-8" standalone="yes"?>
<Relationships xmlns="http://schemas.openxmlformats.org/package/2006/relationships"><Relationship Id="rId4" Type="http://schemas.openxmlformats.org/officeDocument/2006/relationships/vmlDrawing" Target="../drawings/vmlDrawing56.vml"/><Relationship Id="rId3" Type="http://schemas.openxmlformats.org/officeDocument/2006/relationships/slideLayout" Target="../slideLayouts/slideLayout2.xml"/><Relationship Id="rId2" Type="http://schemas.openxmlformats.org/officeDocument/2006/relationships/image" Target="../media/image203.emf"/><Relationship Id="rId1" Type="http://schemas.openxmlformats.org/officeDocument/2006/relationships/package" Target="../embeddings/Document12.docx"/></Relationships>
</file>

<file path=ppt/slides/_rels/slide69.xml.rels><?xml version="1.0" encoding="UTF-8" standalone="yes"?>
<Relationships xmlns="http://schemas.openxmlformats.org/package/2006/relationships"><Relationship Id="rId4" Type="http://schemas.openxmlformats.org/officeDocument/2006/relationships/vmlDrawing" Target="../drawings/vmlDrawing57.vml"/><Relationship Id="rId3" Type="http://schemas.openxmlformats.org/officeDocument/2006/relationships/slideLayout" Target="../slideLayouts/slideLayout2.xml"/><Relationship Id="rId2" Type="http://schemas.openxmlformats.org/officeDocument/2006/relationships/image" Target="../media/image204.emf"/><Relationship Id="rId1" Type="http://schemas.openxmlformats.org/officeDocument/2006/relationships/package" Target="../embeddings/Document13.docx"/></Relationships>
</file>

<file path=ppt/slides/_rels/slide70.xml.rels><?xml version="1.0" encoding="UTF-8" standalone="yes"?>
<Relationships xmlns="http://schemas.openxmlformats.org/package/2006/relationships"><Relationship Id="rId4" Type="http://schemas.openxmlformats.org/officeDocument/2006/relationships/vmlDrawing" Target="../drawings/vmlDrawing58.vml"/><Relationship Id="rId3" Type="http://schemas.openxmlformats.org/officeDocument/2006/relationships/slideLayout" Target="../slideLayouts/slideLayout2.xml"/><Relationship Id="rId2" Type="http://schemas.openxmlformats.org/officeDocument/2006/relationships/image" Target="../media/image205.wmf"/><Relationship Id="rId1" Type="http://schemas.openxmlformats.org/officeDocument/2006/relationships/oleObject" Target="../embeddings/oleObject229.bin"/></Relationships>
</file>

<file path=ppt/slides/_rels/slide71.xml.rels><?xml version="1.0" encoding="UTF-8" standalone="yes"?>
<Relationships xmlns="http://schemas.openxmlformats.org/package/2006/relationships"><Relationship Id="rId4" Type="http://schemas.openxmlformats.org/officeDocument/2006/relationships/vmlDrawing" Target="../drawings/vmlDrawing59.vml"/><Relationship Id="rId3" Type="http://schemas.openxmlformats.org/officeDocument/2006/relationships/slideLayout" Target="../slideLayouts/slideLayout2.xml"/><Relationship Id="rId2" Type="http://schemas.openxmlformats.org/officeDocument/2006/relationships/image" Target="../media/image206.wmf"/><Relationship Id="rId1" Type="http://schemas.openxmlformats.org/officeDocument/2006/relationships/oleObject" Target="../embeddings/oleObject230.bin"/></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6" Type="http://schemas.openxmlformats.org/officeDocument/2006/relationships/vmlDrawing" Target="../drawings/vmlDrawing60.vml"/><Relationship Id="rId5" Type="http://schemas.openxmlformats.org/officeDocument/2006/relationships/slideLayout" Target="../slideLayouts/slideLayout2.xml"/><Relationship Id="rId4" Type="http://schemas.openxmlformats.org/officeDocument/2006/relationships/image" Target="../media/image209.emf"/><Relationship Id="rId3" Type="http://schemas.openxmlformats.org/officeDocument/2006/relationships/package" Target="../embeddings/Document15.docx"/><Relationship Id="rId2" Type="http://schemas.openxmlformats.org/officeDocument/2006/relationships/image" Target="../media/image208.emf"/><Relationship Id="rId1" Type="http://schemas.openxmlformats.org/officeDocument/2006/relationships/package" Target="../embeddings/Document14.docx"/></Relationships>
</file>

<file path=ppt/slides/_rels/slide75.xml.rels><?xml version="1.0" encoding="UTF-8" standalone="yes"?>
<Relationships xmlns="http://schemas.openxmlformats.org/package/2006/relationships"><Relationship Id="rId4" Type="http://schemas.openxmlformats.org/officeDocument/2006/relationships/vmlDrawing" Target="../drawings/vmlDrawing61.vml"/><Relationship Id="rId3" Type="http://schemas.openxmlformats.org/officeDocument/2006/relationships/slideLayout" Target="../slideLayouts/slideLayout2.xml"/><Relationship Id="rId2" Type="http://schemas.openxmlformats.org/officeDocument/2006/relationships/image" Target="../media/image210.emf"/><Relationship Id="rId1" Type="http://schemas.openxmlformats.org/officeDocument/2006/relationships/package" Target="../embeddings/Document16.docx"/></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6" Type="http://schemas.openxmlformats.org/officeDocument/2006/relationships/vmlDrawing" Target="../drawings/vmlDrawing62.vml"/><Relationship Id="rId5" Type="http://schemas.openxmlformats.org/officeDocument/2006/relationships/slideLayout" Target="../slideLayouts/slideLayout2.xml"/><Relationship Id="rId4" Type="http://schemas.openxmlformats.org/officeDocument/2006/relationships/image" Target="../media/image212.wmf"/><Relationship Id="rId3" Type="http://schemas.openxmlformats.org/officeDocument/2006/relationships/oleObject" Target="../embeddings/oleObject232.bin"/><Relationship Id="rId2" Type="http://schemas.openxmlformats.org/officeDocument/2006/relationships/image" Target="../media/image211.wmf"/><Relationship Id="rId1" Type="http://schemas.openxmlformats.org/officeDocument/2006/relationships/oleObject" Target="../embeddings/oleObject231.bin"/></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4" Type="http://schemas.openxmlformats.org/officeDocument/2006/relationships/vmlDrawing" Target="../drawings/vmlDrawing63.vml"/><Relationship Id="rId3" Type="http://schemas.openxmlformats.org/officeDocument/2006/relationships/slideLayout" Target="../slideLayouts/slideLayout2.xml"/><Relationship Id="rId2" Type="http://schemas.openxmlformats.org/officeDocument/2006/relationships/image" Target="../media/image213.wmf"/><Relationship Id="rId1" Type="http://schemas.openxmlformats.org/officeDocument/2006/relationships/oleObject" Target="../embeddings/oleObject233.bin"/></Relationships>
</file>

<file path=ppt/slides/_rels/slide80.xml.rels><?xml version="1.0" encoding="UTF-8" standalone="yes"?>
<Relationships xmlns="http://schemas.openxmlformats.org/package/2006/relationships"><Relationship Id="rId8" Type="http://schemas.openxmlformats.org/officeDocument/2006/relationships/vmlDrawing" Target="../drawings/vmlDrawing64.vml"/><Relationship Id="rId7" Type="http://schemas.openxmlformats.org/officeDocument/2006/relationships/slideLayout" Target="../slideLayouts/slideLayout2.xml"/><Relationship Id="rId6" Type="http://schemas.openxmlformats.org/officeDocument/2006/relationships/image" Target="../media/image216.wmf"/><Relationship Id="rId5" Type="http://schemas.openxmlformats.org/officeDocument/2006/relationships/oleObject" Target="../embeddings/oleObject236.bin"/><Relationship Id="rId4" Type="http://schemas.openxmlformats.org/officeDocument/2006/relationships/image" Target="../media/image215.wmf"/><Relationship Id="rId3" Type="http://schemas.openxmlformats.org/officeDocument/2006/relationships/oleObject" Target="../embeddings/oleObject235.bin"/><Relationship Id="rId2" Type="http://schemas.openxmlformats.org/officeDocument/2006/relationships/image" Target="../media/image214.emf"/><Relationship Id="rId1" Type="http://schemas.openxmlformats.org/officeDocument/2006/relationships/oleObject" Target="../embeddings/oleObject234.bin"/></Relationships>
</file>

<file path=ppt/slides/_rels/slide81.xml.rels><?xml version="1.0" encoding="UTF-8" standalone="yes"?>
<Relationships xmlns="http://schemas.openxmlformats.org/package/2006/relationships"><Relationship Id="rId4" Type="http://schemas.openxmlformats.org/officeDocument/2006/relationships/vmlDrawing" Target="../drawings/vmlDrawing65.vml"/><Relationship Id="rId3" Type="http://schemas.openxmlformats.org/officeDocument/2006/relationships/slideLayout" Target="../slideLayouts/slideLayout2.xml"/><Relationship Id="rId2" Type="http://schemas.openxmlformats.org/officeDocument/2006/relationships/image" Target="../media/image217.wmf"/><Relationship Id="rId1" Type="http://schemas.openxmlformats.org/officeDocument/2006/relationships/oleObject" Target="../embeddings/oleObject237.bin"/></Relationships>
</file>

<file path=ppt/slides/_rels/slide82.xml.rels><?xml version="1.0" encoding="UTF-8" standalone="yes"?>
<Relationships xmlns="http://schemas.openxmlformats.org/package/2006/relationships"><Relationship Id="rId4" Type="http://schemas.openxmlformats.org/officeDocument/2006/relationships/vmlDrawing" Target="../drawings/vmlDrawing66.vml"/><Relationship Id="rId3" Type="http://schemas.openxmlformats.org/officeDocument/2006/relationships/slideLayout" Target="../slideLayouts/slideLayout2.xml"/><Relationship Id="rId2" Type="http://schemas.openxmlformats.org/officeDocument/2006/relationships/image" Target="../media/image218.wmf"/><Relationship Id="rId1" Type="http://schemas.openxmlformats.org/officeDocument/2006/relationships/oleObject" Target="../embeddings/oleObject238.bin"/></Relationships>
</file>

<file path=ppt/slides/_rels/slide8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vmlDrawing" Target="../drawings/vmlDrawing67.vml"/><Relationship Id="rId3" Type="http://schemas.openxmlformats.org/officeDocument/2006/relationships/slideLayout" Target="../slideLayouts/slideLayout2.xml"/><Relationship Id="rId2" Type="http://schemas.openxmlformats.org/officeDocument/2006/relationships/image" Target="../media/image219.wmf"/><Relationship Id="rId1" Type="http://schemas.openxmlformats.org/officeDocument/2006/relationships/oleObject" Target="../embeddings/oleObject239.bin"/></Relationships>
</file>

<file path=ppt/slides/_rels/slide84.xml.rels><?xml version="1.0" encoding="UTF-8" standalone="yes"?>
<Relationships xmlns="http://schemas.openxmlformats.org/package/2006/relationships"><Relationship Id="rId4" Type="http://schemas.openxmlformats.org/officeDocument/2006/relationships/vmlDrawing" Target="../drawings/vmlDrawing68.vml"/><Relationship Id="rId3" Type="http://schemas.openxmlformats.org/officeDocument/2006/relationships/slideLayout" Target="../slideLayouts/slideLayout2.xml"/><Relationship Id="rId2" Type="http://schemas.openxmlformats.org/officeDocument/2006/relationships/image" Target="../media/image220.emf"/><Relationship Id="rId1" Type="http://schemas.openxmlformats.org/officeDocument/2006/relationships/package" Target="../embeddings/Document17.docx"/></Relationships>
</file>

<file path=ppt/slides/_rels/slide85.xml.rels><?xml version="1.0" encoding="UTF-8" standalone="yes"?>
<Relationships xmlns="http://schemas.openxmlformats.org/package/2006/relationships"><Relationship Id="rId4" Type="http://schemas.openxmlformats.org/officeDocument/2006/relationships/vmlDrawing" Target="../drawings/vmlDrawing69.vml"/><Relationship Id="rId3" Type="http://schemas.openxmlformats.org/officeDocument/2006/relationships/slideLayout" Target="../slideLayouts/slideLayout2.xml"/><Relationship Id="rId2" Type="http://schemas.openxmlformats.org/officeDocument/2006/relationships/image" Target="../media/image221.emf"/><Relationship Id="rId1" Type="http://schemas.openxmlformats.org/officeDocument/2006/relationships/package" Target="../embeddings/Document18.docx"/></Relationships>
</file>

<file path=ppt/slides/_rels/slide86.xml.rels><?xml version="1.0" encoding="UTF-8" standalone="yes"?>
<Relationships xmlns="http://schemas.openxmlformats.org/package/2006/relationships"><Relationship Id="rId4" Type="http://schemas.openxmlformats.org/officeDocument/2006/relationships/vmlDrawing" Target="../drawings/vmlDrawing70.vml"/><Relationship Id="rId3" Type="http://schemas.openxmlformats.org/officeDocument/2006/relationships/slideLayout" Target="../slideLayouts/slideLayout2.xml"/><Relationship Id="rId2" Type="http://schemas.openxmlformats.org/officeDocument/2006/relationships/image" Target="../media/image222.wmf"/><Relationship Id="rId1" Type="http://schemas.openxmlformats.org/officeDocument/2006/relationships/oleObject" Target="../embeddings/oleObject240.bin"/></Relationships>
</file>

<file path=ppt/slides/_rels/slide87.xml.rels><?xml version="1.0" encoding="UTF-8" standalone="yes"?>
<Relationships xmlns="http://schemas.openxmlformats.org/package/2006/relationships"><Relationship Id="rId9" Type="http://schemas.openxmlformats.org/officeDocument/2006/relationships/oleObject" Target="../embeddings/oleObject245.bin"/><Relationship Id="rId8" Type="http://schemas.openxmlformats.org/officeDocument/2006/relationships/image" Target="../media/image226.wmf"/><Relationship Id="rId7" Type="http://schemas.openxmlformats.org/officeDocument/2006/relationships/oleObject" Target="../embeddings/oleObject244.bin"/><Relationship Id="rId6" Type="http://schemas.openxmlformats.org/officeDocument/2006/relationships/image" Target="../media/image225.wmf"/><Relationship Id="rId5" Type="http://schemas.openxmlformats.org/officeDocument/2006/relationships/oleObject" Target="../embeddings/oleObject243.bin"/><Relationship Id="rId4" Type="http://schemas.openxmlformats.org/officeDocument/2006/relationships/image" Target="../media/image224.wmf"/><Relationship Id="rId3" Type="http://schemas.openxmlformats.org/officeDocument/2006/relationships/oleObject" Target="../embeddings/oleObject242.bin"/><Relationship Id="rId22" Type="http://schemas.openxmlformats.org/officeDocument/2006/relationships/vmlDrawing" Target="../drawings/vmlDrawing71.vml"/><Relationship Id="rId21" Type="http://schemas.openxmlformats.org/officeDocument/2006/relationships/slideLayout" Target="../slideLayouts/slideLayout2.xml"/><Relationship Id="rId20" Type="http://schemas.openxmlformats.org/officeDocument/2006/relationships/image" Target="../media/image231.wmf"/><Relationship Id="rId2" Type="http://schemas.openxmlformats.org/officeDocument/2006/relationships/image" Target="../media/image223.wmf"/><Relationship Id="rId19" Type="http://schemas.openxmlformats.org/officeDocument/2006/relationships/oleObject" Target="../embeddings/oleObject251.bin"/><Relationship Id="rId18" Type="http://schemas.openxmlformats.org/officeDocument/2006/relationships/image" Target="../media/image230.wmf"/><Relationship Id="rId17" Type="http://schemas.openxmlformats.org/officeDocument/2006/relationships/oleObject" Target="../embeddings/oleObject250.bin"/><Relationship Id="rId16" Type="http://schemas.openxmlformats.org/officeDocument/2006/relationships/image" Target="../media/image229.wmf"/><Relationship Id="rId15" Type="http://schemas.openxmlformats.org/officeDocument/2006/relationships/oleObject" Target="../embeddings/oleObject249.bin"/><Relationship Id="rId14" Type="http://schemas.openxmlformats.org/officeDocument/2006/relationships/image" Target="../media/image228.wmf"/><Relationship Id="rId13" Type="http://schemas.openxmlformats.org/officeDocument/2006/relationships/oleObject" Target="../embeddings/oleObject248.bin"/><Relationship Id="rId12" Type="http://schemas.openxmlformats.org/officeDocument/2006/relationships/image" Target="../media/image227.wmf"/><Relationship Id="rId11" Type="http://schemas.openxmlformats.org/officeDocument/2006/relationships/oleObject" Target="../embeddings/oleObject247.bin"/><Relationship Id="rId10" Type="http://schemas.openxmlformats.org/officeDocument/2006/relationships/oleObject" Target="../embeddings/oleObject246.bin"/><Relationship Id="rId1" Type="http://schemas.openxmlformats.org/officeDocument/2006/relationships/oleObject" Target="../embeddings/oleObject241.bin"/></Relationships>
</file>

<file path=ppt/slides/_rels/slide88.xml.rels><?xml version="1.0" encoding="UTF-8" standalone="yes"?>
<Relationships xmlns="http://schemas.openxmlformats.org/package/2006/relationships"><Relationship Id="rId8" Type="http://schemas.openxmlformats.org/officeDocument/2006/relationships/vmlDrawing" Target="../drawings/vmlDrawing72.vml"/><Relationship Id="rId7" Type="http://schemas.openxmlformats.org/officeDocument/2006/relationships/slideLayout" Target="../slideLayouts/slideLayout2.xml"/><Relationship Id="rId6" Type="http://schemas.openxmlformats.org/officeDocument/2006/relationships/image" Target="../media/image234.wmf"/><Relationship Id="rId5" Type="http://schemas.openxmlformats.org/officeDocument/2006/relationships/oleObject" Target="../embeddings/oleObject254.bin"/><Relationship Id="rId4" Type="http://schemas.openxmlformats.org/officeDocument/2006/relationships/image" Target="../media/image233.wmf"/><Relationship Id="rId3" Type="http://schemas.openxmlformats.org/officeDocument/2006/relationships/oleObject" Target="../embeddings/oleObject253.bin"/><Relationship Id="rId2" Type="http://schemas.openxmlformats.org/officeDocument/2006/relationships/image" Target="../media/image232.wmf"/><Relationship Id="rId1" Type="http://schemas.openxmlformats.org/officeDocument/2006/relationships/oleObject" Target="../embeddings/oleObject252.bin"/></Relationships>
</file>

<file path=ppt/slides/_rels/slide89.xml.rels><?xml version="1.0" encoding="UTF-8" standalone="yes"?>
<Relationships xmlns="http://schemas.openxmlformats.org/package/2006/relationships"><Relationship Id="rId4" Type="http://schemas.openxmlformats.org/officeDocument/2006/relationships/vmlDrawing" Target="../drawings/vmlDrawing73.vml"/><Relationship Id="rId3" Type="http://schemas.openxmlformats.org/officeDocument/2006/relationships/slideLayout" Target="../slideLayouts/slideLayout2.xml"/><Relationship Id="rId2" Type="http://schemas.openxmlformats.org/officeDocument/2006/relationships/image" Target="../media/image235.emf"/><Relationship Id="rId1" Type="http://schemas.openxmlformats.org/officeDocument/2006/relationships/package" Target="../embeddings/Document19.docx"/></Relationships>
</file>

<file path=ppt/slides/_rels/slide9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oleObject" Target="../embeddings/oleObject259.bin"/><Relationship Id="rId7" Type="http://schemas.openxmlformats.org/officeDocument/2006/relationships/image" Target="../media/image238.wmf"/><Relationship Id="rId6" Type="http://schemas.openxmlformats.org/officeDocument/2006/relationships/oleObject" Target="../embeddings/oleObject258.bin"/><Relationship Id="rId5" Type="http://schemas.openxmlformats.org/officeDocument/2006/relationships/oleObject" Target="../embeddings/oleObject257.bin"/><Relationship Id="rId4" Type="http://schemas.openxmlformats.org/officeDocument/2006/relationships/image" Target="../media/image237.wmf"/><Relationship Id="rId3" Type="http://schemas.openxmlformats.org/officeDocument/2006/relationships/oleObject" Target="../embeddings/oleObject256.bin"/><Relationship Id="rId2" Type="http://schemas.openxmlformats.org/officeDocument/2006/relationships/image" Target="../media/image236.wmf"/><Relationship Id="rId10" Type="http://schemas.openxmlformats.org/officeDocument/2006/relationships/vmlDrawing" Target="../drawings/vmlDrawing74.vml"/><Relationship Id="rId1" Type="http://schemas.openxmlformats.org/officeDocument/2006/relationships/oleObject" Target="../embeddings/oleObject255.bin"/></Relationships>
</file>

<file path=ppt/slides/_rels/slide91.xml.rels><?xml version="1.0" encoding="UTF-8" standalone="yes"?>
<Relationships xmlns="http://schemas.openxmlformats.org/package/2006/relationships"><Relationship Id="rId6" Type="http://schemas.openxmlformats.org/officeDocument/2006/relationships/vmlDrawing" Target="../drawings/vmlDrawing75.vml"/><Relationship Id="rId5" Type="http://schemas.openxmlformats.org/officeDocument/2006/relationships/slideLayout" Target="../slideLayouts/slideLayout2.xml"/><Relationship Id="rId4" Type="http://schemas.openxmlformats.org/officeDocument/2006/relationships/image" Target="../media/image239.emf"/><Relationship Id="rId3" Type="http://schemas.openxmlformats.org/officeDocument/2006/relationships/package" Target="../embeddings/Document20.docx"/><Relationship Id="rId2" Type="http://schemas.openxmlformats.org/officeDocument/2006/relationships/image" Target="../media/image237.wmf"/><Relationship Id="rId1" Type="http://schemas.openxmlformats.org/officeDocument/2006/relationships/oleObject" Target="../embeddings/oleObject260.bin"/></Relationships>
</file>

<file path=ppt/slides/_rels/slide92.xml.rels><?xml version="1.0" encoding="UTF-8" standalone="yes"?>
<Relationships xmlns="http://schemas.openxmlformats.org/package/2006/relationships"><Relationship Id="rId7" Type="http://schemas.openxmlformats.org/officeDocument/2006/relationships/vmlDrawing" Target="../drawings/vmlDrawing76.vml"/><Relationship Id="rId6" Type="http://schemas.openxmlformats.org/officeDocument/2006/relationships/slideLayout" Target="../slideLayouts/slideLayout2.xml"/><Relationship Id="rId5" Type="http://schemas.openxmlformats.org/officeDocument/2006/relationships/oleObject" Target="../embeddings/oleObject262.bin"/><Relationship Id="rId4" Type="http://schemas.openxmlformats.org/officeDocument/2006/relationships/image" Target="../media/image237.wmf"/><Relationship Id="rId3" Type="http://schemas.openxmlformats.org/officeDocument/2006/relationships/oleObject" Target="../embeddings/oleObject261.bin"/><Relationship Id="rId2" Type="http://schemas.openxmlformats.org/officeDocument/2006/relationships/image" Target="../media/image240.emf"/><Relationship Id="rId1" Type="http://schemas.openxmlformats.org/officeDocument/2006/relationships/package" Target="../embeddings/Document21.docx"/></Relationships>
</file>

<file path=ppt/slides/_rels/slide93.xml.rels><?xml version="1.0" encoding="UTF-8" standalone="yes"?>
<Relationships xmlns="http://schemas.openxmlformats.org/package/2006/relationships"><Relationship Id="rId4" Type="http://schemas.openxmlformats.org/officeDocument/2006/relationships/vmlDrawing" Target="../drawings/vmlDrawing77.vml"/><Relationship Id="rId3" Type="http://schemas.openxmlformats.org/officeDocument/2006/relationships/slideLayout" Target="../slideLayouts/slideLayout2.xml"/><Relationship Id="rId2" Type="http://schemas.openxmlformats.org/officeDocument/2006/relationships/image" Target="../media/image241.emf"/><Relationship Id="rId1" Type="http://schemas.openxmlformats.org/officeDocument/2006/relationships/package" Target="../embeddings/Document22.docx"/></Relationships>
</file>

<file path=ppt/slides/_rels/slide94.xml.rels><?xml version="1.0" encoding="UTF-8" standalone="yes"?>
<Relationships xmlns="http://schemas.openxmlformats.org/package/2006/relationships"><Relationship Id="rId4" Type="http://schemas.openxmlformats.org/officeDocument/2006/relationships/vmlDrawing" Target="../drawings/vmlDrawing78.vml"/><Relationship Id="rId3" Type="http://schemas.openxmlformats.org/officeDocument/2006/relationships/slideLayout" Target="../slideLayouts/slideLayout2.xml"/><Relationship Id="rId2" Type="http://schemas.openxmlformats.org/officeDocument/2006/relationships/image" Target="../media/image242.wmf"/><Relationship Id="rId1" Type="http://schemas.openxmlformats.org/officeDocument/2006/relationships/oleObject" Target="../embeddings/oleObject263.bin"/></Relationships>
</file>

<file path=ppt/slides/_rels/slide95.xml.rels><?xml version="1.0" encoding="UTF-8" standalone="yes"?>
<Relationships xmlns="http://schemas.openxmlformats.org/package/2006/relationships"><Relationship Id="rId4" Type="http://schemas.openxmlformats.org/officeDocument/2006/relationships/vmlDrawing" Target="../drawings/vmlDrawing79.vml"/><Relationship Id="rId3" Type="http://schemas.openxmlformats.org/officeDocument/2006/relationships/slideLayout" Target="../slideLayouts/slideLayout2.xml"/><Relationship Id="rId2" Type="http://schemas.openxmlformats.org/officeDocument/2006/relationships/image" Target="../media/image243.wmf"/><Relationship Id="rId1" Type="http://schemas.openxmlformats.org/officeDocument/2006/relationships/oleObject" Target="../embeddings/oleObject264.bin"/></Relationships>
</file>

<file path=ppt/slides/_rels/slide96.xml.rels><?xml version="1.0" encoding="UTF-8" standalone="yes"?>
<Relationships xmlns="http://schemas.openxmlformats.org/package/2006/relationships"><Relationship Id="rId6" Type="http://schemas.openxmlformats.org/officeDocument/2006/relationships/vmlDrawing" Target="../drawings/vmlDrawing80.vml"/><Relationship Id="rId5" Type="http://schemas.openxmlformats.org/officeDocument/2006/relationships/slideLayout" Target="../slideLayouts/slideLayout2.xml"/><Relationship Id="rId4" Type="http://schemas.openxmlformats.org/officeDocument/2006/relationships/image" Target="../media/image245.emf"/><Relationship Id="rId3" Type="http://schemas.openxmlformats.org/officeDocument/2006/relationships/package" Target="../embeddings/Document23.docx"/><Relationship Id="rId2" Type="http://schemas.openxmlformats.org/officeDocument/2006/relationships/image" Target="../media/image244.wmf"/><Relationship Id="rId1" Type="http://schemas.openxmlformats.org/officeDocument/2006/relationships/oleObject" Target="../embeddings/oleObject265.bin"/></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zh-CN" altLang="en-US" dirty="0" smtClean="0"/>
              <a:t>第</a:t>
            </a:r>
            <a:r>
              <a:rPr lang="zh-CN" altLang="en-US" dirty="0"/>
              <a:t>四</a:t>
            </a:r>
            <a:r>
              <a:rPr lang="zh-CN" altLang="en-US" dirty="0" smtClean="0"/>
              <a:t>章 群</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84"/>
            <a:ext cx="8229600" cy="720080"/>
          </a:xfrm>
        </p:spPr>
        <p:txBody>
          <a:bodyPr>
            <a:normAutofit fontScale="90000"/>
          </a:bodyPr>
          <a:lstStyle/>
          <a:p>
            <a:r>
              <a:rPr lang="zh-CN" altLang="en-US" dirty="0" smtClean="0"/>
              <a:t>序言</a:t>
            </a:r>
            <a:endParaRPr lang="zh-CN" altLang="en-US" dirty="0"/>
          </a:p>
        </p:txBody>
      </p:sp>
      <p:sp>
        <p:nvSpPr>
          <p:cNvPr id="3" name="内容占位符 2"/>
          <p:cNvSpPr>
            <a:spLocks noGrp="1"/>
          </p:cNvSpPr>
          <p:nvPr>
            <p:ph idx="1"/>
          </p:nvPr>
        </p:nvSpPr>
        <p:spPr>
          <a:xfrm>
            <a:off x="457200" y="836712"/>
            <a:ext cx="8229600" cy="5487888"/>
          </a:xfrm>
        </p:spPr>
        <p:txBody>
          <a:bodyPr>
            <a:normAutofit/>
          </a:bodyPr>
          <a:lstStyle/>
          <a:p>
            <a:pPr>
              <a:lnSpc>
                <a:spcPct val="150000"/>
              </a:lnSpc>
            </a:pPr>
            <a:r>
              <a:rPr lang="zh-CN" altLang="en-US" b="1" dirty="0" smtClean="0"/>
              <a:t>信息安全领域特别是密码学中运用了大量的</a:t>
            </a:r>
            <a:r>
              <a:rPr lang="zh-CN" altLang="en-US" b="1" dirty="0" smtClean="0">
                <a:solidFill>
                  <a:srgbClr val="FF0000"/>
                </a:solidFill>
              </a:rPr>
              <a:t>代数系统</a:t>
            </a:r>
            <a:r>
              <a:rPr lang="zh-CN" altLang="en-US" b="1" dirty="0" smtClean="0"/>
              <a:t>的理论，如</a:t>
            </a:r>
            <a:r>
              <a:rPr lang="en-US" altLang="zh-CN" b="1" dirty="0" smtClean="0"/>
              <a:t>AES(</a:t>
            </a:r>
            <a:r>
              <a:rPr lang="zh-CN" altLang="en-US" dirty="0"/>
              <a:t>高级加密标准</a:t>
            </a:r>
            <a:r>
              <a:rPr lang="en-US" altLang="zh-CN" b="1" dirty="0" smtClean="0"/>
              <a:t>)</a:t>
            </a:r>
            <a:r>
              <a:rPr lang="zh-CN" altLang="en-US" b="1" dirty="0" smtClean="0"/>
              <a:t>、</a:t>
            </a:r>
            <a:r>
              <a:rPr lang="en-US" altLang="zh-CN" b="1" dirty="0" smtClean="0"/>
              <a:t>SM4(</a:t>
            </a:r>
            <a:r>
              <a:rPr lang="zh-CN" altLang="en-US" dirty="0"/>
              <a:t>我国的第一个商用密码算法</a:t>
            </a:r>
            <a:r>
              <a:rPr lang="en-US" altLang="zh-CN" b="1" dirty="0" smtClean="0"/>
              <a:t>)</a:t>
            </a:r>
            <a:r>
              <a:rPr lang="zh-CN" altLang="en-US" b="1" dirty="0" smtClean="0"/>
              <a:t>等分组密码算法是建立在有限域上的，椭圆曲线密码算法上建立在有限域上椭圆曲线上的点构成的加群上的。</a:t>
            </a:r>
            <a:endParaRPr lang="en-US" altLang="zh-CN" b="1" dirty="0" smtClean="0"/>
          </a:p>
          <a:p>
            <a:pPr>
              <a:lnSpc>
                <a:spcPct val="150000"/>
              </a:lnSpc>
            </a:pPr>
            <a:r>
              <a:rPr lang="zh-CN" altLang="en-US" b="1" dirty="0" smtClean="0"/>
              <a:t>要理解这些代数系统的结构和性质，有必要对</a:t>
            </a:r>
            <a:r>
              <a:rPr lang="zh-CN" altLang="en-US" b="1" dirty="0" smtClean="0">
                <a:solidFill>
                  <a:srgbClr val="FF0000"/>
                </a:solidFill>
              </a:rPr>
              <a:t>群、环、域</a:t>
            </a:r>
            <a:r>
              <a:rPr lang="zh-CN" altLang="en-US" b="1" dirty="0" smtClean="0"/>
              <a:t>等代数系统进行系统的学习。</a:t>
            </a:r>
            <a:endParaRPr lang="en-US" altLang="zh-CN" b="1" dirty="0" smtClean="0"/>
          </a:p>
          <a:p>
            <a:pPr>
              <a:lnSpc>
                <a:spcPct val="150000"/>
              </a:lnSpc>
            </a:pPr>
            <a:r>
              <a:rPr lang="zh-CN" altLang="en-US" b="1" dirty="0" smtClean="0"/>
              <a:t>本章介绍有关群的概念和理论。</a:t>
            </a:r>
            <a:endParaRPr lang="zh-CN" altLang="en-US" b="1"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内容安排</a:t>
            </a:r>
            <a:endParaRPr lang="zh-CN" altLang="en-US" dirty="0"/>
          </a:p>
        </p:txBody>
      </p:sp>
      <p:sp>
        <p:nvSpPr>
          <p:cNvPr id="3" name="内容占位符 2"/>
          <p:cNvSpPr>
            <a:spLocks noGrp="1"/>
          </p:cNvSpPr>
          <p:nvPr>
            <p:ph idx="1"/>
          </p:nvPr>
        </p:nvSpPr>
        <p:spPr/>
        <p:txBody>
          <a:bodyPr/>
          <a:lstStyle/>
          <a:p>
            <a:r>
              <a:rPr lang="en-US" altLang="zh-CN" b="1" dirty="0" smtClean="0"/>
              <a:t>4.1  </a:t>
            </a:r>
            <a:r>
              <a:rPr lang="zh-CN" altLang="en-US" b="1" dirty="0" smtClean="0"/>
              <a:t>二元运算</a:t>
            </a:r>
            <a:endParaRPr lang="en-US" altLang="zh-CN" b="1" dirty="0" smtClean="0"/>
          </a:p>
          <a:p>
            <a:r>
              <a:rPr lang="en-US" altLang="zh-CN" b="1" dirty="0" smtClean="0"/>
              <a:t>4.2 </a:t>
            </a:r>
            <a:r>
              <a:rPr lang="zh-CN" altLang="en-US" b="1" dirty="0" smtClean="0"/>
              <a:t>群的定义和简单性质</a:t>
            </a:r>
            <a:endParaRPr lang="en-US" altLang="zh-CN" b="1" dirty="0" smtClean="0"/>
          </a:p>
          <a:p>
            <a:r>
              <a:rPr lang="en-US" altLang="zh-CN" b="1" dirty="0" smtClean="0"/>
              <a:t>4.3 </a:t>
            </a:r>
            <a:r>
              <a:rPr lang="zh-CN" altLang="en-US" b="1" dirty="0" smtClean="0"/>
              <a:t>子群、陪集</a:t>
            </a:r>
            <a:endParaRPr lang="en-US" altLang="zh-CN" b="1" dirty="0" smtClean="0"/>
          </a:p>
          <a:p>
            <a:r>
              <a:rPr lang="en-US" altLang="zh-CN" b="1" dirty="0" smtClean="0"/>
              <a:t>4.4 </a:t>
            </a:r>
            <a:r>
              <a:rPr lang="zh-CN" altLang="en-US" b="1" dirty="0" smtClean="0"/>
              <a:t>正规子群、商群和同态</a:t>
            </a:r>
            <a:endParaRPr lang="en-US" altLang="zh-CN" b="1" dirty="0" smtClean="0"/>
          </a:p>
          <a:p>
            <a:r>
              <a:rPr lang="en-US" altLang="zh-CN" b="1" dirty="0" smtClean="0"/>
              <a:t>4.5 </a:t>
            </a:r>
            <a:r>
              <a:rPr lang="zh-CN" altLang="en-US" b="1" dirty="0" smtClean="0"/>
              <a:t>循环群</a:t>
            </a:r>
            <a:endParaRPr lang="en-US" altLang="zh-CN" b="1" dirty="0" smtClean="0"/>
          </a:p>
          <a:p>
            <a:r>
              <a:rPr lang="en-US" altLang="zh-CN" b="1" dirty="0" smtClean="0"/>
              <a:t>4.6 </a:t>
            </a:r>
            <a:r>
              <a:rPr lang="en-US" altLang="zh-CN" b="1" dirty="0" err="1" smtClean="0"/>
              <a:t>ElGamal</a:t>
            </a:r>
            <a:r>
              <a:rPr lang="zh-CN" altLang="en-US" b="1" dirty="0" smtClean="0"/>
              <a:t>公钥加密算法</a:t>
            </a:r>
            <a:endParaRPr lang="zh-CN" altLang="en-US" b="1"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63998"/>
            <a:ext cx="8229600" cy="1143000"/>
          </a:xfrm>
        </p:spPr>
        <p:txBody>
          <a:bodyPr/>
          <a:lstStyle/>
          <a:p>
            <a:r>
              <a:rPr lang="en-US" altLang="zh-CN" dirty="0" smtClean="0"/>
              <a:t>4.1 </a:t>
            </a:r>
            <a:r>
              <a:rPr lang="zh-CN" altLang="en-US" dirty="0" smtClean="0"/>
              <a:t>二元运算</a:t>
            </a:r>
            <a:endParaRPr lang="zh-CN" altLang="en-US" dirty="0"/>
          </a:p>
        </p:txBody>
      </p:sp>
      <p:sp>
        <p:nvSpPr>
          <p:cNvPr id="3" name="内容占位符 2"/>
          <p:cNvSpPr>
            <a:spLocks noGrp="1"/>
          </p:cNvSpPr>
          <p:nvPr>
            <p:ph idx="1"/>
          </p:nvPr>
        </p:nvSpPr>
        <p:spPr>
          <a:xfrm>
            <a:off x="457200" y="1116008"/>
            <a:ext cx="8229600" cy="4922520"/>
          </a:xfrm>
        </p:spPr>
        <p:txBody>
          <a:bodyPr>
            <a:normAutofit/>
          </a:bodyPr>
          <a:lstStyle/>
          <a:p>
            <a:r>
              <a:rPr lang="zh-CN" altLang="en-US" b="1" dirty="0" smtClean="0">
                <a:solidFill>
                  <a:srgbClr val="0070C0"/>
                </a:solidFill>
              </a:rPr>
              <a:t>定义</a:t>
            </a:r>
            <a:r>
              <a:rPr lang="en-US" b="1" dirty="0" smtClean="0">
                <a:solidFill>
                  <a:srgbClr val="0070C0"/>
                </a:solidFill>
              </a:rPr>
              <a:t>4.1.1 </a:t>
            </a:r>
            <a:r>
              <a:rPr lang="zh-CN" altLang="en-US" b="1" dirty="0" smtClean="0"/>
              <a:t>设</a:t>
            </a:r>
            <a:r>
              <a:rPr lang="en-US" b="1" dirty="0" smtClean="0"/>
              <a:t>A</a:t>
            </a:r>
            <a:r>
              <a:rPr lang="zh-CN" altLang="en-US" b="1" dirty="0" smtClean="0"/>
              <a:t>为集合，一个映射        </a:t>
            </a:r>
            <a:r>
              <a:rPr lang="en-US" altLang="zh-CN" b="1" i="1" dirty="0" smtClean="0"/>
              <a:t>                 </a:t>
            </a:r>
            <a:r>
              <a:rPr lang="zh-CN" altLang="en-US" b="1" dirty="0" smtClean="0"/>
              <a:t>称为集合</a:t>
            </a:r>
            <a:r>
              <a:rPr lang="en-US" b="1" dirty="0" smtClean="0"/>
              <a:t>A</a:t>
            </a:r>
            <a:r>
              <a:rPr lang="zh-CN" altLang="en-US" b="1" dirty="0" smtClean="0"/>
              <a:t>上的</a:t>
            </a:r>
            <a:r>
              <a:rPr lang="en-US" altLang="zh-CN" b="1" dirty="0" smtClean="0"/>
              <a:t> </a:t>
            </a:r>
            <a:r>
              <a:rPr lang="zh-CN" altLang="en-US" b="1" dirty="0" smtClean="0">
                <a:solidFill>
                  <a:srgbClr val="FF0000"/>
                </a:solidFill>
              </a:rPr>
              <a:t>代数运算</a:t>
            </a:r>
            <a:r>
              <a:rPr lang="en-US" altLang="zh-CN" b="1" dirty="0" smtClean="0">
                <a:solidFill>
                  <a:srgbClr val="FF0000"/>
                </a:solidFill>
              </a:rPr>
              <a:t> </a:t>
            </a:r>
            <a:r>
              <a:rPr lang="zh-CN" altLang="en-US" b="1" dirty="0" smtClean="0">
                <a:solidFill>
                  <a:srgbClr val="FF0000"/>
                </a:solidFill>
              </a:rPr>
              <a:t>或二元运算</a:t>
            </a:r>
            <a:r>
              <a:rPr lang="zh-CN" altLang="en-US" b="1" dirty="0" smtClean="0"/>
              <a:t>。</a:t>
            </a:r>
            <a:endParaRPr lang="zh-CN" altLang="en-US" b="1" dirty="0" smtClean="0"/>
          </a:p>
          <a:p>
            <a:r>
              <a:rPr lang="zh-CN" altLang="en-US" b="1" dirty="0" smtClean="0"/>
              <a:t>一个集合</a:t>
            </a:r>
            <a:r>
              <a:rPr lang="en-US" b="1" dirty="0" smtClean="0"/>
              <a:t>A</a:t>
            </a:r>
            <a:r>
              <a:rPr lang="zh-CN" altLang="en-US" b="1" dirty="0" smtClean="0"/>
              <a:t>上的二元运算必须满足以下条件：</a:t>
            </a:r>
            <a:endParaRPr lang="zh-CN" altLang="en-US" b="1" dirty="0" smtClean="0"/>
          </a:p>
          <a:p>
            <a:pPr lvl="1"/>
            <a:r>
              <a:rPr lang="zh-CN" altLang="en-US" b="1" dirty="0" smtClean="0">
                <a:solidFill>
                  <a:srgbClr val="FF0000"/>
                </a:solidFill>
              </a:rPr>
              <a:t>可运算性</a:t>
            </a:r>
            <a:r>
              <a:rPr lang="zh-CN" altLang="en-US" b="1" dirty="0" smtClean="0"/>
              <a:t>，即</a:t>
            </a:r>
            <a:r>
              <a:rPr lang="en-US" b="1" dirty="0" smtClean="0"/>
              <a:t>A</a:t>
            </a:r>
            <a:r>
              <a:rPr lang="zh-CN" altLang="en-US" b="1" dirty="0" smtClean="0"/>
              <a:t>中的任何两个元素都可以进行这种运算；</a:t>
            </a:r>
            <a:endParaRPr lang="zh-CN" altLang="en-US" b="1" dirty="0" smtClean="0"/>
          </a:p>
          <a:p>
            <a:pPr lvl="1"/>
            <a:r>
              <a:rPr lang="zh-CN" altLang="en-US" b="1" dirty="0" smtClean="0">
                <a:solidFill>
                  <a:srgbClr val="FF0000"/>
                </a:solidFill>
              </a:rPr>
              <a:t>单值性</a:t>
            </a:r>
            <a:r>
              <a:rPr lang="zh-CN" altLang="en-US" b="1" dirty="0" smtClean="0"/>
              <a:t>，即</a:t>
            </a:r>
            <a:r>
              <a:rPr lang="en-US" b="1" dirty="0" smtClean="0"/>
              <a:t>A</a:t>
            </a:r>
            <a:r>
              <a:rPr lang="zh-CN" altLang="en-US" b="1" dirty="0" smtClean="0"/>
              <a:t>中的任何两个元素的运算结果是惟一的；</a:t>
            </a:r>
            <a:endParaRPr lang="zh-CN" altLang="en-US" b="1" dirty="0" smtClean="0"/>
          </a:p>
          <a:p>
            <a:pPr lvl="1"/>
            <a:r>
              <a:rPr lang="zh-CN" altLang="en-US" b="1" dirty="0" smtClean="0">
                <a:solidFill>
                  <a:srgbClr val="FF0000"/>
                </a:solidFill>
              </a:rPr>
              <a:t>封闭性</a:t>
            </a:r>
            <a:r>
              <a:rPr lang="zh-CN" altLang="en-US" b="1" dirty="0" smtClean="0"/>
              <a:t>，即</a:t>
            </a:r>
            <a:r>
              <a:rPr lang="en-US" b="1" dirty="0" smtClean="0"/>
              <a:t>A</a:t>
            </a:r>
            <a:r>
              <a:rPr lang="zh-CN" altLang="en-US" b="1" dirty="0" smtClean="0"/>
              <a:t>中的任何两个元素运算的结果都属于</a:t>
            </a:r>
            <a:r>
              <a:rPr lang="en-US" b="1" dirty="0" smtClean="0"/>
              <a:t>A</a:t>
            </a:r>
            <a:r>
              <a:rPr lang="zh-CN" altLang="en-US" b="1" dirty="0" smtClean="0"/>
              <a:t>。</a:t>
            </a:r>
            <a:endParaRPr lang="en-US" altLang="zh-CN" b="1" dirty="0" smtClean="0"/>
          </a:p>
          <a:p>
            <a:r>
              <a:rPr lang="zh-CN" altLang="en-US" b="1" dirty="0" smtClean="0"/>
              <a:t>注：一个代数运算一般可用“。”、“</a:t>
            </a:r>
            <a:r>
              <a:rPr lang="en-US" b="1" dirty="0" smtClean="0"/>
              <a:t>·</a:t>
            </a:r>
            <a:r>
              <a:rPr lang="zh-CN" altLang="en-US" b="1" dirty="0" smtClean="0"/>
              <a:t>”、“</a:t>
            </a:r>
            <a:r>
              <a:rPr lang="en-US" b="1" dirty="0" smtClean="0"/>
              <a:t>+</a:t>
            </a:r>
            <a:r>
              <a:rPr lang="zh-CN" altLang="en-US" b="1" dirty="0" smtClean="0"/>
              <a:t>”、“</a:t>
            </a:r>
            <a:r>
              <a:rPr lang="en-US" b="1" dirty="0" smtClean="0"/>
              <a:t>×</a:t>
            </a:r>
            <a:r>
              <a:rPr lang="zh-CN" altLang="en-US" b="1" dirty="0" smtClean="0"/>
              <a:t>”符号来表示。</a:t>
            </a:r>
            <a:endParaRPr lang="en-US" altLang="zh-CN" b="1" dirty="0" smtClean="0"/>
          </a:p>
          <a:p>
            <a:pPr lvl="1"/>
            <a:r>
              <a:rPr lang="zh-CN" altLang="en-US" b="1" dirty="0" smtClean="0"/>
              <a:t>假设                </a:t>
            </a:r>
            <a:r>
              <a:rPr lang="en-US" b="1" dirty="0" smtClean="0"/>
              <a:t> </a:t>
            </a:r>
            <a:r>
              <a:rPr lang="zh-CN" altLang="en-US" b="1" dirty="0" smtClean="0"/>
              <a:t>是集合</a:t>
            </a:r>
            <a:r>
              <a:rPr lang="en-US" b="1" dirty="0" smtClean="0"/>
              <a:t>A</a:t>
            </a:r>
            <a:r>
              <a:rPr lang="zh-CN" altLang="en-US" b="1" dirty="0" smtClean="0"/>
              <a:t>上的一个代数运算  ，则可写成</a:t>
            </a:r>
            <a:endParaRPr lang="en-US" altLang="zh-CN" b="1" dirty="0" smtClean="0"/>
          </a:p>
          <a:p>
            <a:pPr marL="393065" lvl="1" indent="0">
              <a:buNone/>
            </a:pPr>
            <a:r>
              <a:rPr lang="en-US" altLang="zh-CN" b="1" dirty="0" smtClean="0"/>
              <a:t>                                                       </a:t>
            </a:r>
            <a:r>
              <a:rPr lang="zh-CN" altLang="en-US" b="1" dirty="0" smtClean="0"/>
              <a:t>或简记为</a:t>
            </a:r>
            <a:r>
              <a:rPr lang="en-US" altLang="zh-CN" b="1" dirty="0" smtClean="0"/>
              <a:t>z=</a:t>
            </a:r>
            <a:r>
              <a:rPr lang="en-US" altLang="zh-CN" b="1" dirty="0" err="1" smtClean="0"/>
              <a:t>xy</a:t>
            </a:r>
            <a:r>
              <a:rPr lang="en-US" altLang="zh-CN" b="1" dirty="0" smtClean="0"/>
              <a:t>      </a:t>
            </a:r>
            <a:endParaRPr lang="zh-CN" altLang="en-US" b="1" dirty="0"/>
          </a:p>
        </p:txBody>
      </p:sp>
      <p:sp>
        <p:nvSpPr>
          <p:cNvPr id="2050" name="Rectangle 2"/>
          <p:cNvSpPr>
            <a:spLocks noChangeArrowheads="1"/>
          </p:cNvSpPr>
          <p:nvPr/>
        </p:nvSpPr>
        <p:spPr bwMode="auto">
          <a:xfrm>
            <a:off x="0" y="-81947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2049" name="Object 1"/>
          <p:cNvGraphicFramePr>
            <a:graphicFrameLocks noChangeAspect="1"/>
          </p:cNvGraphicFramePr>
          <p:nvPr/>
        </p:nvGraphicFramePr>
        <p:xfrm>
          <a:off x="5357818" y="1132154"/>
          <a:ext cx="1877800" cy="428628"/>
        </p:xfrm>
        <a:graphic>
          <a:graphicData uri="http://schemas.openxmlformats.org/presentationml/2006/ole">
            <mc:AlternateContent xmlns:mc="http://schemas.openxmlformats.org/markup-compatibility/2006">
              <mc:Choice xmlns:v="urn:schemas-microsoft-com:vml" Requires="v">
                <p:oleObj spid="_x0000_s2546" name="Equation" r:id="rId1" imgW="888365" imgH="203200" progId="Equation.DSMT4">
                  <p:embed/>
                </p:oleObj>
              </mc:Choice>
              <mc:Fallback>
                <p:oleObj name="Equation" r:id="rId1" imgW="888365" imgH="2032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7818" y="1132154"/>
                        <a:ext cx="1877800" cy="4286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2" name="Rectangle 4"/>
          <p:cNvSpPr>
            <a:spLocks noChangeArrowheads="1"/>
          </p:cNvSpPr>
          <p:nvPr/>
        </p:nvSpPr>
        <p:spPr bwMode="auto">
          <a:xfrm>
            <a:off x="0" y="-81947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2051" name="Object 3"/>
          <p:cNvGraphicFramePr>
            <a:graphicFrameLocks noChangeAspect="1"/>
          </p:cNvGraphicFramePr>
          <p:nvPr/>
        </p:nvGraphicFramePr>
        <p:xfrm>
          <a:off x="1835696" y="4725144"/>
          <a:ext cx="1275593" cy="357166"/>
        </p:xfrm>
        <a:graphic>
          <a:graphicData uri="http://schemas.openxmlformats.org/presentationml/2006/ole">
            <mc:AlternateContent xmlns:mc="http://schemas.openxmlformats.org/markup-compatibility/2006">
              <mc:Choice xmlns:v="urn:schemas-microsoft-com:vml" Requires="v">
                <p:oleObj spid="_x0000_s2547" name="Equation" r:id="rId3" imgW="711200" imgH="203200" progId="Equation.DSMT4">
                  <p:embed/>
                </p:oleObj>
              </mc:Choice>
              <mc:Fallback>
                <p:oleObj name="Equation" r:id="rId3" imgW="711200" imgH="2032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696" y="4725144"/>
                        <a:ext cx="1275593" cy="3571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4" name="Rectangle 6"/>
          <p:cNvSpPr>
            <a:spLocks noChangeArrowheads="1"/>
          </p:cNvSpPr>
          <p:nvPr/>
        </p:nvSpPr>
        <p:spPr bwMode="auto">
          <a:xfrm>
            <a:off x="0" y="-81947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2053" name="Object 5"/>
          <p:cNvGraphicFramePr>
            <a:graphicFrameLocks noChangeAspect="1"/>
          </p:cNvGraphicFramePr>
          <p:nvPr/>
        </p:nvGraphicFramePr>
        <p:xfrm>
          <a:off x="3714744" y="5132682"/>
          <a:ext cx="1197557" cy="357166"/>
        </p:xfrm>
        <a:graphic>
          <a:graphicData uri="http://schemas.openxmlformats.org/presentationml/2006/ole">
            <mc:AlternateContent xmlns:mc="http://schemas.openxmlformats.org/markup-compatibility/2006">
              <mc:Choice xmlns:v="urn:schemas-microsoft-com:vml" Requires="v">
                <p:oleObj spid="_x0000_s2548" name="Equation" r:id="rId5" imgW="545465" imgH="165100" progId="Equation.DSMT4">
                  <p:embed/>
                </p:oleObj>
              </mc:Choice>
              <mc:Fallback>
                <p:oleObj name="Equation" r:id="rId5" imgW="545465" imgH="16510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4744" y="5132682"/>
                        <a:ext cx="1197557" cy="3571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051"/>
                                        </p:tgtEl>
                                        <p:attrNameLst>
                                          <p:attrName>style.visibility</p:attrName>
                                        </p:attrNameLst>
                                      </p:cBhvr>
                                      <p:to>
                                        <p:strVal val="visible"/>
                                      </p:to>
                                    </p:set>
                                    <p:anim calcmode="lin" valueType="num">
                                      <p:cBhvr additive="base">
                                        <p:cTn id="29" dur="500" fill="hold"/>
                                        <p:tgtEl>
                                          <p:spTgt spid="2051"/>
                                        </p:tgtEl>
                                        <p:attrNameLst>
                                          <p:attrName>ppt_x</p:attrName>
                                        </p:attrNameLst>
                                      </p:cBhvr>
                                      <p:tavLst>
                                        <p:tav tm="0">
                                          <p:val>
                                            <p:strVal val="#ppt_x"/>
                                          </p:val>
                                        </p:tav>
                                        <p:tav tm="100000">
                                          <p:val>
                                            <p:strVal val="#ppt_x"/>
                                          </p:val>
                                        </p:tav>
                                      </p:tavLst>
                                    </p:anim>
                                    <p:anim calcmode="lin" valueType="num">
                                      <p:cBhvr additive="base">
                                        <p:cTn id="30" dur="500" fill="hold"/>
                                        <p:tgtEl>
                                          <p:spTgt spid="205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053"/>
                                        </p:tgtEl>
                                        <p:attrNameLst>
                                          <p:attrName>style.visibility</p:attrName>
                                        </p:attrNameLst>
                                      </p:cBhvr>
                                      <p:to>
                                        <p:strVal val="visible"/>
                                      </p:to>
                                    </p:set>
                                    <p:anim calcmode="lin" valueType="num">
                                      <p:cBhvr additive="base">
                                        <p:cTn id="35" dur="500" fill="hold"/>
                                        <p:tgtEl>
                                          <p:spTgt spid="2053"/>
                                        </p:tgtEl>
                                        <p:attrNameLst>
                                          <p:attrName>ppt_x</p:attrName>
                                        </p:attrNameLst>
                                      </p:cBhvr>
                                      <p:tavLst>
                                        <p:tav tm="0">
                                          <p:val>
                                            <p:strVal val="#ppt_x"/>
                                          </p:val>
                                        </p:tav>
                                        <p:tav tm="100000">
                                          <p:val>
                                            <p:strVal val="#ppt_x"/>
                                          </p:val>
                                        </p:tav>
                                      </p:tavLst>
                                    </p:anim>
                                    <p:anim calcmode="lin" valueType="num">
                                      <p:cBhvr additive="base">
                                        <p:cTn id="36" dur="500" fill="hold"/>
                                        <p:tgtEl>
                                          <p:spTgt spid="205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48680"/>
            <a:ext cx="8229600" cy="1922148"/>
          </a:xfrm>
        </p:spPr>
        <p:txBody>
          <a:bodyPr/>
          <a:lstStyle/>
          <a:p>
            <a:pPr>
              <a:spcBef>
                <a:spcPts val="1800"/>
              </a:spcBef>
            </a:pPr>
            <a:r>
              <a:rPr lang="zh-CN" altLang="en-US" b="1" dirty="0" smtClean="0">
                <a:solidFill>
                  <a:srgbClr val="0070C0"/>
                </a:solidFill>
              </a:rPr>
              <a:t>例</a:t>
            </a:r>
            <a:r>
              <a:rPr lang="en-US" b="1" dirty="0" smtClean="0">
                <a:solidFill>
                  <a:srgbClr val="0070C0"/>
                </a:solidFill>
              </a:rPr>
              <a:t>4.1.1 </a:t>
            </a:r>
            <a:r>
              <a:rPr lang="zh-CN" altLang="en-US" b="1" dirty="0" smtClean="0"/>
              <a:t>（</a:t>
            </a:r>
            <a:r>
              <a:rPr lang="en-US" b="1" dirty="0" smtClean="0"/>
              <a:t>1</a:t>
            </a:r>
            <a:r>
              <a:rPr lang="zh-CN" altLang="en-US" b="1" dirty="0" smtClean="0"/>
              <a:t>）整数集合</a:t>
            </a:r>
            <a:r>
              <a:rPr lang="en-US" b="1" dirty="0" smtClean="0"/>
              <a:t>Z</a:t>
            </a:r>
            <a:r>
              <a:rPr lang="zh-CN" altLang="en-US" b="1" dirty="0" smtClean="0"/>
              <a:t>上的加法运算是代数运算，满足代数运算的</a:t>
            </a:r>
            <a:r>
              <a:rPr lang="en-US" b="1" dirty="0" smtClean="0"/>
              <a:t>3</a:t>
            </a:r>
            <a:r>
              <a:rPr lang="zh-CN" altLang="en-US" b="1" dirty="0" smtClean="0"/>
              <a:t>个性质。</a:t>
            </a:r>
            <a:endParaRPr lang="zh-CN" altLang="en-US" b="1" dirty="0" smtClean="0"/>
          </a:p>
          <a:p>
            <a:pPr>
              <a:spcBef>
                <a:spcPts val="1800"/>
              </a:spcBef>
            </a:pPr>
            <a:r>
              <a:rPr lang="zh-CN" altLang="en-US" b="1" dirty="0" smtClean="0"/>
              <a:t>（</a:t>
            </a:r>
            <a:r>
              <a:rPr lang="en-US" b="1" dirty="0" smtClean="0"/>
              <a:t>2</a:t>
            </a:r>
            <a:r>
              <a:rPr lang="zh-CN" altLang="en-US" b="1" dirty="0" smtClean="0"/>
              <a:t>）自然数集合</a:t>
            </a:r>
            <a:r>
              <a:rPr lang="en-US" b="1" dirty="0" smtClean="0"/>
              <a:t>N</a:t>
            </a:r>
            <a:r>
              <a:rPr lang="zh-CN" altLang="en-US" b="1" dirty="0" smtClean="0"/>
              <a:t>上的减法运算不是代数运算，因为它不满足封闭性。</a:t>
            </a:r>
            <a:endParaRPr lang="zh-CN" altLang="en-US" b="1" dirty="0" smtClean="0"/>
          </a:p>
        </p:txBody>
      </p:sp>
      <p:sp>
        <p:nvSpPr>
          <p:cNvPr id="4" name="TextBox 3"/>
          <p:cNvSpPr txBox="1"/>
          <p:nvPr/>
        </p:nvSpPr>
        <p:spPr>
          <a:xfrm>
            <a:off x="714348" y="2852936"/>
            <a:ext cx="7572428" cy="2677656"/>
          </a:xfrm>
          <a:prstGeom prst="rect">
            <a:avLst/>
          </a:prstGeom>
          <a:noFill/>
        </p:spPr>
        <p:txBody>
          <a:bodyPr wrap="square" rtlCol="0">
            <a:spAutoFit/>
          </a:bodyPr>
          <a:lstStyle/>
          <a:p>
            <a:r>
              <a:rPr lang="zh-CN" altLang="en-US" sz="2800" b="1" dirty="0" smtClean="0">
                <a:solidFill>
                  <a:srgbClr val="0070C0"/>
                </a:solidFill>
              </a:rPr>
              <a:t>定义</a:t>
            </a:r>
            <a:r>
              <a:rPr lang="en-US" sz="2800" b="1" dirty="0" smtClean="0">
                <a:solidFill>
                  <a:srgbClr val="0070C0"/>
                </a:solidFill>
              </a:rPr>
              <a:t>4.1.2 </a:t>
            </a:r>
            <a:r>
              <a:rPr lang="zh-CN" altLang="en-US" sz="2800" b="1" dirty="0" smtClean="0"/>
              <a:t>设“</a:t>
            </a:r>
            <a:r>
              <a:rPr lang="en-US" sz="2800" b="1" dirty="0" smtClean="0"/>
              <a:t>。</a:t>
            </a:r>
            <a:r>
              <a:rPr lang="zh-CN" altLang="en-US" sz="2800" b="1" dirty="0" smtClean="0"/>
              <a:t>”是</a:t>
            </a:r>
            <a:r>
              <a:rPr lang="en-US" sz="2800" b="1" dirty="0" smtClean="0"/>
              <a:t>A</a:t>
            </a:r>
            <a:r>
              <a:rPr lang="zh-CN" altLang="en-US" sz="2800" b="1" dirty="0" smtClean="0"/>
              <a:t>上的代数运算，如果对于</a:t>
            </a:r>
            <a:r>
              <a:rPr lang="en-US" sz="2800" b="1" dirty="0" smtClean="0"/>
              <a:t>A</a:t>
            </a:r>
            <a:r>
              <a:rPr lang="zh-CN" altLang="en-US" sz="2800" b="1" dirty="0" smtClean="0"/>
              <a:t>中的任意三个元素</a:t>
            </a:r>
            <a:r>
              <a:rPr lang="en-US" sz="2800" b="1" i="1" dirty="0" smtClean="0"/>
              <a:t> </a:t>
            </a:r>
            <a:r>
              <a:rPr lang="en-US" sz="2800" b="1" i="1" dirty="0" smtClean="0">
                <a:latin typeface="Times New Roman" panose="02020603050405020304" pitchFamily="18" charset="0"/>
                <a:cs typeface="Times New Roman" panose="02020603050405020304" pitchFamily="18" charset="0"/>
              </a:rPr>
              <a:t>a</a:t>
            </a:r>
            <a:r>
              <a:rPr lang="zh-CN" altLang="en-US" sz="2800" b="1" i="1" dirty="0" smtClean="0">
                <a:latin typeface="Times New Roman" panose="02020603050405020304" pitchFamily="18" charset="0"/>
                <a:cs typeface="Times New Roman" panose="02020603050405020304" pitchFamily="18" charset="0"/>
              </a:rPr>
              <a:t>，</a:t>
            </a:r>
            <a:r>
              <a:rPr lang="en-US" sz="2800" b="1" i="1" dirty="0" smtClean="0">
                <a:latin typeface="Times New Roman" panose="02020603050405020304" pitchFamily="18" charset="0"/>
                <a:cs typeface="Times New Roman" panose="02020603050405020304" pitchFamily="18" charset="0"/>
              </a:rPr>
              <a:t>b</a:t>
            </a:r>
            <a:r>
              <a:rPr lang="zh-CN" altLang="en-US" sz="2800" b="1" i="1" dirty="0" smtClean="0">
                <a:latin typeface="Times New Roman" panose="02020603050405020304" pitchFamily="18" charset="0"/>
                <a:cs typeface="Times New Roman" panose="02020603050405020304" pitchFamily="18" charset="0"/>
              </a:rPr>
              <a:t>，</a:t>
            </a:r>
            <a:r>
              <a:rPr lang="en-US" sz="2800" b="1" i="1" dirty="0" smtClean="0">
                <a:latin typeface="Times New Roman" panose="02020603050405020304" pitchFamily="18" charset="0"/>
                <a:cs typeface="Times New Roman" panose="02020603050405020304" pitchFamily="18" charset="0"/>
              </a:rPr>
              <a:t>c</a:t>
            </a:r>
            <a:r>
              <a:rPr lang="zh-CN" altLang="en-US" sz="2800" b="1" dirty="0" smtClean="0"/>
              <a:t>都有</a:t>
            </a:r>
            <a:endParaRPr lang="en-US" altLang="zh-CN" sz="2800" b="1" dirty="0" smtClean="0"/>
          </a:p>
          <a:p>
            <a:endParaRPr lang="en-US" altLang="zh-CN" sz="2800" b="1" dirty="0" smtClean="0"/>
          </a:p>
          <a:p>
            <a:endParaRPr lang="zh-CN" altLang="en-US" sz="2800" b="1" dirty="0" smtClean="0"/>
          </a:p>
          <a:p>
            <a:r>
              <a:rPr lang="zh-CN" altLang="en-US" sz="2800" b="1" dirty="0" smtClean="0"/>
              <a:t>则称“</a:t>
            </a:r>
            <a:r>
              <a:rPr lang="en-US" sz="2800" b="1" dirty="0" smtClean="0"/>
              <a:t>。</a:t>
            </a:r>
            <a:r>
              <a:rPr lang="zh-CN" altLang="en-US" sz="2800" b="1" dirty="0" smtClean="0"/>
              <a:t>”在集合</a:t>
            </a:r>
            <a:r>
              <a:rPr lang="en-US" sz="2800" b="1" dirty="0" smtClean="0"/>
              <a:t>A</a:t>
            </a:r>
            <a:r>
              <a:rPr lang="zh-CN" altLang="en-US" sz="2800" b="1" dirty="0" smtClean="0"/>
              <a:t>上满足</a:t>
            </a:r>
            <a:r>
              <a:rPr lang="zh-CN" altLang="en-US" sz="2800" b="1" dirty="0" smtClean="0">
                <a:solidFill>
                  <a:srgbClr val="FF0000"/>
                </a:solidFill>
              </a:rPr>
              <a:t>结合律</a:t>
            </a:r>
            <a:r>
              <a:rPr lang="zh-CN" altLang="en-US" sz="2800" b="1" dirty="0" smtClean="0"/>
              <a:t>。</a:t>
            </a:r>
            <a:endParaRPr lang="en-US" altLang="zh-CN" sz="2800" b="1" dirty="0" smtClean="0"/>
          </a:p>
          <a:p>
            <a:r>
              <a:rPr lang="en-US" altLang="zh-CN" sz="2800" b="1" dirty="0" smtClean="0"/>
              <a:t>     </a:t>
            </a:r>
            <a:r>
              <a:rPr lang="en-US" altLang="zh-CN" sz="2800" b="1" dirty="0" smtClean="0">
                <a:solidFill>
                  <a:srgbClr val="FF0000"/>
                </a:solidFill>
              </a:rPr>
              <a:t>(+</a:t>
            </a:r>
            <a:r>
              <a:rPr lang="zh-CN" altLang="en-US" sz="2800" b="1" dirty="0" smtClean="0">
                <a:solidFill>
                  <a:srgbClr val="FF0000"/>
                </a:solidFill>
              </a:rPr>
              <a:t>，</a:t>
            </a:r>
            <a:r>
              <a:rPr lang="en-US" altLang="zh-CN" sz="2800" b="1" dirty="0" smtClean="0">
                <a:solidFill>
                  <a:srgbClr val="FF0000"/>
                </a:solidFill>
              </a:rPr>
              <a:t>—</a:t>
            </a:r>
            <a:r>
              <a:rPr lang="zh-CN" altLang="en-US" sz="2800" b="1" dirty="0" smtClean="0">
                <a:solidFill>
                  <a:srgbClr val="FF0000"/>
                </a:solidFill>
              </a:rPr>
              <a:t>，*，</a:t>
            </a:r>
            <a:r>
              <a:rPr lang="en-US" altLang="zh-CN" sz="2800" b="1" dirty="0" smtClean="0">
                <a:solidFill>
                  <a:srgbClr val="FF0000"/>
                </a:solidFill>
              </a:rPr>
              <a:t>/</a:t>
            </a:r>
            <a:r>
              <a:rPr lang="zh-CN" altLang="en-US" sz="2800" b="1" dirty="0" smtClean="0">
                <a:solidFill>
                  <a:srgbClr val="FF0000"/>
                </a:solidFill>
              </a:rPr>
              <a:t>？</a:t>
            </a:r>
            <a:r>
              <a:rPr lang="en-US" altLang="zh-CN" sz="2800" b="1" dirty="0" smtClean="0"/>
              <a:t>)</a:t>
            </a:r>
            <a:endParaRPr lang="zh-CN" altLang="en-US" sz="2800" b="1" dirty="0"/>
          </a:p>
        </p:txBody>
      </p:sp>
      <p:sp>
        <p:nvSpPr>
          <p:cNvPr id="1741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7409" name="Object 1"/>
          <p:cNvGraphicFramePr>
            <a:graphicFrameLocks noChangeAspect="1"/>
          </p:cNvGraphicFramePr>
          <p:nvPr/>
        </p:nvGraphicFramePr>
        <p:xfrm>
          <a:off x="2428860" y="3924506"/>
          <a:ext cx="3619373" cy="571480"/>
        </p:xfrm>
        <a:graphic>
          <a:graphicData uri="http://schemas.openxmlformats.org/presentationml/2006/ole">
            <mc:AlternateContent xmlns:mc="http://schemas.openxmlformats.org/markup-compatibility/2006">
              <mc:Choice xmlns:v="urn:schemas-microsoft-com:vml" Requires="v">
                <p:oleObj spid="_x0000_s17574" name="Equation" r:id="rId1" imgW="1269365" imgH="203200" progId="Equation.DSMT4">
                  <p:embed/>
                </p:oleObj>
              </mc:Choice>
              <mc:Fallback>
                <p:oleObj name="Equation" r:id="rId1" imgW="1269365" imgH="2032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860" y="3924506"/>
                        <a:ext cx="3619373" cy="571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4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92696"/>
            <a:ext cx="8229600" cy="1922148"/>
          </a:xfrm>
        </p:spPr>
        <p:txBody>
          <a:bodyPr/>
          <a:lstStyle/>
          <a:p>
            <a:pPr>
              <a:buNone/>
            </a:pPr>
            <a:r>
              <a:rPr lang="zh-CN" altLang="en-US" b="1" dirty="0" smtClean="0">
                <a:solidFill>
                  <a:srgbClr val="0070C0"/>
                </a:solidFill>
              </a:rPr>
              <a:t>定义</a:t>
            </a:r>
            <a:r>
              <a:rPr lang="en-US" b="1" dirty="0" smtClean="0">
                <a:solidFill>
                  <a:srgbClr val="0070C0"/>
                </a:solidFill>
              </a:rPr>
              <a:t>4.1.3 </a:t>
            </a:r>
            <a:r>
              <a:rPr lang="zh-CN" altLang="en-US" b="1" dirty="0" smtClean="0"/>
              <a:t>设“</a:t>
            </a:r>
            <a:r>
              <a:rPr lang="en-US" b="1" dirty="0" smtClean="0"/>
              <a:t> </a:t>
            </a:r>
            <a:r>
              <a:rPr lang="zh-CN" altLang="en-US" b="1" dirty="0" smtClean="0"/>
              <a:t>。”是</a:t>
            </a:r>
            <a:r>
              <a:rPr lang="en-US" b="1" dirty="0" smtClean="0"/>
              <a:t>A</a:t>
            </a:r>
            <a:r>
              <a:rPr lang="zh-CN" altLang="en-US" b="1" dirty="0" smtClean="0"/>
              <a:t>上的代数运算，如果对于</a:t>
            </a:r>
            <a:r>
              <a:rPr lang="en-US" b="1" dirty="0" smtClean="0"/>
              <a:t>A</a:t>
            </a:r>
            <a:r>
              <a:rPr lang="zh-CN" altLang="en-US" b="1" dirty="0" smtClean="0"/>
              <a:t>中的任意两个元素</a:t>
            </a:r>
            <a:r>
              <a:rPr lang="en-US" sz="2400" b="1" i="1" dirty="0" smtClean="0">
                <a:latin typeface="Times New Roman" panose="02020603050405020304" pitchFamily="18" charset="0"/>
                <a:cs typeface="Times New Roman" panose="02020603050405020304" pitchFamily="18" charset="0"/>
              </a:rPr>
              <a:t>a</a:t>
            </a:r>
            <a:r>
              <a:rPr lang="zh-CN" altLang="en-US" sz="2400" b="1" i="1" dirty="0" smtClean="0">
                <a:latin typeface="Times New Roman" panose="02020603050405020304" pitchFamily="18" charset="0"/>
                <a:cs typeface="Times New Roman" panose="02020603050405020304" pitchFamily="18" charset="0"/>
              </a:rPr>
              <a:t>，</a:t>
            </a:r>
            <a:r>
              <a:rPr lang="en-US" sz="2400" b="1" i="1" dirty="0" smtClean="0">
                <a:latin typeface="Times New Roman" panose="02020603050405020304" pitchFamily="18" charset="0"/>
                <a:cs typeface="Times New Roman" panose="02020603050405020304" pitchFamily="18" charset="0"/>
              </a:rPr>
              <a:t>b</a:t>
            </a:r>
            <a:r>
              <a:rPr lang="zh-CN" altLang="en-US" sz="2400" b="1" i="1" dirty="0" smtClean="0">
                <a:latin typeface="Times New Roman" panose="02020603050405020304" pitchFamily="18" charset="0"/>
                <a:cs typeface="Times New Roman" panose="02020603050405020304" pitchFamily="18" charset="0"/>
              </a:rPr>
              <a:t>，</a:t>
            </a:r>
            <a:r>
              <a:rPr lang="zh-CN" altLang="en-US" b="1" dirty="0" smtClean="0"/>
              <a:t>都有</a:t>
            </a:r>
            <a:endParaRPr lang="en-US" altLang="zh-CN" b="1" dirty="0" smtClean="0"/>
          </a:p>
          <a:p>
            <a:pPr>
              <a:buNone/>
            </a:pPr>
            <a:endParaRPr lang="zh-CN" altLang="en-US" b="1" dirty="0" smtClean="0"/>
          </a:p>
          <a:p>
            <a:pPr>
              <a:buNone/>
            </a:pPr>
            <a:r>
              <a:rPr lang="zh-CN" altLang="en-US" b="1" dirty="0" smtClean="0"/>
              <a:t>则称“</a:t>
            </a:r>
            <a:r>
              <a:rPr lang="en-US" b="1" dirty="0" smtClean="0"/>
              <a:t> </a:t>
            </a:r>
            <a:r>
              <a:rPr lang="zh-CN" altLang="en-US" b="1" dirty="0" smtClean="0"/>
              <a:t>。”在集合</a:t>
            </a:r>
            <a:r>
              <a:rPr lang="en-US" b="1" dirty="0" smtClean="0"/>
              <a:t>A</a:t>
            </a:r>
            <a:r>
              <a:rPr lang="zh-CN" altLang="en-US" b="1" dirty="0" smtClean="0"/>
              <a:t>上满足</a:t>
            </a:r>
            <a:r>
              <a:rPr lang="zh-CN" altLang="en-US" b="1" dirty="0" smtClean="0">
                <a:solidFill>
                  <a:srgbClr val="FF0000"/>
                </a:solidFill>
              </a:rPr>
              <a:t>交换律</a:t>
            </a:r>
            <a:r>
              <a:rPr lang="zh-CN" altLang="en-US" b="1" dirty="0" smtClean="0"/>
              <a:t>。</a:t>
            </a:r>
            <a:endParaRPr lang="zh-CN" altLang="en-US" b="1" dirty="0" smtClean="0"/>
          </a:p>
        </p:txBody>
      </p:sp>
      <p:sp>
        <p:nvSpPr>
          <p:cNvPr id="4" name="TextBox 3"/>
          <p:cNvSpPr txBox="1"/>
          <p:nvPr/>
        </p:nvSpPr>
        <p:spPr>
          <a:xfrm>
            <a:off x="571472" y="2780928"/>
            <a:ext cx="8249000" cy="2031325"/>
          </a:xfrm>
          <a:prstGeom prst="rect">
            <a:avLst/>
          </a:prstGeom>
          <a:noFill/>
        </p:spPr>
        <p:txBody>
          <a:bodyPr wrap="square" rtlCol="0">
            <a:spAutoFit/>
          </a:bodyPr>
          <a:lstStyle/>
          <a:p>
            <a:pPr>
              <a:lnSpc>
                <a:spcPct val="150000"/>
              </a:lnSpc>
            </a:pPr>
            <a:r>
              <a:rPr lang="zh-CN" altLang="en-US" sz="2800" b="1" dirty="0" smtClean="0">
                <a:solidFill>
                  <a:srgbClr val="0070C0"/>
                </a:solidFill>
              </a:rPr>
              <a:t>例</a:t>
            </a:r>
            <a:r>
              <a:rPr lang="en-US" sz="2800" b="1" dirty="0" smtClean="0">
                <a:solidFill>
                  <a:srgbClr val="0070C0"/>
                </a:solidFill>
              </a:rPr>
              <a:t>4.1.2 </a:t>
            </a:r>
            <a:r>
              <a:rPr lang="zh-CN" altLang="en-US" sz="2800" b="1" dirty="0" smtClean="0"/>
              <a:t>整数集合</a:t>
            </a:r>
            <a:r>
              <a:rPr lang="en-US" sz="2800" b="1" dirty="0" smtClean="0"/>
              <a:t>Z</a:t>
            </a:r>
            <a:r>
              <a:rPr lang="zh-CN" altLang="en-US" sz="2800" b="1" dirty="0" smtClean="0"/>
              <a:t>上的加法运算满足结合律和交换律，同样，整数集合</a:t>
            </a:r>
            <a:r>
              <a:rPr lang="en-US" sz="2800" b="1" dirty="0" smtClean="0"/>
              <a:t>Z</a:t>
            </a:r>
            <a:r>
              <a:rPr lang="zh-CN" altLang="en-US" sz="2800" b="1" dirty="0" smtClean="0"/>
              <a:t>上的乘法运算也满足结合律和交换律。</a:t>
            </a:r>
            <a:endParaRPr lang="zh-CN" altLang="en-US" sz="2800" b="1" dirty="0"/>
          </a:p>
        </p:txBody>
      </p:sp>
      <p:sp>
        <p:nvSpPr>
          <p:cNvPr id="17410" name="Rectangle 2"/>
          <p:cNvSpPr>
            <a:spLocks noChangeArrowheads="1"/>
          </p:cNvSpPr>
          <p:nvPr/>
        </p:nvSpPr>
        <p:spPr bwMode="auto">
          <a:xfrm>
            <a:off x="0" y="-747464"/>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8436" name="Rectangle 4"/>
          <p:cNvSpPr>
            <a:spLocks noChangeArrowheads="1"/>
          </p:cNvSpPr>
          <p:nvPr/>
        </p:nvSpPr>
        <p:spPr bwMode="auto">
          <a:xfrm>
            <a:off x="0" y="-747464"/>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8435" name="Object 3"/>
          <p:cNvGraphicFramePr>
            <a:graphicFrameLocks noChangeAspect="1"/>
          </p:cNvGraphicFramePr>
          <p:nvPr/>
        </p:nvGraphicFramePr>
        <p:xfrm>
          <a:off x="2643174" y="1471836"/>
          <a:ext cx="2255842" cy="571480"/>
        </p:xfrm>
        <a:graphic>
          <a:graphicData uri="http://schemas.openxmlformats.org/presentationml/2006/ole">
            <mc:AlternateContent xmlns:mc="http://schemas.openxmlformats.org/markup-compatibility/2006">
              <mc:Choice xmlns:v="urn:schemas-microsoft-com:vml" Requires="v">
                <p:oleObj spid="_x0000_s18601" name="Equation" r:id="rId1" imgW="711200" imgH="177800" progId="Equation.DSMT4">
                  <p:embed/>
                </p:oleObj>
              </mc:Choice>
              <mc:Fallback>
                <p:oleObj name="Equation" r:id="rId1" imgW="711200" imgH="177800" progId="Equation.DSMT4">
                  <p:embed/>
                  <p:pic>
                    <p:nvPicPr>
                      <p:cNvPr id="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3174" y="1471836"/>
                        <a:ext cx="2255842" cy="571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329642" cy="2850842"/>
          </a:xfrm>
        </p:spPr>
        <p:txBody>
          <a:bodyPr>
            <a:noAutofit/>
          </a:bodyPr>
          <a:lstStyle/>
          <a:p>
            <a:r>
              <a:rPr lang="zh-CN" altLang="en-US" sz="2800" b="1" dirty="0" smtClean="0">
                <a:solidFill>
                  <a:srgbClr val="0070C0"/>
                </a:solidFill>
                <a:latin typeface="+mn-ea"/>
              </a:rPr>
              <a:t>定义</a:t>
            </a:r>
            <a:r>
              <a:rPr lang="en-US" sz="2800" b="1" dirty="0" smtClean="0">
                <a:solidFill>
                  <a:srgbClr val="0070C0"/>
                </a:solidFill>
                <a:latin typeface="+mn-ea"/>
              </a:rPr>
              <a:t>4.1.4</a:t>
            </a:r>
            <a:r>
              <a:rPr lang="zh-CN" altLang="en-US" sz="2800" b="1" dirty="0" smtClean="0">
                <a:latin typeface="+mn-ea"/>
              </a:rPr>
              <a:t>设“</a:t>
            </a:r>
            <a:r>
              <a:rPr lang="en-US" sz="2800" b="1" dirty="0" smtClean="0">
                <a:latin typeface="+mn-ea"/>
              </a:rPr>
              <a:t> </a:t>
            </a:r>
            <a:r>
              <a:rPr lang="zh-CN" altLang="en-US" sz="2800" b="1" dirty="0" smtClean="0">
                <a:latin typeface="+mn-ea"/>
              </a:rPr>
              <a:t>。”和“</a:t>
            </a:r>
            <a:r>
              <a:rPr lang="en-US" sz="2800" b="1" dirty="0" smtClean="0">
                <a:latin typeface="+mn-ea"/>
              </a:rPr>
              <a:t>+</a:t>
            </a:r>
            <a:r>
              <a:rPr lang="zh-CN" altLang="en-US" sz="2800" b="1" dirty="0" smtClean="0">
                <a:latin typeface="+mn-ea"/>
              </a:rPr>
              <a:t>”是</a:t>
            </a:r>
            <a:r>
              <a:rPr lang="en-US" sz="2800" b="1" dirty="0" smtClean="0">
                <a:latin typeface="+mn-ea"/>
              </a:rPr>
              <a:t>A</a:t>
            </a:r>
            <a:r>
              <a:rPr lang="zh-CN" altLang="en-US" sz="2800" b="1" dirty="0" smtClean="0">
                <a:latin typeface="+mn-ea"/>
              </a:rPr>
              <a:t>上的两个代数运算，如果对于</a:t>
            </a:r>
            <a:r>
              <a:rPr lang="en-US" sz="2800" b="1" dirty="0" smtClean="0">
                <a:latin typeface="+mn-ea"/>
              </a:rPr>
              <a:t>A</a:t>
            </a:r>
            <a:r>
              <a:rPr lang="zh-CN" altLang="en-US" sz="2800" b="1" dirty="0" smtClean="0">
                <a:latin typeface="+mn-ea"/>
              </a:rPr>
              <a:t>中的任意三个元素</a:t>
            </a:r>
            <a:r>
              <a:rPr lang="en-US" sz="2800" b="1" i="1" dirty="0" smtClean="0">
                <a:latin typeface="+mn-ea"/>
                <a:cs typeface="Times New Roman" panose="02020603050405020304" pitchFamily="18" charset="0"/>
              </a:rPr>
              <a:t>a</a:t>
            </a:r>
            <a:r>
              <a:rPr lang="zh-CN" altLang="en-US" sz="2800" b="1" i="1" dirty="0" smtClean="0">
                <a:latin typeface="+mn-ea"/>
                <a:cs typeface="Times New Roman" panose="02020603050405020304" pitchFamily="18" charset="0"/>
              </a:rPr>
              <a:t>，</a:t>
            </a:r>
            <a:r>
              <a:rPr lang="en-US" sz="2800" b="1" i="1" dirty="0" smtClean="0">
                <a:latin typeface="+mn-ea"/>
                <a:cs typeface="Times New Roman" panose="02020603050405020304" pitchFamily="18" charset="0"/>
              </a:rPr>
              <a:t>b</a:t>
            </a:r>
            <a:r>
              <a:rPr lang="zh-CN" altLang="en-US" sz="2800" b="1" i="1" dirty="0" smtClean="0">
                <a:latin typeface="+mn-ea"/>
                <a:cs typeface="Times New Roman" panose="02020603050405020304" pitchFamily="18" charset="0"/>
              </a:rPr>
              <a:t>，</a:t>
            </a:r>
            <a:r>
              <a:rPr lang="en-US" sz="2800" b="1" i="1" dirty="0" smtClean="0">
                <a:latin typeface="+mn-ea"/>
                <a:cs typeface="Times New Roman" panose="02020603050405020304" pitchFamily="18" charset="0"/>
              </a:rPr>
              <a:t>c</a:t>
            </a:r>
            <a:r>
              <a:rPr lang="zh-CN" altLang="en-US" sz="2800" b="1" dirty="0" smtClean="0">
                <a:latin typeface="+mn-ea"/>
              </a:rPr>
              <a:t>都有</a:t>
            </a:r>
            <a:endParaRPr lang="en-US" altLang="zh-CN" sz="2800" b="1" dirty="0" smtClean="0">
              <a:latin typeface="+mn-ea"/>
            </a:endParaRPr>
          </a:p>
          <a:p>
            <a:endParaRPr lang="en-US" altLang="zh-CN" sz="2800" b="1" dirty="0" smtClean="0">
              <a:latin typeface="+mn-ea"/>
            </a:endParaRPr>
          </a:p>
          <a:p>
            <a:endParaRPr lang="en-US" altLang="zh-CN" sz="2800" b="1" dirty="0" smtClean="0"/>
          </a:p>
          <a:p>
            <a:endParaRPr lang="zh-CN" altLang="en-US" sz="2800" b="1" dirty="0" smtClean="0"/>
          </a:p>
          <a:p>
            <a:r>
              <a:rPr lang="zh-CN" altLang="en-US" sz="2800" b="1" dirty="0" smtClean="0"/>
              <a:t>则称“。</a:t>
            </a:r>
            <a:r>
              <a:rPr lang="en-US" sz="2800" b="1" dirty="0" smtClean="0"/>
              <a:t> </a:t>
            </a:r>
            <a:r>
              <a:rPr lang="zh-CN" altLang="en-US" sz="2800" b="1" dirty="0" smtClean="0"/>
              <a:t>”对“</a:t>
            </a:r>
            <a:r>
              <a:rPr lang="en-US" sz="2800" b="1" dirty="0" smtClean="0"/>
              <a:t>+</a:t>
            </a:r>
            <a:r>
              <a:rPr lang="zh-CN" altLang="en-US" sz="2800" b="1" dirty="0" smtClean="0"/>
              <a:t>”在集合</a:t>
            </a:r>
            <a:r>
              <a:rPr lang="en-US" sz="2800" b="1" dirty="0" smtClean="0"/>
              <a:t>A</a:t>
            </a:r>
            <a:r>
              <a:rPr lang="zh-CN" altLang="en-US" sz="2800" b="1" dirty="0" smtClean="0"/>
              <a:t>上满足</a:t>
            </a:r>
            <a:r>
              <a:rPr lang="zh-CN" altLang="en-US" sz="2800" b="1" dirty="0" smtClean="0">
                <a:solidFill>
                  <a:srgbClr val="FF0000"/>
                </a:solidFill>
              </a:rPr>
              <a:t>分配律</a:t>
            </a:r>
            <a:r>
              <a:rPr lang="zh-CN" altLang="en-US" sz="2800" b="1" dirty="0" smtClean="0"/>
              <a:t>。</a:t>
            </a:r>
            <a:endParaRPr lang="zh-CN" altLang="en-US" sz="2800" b="1" dirty="0"/>
          </a:p>
        </p:txBody>
      </p:sp>
      <p:sp>
        <p:nvSpPr>
          <p:cNvPr id="1741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9460"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9459" name="Object 3"/>
          <p:cNvGraphicFramePr>
            <a:graphicFrameLocks noChangeAspect="1"/>
          </p:cNvGraphicFramePr>
          <p:nvPr/>
        </p:nvGraphicFramePr>
        <p:xfrm>
          <a:off x="2428860" y="1470150"/>
          <a:ext cx="3524106" cy="500042"/>
        </p:xfrm>
        <a:graphic>
          <a:graphicData uri="http://schemas.openxmlformats.org/presentationml/2006/ole">
            <mc:AlternateContent xmlns:mc="http://schemas.openxmlformats.org/markup-compatibility/2006">
              <mc:Choice xmlns:v="urn:schemas-microsoft-com:vml" Requires="v">
                <p:oleObj spid="_x0000_s19869" name="Equation" r:id="rId1" imgW="1409065" imgH="203200" progId="Equation.DSMT4">
                  <p:embed/>
                </p:oleObj>
              </mc:Choice>
              <mc:Fallback>
                <p:oleObj name="Equation" r:id="rId1" imgW="1409065" imgH="203200" progId="Equation.DSMT4">
                  <p:embed/>
                  <p:pic>
                    <p:nvPicPr>
                      <p:cNvPr id="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860" y="1470150"/>
                        <a:ext cx="3524106" cy="5000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2"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9461" name="Object 5"/>
          <p:cNvGraphicFramePr>
            <a:graphicFrameLocks noChangeAspect="1"/>
          </p:cNvGraphicFramePr>
          <p:nvPr/>
        </p:nvGraphicFramePr>
        <p:xfrm>
          <a:off x="2428860" y="2184506"/>
          <a:ext cx="3524106" cy="500042"/>
        </p:xfrm>
        <a:graphic>
          <a:graphicData uri="http://schemas.openxmlformats.org/presentationml/2006/ole">
            <mc:AlternateContent xmlns:mc="http://schemas.openxmlformats.org/markup-compatibility/2006">
              <mc:Choice xmlns:v="urn:schemas-microsoft-com:vml" Requires="v">
                <p:oleObj spid="_x0000_s19870" name="Equation" r:id="rId3" imgW="33832800" imgH="4876800" progId="Equation.DSMT4">
                  <p:embed/>
                </p:oleObj>
              </mc:Choice>
              <mc:Fallback>
                <p:oleObj name="Equation" r:id="rId3" imgW="33832800" imgH="4876800" progId="Equation.DSMT4">
                  <p:embed/>
                  <p:pic>
                    <p:nvPicPr>
                      <p:cNvPr id="0" name="Picture 5"/>
                      <p:cNvPicPr>
                        <a:picLocks noChangeAspect="1" noChangeArrowheads="1"/>
                      </p:cNvPicPr>
                      <p:nvPr/>
                    </p:nvPicPr>
                    <p:blipFill>
                      <a:blip r:embed="rId4"/>
                      <a:srcRect/>
                      <a:stretch>
                        <a:fillRect/>
                      </a:stretch>
                    </p:blipFill>
                    <p:spPr bwMode="auto">
                      <a:xfrm>
                        <a:off x="2428860" y="2184506"/>
                        <a:ext cx="3524106" cy="5000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矩形 10"/>
          <p:cNvSpPr/>
          <p:nvPr/>
        </p:nvSpPr>
        <p:spPr>
          <a:xfrm>
            <a:off x="428596" y="3573016"/>
            <a:ext cx="8429684" cy="954107"/>
          </a:xfrm>
          <a:prstGeom prst="rect">
            <a:avLst/>
          </a:prstGeom>
        </p:spPr>
        <p:txBody>
          <a:bodyPr wrap="square">
            <a:spAutoFit/>
          </a:bodyPr>
          <a:lstStyle/>
          <a:p>
            <a:r>
              <a:rPr lang="zh-CN" altLang="en-US" sz="2800" b="1" dirty="0" smtClean="0">
                <a:solidFill>
                  <a:srgbClr val="0070C0"/>
                </a:solidFill>
              </a:rPr>
              <a:t>例</a:t>
            </a:r>
            <a:r>
              <a:rPr lang="en-US" sz="2800" b="1" dirty="0" smtClean="0">
                <a:solidFill>
                  <a:srgbClr val="0070C0"/>
                </a:solidFill>
              </a:rPr>
              <a:t>4.1.3 </a:t>
            </a:r>
            <a:r>
              <a:rPr lang="zh-CN" altLang="en-US" sz="2800" b="1" dirty="0" smtClean="0"/>
              <a:t>整数集合</a:t>
            </a:r>
            <a:r>
              <a:rPr lang="en-US" sz="2800" b="1" dirty="0" smtClean="0"/>
              <a:t>Z</a:t>
            </a:r>
            <a:r>
              <a:rPr lang="zh-CN" altLang="en-US" sz="2800" b="1" dirty="0" smtClean="0"/>
              <a:t>上的乘法对加法满足分配律，而加法对乘法不满足分配律。</a:t>
            </a:r>
            <a:endParaRPr lang="zh-CN" altLang="en-US" sz="2800" b="1"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graphicFrame>
        <p:nvGraphicFramePr>
          <p:cNvPr id="6" name="对象 5"/>
          <p:cNvGraphicFramePr>
            <a:graphicFrameLocks noGrp="1" noChangeAspect="1"/>
          </p:cNvGraphicFramePr>
          <p:nvPr/>
        </p:nvGraphicFramePr>
        <p:xfrm>
          <a:off x="915337" y="4653424"/>
          <a:ext cx="7009765" cy="1340485"/>
        </p:xfrm>
        <a:graphic>
          <a:graphicData uri="http://schemas.openxmlformats.org/presentationml/2006/ole">
            <mc:AlternateContent xmlns:mc="http://schemas.openxmlformats.org/markup-compatibility/2006">
              <mc:Choice xmlns:v="urn:schemas-microsoft-com:vml" Requires="v">
                <p:oleObj spid="_x0000_s19871" name="Document" r:id="rId5" imgW="2943225" imgH="567055" progId="Word.Document.8">
                  <p:embed/>
                </p:oleObj>
              </mc:Choice>
              <mc:Fallback>
                <p:oleObj name="Document" r:id="rId5" imgW="2943225" imgH="567055" progId="Word.Document.8">
                  <p:embed/>
                  <p:pic>
                    <p:nvPicPr>
                      <p:cNvPr id="0" name="Object 4"/>
                      <p:cNvPicPr>
                        <a:picLocks noGrp="1" noChangeAspect="1" noChangeArrowheads="1"/>
                      </p:cNvPicPr>
                      <p:nvPr/>
                    </p:nvPicPr>
                    <p:blipFill>
                      <a:blip r:embed="rId6"/>
                      <a:srcRect/>
                      <a:stretch>
                        <a:fillRect/>
                      </a:stretch>
                    </p:blipFill>
                    <p:spPr bwMode="auto">
                      <a:xfrm>
                        <a:off x="915337" y="4653424"/>
                        <a:ext cx="7009765" cy="1340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Rectangle 3"/>
          <p:cNvSpPr>
            <a:spLocks noGrp="1" noChangeArrowheads="1"/>
          </p:cNvSpPr>
          <p:nvPr>
            <p:ph type="body" sz="half" idx="1"/>
          </p:nvPr>
        </p:nvSpPr>
        <p:spPr/>
        <p:txBody>
          <a:bodyPr/>
          <a:lstStyle/>
          <a:p>
            <a:pPr>
              <a:buFont typeface="Wingdings" panose="05000000000000000000" pitchFamily="2" charset="2"/>
              <a:buNone/>
            </a:pPr>
            <a:r>
              <a:rPr lang="zh-CN" altLang="en-US" sz="2400">
                <a:ea typeface="宋体" panose="02010600030101010101" pitchFamily="2" charset="-122"/>
              </a:rPr>
              <a:t>       </a:t>
            </a:r>
            <a:endParaRPr lang="zh-CN" altLang="en-US" sz="2400">
              <a:latin typeface="宋体" panose="02010600030101010101" pitchFamily="2" charset="-122"/>
              <a:ea typeface="宋体" panose="02010600030101010101" pitchFamily="2" charset="-122"/>
            </a:endParaRPr>
          </a:p>
        </p:txBody>
      </p:sp>
      <p:graphicFrame>
        <p:nvGraphicFramePr>
          <p:cNvPr id="178180" name="Object 4"/>
          <p:cNvGraphicFramePr>
            <a:graphicFrameLocks noGrp="1" noChangeAspect="1"/>
          </p:cNvGraphicFramePr>
          <p:nvPr>
            <p:ph sz="quarter" idx="3"/>
          </p:nvPr>
        </p:nvGraphicFramePr>
        <p:xfrm>
          <a:off x="396875" y="182563"/>
          <a:ext cx="8518525" cy="1997075"/>
        </p:xfrm>
        <a:graphic>
          <a:graphicData uri="http://schemas.openxmlformats.org/presentationml/2006/ole">
            <mc:AlternateContent xmlns:mc="http://schemas.openxmlformats.org/markup-compatibility/2006">
              <mc:Choice xmlns:v="urn:schemas-microsoft-com:vml" Requires="v">
                <p:oleObj spid="_x0000_s117990" name="Document" r:id="rId1" imgW="3552825" imgH="834390" progId="Word.Document.8">
                  <p:embed/>
                </p:oleObj>
              </mc:Choice>
              <mc:Fallback>
                <p:oleObj name="Document" r:id="rId1" imgW="3552825" imgH="834390" progId="Word.Document.8">
                  <p:embed/>
                  <p:pic>
                    <p:nvPicPr>
                      <p:cNvPr id="0" name="图片 117989"/>
                      <p:cNvPicPr>
                        <a:picLocks noChangeAspect="1" noChangeArrowheads="1"/>
                      </p:cNvPicPr>
                      <p:nvPr/>
                    </p:nvPicPr>
                    <p:blipFill>
                      <a:blip r:embed="rId2"/>
                      <a:srcRect/>
                      <a:stretch>
                        <a:fillRect/>
                      </a:stretch>
                    </p:blipFill>
                    <p:spPr bwMode="auto">
                      <a:xfrm>
                        <a:off x="396875" y="182563"/>
                        <a:ext cx="8518525" cy="1997075"/>
                      </a:xfrm>
                      <a:prstGeom prst="rect">
                        <a:avLst/>
                      </a:prstGeom>
                      <a:noFill/>
                      <a:ln>
                        <a:noFill/>
                      </a:ln>
                      <a:effectLst/>
                    </p:spPr>
                  </p:pic>
                </p:oleObj>
              </mc:Fallback>
            </mc:AlternateContent>
          </a:graphicData>
        </a:graphic>
      </p:graphicFrame>
      <p:sp>
        <p:nvSpPr>
          <p:cNvPr id="2" name="灯片编号占位符 1"/>
          <p:cNvSpPr>
            <a:spLocks noGrp="1"/>
          </p:cNvSpPr>
          <p:nvPr>
            <p:ph type="sldNum" sz="quarter" idx="12"/>
          </p:nvPr>
        </p:nvSpPr>
        <p:spPr/>
        <p:txBody>
          <a:bodyPr/>
          <a:lstStyle/>
          <a:p>
            <a:fld id="{F36B97AC-3B40-4314-A658-849DEFA66026}" type="slidenum">
              <a:rPr lang="zh-CN" altLang="en-US" smtClean="0"/>
            </a:fld>
            <a:endParaRPr lang="en-US" altLang="zh-CN"/>
          </a:p>
        </p:txBody>
      </p:sp>
      <p:graphicFrame>
        <p:nvGraphicFramePr>
          <p:cNvPr id="3" name="对象 2"/>
          <p:cNvGraphicFramePr>
            <a:graphicFrameLocks noGrp="1" noChangeAspect="1"/>
          </p:cNvGraphicFramePr>
          <p:nvPr/>
        </p:nvGraphicFramePr>
        <p:xfrm>
          <a:off x="179512" y="2204864"/>
          <a:ext cx="8534400" cy="4392314"/>
        </p:xfrm>
        <a:graphic>
          <a:graphicData uri="http://schemas.openxmlformats.org/presentationml/2006/ole">
            <mc:AlternateContent xmlns:mc="http://schemas.openxmlformats.org/markup-compatibility/2006">
              <mc:Choice xmlns:v="urn:schemas-microsoft-com:vml" Requires="v">
                <p:oleObj spid="_x0000_s117991" name="Document" r:id="rId3" imgW="3120390" imgH="1763395" progId="Word.Document.8">
                  <p:embed/>
                </p:oleObj>
              </mc:Choice>
              <mc:Fallback>
                <p:oleObj name="Document" r:id="rId3" imgW="3120390" imgH="1763395" progId="Word.Document.8">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2204864"/>
                        <a:ext cx="8534400" cy="4392314"/>
                      </a:xfrm>
                      <a:prstGeom prst="rect">
                        <a:avLst/>
                      </a:prstGeom>
                      <a:noFill/>
                      <a:ln>
                        <a:noFill/>
                      </a:ln>
                      <a:effec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8180"/>
                                        </p:tgtEl>
                                        <p:attrNameLst>
                                          <p:attrName>style.visibility</p:attrName>
                                        </p:attrNameLst>
                                      </p:cBhvr>
                                      <p:to>
                                        <p:strVal val="visible"/>
                                      </p:to>
                                    </p:set>
                                    <p:animEffect transition="in" filter="wipe(left)">
                                      <p:cBhvr>
                                        <p:cTn id="7" dur="500"/>
                                        <p:tgtEl>
                                          <p:spTgt spid="1781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3" name="Rectangle 3"/>
          <p:cNvSpPr>
            <a:spLocks noGrp="1" noChangeArrowheads="1"/>
          </p:cNvSpPr>
          <p:nvPr>
            <p:ph type="body" sz="half" idx="1"/>
          </p:nvPr>
        </p:nvSpPr>
        <p:spPr>
          <a:xfrm>
            <a:off x="457200" y="626368"/>
            <a:ext cx="4076700" cy="5334000"/>
          </a:xfrm>
        </p:spPr>
        <p:txBody>
          <a:bodyPr/>
          <a:lstStyle/>
          <a:p>
            <a:pPr>
              <a:buFont typeface="Wingdings" panose="05000000000000000000" pitchFamily="2" charset="2"/>
              <a:buNone/>
            </a:pPr>
            <a:r>
              <a:rPr lang="zh-CN" altLang="en-US" sz="2400">
                <a:ea typeface="宋体" panose="02010600030101010101" pitchFamily="2" charset="-122"/>
              </a:rPr>
              <a:t>       </a:t>
            </a:r>
            <a:endParaRPr lang="zh-CN" altLang="en-US" sz="2400">
              <a:latin typeface="宋体" panose="02010600030101010101" pitchFamily="2" charset="-122"/>
              <a:ea typeface="宋体" panose="02010600030101010101" pitchFamily="2" charset="-122"/>
            </a:endParaRPr>
          </a:p>
        </p:txBody>
      </p:sp>
      <p:graphicFrame>
        <p:nvGraphicFramePr>
          <p:cNvPr id="184324" name="Object 4"/>
          <p:cNvGraphicFramePr>
            <a:graphicFrameLocks noGrp="1" noChangeAspect="1"/>
          </p:cNvGraphicFramePr>
          <p:nvPr>
            <p:ph sz="quarter" idx="3"/>
          </p:nvPr>
        </p:nvGraphicFramePr>
        <p:xfrm>
          <a:off x="315913" y="476672"/>
          <a:ext cx="8459787" cy="5295900"/>
        </p:xfrm>
        <a:graphic>
          <a:graphicData uri="http://schemas.openxmlformats.org/presentationml/2006/ole">
            <mc:AlternateContent xmlns:mc="http://schemas.openxmlformats.org/markup-compatibility/2006">
              <mc:Choice xmlns:v="urn:schemas-microsoft-com:vml" Requires="v">
                <p:oleObj spid="_x0000_s119956" name="文档" r:id="rId1" imgW="3024505" imgH="1892935" progId="Word.Document.8">
                  <p:embed/>
                </p:oleObj>
              </mc:Choice>
              <mc:Fallback>
                <p:oleObj name="文档" r:id="rId1" imgW="3024505" imgH="1892935" progId="Word.Document.8">
                  <p:embed/>
                  <p:pic>
                    <p:nvPicPr>
                      <p:cNvPr id="0" name="图片 11995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913" y="476672"/>
                        <a:ext cx="8459787" cy="529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p:txBody>
          <a:bodyPr/>
          <a:lstStyle/>
          <a:p>
            <a:fld id="{F36B97AC-3B40-4314-A658-849DEFA66026}" type="slidenum">
              <a:rPr lang="zh-CN" altLang="en-US" smtClean="0"/>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4324"/>
                                        </p:tgtEl>
                                        <p:attrNameLst>
                                          <p:attrName>style.visibility</p:attrName>
                                        </p:attrNameLst>
                                      </p:cBhvr>
                                      <p:to>
                                        <p:strVal val="visible"/>
                                      </p:to>
                                    </p:set>
                                    <p:animEffect transition="in" filter="wipe(left)">
                                      <p:cBhvr>
                                        <p:cTn id="7" dur="500"/>
                                        <p:tgtEl>
                                          <p:spTgt spid="184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84"/>
            <a:ext cx="8229600" cy="864096"/>
          </a:xfrm>
        </p:spPr>
        <p:txBody>
          <a:bodyPr/>
          <a:lstStyle/>
          <a:p>
            <a:r>
              <a:rPr lang="en-US" altLang="zh-CN" dirty="0" smtClean="0"/>
              <a:t>4.2 </a:t>
            </a:r>
            <a:r>
              <a:rPr lang="zh-CN" altLang="en-US" dirty="0" smtClean="0"/>
              <a:t>群的定义和简单性质</a:t>
            </a:r>
            <a:endParaRPr lang="zh-CN" altLang="en-US" dirty="0"/>
          </a:p>
        </p:txBody>
      </p:sp>
      <p:graphicFrame>
        <p:nvGraphicFramePr>
          <p:cNvPr id="4" name="Object 15"/>
          <p:cNvGraphicFramePr>
            <a:graphicFrameLocks noChangeAspect="1"/>
          </p:cNvGraphicFramePr>
          <p:nvPr/>
        </p:nvGraphicFramePr>
        <p:xfrm>
          <a:off x="2267744" y="2133873"/>
          <a:ext cx="2160588" cy="549275"/>
        </p:xfrm>
        <a:graphic>
          <a:graphicData uri="http://schemas.openxmlformats.org/presentationml/2006/ole">
            <mc:AlternateContent xmlns:mc="http://schemas.openxmlformats.org/markup-compatibility/2006">
              <mc:Choice xmlns:v="urn:schemas-microsoft-com:vml" Requires="v">
                <p:oleObj spid="_x0000_s137484" name="Equation" r:id="rId1" imgW="660400" imgH="165100" progId="Equation.DSMT4">
                  <p:embed/>
                </p:oleObj>
              </mc:Choice>
              <mc:Fallback>
                <p:oleObj name="Equation" r:id="rId1" imgW="660400" imgH="165100" progId="Equation.DSMT4">
                  <p:embed/>
                  <p:pic>
                    <p:nvPicPr>
                      <p:cNvPr id="0" name="Object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2133873"/>
                        <a:ext cx="2160588" cy="549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14"/>
          <p:cNvGraphicFramePr>
            <a:graphicFrameLocks noChangeAspect="1"/>
          </p:cNvGraphicFramePr>
          <p:nvPr/>
        </p:nvGraphicFramePr>
        <p:xfrm>
          <a:off x="4932040" y="2120599"/>
          <a:ext cx="4176713" cy="646112"/>
        </p:xfrm>
        <a:graphic>
          <a:graphicData uri="http://schemas.openxmlformats.org/presentationml/2006/ole">
            <mc:AlternateContent xmlns:mc="http://schemas.openxmlformats.org/markup-compatibility/2006">
              <mc:Choice xmlns:v="urn:schemas-microsoft-com:vml" Requires="v">
                <p:oleObj spid="_x0000_s137485" name="Equation" r:id="rId3" imgW="1129665" imgH="177800" progId="Equation.DSMT4">
                  <p:embed/>
                </p:oleObj>
              </mc:Choice>
              <mc:Fallback>
                <p:oleObj name="Equation" r:id="rId3" imgW="1129665" imgH="177800" progId="Equation.DSMT4">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040" y="2120599"/>
                        <a:ext cx="4176713" cy="646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11"/>
          <p:cNvGraphicFramePr>
            <a:graphicFrameLocks noChangeAspect="1"/>
          </p:cNvGraphicFramePr>
          <p:nvPr/>
        </p:nvGraphicFramePr>
        <p:xfrm>
          <a:off x="4238798" y="2950716"/>
          <a:ext cx="1557338" cy="622300"/>
        </p:xfrm>
        <a:graphic>
          <a:graphicData uri="http://schemas.openxmlformats.org/presentationml/2006/ole">
            <mc:AlternateContent xmlns:mc="http://schemas.openxmlformats.org/markup-compatibility/2006">
              <mc:Choice xmlns:v="urn:schemas-microsoft-com:vml" Requires="v">
                <p:oleObj spid="_x0000_s137486" name="Equation" r:id="rId5" imgW="12496800" imgH="4876800" progId="Equation.DSMT4">
                  <p:embed/>
                </p:oleObj>
              </mc:Choice>
              <mc:Fallback>
                <p:oleObj name="Equation" r:id="rId5" imgW="12496800" imgH="4876800" progId="Equation.DSMT4">
                  <p:embed/>
                  <p:pic>
                    <p:nvPicPr>
                      <p:cNvPr id="0" name="Object 11"/>
                      <p:cNvPicPr>
                        <a:picLocks noChangeAspect="1" noChangeArrowheads="1"/>
                      </p:cNvPicPr>
                      <p:nvPr/>
                    </p:nvPicPr>
                    <p:blipFill>
                      <a:blip r:embed="rId6"/>
                      <a:srcRect/>
                      <a:stretch>
                        <a:fillRect/>
                      </a:stretch>
                    </p:blipFill>
                    <p:spPr bwMode="auto">
                      <a:xfrm>
                        <a:off x="4238798" y="2950716"/>
                        <a:ext cx="1557338"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10"/>
          <p:cNvGraphicFramePr>
            <a:graphicFrameLocks noChangeAspect="1"/>
          </p:cNvGraphicFramePr>
          <p:nvPr/>
        </p:nvGraphicFramePr>
        <p:xfrm>
          <a:off x="5755010" y="2990403"/>
          <a:ext cx="3065462" cy="582613"/>
        </p:xfrm>
        <a:graphic>
          <a:graphicData uri="http://schemas.openxmlformats.org/presentationml/2006/ole">
            <mc:AlternateContent xmlns:mc="http://schemas.openxmlformats.org/markup-compatibility/2006">
              <mc:Choice xmlns:v="urn:schemas-microsoft-com:vml" Requires="v">
                <p:oleObj spid="_x0000_s137487" name="Equation" r:id="rId7" imgW="927100" imgH="139700" progId="Equation.DSMT4">
                  <p:embed/>
                </p:oleObj>
              </mc:Choice>
              <mc:Fallback>
                <p:oleObj name="Equation" r:id="rId7" imgW="927100" imgH="1397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55010" y="2990403"/>
                        <a:ext cx="3065462" cy="582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p:cNvGraphicFramePr>
            <a:graphicFrameLocks noChangeAspect="1"/>
          </p:cNvGraphicFramePr>
          <p:nvPr/>
        </p:nvGraphicFramePr>
        <p:xfrm>
          <a:off x="7014189" y="3630017"/>
          <a:ext cx="1512888" cy="652463"/>
        </p:xfrm>
        <a:graphic>
          <a:graphicData uri="http://schemas.openxmlformats.org/presentationml/2006/ole">
            <mc:AlternateContent xmlns:mc="http://schemas.openxmlformats.org/markup-compatibility/2006">
              <mc:Choice xmlns:v="urn:schemas-microsoft-com:vml" Requires="v">
                <p:oleObj spid="_x0000_s137488" name="Equation" r:id="rId9" imgW="444500" imgH="190500" progId="Equation.DSMT4">
                  <p:embed/>
                </p:oleObj>
              </mc:Choice>
              <mc:Fallback>
                <p:oleObj name="Equation" r:id="rId9" imgW="444500" imgH="19050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14189" y="3630017"/>
                        <a:ext cx="1512888" cy="652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6"/>
          <p:cNvGraphicFramePr>
            <a:graphicFrameLocks noChangeAspect="1"/>
          </p:cNvGraphicFramePr>
          <p:nvPr/>
        </p:nvGraphicFramePr>
        <p:xfrm>
          <a:off x="1907704" y="4149080"/>
          <a:ext cx="4559300" cy="798512"/>
        </p:xfrm>
        <a:graphic>
          <a:graphicData uri="http://schemas.openxmlformats.org/presentationml/2006/ole">
            <mc:AlternateContent xmlns:mc="http://schemas.openxmlformats.org/markup-compatibility/2006">
              <mc:Choice xmlns:v="urn:schemas-microsoft-com:vml" Requires="v">
                <p:oleObj spid="_x0000_s137489" name="Equation" r:id="rId11" imgW="1155700" imgH="203200" progId="Equation.DSMT4">
                  <p:embed/>
                </p:oleObj>
              </mc:Choice>
              <mc:Fallback>
                <p:oleObj name="Equation" r:id="rId11" imgW="1155700" imgH="20320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07704" y="4149080"/>
                        <a:ext cx="4559300" cy="798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21"/>
          <p:cNvSpPr>
            <a:spLocks noChangeArrowheads="1"/>
          </p:cNvSpPr>
          <p:nvPr/>
        </p:nvSpPr>
        <p:spPr bwMode="auto">
          <a:xfrm>
            <a:off x="4355976" y="2060848"/>
            <a:ext cx="587375" cy="579437"/>
          </a:xfrm>
          <a:prstGeom prst="rect">
            <a:avLst/>
          </a:prstGeom>
          <a:noFill/>
          <a:ln w="9525">
            <a:noFill/>
            <a:miter lim="800000"/>
          </a:ln>
        </p:spPr>
        <p:txBody>
          <a:bodyPr wrap="none" lIns="90000" tIns="46800" rIns="90000" bIns="46800" anchor="ctr">
            <a:spAutoFit/>
          </a:bodyPr>
          <a:lstStyle/>
          <a:p>
            <a:r>
              <a:rPr lang="zh-CN" altLang="en-US" sz="3200" b="1" dirty="0">
                <a:latin typeface="宋体" panose="02010600030101010101" pitchFamily="2" charset="-122"/>
                <a:cs typeface="Times New Roman" panose="02020603050405020304" pitchFamily="18" charset="0"/>
              </a:rPr>
              <a:t>有</a:t>
            </a:r>
            <a:endParaRPr lang="zh-CN" altLang="en-US" sz="3200" b="1" dirty="0">
              <a:latin typeface="宋体" panose="02010600030101010101" pitchFamily="2" charset="-122"/>
            </a:endParaRPr>
          </a:p>
        </p:txBody>
      </p:sp>
      <p:sp>
        <p:nvSpPr>
          <p:cNvPr id="11" name="Rectangle 28"/>
          <p:cNvSpPr>
            <a:spLocks noChangeArrowheads="1"/>
          </p:cNvSpPr>
          <p:nvPr/>
        </p:nvSpPr>
        <p:spPr bwMode="auto">
          <a:xfrm>
            <a:off x="5182941" y="3645024"/>
            <a:ext cx="1831248" cy="586957"/>
          </a:xfrm>
          <a:prstGeom prst="rect">
            <a:avLst/>
          </a:prstGeom>
          <a:noFill/>
          <a:ln w="9525">
            <a:noFill/>
            <a:miter lim="800000"/>
          </a:ln>
        </p:spPr>
        <p:txBody>
          <a:bodyPr wrap="none" lIns="90000" tIns="46800" rIns="90000" bIns="46800" anchor="ctr">
            <a:spAutoFit/>
          </a:bodyPr>
          <a:lstStyle/>
          <a:p>
            <a:r>
              <a:rPr lang="en-US" altLang="zh-CN" sz="3200" b="1" dirty="0">
                <a:latin typeface="宋体" panose="02010600030101010101" pitchFamily="2" charset="-122"/>
                <a:cs typeface="Times New Roman" panose="02020603050405020304" pitchFamily="18" charset="0"/>
              </a:rPr>
              <a:t>, </a:t>
            </a:r>
            <a:r>
              <a:rPr lang="zh-CN" altLang="en-US" sz="3200" b="1" dirty="0" smtClean="0">
                <a:latin typeface="宋体" panose="02010600030101010101" pitchFamily="2" charset="-122"/>
                <a:cs typeface="Times New Roman" panose="02020603050405020304" pitchFamily="18" charset="0"/>
              </a:rPr>
              <a:t>有</a:t>
            </a:r>
            <a:r>
              <a:rPr lang="zh-CN" altLang="en-US" sz="3200" b="1" dirty="0" smtClean="0">
                <a:solidFill>
                  <a:srgbClr val="FF0000"/>
                </a:solidFill>
                <a:latin typeface="宋体" panose="02010600030101010101" pitchFamily="2" charset="-122"/>
                <a:cs typeface="Times New Roman" panose="02020603050405020304" pitchFamily="18" charset="0"/>
              </a:rPr>
              <a:t>逆元</a:t>
            </a:r>
            <a:endParaRPr lang="zh-CN" altLang="en-US" sz="3200" b="1" dirty="0">
              <a:solidFill>
                <a:srgbClr val="FF0000"/>
              </a:solidFill>
              <a:latin typeface="宋体" panose="02010600030101010101" pitchFamily="2" charset="-122"/>
            </a:endParaRPr>
          </a:p>
        </p:txBody>
      </p:sp>
      <p:sp>
        <p:nvSpPr>
          <p:cNvPr id="12" name="Rectangle 29"/>
          <p:cNvSpPr>
            <a:spLocks noChangeArrowheads="1"/>
          </p:cNvSpPr>
          <p:nvPr/>
        </p:nvSpPr>
        <p:spPr bwMode="auto">
          <a:xfrm>
            <a:off x="827584" y="4296405"/>
            <a:ext cx="1005701" cy="586957"/>
          </a:xfrm>
          <a:prstGeom prst="rect">
            <a:avLst/>
          </a:prstGeom>
          <a:noFill/>
          <a:ln w="9525">
            <a:noFill/>
            <a:miter lim="800000"/>
          </a:ln>
        </p:spPr>
        <p:txBody>
          <a:bodyPr wrap="none" lIns="90000" tIns="46800" rIns="90000" bIns="46800" anchor="ctr">
            <a:spAutoFit/>
          </a:bodyPr>
          <a:lstStyle/>
          <a:p>
            <a:r>
              <a:rPr lang="zh-CN" altLang="en-US" sz="3200" b="1" dirty="0" smtClean="0">
                <a:latin typeface="宋体" panose="02010600030101010101" pitchFamily="2" charset="-122"/>
                <a:cs typeface="Times New Roman" panose="02020603050405020304" pitchFamily="18" charset="0"/>
              </a:rPr>
              <a:t>使得</a:t>
            </a:r>
            <a:endParaRPr lang="zh-CN" altLang="en-US" sz="3200" b="1" dirty="0">
              <a:latin typeface="宋体" panose="02010600030101010101" pitchFamily="2" charset="-122"/>
            </a:endParaRPr>
          </a:p>
        </p:txBody>
      </p:sp>
      <p:grpSp>
        <p:nvGrpSpPr>
          <p:cNvPr id="13" name="Group 40"/>
          <p:cNvGrpSpPr/>
          <p:nvPr/>
        </p:nvGrpSpPr>
        <p:grpSpPr bwMode="auto">
          <a:xfrm>
            <a:off x="500034" y="5218307"/>
            <a:ext cx="4576763" cy="579437"/>
            <a:chOff x="567" y="3203"/>
            <a:chExt cx="2883" cy="365"/>
          </a:xfrm>
        </p:grpSpPr>
        <p:graphicFrame>
          <p:nvGraphicFramePr>
            <p:cNvPr id="14" name="Object 4"/>
            <p:cNvGraphicFramePr>
              <a:graphicFrameLocks noChangeAspect="1"/>
            </p:cNvGraphicFramePr>
            <p:nvPr/>
          </p:nvGraphicFramePr>
          <p:xfrm>
            <a:off x="3223" y="3294"/>
            <a:ext cx="227" cy="227"/>
          </p:xfrm>
          <a:graphic>
            <a:graphicData uri="http://schemas.openxmlformats.org/presentationml/2006/ole">
              <mc:AlternateContent xmlns:mc="http://schemas.openxmlformats.org/markup-compatibility/2006">
                <mc:Choice xmlns:v="urn:schemas-microsoft-com:vml" Requires="v">
                  <p:oleObj spid="_x0000_s137490" name="Equation" r:id="rId13" imgW="101600" imgH="101600" progId="Equation.DSMT4">
                    <p:embed/>
                  </p:oleObj>
                </mc:Choice>
                <mc:Fallback>
                  <p:oleObj name="Equation" r:id="rId13" imgW="101600" imgH="101600" progId="Equation.DSMT4">
                    <p:embed/>
                    <p:pic>
                      <p:nvPicPr>
                        <p:cNvPr id="0" name="Object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23" y="3294"/>
                          <a:ext cx="227" cy="2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5" name="Group 39"/>
            <p:cNvGrpSpPr/>
            <p:nvPr/>
          </p:nvGrpSpPr>
          <p:grpSpPr bwMode="auto">
            <a:xfrm>
              <a:off x="567" y="3203"/>
              <a:ext cx="2822" cy="365"/>
              <a:chOff x="567" y="3203"/>
              <a:chExt cx="2822" cy="365"/>
            </a:xfrm>
          </p:grpSpPr>
          <p:graphicFrame>
            <p:nvGraphicFramePr>
              <p:cNvPr id="16" name="Object 5"/>
              <p:cNvGraphicFramePr>
                <a:graphicFrameLocks noChangeAspect="1"/>
              </p:cNvGraphicFramePr>
              <p:nvPr/>
            </p:nvGraphicFramePr>
            <p:xfrm>
              <a:off x="1338" y="3249"/>
              <a:ext cx="285" cy="318"/>
            </p:xfrm>
            <a:graphic>
              <a:graphicData uri="http://schemas.openxmlformats.org/presentationml/2006/ole">
                <mc:AlternateContent xmlns:mc="http://schemas.openxmlformats.org/markup-compatibility/2006">
                  <mc:Choice xmlns:v="urn:schemas-microsoft-com:vml" Requires="v">
                    <p:oleObj spid="_x0000_s137491" name="Equation" r:id="rId15" imgW="139700" imgH="152400" progId="Equation.DSMT4">
                      <p:embed/>
                    </p:oleObj>
                  </mc:Choice>
                  <mc:Fallback>
                    <p:oleObj name="Equation" r:id="rId15" imgW="139700" imgH="152400" progId="Equation.DSMT4">
                      <p:embed/>
                      <p:pic>
                        <p:nvPicPr>
                          <p:cNvPr id="0" name="Object 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38" y="3249"/>
                            <a:ext cx="285" cy="3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30"/>
              <p:cNvSpPr>
                <a:spLocks noChangeArrowheads="1"/>
              </p:cNvSpPr>
              <p:nvPr/>
            </p:nvSpPr>
            <p:spPr bwMode="auto">
              <a:xfrm>
                <a:off x="567" y="3203"/>
                <a:ext cx="816" cy="365"/>
              </a:xfrm>
              <a:prstGeom prst="rect">
                <a:avLst/>
              </a:prstGeom>
              <a:noFill/>
              <a:ln w="9525">
                <a:noFill/>
                <a:miter lim="800000"/>
              </a:ln>
            </p:spPr>
            <p:txBody>
              <a:bodyPr lIns="90000" tIns="46800" rIns="90000" bIns="46800" anchor="ctr">
                <a:spAutoFit/>
              </a:bodyPr>
              <a:lstStyle/>
              <a:p>
                <a:pPr indent="266700"/>
                <a:r>
                  <a:rPr lang="zh-CN" altLang="en-US" sz="3200" b="1" dirty="0">
                    <a:latin typeface="宋体" panose="02010600030101010101" pitchFamily="2" charset="-122"/>
                    <a:cs typeface="Times New Roman" panose="02020603050405020304" pitchFamily="18" charset="0"/>
                  </a:rPr>
                  <a:t>则称</a:t>
                </a:r>
                <a:endParaRPr lang="zh-CN" altLang="en-US" sz="3200" b="1" dirty="0">
                  <a:latin typeface="宋体" panose="02010600030101010101" pitchFamily="2" charset="-122"/>
                </a:endParaRPr>
              </a:p>
            </p:txBody>
          </p:sp>
          <p:sp>
            <p:nvSpPr>
              <p:cNvPr id="18" name="Rectangle 31"/>
              <p:cNvSpPr>
                <a:spLocks noChangeArrowheads="1"/>
              </p:cNvSpPr>
              <p:nvPr/>
            </p:nvSpPr>
            <p:spPr bwMode="auto">
              <a:xfrm>
                <a:off x="1565" y="3203"/>
                <a:ext cx="1824" cy="365"/>
              </a:xfrm>
              <a:prstGeom prst="rect">
                <a:avLst/>
              </a:prstGeom>
              <a:noFill/>
              <a:ln w="9525">
                <a:noFill/>
                <a:miter lim="800000"/>
              </a:ln>
            </p:spPr>
            <p:txBody>
              <a:bodyPr wrap="none" lIns="90000" tIns="46800" rIns="90000" bIns="46800" anchor="ctr">
                <a:spAutoFit/>
              </a:bodyPr>
              <a:lstStyle/>
              <a:p>
                <a:r>
                  <a:rPr lang="zh-CN" altLang="en-US" sz="3200" b="1" dirty="0">
                    <a:latin typeface="宋体" panose="02010600030101010101" pitchFamily="2" charset="-122"/>
                    <a:cs typeface="Times New Roman" panose="02020603050405020304" pitchFamily="18" charset="0"/>
                  </a:rPr>
                  <a:t>关于代数运算</a:t>
                </a:r>
                <a:endParaRPr lang="zh-CN" altLang="en-US" sz="3200" b="1" dirty="0">
                  <a:latin typeface="宋体" panose="02010600030101010101" pitchFamily="2" charset="-122"/>
                </a:endParaRPr>
              </a:p>
            </p:txBody>
          </p:sp>
        </p:grpSp>
      </p:grpSp>
      <p:sp>
        <p:nvSpPr>
          <p:cNvPr id="19" name="Rectangle 32"/>
          <p:cNvSpPr>
            <a:spLocks noChangeArrowheads="1"/>
          </p:cNvSpPr>
          <p:nvPr/>
        </p:nvSpPr>
        <p:spPr bwMode="auto">
          <a:xfrm>
            <a:off x="5148064" y="5218307"/>
            <a:ext cx="2448404" cy="586957"/>
          </a:xfrm>
          <a:prstGeom prst="rect">
            <a:avLst/>
          </a:prstGeom>
          <a:noFill/>
          <a:ln w="9525">
            <a:noFill/>
            <a:miter lim="800000"/>
          </a:ln>
        </p:spPr>
        <p:txBody>
          <a:bodyPr wrap="none" lIns="90000" tIns="46800" rIns="90000" bIns="46800" anchor="ctr">
            <a:spAutoFit/>
          </a:bodyPr>
          <a:lstStyle/>
          <a:p>
            <a:r>
              <a:rPr lang="zh-CN" altLang="en-US" sz="3200" b="1" dirty="0" smtClean="0">
                <a:latin typeface="宋体" panose="02010600030101010101" pitchFamily="2" charset="-122"/>
                <a:cs typeface="Times New Roman" panose="02020603050405020304" pitchFamily="18" charset="0"/>
              </a:rPr>
              <a:t>构成</a:t>
            </a:r>
            <a:r>
              <a:rPr lang="zh-CN" altLang="en-US" sz="3200" b="1" dirty="0">
                <a:latin typeface="宋体" panose="02010600030101010101" pitchFamily="2" charset="-122"/>
                <a:cs typeface="Times New Roman" panose="02020603050405020304" pitchFamily="18" charset="0"/>
              </a:rPr>
              <a:t>一个</a:t>
            </a:r>
            <a:r>
              <a:rPr lang="zh-CN" altLang="en-US" sz="3200" b="1" dirty="0">
                <a:solidFill>
                  <a:srgbClr val="FF0000"/>
                </a:solidFill>
                <a:latin typeface="宋体" panose="02010600030101010101" pitchFamily="2" charset="-122"/>
                <a:cs typeface="Times New Roman" panose="02020603050405020304" pitchFamily="18" charset="0"/>
              </a:rPr>
              <a:t>群</a:t>
            </a:r>
            <a:r>
              <a:rPr lang="en-US" altLang="zh-CN" sz="3200" b="1" dirty="0">
                <a:solidFill>
                  <a:srgbClr val="000000"/>
                </a:solidFill>
                <a:latin typeface="宋体" panose="02010600030101010101" pitchFamily="2" charset="-122"/>
                <a:cs typeface="Times New Roman" panose="02020603050405020304" pitchFamily="18" charset="0"/>
              </a:rPr>
              <a:t>.</a:t>
            </a:r>
            <a:endParaRPr lang="en-US" altLang="zh-CN" sz="3200" b="1" dirty="0">
              <a:latin typeface="宋体" panose="02010600030101010101" pitchFamily="2" charset="-122"/>
            </a:endParaRPr>
          </a:p>
        </p:txBody>
      </p:sp>
      <p:sp>
        <p:nvSpPr>
          <p:cNvPr id="20" name="Rectangle 33"/>
          <p:cNvSpPr>
            <a:spLocks noChangeArrowheads="1"/>
          </p:cNvSpPr>
          <p:nvPr/>
        </p:nvSpPr>
        <p:spPr bwMode="auto">
          <a:xfrm>
            <a:off x="35496" y="2060848"/>
            <a:ext cx="2286000" cy="579437"/>
          </a:xfrm>
          <a:prstGeom prst="rect">
            <a:avLst/>
          </a:prstGeom>
          <a:noFill/>
          <a:ln w="9525">
            <a:noFill/>
            <a:miter lim="800000"/>
          </a:ln>
        </p:spPr>
        <p:txBody>
          <a:bodyPr wrap="none" lIns="90000" tIns="46800" rIns="90000" bIns="46800">
            <a:spAutoFit/>
          </a:bodyPr>
          <a:lstStyle/>
          <a:p>
            <a:r>
              <a:rPr lang="en-US" altLang="zh-CN" sz="3200" b="1" dirty="0"/>
              <a:t> Ⅰ. </a:t>
            </a:r>
            <a:r>
              <a:rPr lang="zh-CN" altLang="en-US" sz="3200" b="1" dirty="0">
                <a:solidFill>
                  <a:srgbClr val="FF0000"/>
                </a:solidFill>
              </a:rPr>
              <a:t>结合律</a:t>
            </a:r>
            <a:r>
              <a:rPr lang="en-US" altLang="zh-CN" sz="3200" b="1" dirty="0"/>
              <a:t>:</a:t>
            </a:r>
            <a:endParaRPr lang="en-US" altLang="zh-CN" sz="3200" b="1" dirty="0"/>
          </a:p>
        </p:txBody>
      </p:sp>
      <p:sp>
        <p:nvSpPr>
          <p:cNvPr id="21" name="Rectangle 34"/>
          <p:cNvSpPr>
            <a:spLocks noChangeArrowheads="1"/>
          </p:cNvSpPr>
          <p:nvPr/>
        </p:nvSpPr>
        <p:spPr bwMode="auto">
          <a:xfrm>
            <a:off x="323850" y="1514163"/>
            <a:ext cx="2017713" cy="579437"/>
          </a:xfrm>
          <a:prstGeom prst="rect">
            <a:avLst/>
          </a:prstGeom>
          <a:noFill/>
          <a:ln w="9525">
            <a:noFill/>
            <a:miter lim="800000"/>
          </a:ln>
        </p:spPr>
        <p:txBody>
          <a:bodyPr wrap="none" lIns="90000" tIns="46800" rIns="90000" bIns="46800" anchor="ctr">
            <a:spAutoFit/>
          </a:bodyPr>
          <a:lstStyle/>
          <a:p>
            <a:r>
              <a:rPr lang="zh-CN" altLang="en-US" sz="3200" b="1" dirty="0">
                <a:latin typeface="宋体" panose="02010600030101010101" pitchFamily="2" charset="-122"/>
                <a:cs typeface="Times New Roman" panose="02020603050405020304" pitchFamily="18" charset="0"/>
              </a:rPr>
              <a:t>并且满足</a:t>
            </a:r>
            <a:r>
              <a:rPr lang="en-US" altLang="zh-CN" sz="3200" b="1" dirty="0">
                <a:latin typeface="宋体" panose="02010600030101010101" pitchFamily="2" charset="-122"/>
                <a:cs typeface="Times New Roman" panose="02020603050405020304" pitchFamily="18" charset="0"/>
              </a:rPr>
              <a:t>:</a:t>
            </a:r>
            <a:endParaRPr lang="en-US" altLang="zh-CN" sz="3200" b="1" dirty="0">
              <a:latin typeface="宋体" panose="02010600030101010101" pitchFamily="2" charset="-122"/>
            </a:endParaRPr>
          </a:p>
        </p:txBody>
      </p:sp>
      <p:grpSp>
        <p:nvGrpSpPr>
          <p:cNvPr id="22" name="Group 44"/>
          <p:cNvGrpSpPr/>
          <p:nvPr/>
        </p:nvGrpSpPr>
        <p:grpSpPr bwMode="auto">
          <a:xfrm>
            <a:off x="183903" y="3645024"/>
            <a:ext cx="5187950" cy="649287"/>
            <a:chOff x="638" y="2341"/>
            <a:chExt cx="3268" cy="409"/>
          </a:xfrm>
        </p:grpSpPr>
        <p:graphicFrame>
          <p:nvGraphicFramePr>
            <p:cNvPr id="23" name="Object 8"/>
            <p:cNvGraphicFramePr>
              <a:graphicFrameLocks noChangeAspect="1"/>
            </p:cNvGraphicFramePr>
            <p:nvPr/>
          </p:nvGraphicFramePr>
          <p:xfrm>
            <a:off x="3560" y="2387"/>
            <a:ext cx="346" cy="363"/>
          </p:xfrm>
          <a:graphic>
            <a:graphicData uri="http://schemas.openxmlformats.org/presentationml/2006/ole">
              <mc:AlternateContent xmlns:mc="http://schemas.openxmlformats.org/markup-compatibility/2006">
                <mc:Choice xmlns:v="urn:schemas-microsoft-com:vml" Requires="v">
                  <p:oleObj spid="_x0000_s137492" name="Equation" r:id="rId17" imgW="127000" imgH="139700" progId="Equation.DSMT4">
                    <p:embed/>
                  </p:oleObj>
                </mc:Choice>
                <mc:Fallback>
                  <p:oleObj name="Equation" r:id="rId17" imgW="127000" imgH="139700" progId="Equation.DSMT4">
                    <p:embed/>
                    <p:pic>
                      <p:nvPicPr>
                        <p:cNvPr id="0" name="Object 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60" y="2387"/>
                          <a:ext cx="346" cy="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Rectangle 26"/>
            <p:cNvSpPr>
              <a:spLocks noChangeArrowheads="1"/>
            </p:cNvSpPr>
            <p:nvPr/>
          </p:nvSpPr>
          <p:spPr bwMode="auto">
            <a:xfrm>
              <a:off x="638" y="2341"/>
              <a:ext cx="886" cy="365"/>
            </a:xfrm>
            <a:prstGeom prst="rect">
              <a:avLst/>
            </a:prstGeom>
            <a:noFill/>
            <a:ln w="9525">
              <a:noFill/>
              <a:miter lim="800000"/>
            </a:ln>
          </p:spPr>
          <p:txBody>
            <a:bodyPr wrap="none" lIns="90000" tIns="46800" rIns="90000" bIns="46800" anchor="ctr">
              <a:spAutoFit/>
            </a:bodyPr>
            <a:lstStyle/>
            <a:p>
              <a:r>
                <a:rPr lang="en-US" altLang="zh-CN" sz="3200" b="1" dirty="0">
                  <a:latin typeface="宋体" panose="02010600030101010101" pitchFamily="2" charset="-122"/>
                  <a:cs typeface="Times New Roman" panose="02020603050405020304" pitchFamily="18" charset="0"/>
                </a:rPr>
                <a:t>Ⅲ. </a:t>
              </a:r>
              <a:r>
                <a:rPr lang="zh-CN" altLang="en-US" sz="3200" b="1" dirty="0">
                  <a:latin typeface="宋体" panose="02010600030101010101" pitchFamily="2" charset="-122"/>
                  <a:cs typeface="Times New Roman" panose="02020603050405020304" pitchFamily="18" charset="0"/>
                </a:rPr>
                <a:t>对</a:t>
              </a:r>
              <a:endParaRPr lang="zh-CN" altLang="en-US" sz="3200" b="1" dirty="0">
                <a:latin typeface="宋体" panose="02010600030101010101" pitchFamily="2" charset="-122"/>
              </a:endParaRPr>
            </a:p>
          </p:txBody>
        </p:sp>
        <p:sp>
          <p:nvSpPr>
            <p:cNvPr id="25" name="Rectangle 27"/>
            <p:cNvSpPr>
              <a:spLocks noChangeArrowheads="1"/>
            </p:cNvSpPr>
            <p:nvPr/>
          </p:nvSpPr>
          <p:spPr bwMode="auto">
            <a:xfrm>
              <a:off x="1791" y="2341"/>
              <a:ext cx="1656" cy="365"/>
            </a:xfrm>
            <a:prstGeom prst="rect">
              <a:avLst/>
            </a:prstGeom>
            <a:noFill/>
            <a:ln w="9525">
              <a:noFill/>
              <a:miter lim="800000"/>
            </a:ln>
          </p:spPr>
          <p:txBody>
            <a:bodyPr wrap="none" lIns="90000" tIns="46800" rIns="90000" bIns="46800" anchor="ctr">
              <a:spAutoFit/>
            </a:bodyPr>
            <a:lstStyle/>
            <a:p>
              <a:r>
                <a:rPr lang="zh-CN" altLang="en-US" sz="3200" b="1" dirty="0">
                  <a:latin typeface="宋体" panose="02010600030101010101" pitchFamily="2" charset="-122"/>
                  <a:cs typeface="Times New Roman" panose="02020603050405020304" pitchFamily="18" charset="0"/>
                </a:rPr>
                <a:t>中每一个元素</a:t>
              </a:r>
              <a:endParaRPr lang="zh-CN" altLang="en-US" sz="3200" b="1" dirty="0">
                <a:latin typeface="宋体" panose="02010600030101010101" pitchFamily="2" charset="-122"/>
              </a:endParaRPr>
            </a:p>
          </p:txBody>
        </p:sp>
        <p:graphicFrame>
          <p:nvGraphicFramePr>
            <p:cNvPr id="26" name="Object 35"/>
            <p:cNvGraphicFramePr>
              <a:graphicFrameLocks noChangeAspect="1"/>
            </p:cNvGraphicFramePr>
            <p:nvPr/>
          </p:nvGraphicFramePr>
          <p:xfrm>
            <a:off x="1519" y="2387"/>
            <a:ext cx="285" cy="318"/>
          </p:xfrm>
          <a:graphic>
            <a:graphicData uri="http://schemas.openxmlformats.org/presentationml/2006/ole">
              <mc:AlternateContent xmlns:mc="http://schemas.openxmlformats.org/markup-compatibility/2006">
                <mc:Choice xmlns:v="urn:schemas-microsoft-com:vml" Requires="v">
                  <p:oleObj spid="_x0000_s137493" name="Equation" r:id="rId19" imgW="139700" imgH="152400" progId="Equation.DSMT4">
                    <p:embed/>
                  </p:oleObj>
                </mc:Choice>
                <mc:Fallback>
                  <p:oleObj name="Equation" r:id="rId19" imgW="139700" imgH="152400" progId="Equation.DSMT4">
                    <p:embed/>
                    <p:pic>
                      <p:nvPicPr>
                        <p:cNvPr id="0" name="Object 3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19" y="2387"/>
                          <a:ext cx="285" cy="3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7" name="Rectangle 41"/>
          <p:cNvSpPr>
            <a:spLocks noChangeArrowheads="1"/>
          </p:cNvSpPr>
          <p:nvPr/>
        </p:nvSpPr>
        <p:spPr bwMode="auto">
          <a:xfrm>
            <a:off x="0" y="980728"/>
            <a:ext cx="1916207" cy="586957"/>
          </a:xfrm>
          <a:prstGeom prst="rect">
            <a:avLst/>
          </a:prstGeom>
          <a:noFill/>
          <a:ln w="9525">
            <a:noFill/>
            <a:miter lim="800000"/>
          </a:ln>
          <a:effectLst/>
        </p:spPr>
        <p:txBody>
          <a:bodyPr wrap="none" lIns="90000" tIns="46800" rIns="90000" bIns="46800">
            <a:spAutoFit/>
          </a:bodyPr>
          <a:lstStyle/>
          <a:p>
            <a:pPr>
              <a:defRPr/>
            </a:pPr>
            <a:r>
              <a:rPr lang="zh-CN" altLang="en-US" sz="3200" b="1" dirty="0" smtClean="0">
                <a:solidFill>
                  <a:srgbClr val="0000FF"/>
                </a:solidFill>
                <a:effectLst>
                  <a:outerShdw blurRad="38100" dist="38100" dir="2700000" algn="tl">
                    <a:srgbClr val="C0C0C0"/>
                  </a:outerShdw>
                </a:effectLst>
                <a:latin typeface="Arial" panose="020B0604020202020204" pitchFamily="34" charset="0"/>
              </a:rPr>
              <a:t>定义</a:t>
            </a:r>
            <a:r>
              <a:rPr lang="en-US" altLang="zh-CN" sz="3200" b="1" dirty="0" smtClean="0">
                <a:solidFill>
                  <a:srgbClr val="0000FF"/>
                </a:solidFill>
                <a:effectLst>
                  <a:outerShdw blurRad="38100" dist="38100" dir="2700000" algn="tl">
                    <a:srgbClr val="C0C0C0"/>
                  </a:outerShdw>
                </a:effectLst>
                <a:latin typeface="Arial" panose="020B0604020202020204" pitchFamily="34" charset="0"/>
              </a:rPr>
              <a:t>4.2.1</a:t>
            </a:r>
            <a:endParaRPr lang="en-US" altLang="zh-CN" sz="3200" b="1" dirty="0">
              <a:solidFill>
                <a:srgbClr val="0000FF"/>
              </a:solidFill>
              <a:effectLst>
                <a:outerShdw blurRad="38100" dist="38100" dir="2700000" algn="tl">
                  <a:srgbClr val="C0C0C0"/>
                </a:outerShdw>
              </a:effectLst>
              <a:latin typeface="Arial" panose="020B0604020202020204" pitchFamily="34" charset="0"/>
            </a:endParaRPr>
          </a:p>
        </p:txBody>
      </p:sp>
      <p:grpSp>
        <p:nvGrpSpPr>
          <p:cNvPr id="29" name="Group 42"/>
          <p:cNvGrpSpPr/>
          <p:nvPr/>
        </p:nvGrpSpPr>
        <p:grpSpPr bwMode="auto">
          <a:xfrm>
            <a:off x="1687546" y="980728"/>
            <a:ext cx="7742238" cy="579438"/>
            <a:chOff x="858" y="436"/>
            <a:chExt cx="4877" cy="365"/>
          </a:xfrm>
        </p:grpSpPr>
        <p:graphicFrame>
          <p:nvGraphicFramePr>
            <p:cNvPr id="30" name="Object 16"/>
            <p:cNvGraphicFramePr>
              <a:graphicFrameLocks noChangeAspect="1"/>
            </p:cNvGraphicFramePr>
            <p:nvPr/>
          </p:nvGraphicFramePr>
          <p:xfrm>
            <a:off x="3852" y="527"/>
            <a:ext cx="181" cy="181"/>
          </p:xfrm>
          <a:graphic>
            <a:graphicData uri="http://schemas.openxmlformats.org/presentationml/2006/ole">
              <mc:AlternateContent xmlns:mc="http://schemas.openxmlformats.org/markup-compatibility/2006">
                <mc:Choice xmlns:v="urn:schemas-microsoft-com:vml" Requires="v">
                  <p:oleObj spid="_x0000_s137494" name="Equation" r:id="rId20" imgW="101600" imgH="101600" progId="Equation.DSMT4">
                    <p:embed/>
                  </p:oleObj>
                </mc:Choice>
                <mc:Fallback>
                  <p:oleObj name="Equation" r:id="rId20" imgW="101600" imgH="101600" progId="Equation.DSMT4">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52" y="527"/>
                          <a:ext cx="181" cy="1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Rectangle 18"/>
            <p:cNvSpPr>
              <a:spLocks noChangeArrowheads="1"/>
            </p:cNvSpPr>
            <p:nvPr/>
          </p:nvSpPr>
          <p:spPr bwMode="auto">
            <a:xfrm>
              <a:off x="858" y="436"/>
              <a:ext cx="370" cy="365"/>
            </a:xfrm>
            <a:prstGeom prst="rect">
              <a:avLst/>
            </a:prstGeom>
            <a:noFill/>
            <a:ln w="9525">
              <a:noFill/>
              <a:miter lim="800000"/>
            </a:ln>
          </p:spPr>
          <p:txBody>
            <a:bodyPr wrap="none" lIns="90000" tIns="46800" rIns="90000" bIns="46800" anchor="ctr">
              <a:spAutoFit/>
            </a:bodyPr>
            <a:lstStyle/>
            <a:p>
              <a:r>
                <a:rPr lang="zh-CN" altLang="en-US" sz="3200" b="1" dirty="0">
                  <a:latin typeface="宋体" panose="02010600030101010101" pitchFamily="2" charset="-122"/>
                  <a:cs typeface="Times New Roman" panose="02020603050405020304" pitchFamily="18" charset="0"/>
                </a:rPr>
                <a:t>设</a:t>
              </a:r>
              <a:endParaRPr lang="zh-CN" altLang="en-US" sz="3200" b="1" dirty="0">
                <a:latin typeface="宋体" panose="02010600030101010101" pitchFamily="2" charset="-122"/>
              </a:endParaRPr>
            </a:p>
          </p:txBody>
        </p:sp>
        <p:sp>
          <p:nvSpPr>
            <p:cNvPr id="32" name="Rectangle 19"/>
            <p:cNvSpPr>
              <a:spLocks noChangeArrowheads="1"/>
            </p:cNvSpPr>
            <p:nvPr/>
          </p:nvSpPr>
          <p:spPr bwMode="auto">
            <a:xfrm>
              <a:off x="1448" y="436"/>
              <a:ext cx="2427" cy="365"/>
            </a:xfrm>
            <a:prstGeom prst="rect">
              <a:avLst/>
            </a:prstGeom>
            <a:noFill/>
            <a:ln w="9525">
              <a:noFill/>
              <a:miter lim="800000"/>
            </a:ln>
          </p:spPr>
          <p:txBody>
            <a:bodyPr wrap="none" lIns="90000" tIns="46800" rIns="90000" bIns="46800" anchor="ctr">
              <a:spAutoFit/>
            </a:bodyPr>
            <a:lstStyle/>
            <a:p>
              <a:r>
                <a:rPr lang="zh-CN" altLang="en-US" sz="3200" b="1" dirty="0">
                  <a:latin typeface="宋体" panose="02010600030101010101" pitchFamily="2" charset="-122"/>
                  <a:cs typeface="Times New Roman" panose="02020603050405020304" pitchFamily="18" charset="0"/>
                </a:rPr>
                <a:t>是一个具有</a:t>
              </a:r>
              <a:r>
                <a:rPr lang="zh-CN" altLang="en-US" sz="3200" b="1" dirty="0">
                  <a:solidFill>
                    <a:srgbClr val="FF0000"/>
                  </a:solidFill>
                  <a:latin typeface="宋体" panose="02010600030101010101" pitchFamily="2" charset="-122"/>
                  <a:cs typeface="Times New Roman" panose="02020603050405020304" pitchFamily="18" charset="0"/>
                </a:rPr>
                <a:t>代数运算</a:t>
              </a:r>
              <a:endParaRPr lang="zh-CN" altLang="en-US" sz="3200" b="1" dirty="0">
                <a:solidFill>
                  <a:srgbClr val="FF0000"/>
                </a:solidFill>
                <a:latin typeface="宋体" panose="02010600030101010101" pitchFamily="2" charset="-122"/>
              </a:endParaRPr>
            </a:p>
          </p:txBody>
        </p:sp>
        <p:sp>
          <p:nvSpPr>
            <p:cNvPr id="33" name="Rectangle 20"/>
            <p:cNvSpPr>
              <a:spLocks noChangeArrowheads="1"/>
            </p:cNvSpPr>
            <p:nvPr/>
          </p:nvSpPr>
          <p:spPr bwMode="auto">
            <a:xfrm>
              <a:off x="4079" y="436"/>
              <a:ext cx="1656" cy="365"/>
            </a:xfrm>
            <a:prstGeom prst="rect">
              <a:avLst/>
            </a:prstGeom>
            <a:noFill/>
            <a:ln w="9525">
              <a:noFill/>
              <a:miter lim="800000"/>
            </a:ln>
          </p:spPr>
          <p:txBody>
            <a:bodyPr wrap="none" lIns="90000" tIns="46800" rIns="90000" bIns="46800" anchor="ctr">
              <a:spAutoFit/>
            </a:bodyPr>
            <a:lstStyle/>
            <a:p>
              <a:r>
                <a:rPr lang="zh-CN" altLang="en-US" sz="3200" b="1" dirty="0">
                  <a:latin typeface="宋体" panose="02010600030101010101" pitchFamily="2" charset="-122"/>
                  <a:cs typeface="Times New Roman" panose="02020603050405020304" pitchFamily="18" charset="0"/>
                </a:rPr>
                <a:t>的</a:t>
              </a:r>
              <a:r>
                <a:rPr lang="zh-CN" altLang="en-US" sz="3200" b="1" dirty="0">
                  <a:solidFill>
                    <a:srgbClr val="FF0000"/>
                  </a:solidFill>
                  <a:latin typeface="宋体" panose="02010600030101010101" pitchFamily="2" charset="-122"/>
                  <a:cs typeface="Times New Roman" panose="02020603050405020304" pitchFamily="18" charset="0"/>
                </a:rPr>
                <a:t>非空集合</a:t>
              </a:r>
              <a:r>
                <a:rPr lang="zh-CN" altLang="en-US" sz="3200" b="1" dirty="0">
                  <a:latin typeface="宋体" panose="02010600030101010101" pitchFamily="2" charset="-122"/>
                  <a:cs typeface="Times New Roman" panose="02020603050405020304" pitchFamily="18" charset="0"/>
                </a:rPr>
                <a:t>，</a:t>
              </a:r>
              <a:endParaRPr lang="zh-CN" altLang="en-US" sz="3200" b="1" dirty="0">
                <a:latin typeface="宋体" panose="02010600030101010101" pitchFamily="2" charset="-122"/>
              </a:endParaRPr>
            </a:p>
          </p:txBody>
        </p:sp>
        <p:graphicFrame>
          <p:nvGraphicFramePr>
            <p:cNvPr id="34" name="Object 36"/>
            <p:cNvGraphicFramePr>
              <a:graphicFrameLocks noChangeAspect="1"/>
            </p:cNvGraphicFramePr>
            <p:nvPr/>
          </p:nvGraphicFramePr>
          <p:xfrm>
            <a:off x="1176" y="482"/>
            <a:ext cx="285" cy="318"/>
          </p:xfrm>
          <a:graphic>
            <a:graphicData uri="http://schemas.openxmlformats.org/presentationml/2006/ole">
              <mc:AlternateContent xmlns:mc="http://schemas.openxmlformats.org/markup-compatibility/2006">
                <mc:Choice xmlns:v="urn:schemas-microsoft-com:vml" Requires="v">
                  <p:oleObj spid="_x0000_s137495" name="Equation" r:id="rId21" imgW="139700" imgH="152400" progId="Equation.DSMT4">
                    <p:embed/>
                  </p:oleObj>
                </mc:Choice>
                <mc:Fallback>
                  <p:oleObj name="Equation" r:id="rId21" imgW="139700" imgH="152400" progId="Equation.DSMT4">
                    <p:embed/>
                    <p:pic>
                      <p:nvPicPr>
                        <p:cNvPr id="0" name="Object 3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76" y="482"/>
                          <a:ext cx="285" cy="3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5" name="Group 45"/>
          <p:cNvGrpSpPr/>
          <p:nvPr/>
        </p:nvGrpSpPr>
        <p:grpSpPr bwMode="auto">
          <a:xfrm>
            <a:off x="179586" y="2772346"/>
            <a:ext cx="4438650" cy="725488"/>
            <a:chOff x="559" y="1931"/>
            <a:chExt cx="2796" cy="457"/>
          </a:xfrm>
        </p:grpSpPr>
        <p:grpSp>
          <p:nvGrpSpPr>
            <p:cNvPr id="36" name="Group 43"/>
            <p:cNvGrpSpPr/>
            <p:nvPr/>
          </p:nvGrpSpPr>
          <p:grpSpPr bwMode="auto">
            <a:xfrm>
              <a:off x="559" y="1931"/>
              <a:ext cx="2460" cy="455"/>
              <a:chOff x="559" y="1931"/>
              <a:chExt cx="2460" cy="455"/>
            </a:xfrm>
          </p:grpSpPr>
          <p:graphicFrame>
            <p:nvGraphicFramePr>
              <p:cNvPr id="38" name="Object 12"/>
              <p:cNvGraphicFramePr>
                <a:graphicFrameLocks noChangeAspect="1"/>
              </p:cNvGraphicFramePr>
              <p:nvPr/>
            </p:nvGraphicFramePr>
            <p:xfrm>
              <a:off x="2715" y="2023"/>
              <a:ext cx="304" cy="363"/>
            </p:xfrm>
            <a:graphic>
              <a:graphicData uri="http://schemas.openxmlformats.org/presentationml/2006/ole">
                <mc:AlternateContent xmlns:mc="http://schemas.openxmlformats.org/markup-compatibility/2006">
                  <mc:Choice xmlns:v="urn:schemas-microsoft-com:vml" Requires="v">
                    <p:oleObj spid="_x0000_s137496" name="Equation" r:id="rId22" imgW="114300" imgH="139700" progId="Equation.DSMT4">
                      <p:embed/>
                    </p:oleObj>
                  </mc:Choice>
                  <mc:Fallback>
                    <p:oleObj name="Equation" r:id="rId22" imgW="114300" imgH="139700" progId="Equation.DSMT4">
                      <p:embed/>
                      <p:pic>
                        <p:nvPicPr>
                          <p:cNvPr id="0" name="Object 1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15" y="2023"/>
                            <a:ext cx="304" cy="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 name="Object 9"/>
              <p:cNvGraphicFramePr>
                <a:graphicFrameLocks noChangeAspect="1"/>
              </p:cNvGraphicFramePr>
              <p:nvPr/>
            </p:nvGraphicFramePr>
            <p:xfrm>
              <a:off x="1050" y="2023"/>
              <a:ext cx="284" cy="318"/>
            </p:xfrm>
            <a:graphic>
              <a:graphicData uri="http://schemas.openxmlformats.org/presentationml/2006/ole">
                <mc:AlternateContent xmlns:mc="http://schemas.openxmlformats.org/markup-compatibility/2006">
                  <mc:Choice xmlns:v="urn:schemas-microsoft-com:vml" Requires="v">
                    <p:oleObj spid="_x0000_s137497" name="Equation" r:id="rId24" imgW="139700" imgH="152400" progId="Equation.DSMT4">
                      <p:embed/>
                    </p:oleObj>
                  </mc:Choice>
                  <mc:Fallback>
                    <p:oleObj name="Equation" r:id="rId24" imgW="139700" imgH="152400" progId="Equation.DSMT4">
                      <p:embed/>
                      <p:pic>
                        <p:nvPicPr>
                          <p:cNvPr id="0" name="Object 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050" y="2023"/>
                            <a:ext cx="284" cy="3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 name="Rectangle 22"/>
              <p:cNvSpPr>
                <a:spLocks noChangeArrowheads="1"/>
              </p:cNvSpPr>
              <p:nvPr/>
            </p:nvSpPr>
            <p:spPr bwMode="auto">
              <a:xfrm>
                <a:off x="559" y="1931"/>
                <a:ext cx="635" cy="370"/>
              </a:xfrm>
              <a:prstGeom prst="rect">
                <a:avLst/>
              </a:prstGeom>
              <a:noFill/>
              <a:ln w="9525">
                <a:noFill/>
                <a:miter lim="800000"/>
              </a:ln>
            </p:spPr>
            <p:txBody>
              <a:bodyPr wrap="none" lIns="90000" tIns="46800" rIns="90000" bIns="46800" anchor="ctr">
                <a:spAutoFit/>
              </a:bodyPr>
              <a:lstStyle/>
              <a:p>
                <a:r>
                  <a:rPr lang="en-US" altLang="zh-CN" sz="3200" b="1" dirty="0" smtClean="0">
                    <a:latin typeface="宋体" panose="02010600030101010101" pitchFamily="2" charset="-122"/>
                    <a:cs typeface="Times New Roman" panose="02020603050405020304" pitchFamily="18" charset="0"/>
                  </a:rPr>
                  <a:t>Ⅱ</a:t>
                </a:r>
                <a:r>
                  <a:rPr lang="en-US" altLang="zh-CN" sz="3200" b="1" dirty="0">
                    <a:latin typeface="宋体" panose="02010600030101010101" pitchFamily="2" charset="-122"/>
                    <a:cs typeface="Times New Roman" panose="02020603050405020304" pitchFamily="18" charset="0"/>
                  </a:rPr>
                  <a:t>. </a:t>
                </a:r>
                <a:endParaRPr lang="en-US" altLang="zh-CN" sz="3200" b="1" dirty="0">
                  <a:latin typeface="宋体" panose="02010600030101010101" pitchFamily="2" charset="-122"/>
                </a:endParaRPr>
              </a:p>
            </p:txBody>
          </p:sp>
          <p:sp>
            <p:nvSpPr>
              <p:cNvPr id="41" name="Rectangle 23"/>
              <p:cNvSpPr>
                <a:spLocks noChangeArrowheads="1"/>
              </p:cNvSpPr>
              <p:nvPr/>
            </p:nvSpPr>
            <p:spPr bwMode="auto">
              <a:xfrm>
                <a:off x="1320" y="1978"/>
                <a:ext cx="1412" cy="370"/>
              </a:xfrm>
              <a:prstGeom prst="rect">
                <a:avLst/>
              </a:prstGeom>
              <a:noFill/>
              <a:ln w="9525">
                <a:noFill/>
                <a:miter lim="800000"/>
              </a:ln>
            </p:spPr>
            <p:txBody>
              <a:bodyPr wrap="none" lIns="90000" tIns="46800" rIns="90000" bIns="46800" anchor="ctr">
                <a:spAutoFit/>
              </a:bodyPr>
              <a:lstStyle/>
              <a:p>
                <a:r>
                  <a:rPr lang="zh-CN" altLang="en-US" sz="3200" b="1" dirty="0">
                    <a:latin typeface="宋体" panose="02010600030101010101" pitchFamily="2" charset="-122"/>
                    <a:cs typeface="Times New Roman" panose="02020603050405020304" pitchFamily="18" charset="0"/>
                  </a:rPr>
                  <a:t>中</a:t>
                </a:r>
                <a:r>
                  <a:rPr lang="zh-CN" altLang="en-US" sz="3200" b="1" dirty="0" smtClean="0">
                    <a:latin typeface="宋体" panose="02010600030101010101" pitchFamily="2" charset="-122"/>
                    <a:cs typeface="Times New Roman" panose="02020603050405020304" pitchFamily="18" charset="0"/>
                  </a:rPr>
                  <a:t>有</a:t>
                </a:r>
                <a:r>
                  <a:rPr lang="zh-CN" altLang="en-US" sz="3200" b="1" dirty="0" smtClean="0">
                    <a:solidFill>
                      <a:srgbClr val="FF0000"/>
                    </a:solidFill>
                    <a:latin typeface="宋体" panose="02010600030101010101" pitchFamily="2" charset="-122"/>
                    <a:cs typeface="Times New Roman" panose="02020603050405020304" pitchFamily="18" charset="0"/>
                  </a:rPr>
                  <a:t>单位元</a:t>
                </a:r>
                <a:endParaRPr lang="zh-CN" altLang="en-US" sz="3200" b="1" dirty="0">
                  <a:solidFill>
                    <a:srgbClr val="FF0000"/>
                  </a:solidFill>
                  <a:latin typeface="宋体" panose="02010600030101010101" pitchFamily="2" charset="-122"/>
                </a:endParaRPr>
              </a:p>
            </p:txBody>
          </p:sp>
        </p:grpSp>
        <p:sp>
          <p:nvSpPr>
            <p:cNvPr id="37" name="Rectangle 24"/>
            <p:cNvSpPr>
              <a:spLocks noChangeArrowheads="1"/>
            </p:cNvSpPr>
            <p:nvPr/>
          </p:nvSpPr>
          <p:spPr bwMode="auto">
            <a:xfrm>
              <a:off x="2985" y="2023"/>
              <a:ext cx="370" cy="365"/>
            </a:xfrm>
            <a:prstGeom prst="rect">
              <a:avLst/>
            </a:prstGeom>
            <a:noFill/>
            <a:ln w="9525">
              <a:noFill/>
              <a:miter lim="800000"/>
            </a:ln>
          </p:spPr>
          <p:txBody>
            <a:bodyPr lIns="90000" tIns="46800" rIns="90000" bIns="46800" anchor="ctr">
              <a:spAutoFit/>
            </a:bodyPr>
            <a:lstStyle/>
            <a:p>
              <a:r>
                <a:rPr lang="zh-CN" altLang="en-US" sz="3200" b="1" dirty="0">
                  <a:latin typeface="宋体" panose="02010600030101010101" pitchFamily="2" charset="-122"/>
                  <a:cs typeface="Times New Roman" panose="02020603050405020304" pitchFamily="18" charset="0"/>
                </a:rPr>
                <a:t>：</a:t>
              </a:r>
              <a:endParaRPr lang="zh-CN" altLang="en-US" sz="3200" b="1" dirty="0">
                <a:latin typeface="宋体" panose="02010600030101010101" pitchFamily="2" charset="-122"/>
              </a:endParaRPr>
            </a:p>
          </p:txBody>
        </p:sp>
      </p:gr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2" name="Rectangle 29"/>
          <p:cNvSpPr>
            <a:spLocks noChangeArrowheads="1"/>
          </p:cNvSpPr>
          <p:nvPr/>
        </p:nvSpPr>
        <p:spPr bwMode="auto">
          <a:xfrm>
            <a:off x="8460432" y="3770904"/>
            <a:ext cx="388546" cy="586957"/>
          </a:xfrm>
          <a:prstGeom prst="rect">
            <a:avLst/>
          </a:prstGeom>
          <a:noFill/>
          <a:ln w="9525">
            <a:noFill/>
            <a:miter lim="800000"/>
          </a:ln>
        </p:spPr>
        <p:txBody>
          <a:bodyPr wrap="none" lIns="90000" tIns="46800" rIns="90000" bIns="46800" anchor="ctr">
            <a:spAutoFit/>
          </a:bodyPr>
          <a:lstStyle/>
          <a:p>
            <a:r>
              <a:rPr lang="en-US" altLang="zh-CN" sz="3200" b="1" dirty="0" smtClean="0">
                <a:latin typeface="宋体" panose="02010600030101010101" pitchFamily="2" charset="-122"/>
                <a:cs typeface="Times New Roman" panose="02020603050405020304" pitchFamily="18" charset="0"/>
              </a:rPr>
              <a:t>,</a:t>
            </a:r>
            <a:endParaRPr lang="zh-CN" altLang="en-US" sz="3200" b="1" dirty="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fill="hold"/>
                                        <p:tgtEl>
                                          <p:spTgt spid="27"/>
                                        </p:tgtEl>
                                        <p:attrNameLst>
                                          <p:attrName>ppt_x</p:attrName>
                                        </p:attrNameLst>
                                      </p:cBhvr>
                                      <p:tavLst>
                                        <p:tav tm="0">
                                          <p:val>
                                            <p:strVal val="#ppt_x"/>
                                          </p:val>
                                        </p:tav>
                                        <p:tav tm="100000">
                                          <p:val>
                                            <p:strVal val="#ppt_x"/>
                                          </p:val>
                                        </p:tav>
                                      </p:tavLst>
                                    </p:anim>
                                    <p:anim calcmode="lin" valueType="num">
                                      <p:cBhvr additive="base">
                                        <p:cTn id="12" dur="500" fill="hold"/>
                                        <p:tgtEl>
                                          <p:spTgt spid="2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00" fill="hold"/>
                                        <p:tgtEl>
                                          <p:spTgt spid="11"/>
                                        </p:tgtEl>
                                        <p:attrNameLst>
                                          <p:attrName>ppt_x</p:attrName>
                                        </p:attrNameLst>
                                      </p:cBhvr>
                                      <p:tavLst>
                                        <p:tav tm="0">
                                          <p:val>
                                            <p:strVal val="#ppt_x"/>
                                          </p:val>
                                        </p:tav>
                                        <p:tav tm="100000">
                                          <p:val>
                                            <p:strVal val="#ppt_x"/>
                                          </p:val>
                                        </p:tav>
                                      </p:tavLst>
                                    </p:anim>
                                    <p:anim calcmode="lin" valueType="num">
                                      <p:cBhvr additive="base">
                                        <p:cTn id="48" dur="500" fill="hold"/>
                                        <p:tgtEl>
                                          <p:spTgt spid="11"/>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500" fill="hold"/>
                                        <p:tgtEl>
                                          <p:spTgt spid="12"/>
                                        </p:tgtEl>
                                        <p:attrNameLst>
                                          <p:attrName>ppt_x</p:attrName>
                                        </p:attrNameLst>
                                      </p:cBhvr>
                                      <p:tavLst>
                                        <p:tav tm="0">
                                          <p:val>
                                            <p:strVal val="#ppt_x"/>
                                          </p:val>
                                        </p:tav>
                                        <p:tav tm="100000">
                                          <p:val>
                                            <p:strVal val="#ppt_x"/>
                                          </p:val>
                                        </p:tav>
                                      </p:tavLst>
                                    </p:anim>
                                    <p:anim calcmode="lin" valueType="num">
                                      <p:cBhvr additive="base">
                                        <p:cTn id="52" dur="500" fill="hold"/>
                                        <p:tgtEl>
                                          <p:spTgt spid="12"/>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additive="base">
                                        <p:cTn id="55" dur="500" fill="hold"/>
                                        <p:tgtEl>
                                          <p:spTgt spid="22"/>
                                        </p:tgtEl>
                                        <p:attrNameLst>
                                          <p:attrName>ppt_x</p:attrName>
                                        </p:attrNameLst>
                                      </p:cBhvr>
                                      <p:tavLst>
                                        <p:tav tm="0">
                                          <p:val>
                                            <p:strVal val="#ppt_x"/>
                                          </p:val>
                                        </p:tav>
                                        <p:tav tm="100000">
                                          <p:val>
                                            <p:strVal val="#ppt_x"/>
                                          </p:val>
                                        </p:tav>
                                      </p:tavLst>
                                    </p:anim>
                                    <p:anim calcmode="lin" valueType="num">
                                      <p:cBhvr additive="base">
                                        <p:cTn id="56" dur="500" fill="hold"/>
                                        <p:tgtEl>
                                          <p:spTgt spid="22"/>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42"/>
                                        </p:tgtEl>
                                        <p:attrNameLst>
                                          <p:attrName>style.visibility</p:attrName>
                                        </p:attrNameLst>
                                      </p:cBhvr>
                                      <p:to>
                                        <p:strVal val="visible"/>
                                      </p:to>
                                    </p:set>
                                    <p:anim calcmode="lin" valueType="num">
                                      <p:cBhvr additive="base">
                                        <p:cTn id="59" dur="500" fill="hold"/>
                                        <p:tgtEl>
                                          <p:spTgt spid="42"/>
                                        </p:tgtEl>
                                        <p:attrNameLst>
                                          <p:attrName>ppt_x</p:attrName>
                                        </p:attrNameLst>
                                      </p:cBhvr>
                                      <p:tavLst>
                                        <p:tav tm="0">
                                          <p:val>
                                            <p:strVal val="#ppt_x"/>
                                          </p:val>
                                        </p:tav>
                                        <p:tav tm="100000">
                                          <p:val>
                                            <p:strVal val="#ppt_x"/>
                                          </p:val>
                                        </p:tav>
                                      </p:tavLst>
                                    </p:anim>
                                    <p:anim calcmode="lin" valueType="num">
                                      <p:cBhvr additive="base">
                                        <p:cTn id="60"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3"/>
                                        </p:tgtEl>
                                        <p:attrNameLst>
                                          <p:attrName>style.visibility</p:attrName>
                                        </p:attrNameLst>
                                      </p:cBhvr>
                                      <p:to>
                                        <p:strVal val="visible"/>
                                      </p:to>
                                    </p:set>
                                    <p:anim calcmode="lin" valueType="num">
                                      <p:cBhvr additive="base">
                                        <p:cTn id="65" dur="500" fill="hold"/>
                                        <p:tgtEl>
                                          <p:spTgt spid="13"/>
                                        </p:tgtEl>
                                        <p:attrNameLst>
                                          <p:attrName>ppt_x</p:attrName>
                                        </p:attrNameLst>
                                      </p:cBhvr>
                                      <p:tavLst>
                                        <p:tav tm="0">
                                          <p:val>
                                            <p:strVal val="#ppt_x"/>
                                          </p:val>
                                        </p:tav>
                                        <p:tav tm="100000">
                                          <p:val>
                                            <p:strVal val="#ppt_x"/>
                                          </p:val>
                                        </p:tav>
                                      </p:tavLst>
                                    </p:anim>
                                    <p:anim calcmode="lin" valueType="num">
                                      <p:cBhvr additive="base">
                                        <p:cTn id="66" dur="500" fill="hold"/>
                                        <p:tgtEl>
                                          <p:spTgt spid="13"/>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anim calcmode="lin" valueType="num">
                                      <p:cBhvr additive="base">
                                        <p:cTn id="69" dur="500" fill="hold"/>
                                        <p:tgtEl>
                                          <p:spTgt spid="19"/>
                                        </p:tgtEl>
                                        <p:attrNameLst>
                                          <p:attrName>ppt_x</p:attrName>
                                        </p:attrNameLst>
                                      </p:cBhvr>
                                      <p:tavLst>
                                        <p:tav tm="0">
                                          <p:val>
                                            <p:strVal val="#ppt_x"/>
                                          </p:val>
                                        </p:tav>
                                        <p:tav tm="100000">
                                          <p:val>
                                            <p:strVal val="#ppt_x"/>
                                          </p:val>
                                        </p:tav>
                                      </p:tavLst>
                                    </p:anim>
                                    <p:anim calcmode="lin" valueType="num">
                                      <p:cBhvr additive="base">
                                        <p:cTn id="7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9" grpId="0"/>
      <p:bldP spid="20" grpId="0"/>
      <p:bldP spid="21" grpId="0"/>
      <p:bldP spid="27" grpId="0"/>
      <p:bldP spid="4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764704"/>
            <a:ext cx="8712968" cy="1714512"/>
          </a:xfrm>
        </p:spPr>
        <p:txBody>
          <a:bodyPr/>
          <a:lstStyle/>
          <a:p>
            <a:r>
              <a:rPr lang="zh-CN" altLang="en-US" b="1" dirty="0" smtClean="0">
                <a:solidFill>
                  <a:srgbClr val="0070C0"/>
                </a:solidFill>
                <a:latin typeface="+mn-ea"/>
                <a:cs typeface="Times New Roman" panose="02020603050405020304" pitchFamily="18" charset="0"/>
              </a:rPr>
              <a:t>例</a:t>
            </a:r>
            <a:r>
              <a:rPr lang="en-US" b="1" dirty="0" smtClean="0">
                <a:solidFill>
                  <a:srgbClr val="0070C0"/>
                </a:solidFill>
                <a:latin typeface="+mn-ea"/>
                <a:cs typeface="Times New Roman" panose="02020603050405020304" pitchFamily="18" charset="0"/>
              </a:rPr>
              <a:t>4.2.1 </a:t>
            </a:r>
            <a:r>
              <a:rPr lang="zh-CN" altLang="en-US" b="1" dirty="0" smtClean="0">
                <a:latin typeface="+mn-ea"/>
                <a:cs typeface="Times New Roman" panose="02020603050405020304" pitchFamily="18" charset="0"/>
              </a:rPr>
              <a:t>（</a:t>
            </a:r>
            <a:r>
              <a:rPr lang="en-US" b="1" dirty="0" smtClean="0">
                <a:latin typeface="+mn-ea"/>
                <a:cs typeface="Times New Roman" panose="02020603050405020304" pitchFamily="18" charset="0"/>
              </a:rPr>
              <a:t>1</a:t>
            </a:r>
            <a:r>
              <a:rPr lang="zh-CN" altLang="en-US" b="1" dirty="0" smtClean="0">
                <a:latin typeface="+mn-ea"/>
                <a:cs typeface="Times New Roman" panose="02020603050405020304" pitchFamily="18" charset="0"/>
              </a:rPr>
              <a:t>）全体整数</a:t>
            </a:r>
            <a:r>
              <a:rPr lang="en-US" b="1" dirty="0" smtClean="0">
                <a:latin typeface="+mn-ea"/>
                <a:cs typeface="Times New Roman" panose="02020603050405020304" pitchFamily="18" charset="0"/>
              </a:rPr>
              <a:t>Z</a:t>
            </a:r>
            <a:r>
              <a:rPr lang="zh-CN" altLang="en-US" b="1" dirty="0" smtClean="0">
                <a:latin typeface="+mn-ea"/>
                <a:cs typeface="Times New Roman" panose="02020603050405020304" pitchFamily="18" charset="0"/>
              </a:rPr>
              <a:t>对于通常的加法成一个群，这个群称为</a:t>
            </a:r>
            <a:r>
              <a:rPr lang="zh-CN" altLang="en-US" b="1" dirty="0" smtClean="0">
                <a:solidFill>
                  <a:srgbClr val="FF0000"/>
                </a:solidFill>
                <a:latin typeface="+mn-ea"/>
                <a:cs typeface="Times New Roman" panose="02020603050405020304" pitchFamily="18" charset="0"/>
              </a:rPr>
              <a:t>整数加群</a:t>
            </a:r>
            <a:r>
              <a:rPr lang="zh-CN" altLang="en-US" b="1" dirty="0" smtClean="0">
                <a:latin typeface="+mn-ea"/>
                <a:cs typeface="Times New Roman" panose="02020603050405020304" pitchFamily="18" charset="0"/>
              </a:rPr>
              <a:t>，在整数加群中，单位元是</a:t>
            </a:r>
            <a:r>
              <a:rPr lang="en-US" b="1" dirty="0" smtClean="0">
                <a:latin typeface="+mn-ea"/>
                <a:cs typeface="Times New Roman" panose="02020603050405020304" pitchFamily="18" charset="0"/>
              </a:rPr>
              <a:t>0</a:t>
            </a:r>
            <a:r>
              <a:rPr lang="zh-CN" altLang="en-US" b="1" dirty="0" smtClean="0">
                <a:latin typeface="+mn-ea"/>
                <a:cs typeface="Times New Roman" panose="02020603050405020304" pitchFamily="18" charset="0"/>
              </a:rPr>
              <a:t>，</a:t>
            </a:r>
            <a:r>
              <a:rPr lang="en-US" altLang="zh-CN" b="1" i="1" dirty="0" smtClean="0">
                <a:latin typeface="+mn-ea"/>
                <a:cs typeface="Times New Roman" panose="02020603050405020304" pitchFamily="18" charset="0"/>
              </a:rPr>
              <a:t>a</a:t>
            </a:r>
            <a:r>
              <a:rPr lang="zh-CN" altLang="en-US" b="1" dirty="0" smtClean="0">
                <a:latin typeface="+mn-ea"/>
                <a:cs typeface="Times New Roman" panose="02020603050405020304" pitchFamily="18" charset="0"/>
              </a:rPr>
              <a:t>的逆元是</a:t>
            </a:r>
            <a:r>
              <a:rPr lang="en-US" b="1" dirty="0" smtClean="0">
                <a:latin typeface="+mn-ea"/>
                <a:cs typeface="Times New Roman" panose="02020603050405020304" pitchFamily="18" charset="0"/>
              </a:rPr>
              <a:t>-</a:t>
            </a:r>
            <a:r>
              <a:rPr lang="en-US" altLang="zh-CN" b="1" i="1" dirty="0" smtClean="0">
                <a:latin typeface="+mn-ea"/>
                <a:cs typeface="Times New Roman" panose="02020603050405020304" pitchFamily="18" charset="0"/>
              </a:rPr>
              <a:t>a</a:t>
            </a:r>
            <a:r>
              <a:rPr lang="en-US" b="1" dirty="0" smtClean="0">
                <a:latin typeface="+mn-ea"/>
                <a:cs typeface="Times New Roman" panose="02020603050405020304" pitchFamily="18" charset="0"/>
              </a:rPr>
              <a:t> </a:t>
            </a:r>
            <a:r>
              <a:rPr lang="zh-CN" altLang="en-US" b="1" dirty="0" smtClean="0">
                <a:latin typeface="+mn-ea"/>
                <a:cs typeface="Times New Roman" panose="02020603050405020304" pitchFamily="18" charset="0"/>
              </a:rPr>
              <a:t>；同样全体有理数集合</a:t>
            </a:r>
            <a:r>
              <a:rPr lang="en-US" b="1" dirty="0" smtClean="0">
                <a:latin typeface="+mn-ea"/>
                <a:cs typeface="Times New Roman" panose="02020603050405020304" pitchFamily="18" charset="0"/>
              </a:rPr>
              <a:t>Q</a:t>
            </a:r>
            <a:r>
              <a:rPr lang="zh-CN" altLang="en-US" b="1" dirty="0" smtClean="0">
                <a:latin typeface="+mn-ea"/>
                <a:cs typeface="Times New Roman" panose="02020603050405020304" pitchFamily="18" charset="0"/>
              </a:rPr>
              <a:t>，全体实数集合</a:t>
            </a:r>
            <a:r>
              <a:rPr lang="en-US" b="1" dirty="0" smtClean="0">
                <a:latin typeface="+mn-ea"/>
                <a:cs typeface="Times New Roman" panose="02020603050405020304" pitchFamily="18" charset="0"/>
              </a:rPr>
              <a:t>R</a:t>
            </a:r>
            <a:r>
              <a:rPr lang="zh-CN" altLang="en-US" b="1" dirty="0" smtClean="0">
                <a:latin typeface="+mn-ea"/>
                <a:cs typeface="Times New Roman" panose="02020603050405020304" pitchFamily="18" charset="0"/>
              </a:rPr>
              <a:t>，全体复数集合</a:t>
            </a:r>
            <a:r>
              <a:rPr lang="en-US" b="1" dirty="0" smtClean="0">
                <a:latin typeface="+mn-ea"/>
                <a:cs typeface="Times New Roman" panose="02020603050405020304" pitchFamily="18" charset="0"/>
              </a:rPr>
              <a:t>C</a:t>
            </a:r>
            <a:r>
              <a:rPr lang="zh-CN" altLang="en-US" b="1" dirty="0" smtClean="0">
                <a:latin typeface="+mn-ea"/>
                <a:cs typeface="Times New Roman" panose="02020603050405020304" pitchFamily="18" charset="0"/>
              </a:rPr>
              <a:t>对加法也构成群。（自然数？）</a:t>
            </a:r>
            <a:endParaRPr lang="zh-CN" altLang="en-US" b="1" dirty="0">
              <a:latin typeface="+mn-ea"/>
              <a:cs typeface="Times New Roman" panose="02020603050405020304" pitchFamily="18" charset="0"/>
            </a:endParaRPr>
          </a:p>
        </p:txBody>
      </p:sp>
      <p:sp>
        <p:nvSpPr>
          <p:cNvPr id="9" name="TextBox 8"/>
          <p:cNvSpPr txBox="1"/>
          <p:nvPr/>
        </p:nvSpPr>
        <p:spPr>
          <a:xfrm>
            <a:off x="467544" y="2623802"/>
            <a:ext cx="8208912" cy="892552"/>
          </a:xfrm>
          <a:prstGeom prst="rect">
            <a:avLst/>
          </a:prstGeom>
          <a:noFill/>
        </p:spPr>
        <p:txBody>
          <a:bodyPr wrap="square" rtlCol="0">
            <a:spAutoFit/>
          </a:bodyPr>
          <a:lstStyle/>
          <a:p>
            <a:r>
              <a:rPr lang="zh-CN" altLang="en-US" sz="2600" b="1" dirty="0" smtClean="0">
                <a:latin typeface="+mn-ea"/>
              </a:rPr>
              <a:t>（</a:t>
            </a:r>
            <a:r>
              <a:rPr lang="en-US" sz="2600" b="1" dirty="0" smtClean="0">
                <a:latin typeface="+mn-ea"/>
              </a:rPr>
              <a:t>2</a:t>
            </a:r>
            <a:r>
              <a:rPr lang="zh-CN" altLang="en-US" sz="2600" b="1" dirty="0" smtClean="0">
                <a:latin typeface="+mn-ea"/>
              </a:rPr>
              <a:t>）全体</a:t>
            </a:r>
            <a:r>
              <a:rPr lang="zh-CN" altLang="en-US" sz="2600" b="1" dirty="0" smtClean="0">
                <a:solidFill>
                  <a:srgbClr val="FF0000"/>
                </a:solidFill>
                <a:latin typeface="+mn-ea"/>
              </a:rPr>
              <a:t>非零</a:t>
            </a:r>
            <a:r>
              <a:rPr lang="zh-CN" altLang="en-US" sz="2600" b="1" dirty="0" smtClean="0">
                <a:latin typeface="+mn-ea"/>
              </a:rPr>
              <a:t>实数  </a:t>
            </a:r>
            <a:r>
              <a:rPr lang="en-US" sz="2600" b="1" dirty="0" smtClean="0">
                <a:latin typeface="+mn-ea"/>
              </a:rPr>
              <a:t>   </a:t>
            </a:r>
            <a:r>
              <a:rPr lang="zh-CN" altLang="en-US" sz="2600" b="1" dirty="0" smtClean="0">
                <a:latin typeface="+mn-ea"/>
              </a:rPr>
              <a:t>对于通常的乘法构成一个群，全体</a:t>
            </a:r>
            <a:r>
              <a:rPr lang="zh-CN" altLang="en-US" sz="2600" b="1" dirty="0" smtClean="0">
                <a:solidFill>
                  <a:srgbClr val="FF0000"/>
                </a:solidFill>
                <a:latin typeface="+mn-ea"/>
              </a:rPr>
              <a:t>正</a:t>
            </a:r>
            <a:r>
              <a:rPr lang="zh-CN" altLang="en-US" sz="2600" b="1" dirty="0" smtClean="0">
                <a:latin typeface="+mn-ea"/>
              </a:rPr>
              <a:t>实数</a:t>
            </a:r>
            <a:r>
              <a:rPr lang="en-US" sz="2600" b="1" dirty="0" smtClean="0">
                <a:latin typeface="+mn-ea"/>
              </a:rPr>
              <a:t>      </a:t>
            </a:r>
            <a:r>
              <a:rPr lang="zh-CN" altLang="en-US" sz="2600" b="1" dirty="0" smtClean="0">
                <a:latin typeface="+mn-ea"/>
              </a:rPr>
              <a:t>对于通常的乘法也构成一个群。</a:t>
            </a:r>
            <a:endParaRPr lang="zh-CN" altLang="en-US" sz="2600" b="1" dirty="0">
              <a:latin typeface="+mn-ea"/>
            </a:endParaRPr>
          </a:p>
        </p:txBody>
      </p:sp>
      <p:sp>
        <p:nvSpPr>
          <p:cNvPr id="21511" name="Rectangle 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21510" name="Object 6"/>
          <p:cNvGraphicFramePr>
            <a:graphicFrameLocks noChangeAspect="1"/>
          </p:cNvGraphicFramePr>
          <p:nvPr/>
        </p:nvGraphicFramePr>
        <p:xfrm>
          <a:off x="3419872" y="2623834"/>
          <a:ext cx="500034" cy="500034"/>
        </p:xfrm>
        <a:graphic>
          <a:graphicData uri="http://schemas.openxmlformats.org/presentationml/2006/ole">
            <mc:AlternateContent xmlns:mc="http://schemas.openxmlformats.org/markup-compatibility/2006">
              <mc:Choice xmlns:v="urn:schemas-microsoft-com:vml" Requires="v">
                <p:oleObj spid="_x0000_s22347" name="Equation" r:id="rId1" imgW="4572000" imgH="4572000" progId="Equation.DSMT4">
                  <p:embed/>
                </p:oleObj>
              </mc:Choice>
              <mc:Fallback>
                <p:oleObj name="Equation" r:id="rId1" imgW="4572000" imgH="4572000" progId="Equation.DSMT4">
                  <p:embed/>
                  <p:pic>
                    <p:nvPicPr>
                      <p:cNvPr id="0" name="Picture 6"/>
                      <p:cNvPicPr>
                        <a:picLocks noChangeAspect="1" noChangeArrowheads="1"/>
                      </p:cNvPicPr>
                      <p:nvPr/>
                    </p:nvPicPr>
                    <p:blipFill>
                      <a:blip r:embed="rId2"/>
                      <a:srcRect/>
                      <a:stretch>
                        <a:fillRect/>
                      </a:stretch>
                    </p:blipFill>
                    <p:spPr bwMode="auto">
                      <a:xfrm>
                        <a:off x="3419872" y="2623834"/>
                        <a:ext cx="500034" cy="5000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13" name="Rectangle 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21512" name="Object 8"/>
          <p:cNvGraphicFramePr>
            <a:graphicFrameLocks noChangeAspect="1"/>
          </p:cNvGraphicFramePr>
          <p:nvPr/>
        </p:nvGraphicFramePr>
        <p:xfrm>
          <a:off x="2271734" y="2996952"/>
          <a:ext cx="500066" cy="476253"/>
        </p:xfrm>
        <a:graphic>
          <a:graphicData uri="http://schemas.openxmlformats.org/presentationml/2006/ole">
            <mc:AlternateContent xmlns:mc="http://schemas.openxmlformats.org/markup-compatibility/2006">
              <mc:Choice xmlns:v="urn:schemas-microsoft-com:vml" Requires="v">
                <p:oleObj spid="_x0000_s22348" name="Equation" r:id="rId3" imgW="203200" imgH="190500" progId="Equation.DSMT4">
                  <p:embed/>
                </p:oleObj>
              </mc:Choice>
              <mc:Fallback>
                <p:oleObj name="Equation" r:id="rId3" imgW="203200" imgH="190500" progId="Equation.DSMT4">
                  <p:embed/>
                  <p:pic>
                    <p:nvPicPr>
                      <p:cNvPr id="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1734" y="2996952"/>
                        <a:ext cx="500066" cy="4762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组合 4"/>
          <p:cNvGrpSpPr/>
          <p:nvPr/>
        </p:nvGrpSpPr>
        <p:grpSpPr>
          <a:xfrm>
            <a:off x="606274" y="3789040"/>
            <a:ext cx="8214198" cy="1292662"/>
            <a:chOff x="1152128" y="4024292"/>
            <a:chExt cx="8214198" cy="1292662"/>
          </a:xfrm>
        </p:grpSpPr>
        <p:graphicFrame>
          <p:nvGraphicFramePr>
            <p:cNvPr id="21515" name="Object 11"/>
            <p:cNvGraphicFramePr>
              <a:graphicFrameLocks noChangeAspect="1"/>
            </p:cNvGraphicFramePr>
            <p:nvPr/>
          </p:nvGraphicFramePr>
          <p:xfrm>
            <a:off x="2237534" y="4896050"/>
            <a:ext cx="357158" cy="357158"/>
          </p:xfrm>
          <a:graphic>
            <a:graphicData uri="http://schemas.openxmlformats.org/presentationml/2006/ole">
              <mc:AlternateContent xmlns:mc="http://schemas.openxmlformats.org/markup-compatibility/2006">
                <mc:Choice xmlns:v="urn:schemas-microsoft-com:vml" Requires="v">
                  <p:oleObj spid="_x0000_s22349" name="Equation" r:id="rId5" imgW="127000" imgH="139700" progId="Equation.DSMT4">
                    <p:embed/>
                  </p:oleObj>
                </mc:Choice>
                <mc:Fallback>
                  <p:oleObj name="Equation" r:id="rId5" imgW="127000" imgH="139700" progId="Equation.DSMT4">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7534" y="4896050"/>
                          <a:ext cx="357158" cy="3571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组合 3"/>
            <p:cNvGrpSpPr/>
            <p:nvPr/>
          </p:nvGrpSpPr>
          <p:grpSpPr>
            <a:xfrm>
              <a:off x="1152128" y="4024292"/>
              <a:ext cx="8214198" cy="1292662"/>
              <a:chOff x="277688" y="4323450"/>
              <a:chExt cx="8214198" cy="1292662"/>
            </a:xfrm>
          </p:grpSpPr>
          <p:graphicFrame>
            <p:nvGraphicFramePr>
              <p:cNvPr id="21514" name="Object 10"/>
              <p:cNvGraphicFramePr>
                <a:graphicFrameLocks noChangeAspect="1"/>
              </p:cNvGraphicFramePr>
              <p:nvPr/>
            </p:nvGraphicFramePr>
            <p:xfrm>
              <a:off x="3091286" y="5195208"/>
              <a:ext cx="944002" cy="357190"/>
            </p:xfrm>
            <a:graphic>
              <a:graphicData uri="http://schemas.openxmlformats.org/presentationml/2006/ole">
                <mc:AlternateContent xmlns:mc="http://schemas.openxmlformats.org/markup-compatibility/2006">
                  <mc:Choice xmlns:v="urn:schemas-microsoft-com:vml" Requires="v">
                    <p:oleObj spid="_x0000_s22350" name="Equation" r:id="rId7" imgW="342900" imgH="139700" progId="Equation.DSMT4">
                      <p:embed/>
                    </p:oleObj>
                  </mc:Choice>
                  <mc:Fallback>
                    <p:oleObj name="Equation" r:id="rId7" imgW="342900" imgH="139700" progId="Equation.DSMT4">
                      <p:embed/>
                      <p:pic>
                        <p:nvPicPr>
                          <p:cNvPr id="0"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91286" y="5195208"/>
                            <a:ext cx="944002"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TextBox 20"/>
              <p:cNvSpPr txBox="1"/>
              <p:nvPr/>
            </p:nvSpPr>
            <p:spPr>
              <a:xfrm>
                <a:off x="277688" y="4323450"/>
                <a:ext cx="8214198" cy="1292662"/>
              </a:xfrm>
              <a:prstGeom prst="rect">
                <a:avLst/>
              </a:prstGeom>
              <a:noFill/>
            </p:spPr>
            <p:txBody>
              <a:bodyPr wrap="square" rtlCol="0">
                <a:spAutoFit/>
              </a:bodyPr>
              <a:lstStyle/>
              <a:p>
                <a:r>
                  <a:rPr lang="zh-CN" altLang="en-US" sz="2600" b="1" dirty="0" smtClean="0">
                    <a:latin typeface="+mn-ea"/>
                  </a:rPr>
                  <a:t>（</a:t>
                </a:r>
                <a:r>
                  <a:rPr lang="en-US" sz="2600" b="1" dirty="0" smtClean="0">
                    <a:latin typeface="+mn-ea"/>
                  </a:rPr>
                  <a:t>3</a:t>
                </a:r>
                <a:r>
                  <a:rPr lang="zh-CN" altLang="en-US" sz="2600" b="1" dirty="0" smtClean="0">
                    <a:latin typeface="+mn-ea"/>
                  </a:rPr>
                  <a:t>）</a:t>
                </a:r>
                <a:r>
                  <a:rPr lang="zh-CN" altLang="en-US" sz="2600" b="1" dirty="0" smtClean="0"/>
                  <a:t>模正整数</a:t>
                </a:r>
                <a:r>
                  <a:rPr lang="en-US" sz="2600" b="1" dirty="0" smtClean="0"/>
                  <a:t>n</a:t>
                </a:r>
                <a:r>
                  <a:rPr lang="zh-CN" altLang="en-US" sz="2600" b="1" dirty="0" smtClean="0"/>
                  <a:t>的最小非负完全剩余系</a:t>
                </a:r>
                <a:r>
                  <a:rPr lang="en-US" sz="2600" b="1" dirty="0" smtClean="0"/>
                  <a:t>      </a:t>
                </a:r>
                <a:r>
                  <a:rPr lang="zh-CN" altLang="en-US" sz="2600" b="1" dirty="0" smtClean="0"/>
                  <a:t>，对于模</a:t>
                </a:r>
                <a:r>
                  <a:rPr lang="en-US" sz="2600" b="1" dirty="0" smtClean="0"/>
                  <a:t>n</a:t>
                </a:r>
                <a:r>
                  <a:rPr lang="zh-CN" altLang="en-US" sz="2600" b="1" dirty="0" smtClean="0"/>
                  <a:t>的加法构成一个群，这个群称为</a:t>
                </a:r>
                <a:r>
                  <a:rPr lang="zh-CN" altLang="en-US" sz="2600" b="1" dirty="0" smtClean="0">
                    <a:solidFill>
                      <a:srgbClr val="FF0000"/>
                    </a:solidFill>
                  </a:rPr>
                  <a:t>整数模</a:t>
                </a:r>
                <a:r>
                  <a:rPr lang="en-US" sz="2600" b="1" dirty="0" smtClean="0">
                    <a:solidFill>
                      <a:srgbClr val="FF0000"/>
                    </a:solidFill>
                  </a:rPr>
                  <a:t>n</a:t>
                </a:r>
                <a:r>
                  <a:rPr lang="zh-CN" altLang="en-US" sz="2600" b="1" dirty="0" smtClean="0">
                    <a:solidFill>
                      <a:srgbClr val="FF0000"/>
                    </a:solidFill>
                  </a:rPr>
                  <a:t>加群</a:t>
                </a:r>
                <a:r>
                  <a:rPr lang="zh-CN" altLang="en-US" sz="2600" b="1" dirty="0" smtClean="0"/>
                  <a:t>，其单位元为</a:t>
                </a:r>
                <a:r>
                  <a:rPr lang="en-US" sz="2600" b="1" dirty="0" smtClean="0">
                    <a:latin typeface="Times New Roman" panose="02020603050405020304" pitchFamily="18" charset="0"/>
                    <a:cs typeface="Times New Roman" panose="02020603050405020304" pitchFamily="18" charset="0"/>
                  </a:rPr>
                  <a:t>0</a:t>
                </a:r>
                <a:r>
                  <a:rPr lang="zh-CN" altLang="en-US" sz="2600" b="1" dirty="0" smtClean="0"/>
                  <a:t>，  </a:t>
                </a:r>
                <a:r>
                  <a:rPr lang="en-US" sz="2600" b="1" dirty="0" smtClean="0"/>
                  <a:t> </a:t>
                </a:r>
                <a:r>
                  <a:rPr lang="zh-CN" altLang="en-US" sz="2600" b="1" dirty="0" smtClean="0"/>
                  <a:t>的逆元是   </a:t>
                </a:r>
                <a:r>
                  <a:rPr lang="en-US" sz="2600" b="1" dirty="0" smtClean="0"/>
                  <a:t>        </a:t>
                </a:r>
                <a:r>
                  <a:rPr lang="zh-CN" altLang="en-US" sz="2600" b="1" dirty="0" smtClean="0"/>
                  <a:t>。（</a:t>
                </a:r>
                <a:r>
                  <a:rPr lang="zh-CN" altLang="en-US" sz="2600" b="1" dirty="0" smtClean="0">
                    <a:solidFill>
                      <a:srgbClr val="0070C0"/>
                    </a:solidFill>
                  </a:rPr>
                  <a:t>简化剩余系</a:t>
                </a:r>
                <a:r>
                  <a:rPr lang="zh-CN" altLang="en-US" sz="2600" b="1" dirty="0" smtClean="0"/>
                  <a:t>？）</a:t>
                </a:r>
                <a:endParaRPr lang="zh-CN" altLang="en-US" sz="2600" b="1" dirty="0"/>
              </a:p>
            </p:txBody>
          </p:sp>
        </p:grpSp>
      </p:gr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graphicFrame>
        <p:nvGraphicFramePr>
          <p:cNvPr id="17" name="Object 12"/>
          <p:cNvGraphicFramePr>
            <a:graphicFrameLocks noChangeAspect="1"/>
          </p:cNvGraphicFramePr>
          <p:nvPr/>
        </p:nvGraphicFramePr>
        <p:xfrm>
          <a:off x="6444208" y="3789040"/>
          <a:ext cx="437158" cy="524589"/>
        </p:xfrm>
        <a:graphic>
          <a:graphicData uri="http://schemas.openxmlformats.org/presentationml/2006/ole">
            <mc:AlternateContent xmlns:mc="http://schemas.openxmlformats.org/markup-compatibility/2006">
              <mc:Choice xmlns:v="urn:schemas-microsoft-com:vml" Requires="v">
                <p:oleObj spid="_x0000_s22351" name="Equation" r:id="rId9" imgW="190500" imgH="228600" progId="Equation.DSMT4">
                  <p:embed/>
                </p:oleObj>
              </mc:Choice>
              <mc:Fallback>
                <p:oleObj name="Equation" r:id="rId9" imgW="190500" imgH="228600" progId="Equation.DSMT4">
                  <p:embed/>
                  <p:pic>
                    <p:nvPicPr>
                      <p:cNvPr id="0" name="图片 2235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44208" y="3789040"/>
                        <a:ext cx="437158" cy="524589"/>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5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596" y="692696"/>
            <a:ext cx="8229600" cy="4214842"/>
          </a:xfrm>
        </p:spPr>
        <p:txBody>
          <a:bodyPr>
            <a:normAutofit lnSpcReduction="10000"/>
          </a:bodyPr>
          <a:lstStyle/>
          <a:p>
            <a:r>
              <a:rPr lang="zh-CN" altLang="en-US" sz="2800" b="1" dirty="0" smtClean="0">
                <a:solidFill>
                  <a:srgbClr val="0070C0"/>
                </a:solidFill>
                <a:cs typeface="Times New Roman" panose="02020603050405020304" pitchFamily="18" charset="0"/>
              </a:rPr>
              <a:t>例</a:t>
            </a:r>
            <a:r>
              <a:rPr lang="en-US" sz="2800" b="1" dirty="0" smtClean="0">
                <a:solidFill>
                  <a:srgbClr val="0070C0"/>
                </a:solidFill>
                <a:cs typeface="Times New Roman" panose="02020603050405020304" pitchFamily="18" charset="0"/>
              </a:rPr>
              <a:t>4.2.1 </a:t>
            </a:r>
            <a:r>
              <a:rPr lang="zh-CN" altLang="en-US" sz="2800" b="1" dirty="0" smtClean="0">
                <a:cs typeface="Times New Roman" panose="02020603050405020304" pitchFamily="18" charset="0"/>
              </a:rPr>
              <a:t>（续）</a:t>
            </a:r>
            <a:endParaRPr lang="en-US" altLang="zh-CN" sz="2800" b="1" dirty="0" smtClean="0">
              <a:cs typeface="Times New Roman" panose="02020603050405020304" pitchFamily="18" charset="0"/>
            </a:endParaRPr>
          </a:p>
          <a:p>
            <a:pPr>
              <a:lnSpc>
                <a:spcPct val="125000"/>
              </a:lnSpc>
            </a:pPr>
            <a:r>
              <a:rPr lang="zh-CN" altLang="en-US" sz="2800" b="1" dirty="0" smtClean="0">
                <a:latin typeface="Times New Roman" panose="02020603050405020304" pitchFamily="18" charset="0"/>
                <a:cs typeface="Times New Roman" panose="02020603050405020304" pitchFamily="18" charset="0"/>
              </a:rPr>
              <a:t>（</a:t>
            </a:r>
            <a:r>
              <a:rPr lang="en-US" sz="2800" b="1" dirty="0" smtClean="0">
                <a:latin typeface="Times New Roman" panose="02020603050405020304" pitchFamily="18" charset="0"/>
                <a:cs typeface="Times New Roman" panose="02020603050405020304" pitchFamily="18" charset="0"/>
              </a:rPr>
              <a:t>4</a:t>
            </a:r>
            <a:r>
              <a:rPr lang="zh-CN" altLang="en-US" sz="2800" b="1" dirty="0" smtClean="0">
                <a:latin typeface="Times New Roman" panose="02020603050405020304" pitchFamily="18" charset="0"/>
                <a:cs typeface="Times New Roman" panose="02020603050405020304" pitchFamily="18" charset="0"/>
              </a:rPr>
              <a:t>）</a:t>
            </a:r>
            <a:r>
              <a:rPr lang="zh-CN" altLang="en-US" sz="2800" b="1" dirty="0" smtClean="0"/>
              <a:t>元素在数域</a:t>
            </a:r>
            <a:r>
              <a:rPr lang="en-US" sz="2800" b="1" dirty="0" smtClean="0"/>
              <a:t>P</a:t>
            </a:r>
            <a:r>
              <a:rPr lang="zh-CN" altLang="en-US" sz="2800" b="1" dirty="0" smtClean="0"/>
              <a:t>中的全体</a:t>
            </a:r>
            <a:r>
              <a:rPr lang="en-US" sz="2800" b="1" dirty="0" smtClean="0"/>
              <a:t>n</a:t>
            </a:r>
            <a:r>
              <a:rPr lang="zh-CN" altLang="en-US" sz="2800" b="1" dirty="0" smtClean="0"/>
              <a:t>级可逆矩阵对于矩阵的乘法构成一个群，这个群记为</a:t>
            </a:r>
            <a:r>
              <a:rPr lang="en-US" sz="2800" b="1" dirty="0" smtClean="0"/>
              <a:t>            </a:t>
            </a:r>
            <a:r>
              <a:rPr lang="zh-CN" altLang="en-US" sz="2800" b="1" dirty="0" smtClean="0"/>
              <a:t>，称为</a:t>
            </a:r>
            <a:r>
              <a:rPr lang="en-US" sz="2800" b="1" dirty="0" smtClean="0">
                <a:solidFill>
                  <a:srgbClr val="FF0000"/>
                </a:solidFill>
              </a:rPr>
              <a:t>n</a:t>
            </a:r>
            <a:r>
              <a:rPr lang="zh-CN" altLang="en-US" sz="2800" b="1" dirty="0" smtClean="0">
                <a:solidFill>
                  <a:srgbClr val="FF0000"/>
                </a:solidFill>
              </a:rPr>
              <a:t>级一般线性群</a:t>
            </a:r>
            <a:r>
              <a:rPr lang="zh-CN" altLang="en-US" sz="2800" b="1" dirty="0" smtClean="0"/>
              <a:t>。这个群当中的单位元为</a:t>
            </a:r>
            <a:r>
              <a:rPr lang="en-US" sz="2800" b="1" dirty="0" smtClean="0"/>
              <a:t>n</a:t>
            </a:r>
            <a:r>
              <a:rPr lang="zh-CN" altLang="en-US" sz="2800" b="1" dirty="0" smtClean="0"/>
              <a:t>级单位矩阵，每个矩阵的逆元为它的逆矩阵。   </a:t>
            </a:r>
            <a:r>
              <a:rPr lang="en-US" sz="2800" b="1" dirty="0" smtClean="0"/>
              <a:t>       </a:t>
            </a:r>
            <a:r>
              <a:rPr lang="zh-CN" altLang="en-US" sz="2800" b="1" dirty="0" smtClean="0"/>
              <a:t>中全体行列式为</a:t>
            </a:r>
            <a:r>
              <a:rPr lang="en-US" sz="2800" b="1" dirty="0" smtClean="0">
                <a:solidFill>
                  <a:srgbClr val="FF0000"/>
                </a:solidFill>
              </a:rPr>
              <a:t>1</a:t>
            </a:r>
            <a:r>
              <a:rPr lang="zh-CN" altLang="en-US" sz="2800" b="1" dirty="0" smtClean="0"/>
              <a:t>的矩阵对于矩阵乘法也构成一个群（读者自行验证），这个群记为</a:t>
            </a:r>
            <a:r>
              <a:rPr lang="en-US" sz="2800" b="1" dirty="0" smtClean="0"/>
              <a:t>            </a:t>
            </a:r>
            <a:r>
              <a:rPr lang="zh-CN" altLang="en-US" sz="2800" b="1" dirty="0" smtClean="0"/>
              <a:t>，称为</a:t>
            </a:r>
            <a:r>
              <a:rPr lang="zh-CN" altLang="en-US" sz="2800" b="1" dirty="0" smtClean="0">
                <a:solidFill>
                  <a:srgbClr val="FF0000"/>
                </a:solidFill>
              </a:rPr>
              <a:t>特殊线性群</a:t>
            </a:r>
            <a:r>
              <a:rPr lang="zh-CN" altLang="en-US" sz="2800" b="1" dirty="0" smtClean="0"/>
              <a:t>。</a:t>
            </a:r>
            <a:r>
              <a:rPr lang="en-US" altLang="zh-CN" sz="2800" b="1" dirty="0" smtClean="0">
                <a:solidFill>
                  <a:schemeClr val="accent1"/>
                </a:solidFill>
              </a:rPr>
              <a:t>(</a:t>
            </a:r>
            <a:r>
              <a:rPr lang="zh-CN" altLang="en-US" sz="2800" b="1" dirty="0">
                <a:solidFill>
                  <a:schemeClr val="accent1"/>
                </a:solidFill>
              </a:rPr>
              <a:t>行列式</a:t>
            </a:r>
            <a:r>
              <a:rPr lang="zh-CN" altLang="en-US" sz="2800" b="1" dirty="0" smtClean="0">
                <a:solidFill>
                  <a:schemeClr val="accent1"/>
                </a:solidFill>
              </a:rPr>
              <a:t>为</a:t>
            </a:r>
            <a:r>
              <a:rPr lang="en-US" altLang="zh-CN" sz="2800" b="1" dirty="0" smtClean="0">
                <a:solidFill>
                  <a:schemeClr val="accent1"/>
                </a:solidFill>
              </a:rPr>
              <a:t>2?)</a:t>
            </a:r>
            <a:endParaRPr lang="zh-CN" altLang="en-US" sz="2800" b="1" dirty="0">
              <a:solidFill>
                <a:schemeClr val="accent1"/>
              </a:solidFill>
              <a:latin typeface="Times New Roman" panose="02020603050405020304" pitchFamily="18" charset="0"/>
              <a:cs typeface="Times New Roman" panose="02020603050405020304" pitchFamily="18" charset="0"/>
            </a:endParaRPr>
          </a:p>
        </p:txBody>
      </p:sp>
      <p:sp>
        <p:nvSpPr>
          <p:cNvPr id="21511" name="Rectangle 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1513" name="Rectangle 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536"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22535" name="Object 7"/>
          <p:cNvGraphicFramePr>
            <a:graphicFrameLocks noChangeAspect="1"/>
          </p:cNvGraphicFramePr>
          <p:nvPr/>
        </p:nvGraphicFramePr>
        <p:xfrm>
          <a:off x="6215074" y="1772816"/>
          <a:ext cx="964359" cy="428604"/>
        </p:xfrm>
        <a:graphic>
          <a:graphicData uri="http://schemas.openxmlformats.org/presentationml/2006/ole">
            <mc:AlternateContent xmlns:mc="http://schemas.openxmlformats.org/markup-compatibility/2006">
              <mc:Choice xmlns:v="urn:schemas-microsoft-com:vml" Requires="v">
                <p:oleObj spid="_x0000_s23028" name="Equation" r:id="rId1" imgW="508000" imgH="228600" progId="Equation.DSMT4">
                  <p:embed/>
                </p:oleObj>
              </mc:Choice>
              <mc:Fallback>
                <p:oleObj name="Equation" r:id="rId1" imgW="508000" imgH="228600" progId="Equation.DSMT4">
                  <p:embed/>
                  <p:pic>
                    <p:nvPicPr>
                      <p:cNvPr id="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5074" y="1772816"/>
                        <a:ext cx="964359" cy="428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37" name="Object 9"/>
          <p:cNvGraphicFramePr>
            <a:graphicFrameLocks noChangeAspect="1"/>
          </p:cNvGraphicFramePr>
          <p:nvPr/>
        </p:nvGraphicFramePr>
        <p:xfrm>
          <a:off x="6429388" y="2708920"/>
          <a:ext cx="963612" cy="428625"/>
        </p:xfrm>
        <a:graphic>
          <a:graphicData uri="http://schemas.openxmlformats.org/presentationml/2006/ole">
            <mc:AlternateContent xmlns:mc="http://schemas.openxmlformats.org/markup-compatibility/2006">
              <mc:Choice xmlns:v="urn:schemas-microsoft-com:vml" Requires="v">
                <p:oleObj spid="_x0000_s23029" name="Equation" r:id="rId3" imgW="508000" imgH="228600" progId="Equation.DSMT4">
                  <p:embed/>
                </p:oleObj>
              </mc:Choice>
              <mc:Fallback>
                <p:oleObj name="Equation" r:id="rId3" imgW="508000" imgH="228600" progId="Equation.DSMT4">
                  <p:embed/>
                  <p:pic>
                    <p:nvPicPr>
                      <p:cNvPr id="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88" y="2708920"/>
                        <a:ext cx="963612"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9" name="Rectangle 1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22538" name="Object 10"/>
          <p:cNvGraphicFramePr>
            <a:graphicFrameLocks noChangeAspect="1"/>
          </p:cNvGraphicFramePr>
          <p:nvPr/>
        </p:nvGraphicFramePr>
        <p:xfrm>
          <a:off x="5143504" y="3720476"/>
          <a:ext cx="910784" cy="428604"/>
        </p:xfrm>
        <a:graphic>
          <a:graphicData uri="http://schemas.openxmlformats.org/presentationml/2006/ole">
            <mc:AlternateContent xmlns:mc="http://schemas.openxmlformats.org/markup-compatibility/2006">
              <mc:Choice xmlns:v="urn:schemas-microsoft-com:vml" Requires="v">
                <p:oleObj spid="_x0000_s23030" name="Equation" r:id="rId4" imgW="482600" imgH="228600" progId="Equation.DSMT4">
                  <p:embed/>
                </p:oleObj>
              </mc:Choice>
              <mc:Fallback>
                <p:oleObj name="Equation" r:id="rId4" imgW="482600" imgH="228600" progId="Equation.DSMT4">
                  <p:embed/>
                  <p:pic>
                    <p:nvPicPr>
                      <p:cNvPr id="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3504" y="3720476"/>
                        <a:ext cx="910784" cy="428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428596" y="980728"/>
                <a:ext cx="8229600" cy="571504"/>
              </a:xfrm>
            </p:spPr>
            <p:txBody>
              <a:bodyPr>
                <a:normAutofit/>
              </a:bodyPr>
              <a:lstStyle/>
              <a:p>
                <a:r>
                  <a:rPr lang="zh-CN" altLang="en-US" sz="2800" b="1" dirty="0" smtClean="0">
                    <a:latin typeface="Times New Roman" panose="02020603050405020304" pitchFamily="18" charset="0"/>
                    <a:cs typeface="Times New Roman" panose="02020603050405020304" pitchFamily="18" charset="0"/>
                  </a:rPr>
                  <a:t>通常用</a:t>
                </a:r>
                <a:r>
                  <a:rPr lang="en-US" altLang="zh-CN" sz="2800" b="1" dirty="0" smtClean="0">
                    <a:latin typeface="Times New Roman" panose="02020603050405020304" pitchFamily="18" charset="0"/>
                    <a:cs typeface="Times New Roman" panose="02020603050405020304" pitchFamily="18" charset="0"/>
                  </a:rPr>
                  <a:t>ab</a:t>
                </a:r>
                <a:r>
                  <a:rPr lang="zh-CN" altLang="en-US" sz="2800" b="1" dirty="0" smtClean="0">
                    <a:latin typeface="Times New Roman" panose="02020603050405020304" pitchFamily="18" charset="0"/>
                    <a:cs typeface="Times New Roman" panose="02020603050405020304" pitchFamily="18" charset="0"/>
                  </a:rPr>
                  <a:t>表示</a:t>
                </a:r>
                <a:r>
                  <a:rPr lang="en-US" altLang="zh-CN" sz="2800" b="1">
                    <a:latin typeface="Cambria Math" panose="02040503050406030204" pitchFamily="18" charset="0"/>
                    <a:cs typeface="Cambria Math" panose="02040503050406030204" pitchFamily="18" charset="0"/>
                    <a:sym typeface="+mn-ea"/>
                  </a:rPr>
                  <a:t>a </a:t>
                </a:r>
                <a14:m>
                  <m:oMath xmlns:m="http://schemas.openxmlformats.org/officeDocument/2006/math">
                    <m:r>
                      <a:rPr lang="en-US" altLang="zh-CN" sz="2800" b="1">
                        <a:latin typeface="Cambria Math" panose="02040503050406030204" pitchFamily="18" charset="0"/>
                        <a:cs typeface="Cambria Math" panose="02040503050406030204" pitchFamily="18" charset="0"/>
                      </a:rPr>
                      <m:t>∘</m:t>
                    </m:r>
                    <m:r>
                      <a:rPr lang="en-US" altLang="zh-CN" sz="2800" b="1">
                        <a:latin typeface="Cambria Math" panose="02040503050406030204" pitchFamily="18" charset="0"/>
                        <a:cs typeface="Cambria Math" panose="02040503050406030204" pitchFamily="18" charset="0"/>
                      </a:rPr>
                      <m:t>𝐛</m:t>
                    </m:r>
                  </m:oMath>
                </a14:m>
                <a:endParaRPr lang="zh-CN" altLang="en-US" sz="2800" b="1"/>
              </a:p>
              <a:p>
                <a:endParaRPr lang="en-US" altLang="zh-CN" sz="2800" b="1" dirty="0" smtClean="0">
                  <a:latin typeface="Times New Roman" panose="02020603050405020304" pitchFamily="18" charset="0"/>
                  <a:cs typeface="Times New Roman" panose="02020603050405020304" pitchFamily="18" charset="0"/>
                </a:endParaRPr>
              </a:p>
              <a:p>
                <a:endParaRPr lang="zh-CN" altLang="en-US" sz="2800" b="1" dirty="0">
                  <a:latin typeface="Times New Roman" panose="02020603050405020304" pitchFamily="18" charset="0"/>
                  <a:cs typeface="Times New Roman" panose="02020603050405020304" pitchFamily="18"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428596" y="980728"/>
                <a:ext cx="8229600" cy="571504"/>
              </a:xfrm>
              <a:blipFill rotWithShape="1">
                <a:blip r:embed="rId1"/>
                <a:stretch>
                  <a:fillRect l="-7" t="-50" r="7" b="-161726"/>
                </a:stretch>
              </a:blipFill>
            </p:spPr>
            <p:txBody>
              <a:bodyPr/>
              <a:lstStyle/>
              <a:p>
                <a:r>
                  <a:rPr lang="zh-CN" altLang="en-US">
                    <a:noFill/>
                  </a:rPr>
                  <a:t> </a:t>
                </a:r>
              </a:p>
            </p:txBody>
          </p:sp>
        </mc:Fallback>
      </mc:AlternateContent>
      <p:sp>
        <p:nvSpPr>
          <p:cNvPr id="21511" name="Rectangle 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1513" name="Rectangle 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536"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539" name="Rectangle 1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 name="TextBox 7"/>
          <p:cNvSpPr txBox="1"/>
          <p:nvPr/>
        </p:nvSpPr>
        <p:spPr>
          <a:xfrm>
            <a:off x="571472" y="1552232"/>
            <a:ext cx="8143932" cy="1384995"/>
          </a:xfrm>
          <a:prstGeom prst="rect">
            <a:avLst/>
          </a:prstGeom>
          <a:noFill/>
        </p:spPr>
        <p:txBody>
          <a:bodyPr wrap="square" rtlCol="0">
            <a:spAutoFit/>
          </a:bodyPr>
          <a:lstStyle/>
          <a:p>
            <a:r>
              <a:rPr lang="en-US" altLang="zh-CN" sz="2800" b="1" dirty="0" smtClean="0"/>
              <a:t>1</a:t>
            </a:r>
            <a:r>
              <a:rPr lang="zh-CN" altLang="en-US" sz="2800" b="1" dirty="0" smtClean="0"/>
              <a:t>、（</a:t>
            </a:r>
            <a:r>
              <a:rPr lang="zh-CN" altLang="en-US" sz="2800" b="1" dirty="0" smtClean="0">
                <a:solidFill>
                  <a:srgbClr val="FF0000"/>
                </a:solidFill>
              </a:rPr>
              <a:t>单位元唯一</a:t>
            </a:r>
            <a:r>
              <a:rPr lang="zh-CN" altLang="en-US" sz="2800" b="1" dirty="0" smtClean="0"/>
              <a:t>）群中存在惟一元素</a:t>
            </a:r>
            <a:r>
              <a:rPr lang="en-US" altLang="zh-CN" sz="2800" b="1" dirty="0" smtClean="0"/>
              <a:t>e</a:t>
            </a:r>
            <a:r>
              <a:rPr lang="zh-CN" altLang="en-US" sz="2800" b="1" dirty="0" smtClean="0"/>
              <a:t>，使得对于所有的</a:t>
            </a:r>
            <a:r>
              <a:rPr lang="en-US" altLang="zh-CN" sz="2800" b="1" i="1" dirty="0" err="1" smtClean="0">
                <a:latin typeface="Times New Roman" panose="02020603050405020304" pitchFamily="18" charset="0"/>
                <a:cs typeface="Times New Roman" panose="02020603050405020304" pitchFamily="18" charset="0"/>
              </a:rPr>
              <a:t>a∈G</a:t>
            </a:r>
            <a:r>
              <a:rPr lang="zh-CN" altLang="en-US" sz="2800" b="1" dirty="0" smtClean="0">
                <a:latin typeface="Times New Roman" panose="02020603050405020304" pitchFamily="18" charset="0"/>
                <a:cs typeface="Times New Roman" panose="02020603050405020304" pitchFamily="18" charset="0"/>
              </a:rPr>
              <a:t>，有</a:t>
            </a:r>
            <a:endParaRPr lang="en-US" altLang="zh-CN" sz="2800" b="1" dirty="0" smtClean="0">
              <a:latin typeface="Times New Roman" panose="02020603050405020304" pitchFamily="18" charset="0"/>
              <a:cs typeface="Times New Roman" panose="02020603050405020304" pitchFamily="18" charset="0"/>
            </a:endParaRPr>
          </a:p>
          <a:p>
            <a:pPr algn="ctr"/>
            <a:r>
              <a:rPr lang="en-US" altLang="zh-CN" sz="2800" b="1" i="1" dirty="0" smtClean="0">
                <a:latin typeface="Times New Roman" panose="02020603050405020304" pitchFamily="18" charset="0"/>
                <a:cs typeface="Times New Roman" panose="02020603050405020304" pitchFamily="18" charset="0"/>
              </a:rPr>
              <a:t>ea=</a:t>
            </a:r>
            <a:r>
              <a:rPr lang="en-US" altLang="zh-CN" sz="2800" b="1" i="1" dirty="0" err="1" smtClean="0">
                <a:latin typeface="Times New Roman" panose="02020603050405020304" pitchFamily="18" charset="0"/>
                <a:cs typeface="Times New Roman" panose="02020603050405020304" pitchFamily="18" charset="0"/>
              </a:rPr>
              <a:t>ae</a:t>
            </a:r>
            <a:r>
              <a:rPr lang="en-US" altLang="zh-CN" sz="2800" b="1" i="1" dirty="0" smtClean="0">
                <a:latin typeface="Times New Roman" panose="02020603050405020304" pitchFamily="18" charset="0"/>
                <a:cs typeface="Times New Roman" panose="02020603050405020304" pitchFamily="18" charset="0"/>
              </a:rPr>
              <a:t>=a</a:t>
            </a:r>
            <a:endParaRPr lang="zh-CN" altLang="en-US" sz="2800" b="1" i="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500034" y="3140968"/>
            <a:ext cx="8286808" cy="1815882"/>
          </a:xfrm>
          <a:prstGeom prst="rect">
            <a:avLst/>
          </a:prstGeom>
          <a:noFill/>
        </p:spPr>
        <p:txBody>
          <a:bodyPr wrap="square" rtlCol="0">
            <a:spAutoFit/>
          </a:bodyPr>
          <a:lstStyle/>
          <a:p>
            <a:r>
              <a:rPr lang="zh-CN" altLang="en-US" sz="2800" b="1" dirty="0" smtClean="0"/>
              <a:t>证明：由群的定义可知，单位元</a:t>
            </a:r>
            <a:r>
              <a:rPr lang="en-US" sz="2800" b="1" i="1" dirty="0" smtClean="0">
                <a:latin typeface="Times New Roman" panose="02020603050405020304" pitchFamily="18" charset="0"/>
                <a:cs typeface="Times New Roman" panose="02020603050405020304" pitchFamily="18" charset="0"/>
              </a:rPr>
              <a:t>e</a:t>
            </a:r>
            <a:r>
              <a:rPr lang="zh-CN" altLang="en-US" sz="2800" b="1" dirty="0" smtClean="0"/>
              <a:t>满足上述性质。假定还有另一个</a:t>
            </a:r>
            <a:r>
              <a:rPr lang="en-US" sz="2800" b="1" i="1" dirty="0" smtClean="0">
                <a:latin typeface="Times New Roman" panose="02020603050405020304" pitchFamily="18" charset="0"/>
                <a:cs typeface="Times New Roman" panose="02020603050405020304" pitchFamily="18" charset="0"/>
              </a:rPr>
              <a:t>e’</a:t>
            </a:r>
            <a:r>
              <a:rPr lang="zh-CN" altLang="en-US" sz="2800" b="1" dirty="0" smtClean="0"/>
              <a:t>也满足上述性质，即</a:t>
            </a:r>
            <a:endParaRPr lang="en-US" altLang="zh-CN" sz="2800" b="1" dirty="0" smtClean="0"/>
          </a:p>
          <a:p>
            <a:pPr algn="ctr"/>
            <a:r>
              <a:rPr lang="en-US" altLang="zh-CN" sz="2800" b="1" i="1" dirty="0" err="1" smtClean="0">
                <a:latin typeface="Times New Roman" panose="02020603050405020304" pitchFamily="18" charset="0"/>
                <a:cs typeface="Times New Roman" panose="02020603050405020304" pitchFamily="18" charset="0"/>
              </a:rPr>
              <a:t>e’a</a:t>
            </a:r>
            <a:r>
              <a:rPr lang="en-US" altLang="zh-CN" sz="2800" b="1" i="1" dirty="0" smtClean="0">
                <a:latin typeface="Times New Roman" panose="02020603050405020304" pitchFamily="18" charset="0"/>
                <a:cs typeface="Times New Roman" panose="02020603050405020304" pitchFamily="18" charset="0"/>
              </a:rPr>
              <a:t>=</a:t>
            </a:r>
            <a:r>
              <a:rPr lang="en-US" altLang="zh-CN" sz="2800" b="1" i="1" dirty="0" err="1" smtClean="0">
                <a:latin typeface="Times New Roman" panose="02020603050405020304" pitchFamily="18" charset="0"/>
                <a:cs typeface="Times New Roman" panose="02020603050405020304" pitchFamily="18" charset="0"/>
              </a:rPr>
              <a:t>ae</a:t>
            </a:r>
            <a:r>
              <a:rPr lang="en-US" altLang="zh-CN" sz="2800" b="1" i="1" dirty="0" smtClean="0">
                <a:latin typeface="Times New Roman" panose="02020603050405020304" pitchFamily="18" charset="0"/>
                <a:cs typeface="Times New Roman" panose="02020603050405020304" pitchFamily="18" charset="0"/>
              </a:rPr>
              <a:t>’=a</a:t>
            </a:r>
            <a:endParaRPr lang="en-US" altLang="zh-CN" sz="2800" b="1" dirty="0" smtClean="0"/>
          </a:p>
          <a:p>
            <a:r>
              <a:rPr lang="zh-CN" altLang="en-US" sz="2800" b="1" dirty="0" smtClean="0"/>
              <a:t>则有</a:t>
            </a:r>
            <a:r>
              <a:rPr lang="en-US" altLang="zh-CN" sz="2800" b="1" i="1" dirty="0" err="1" smtClean="0">
                <a:latin typeface="Times New Roman" panose="02020603050405020304" pitchFamily="18" charset="0"/>
                <a:cs typeface="Times New Roman" panose="02020603050405020304" pitchFamily="18" charset="0"/>
              </a:rPr>
              <a:t>e’e</a:t>
            </a:r>
            <a:r>
              <a:rPr lang="en-US" altLang="zh-CN" sz="2800" b="1" i="1" dirty="0" smtClean="0">
                <a:latin typeface="Times New Roman" panose="02020603050405020304" pitchFamily="18" charset="0"/>
                <a:cs typeface="Times New Roman" panose="02020603050405020304" pitchFamily="18" charset="0"/>
              </a:rPr>
              <a:t>=e’=e</a:t>
            </a:r>
            <a:r>
              <a:rPr lang="zh-CN" altLang="en-US" sz="2800" b="1" dirty="0" smtClean="0"/>
              <a:t>。</a:t>
            </a:r>
            <a:endParaRPr lang="zh-CN" altLang="en-US" sz="2800" b="1"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文本框 4"/>
          <p:cNvSpPr txBox="1"/>
          <p:nvPr/>
        </p:nvSpPr>
        <p:spPr>
          <a:xfrm>
            <a:off x="3779520" y="980440"/>
            <a:ext cx="4572000" cy="521970"/>
          </a:xfrm>
          <a:prstGeom prst="rect">
            <a:avLst/>
          </a:prstGeom>
          <a:noFill/>
        </p:spPr>
        <p:txBody>
          <a:bodyPr wrap="square" rtlCol="0" anchor="t">
            <a:spAutoFit/>
          </a:bodyPr>
          <a:p>
            <a:r>
              <a:rPr lang="zh-CN" altLang="en-US" sz="2800" b="1" dirty="0" smtClean="0">
                <a:latin typeface="Times New Roman" panose="02020603050405020304" pitchFamily="18" charset="0"/>
                <a:cs typeface="Times New Roman" panose="02020603050405020304" pitchFamily="18" charset="0"/>
                <a:sym typeface="+mn-ea"/>
              </a:rPr>
              <a:t>群的一些基本性质：</a:t>
            </a:r>
            <a:endParaRPr lang="zh-CN" altLang="en-US" sz="2800" b="1" dirty="0" smtClean="0">
              <a:latin typeface="Times New Roman" panose="02020603050405020304" pitchFamily="18" charset="0"/>
              <a:cs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596" y="692696"/>
            <a:ext cx="8229600" cy="571504"/>
          </a:xfrm>
        </p:spPr>
        <p:txBody>
          <a:bodyPr>
            <a:normAutofit/>
          </a:bodyPr>
          <a:lstStyle/>
          <a:p>
            <a:r>
              <a:rPr lang="zh-CN" altLang="en-US" sz="2800" b="1" dirty="0" smtClean="0">
                <a:latin typeface="Times New Roman" panose="02020603050405020304" pitchFamily="18" charset="0"/>
                <a:cs typeface="Times New Roman" panose="02020603050405020304" pitchFamily="18" charset="0"/>
              </a:rPr>
              <a:t>群的一些基本性质</a:t>
            </a:r>
            <a:endParaRPr lang="en-US" altLang="zh-CN" sz="2800" b="1" dirty="0" smtClean="0">
              <a:latin typeface="Times New Roman" panose="02020603050405020304" pitchFamily="18" charset="0"/>
              <a:cs typeface="Times New Roman" panose="02020603050405020304" pitchFamily="18" charset="0"/>
            </a:endParaRPr>
          </a:p>
          <a:p>
            <a:endParaRPr lang="zh-CN" altLang="en-US" sz="2800" b="1" dirty="0">
              <a:latin typeface="Times New Roman" panose="02020603050405020304" pitchFamily="18" charset="0"/>
              <a:cs typeface="Times New Roman" panose="02020603050405020304" pitchFamily="18" charset="0"/>
            </a:endParaRPr>
          </a:p>
        </p:txBody>
      </p:sp>
      <p:sp>
        <p:nvSpPr>
          <p:cNvPr id="21511" name="Rectangle 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1513" name="Rectangle 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536"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539" name="Rectangle 1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 name="TextBox 7"/>
          <p:cNvSpPr txBox="1"/>
          <p:nvPr/>
        </p:nvSpPr>
        <p:spPr>
          <a:xfrm>
            <a:off x="571472" y="1264200"/>
            <a:ext cx="8143932" cy="1384995"/>
          </a:xfrm>
          <a:prstGeom prst="rect">
            <a:avLst/>
          </a:prstGeom>
          <a:noFill/>
        </p:spPr>
        <p:txBody>
          <a:bodyPr wrap="square" rtlCol="0">
            <a:spAutoFit/>
          </a:bodyPr>
          <a:lstStyle/>
          <a:p>
            <a:r>
              <a:rPr lang="en-US" altLang="zh-CN" sz="2800" b="1" dirty="0" smtClean="0"/>
              <a:t>2</a:t>
            </a:r>
            <a:r>
              <a:rPr lang="zh-CN" altLang="en-US" sz="2800" b="1" dirty="0" smtClean="0"/>
              <a:t>、（</a:t>
            </a:r>
            <a:r>
              <a:rPr lang="zh-CN" altLang="en-US" sz="2800" b="1" dirty="0" smtClean="0">
                <a:solidFill>
                  <a:srgbClr val="FF0000"/>
                </a:solidFill>
              </a:rPr>
              <a:t>逆元唯一</a:t>
            </a:r>
            <a:r>
              <a:rPr lang="zh-CN" altLang="en-US" sz="2800" b="1" dirty="0" smtClean="0"/>
              <a:t>）对于群</a:t>
            </a:r>
            <a:r>
              <a:rPr lang="en-US" altLang="zh-CN" sz="2800" b="1" dirty="0" smtClean="0"/>
              <a:t>G</a:t>
            </a:r>
            <a:r>
              <a:rPr lang="zh-CN" altLang="en-US" sz="2800" b="1" dirty="0" smtClean="0"/>
              <a:t>中的任意一元素</a:t>
            </a:r>
            <a:r>
              <a:rPr lang="en-US" altLang="zh-CN" sz="2800" b="1" i="1" dirty="0" smtClean="0">
                <a:latin typeface="Times New Roman" panose="02020603050405020304" pitchFamily="18" charset="0"/>
                <a:cs typeface="Times New Roman" panose="02020603050405020304" pitchFamily="18" charset="0"/>
              </a:rPr>
              <a:t>a</a:t>
            </a:r>
            <a:r>
              <a:rPr lang="zh-CN" altLang="en-US" sz="2800" b="1" dirty="0" smtClean="0"/>
              <a:t>，存在惟一元素</a:t>
            </a:r>
            <a:r>
              <a:rPr lang="en-US" altLang="zh-CN" sz="2800" b="1" i="1" dirty="0" err="1" smtClean="0">
                <a:latin typeface="Times New Roman" panose="02020603050405020304" pitchFamily="18" charset="0"/>
                <a:cs typeface="Times New Roman" panose="02020603050405020304" pitchFamily="18" charset="0"/>
              </a:rPr>
              <a:t>b∈G</a:t>
            </a:r>
            <a:r>
              <a:rPr lang="zh-CN" altLang="en-US" sz="2800" b="1" dirty="0" smtClean="0">
                <a:latin typeface="Times New Roman" panose="02020603050405020304" pitchFamily="18" charset="0"/>
                <a:cs typeface="Times New Roman" panose="02020603050405020304" pitchFamily="18" charset="0"/>
              </a:rPr>
              <a:t>，使得</a:t>
            </a:r>
            <a:endParaRPr lang="en-US" altLang="zh-CN" sz="2800" b="1" dirty="0" smtClean="0">
              <a:latin typeface="Times New Roman" panose="02020603050405020304" pitchFamily="18" charset="0"/>
              <a:cs typeface="Times New Roman" panose="02020603050405020304" pitchFamily="18" charset="0"/>
            </a:endParaRPr>
          </a:p>
          <a:p>
            <a:pPr algn="ctr"/>
            <a:r>
              <a:rPr lang="en-US" altLang="zh-CN" sz="2800" b="1" i="1" dirty="0" err="1" smtClean="0">
                <a:latin typeface="Times New Roman" panose="02020603050405020304" pitchFamily="18" charset="0"/>
                <a:cs typeface="Times New Roman" panose="02020603050405020304" pitchFamily="18" charset="0"/>
              </a:rPr>
              <a:t>ba</a:t>
            </a:r>
            <a:r>
              <a:rPr lang="en-US" altLang="zh-CN" sz="2800" b="1" i="1" dirty="0" smtClean="0">
                <a:latin typeface="Times New Roman" panose="02020603050405020304" pitchFamily="18" charset="0"/>
                <a:cs typeface="Times New Roman" panose="02020603050405020304" pitchFamily="18" charset="0"/>
              </a:rPr>
              <a:t>=</a:t>
            </a:r>
            <a:r>
              <a:rPr lang="en-US" altLang="zh-CN" sz="2800" b="1" i="1" dirty="0" err="1" smtClean="0">
                <a:latin typeface="Times New Roman" panose="02020603050405020304" pitchFamily="18" charset="0"/>
                <a:cs typeface="Times New Roman" panose="02020603050405020304" pitchFamily="18" charset="0"/>
              </a:rPr>
              <a:t>ab</a:t>
            </a:r>
            <a:r>
              <a:rPr lang="en-US" altLang="zh-CN" sz="2800" b="1" i="1" dirty="0" smtClean="0">
                <a:latin typeface="Times New Roman" panose="02020603050405020304" pitchFamily="18" charset="0"/>
                <a:cs typeface="Times New Roman" panose="02020603050405020304" pitchFamily="18" charset="0"/>
              </a:rPr>
              <a:t>=e</a:t>
            </a:r>
            <a:endParaRPr lang="zh-CN" altLang="en-US" sz="2800" b="1" i="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500034" y="2907274"/>
            <a:ext cx="8286808" cy="2677656"/>
          </a:xfrm>
          <a:prstGeom prst="rect">
            <a:avLst/>
          </a:prstGeom>
          <a:noFill/>
        </p:spPr>
        <p:txBody>
          <a:bodyPr wrap="square" rtlCol="0">
            <a:spAutoFit/>
          </a:bodyPr>
          <a:lstStyle/>
          <a:p>
            <a:r>
              <a:rPr lang="zh-CN" altLang="en-US" sz="2800" b="1" dirty="0" smtClean="0"/>
              <a:t>证明：由群的定义可知，对于任意一元素</a:t>
            </a:r>
            <a:r>
              <a:rPr lang="en-US" sz="2800" b="1" dirty="0" smtClean="0"/>
              <a:t> </a:t>
            </a:r>
            <a:r>
              <a:rPr lang="en-US" altLang="zh-CN" sz="2800" b="1" i="1" dirty="0" smtClean="0">
                <a:latin typeface="Times New Roman" panose="02020603050405020304" pitchFamily="18" charset="0"/>
                <a:cs typeface="Times New Roman" panose="02020603050405020304" pitchFamily="18" charset="0"/>
              </a:rPr>
              <a:t>a </a:t>
            </a:r>
            <a:r>
              <a:rPr lang="zh-CN" altLang="en-US" sz="2800" b="1" dirty="0" smtClean="0"/>
              <a:t>，存在</a:t>
            </a:r>
            <a:r>
              <a:rPr lang="en-US" sz="2800" b="1" dirty="0" smtClean="0"/>
              <a:t>G</a:t>
            </a:r>
            <a:r>
              <a:rPr lang="zh-CN" altLang="en-US" sz="2800" b="1" dirty="0" smtClean="0"/>
              <a:t>中的一个元素是</a:t>
            </a:r>
            <a:r>
              <a:rPr lang="en-US" altLang="zh-CN" sz="2800" b="1" i="1" dirty="0" smtClean="0">
                <a:latin typeface="Times New Roman" panose="02020603050405020304" pitchFamily="18" charset="0"/>
                <a:cs typeface="Times New Roman" panose="02020603050405020304" pitchFamily="18" charset="0"/>
              </a:rPr>
              <a:t>a</a:t>
            </a:r>
            <a:r>
              <a:rPr lang="zh-CN" altLang="en-US" sz="2800" b="1" dirty="0" smtClean="0"/>
              <a:t>的逆元，不妨设为</a:t>
            </a:r>
            <a:r>
              <a:rPr lang="en-US" altLang="zh-CN" sz="2800" b="1" i="1" dirty="0" smtClean="0">
                <a:latin typeface="Times New Roman" panose="02020603050405020304" pitchFamily="18" charset="0"/>
                <a:cs typeface="Times New Roman" panose="02020603050405020304" pitchFamily="18" charset="0"/>
              </a:rPr>
              <a:t>b</a:t>
            </a:r>
            <a:r>
              <a:rPr lang="zh-CN" altLang="en-US" sz="2800" b="1" dirty="0" smtClean="0"/>
              <a:t>。假定再有一个元素</a:t>
            </a:r>
            <a:r>
              <a:rPr lang="en-US" sz="2800" b="1" i="1" dirty="0" smtClean="0">
                <a:latin typeface="Times New Roman" panose="02020603050405020304" pitchFamily="18" charset="0"/>
                <a:cs typeface="Times New Roman" panose="02020603050405020304" pitchFamily="18" charset="0"/>
              </a:rPr>
              <a:t>c</a:t>
            </a:r>
            <a:r>
              <a:rPr lang="zh-CN" altLang="en-US" sz="2800" b="1" dirty="0" smtClean="0"/>
              <a:t>也具有性质</a:t>
            </a:r>
            <a:endParaRPr lang="en-US" altLang="zh-CN" sz="2800" b="1" dirty="0" smtClean="0"/>
          </a:p>
          <a:p>
            <a:pPr algn="ctr"/>
            <a:r>
              <a:rPr lang="en-US" altLang="zh-CN" sz="2800" b="1" i="1" dirty="0" smtClean="0">
                <a:latin typeface="Times New Roman" panose="02020603050405020304" pitchFamily="18" charset="0"/>
                <a:cs typeface="Times New Roman" panose="02020603050405020304" pitchFamily="18" charset="0"/>
              </a:rPr>
              <a:t>ca=ac=e</a:t>
            </a:r>
            <a:endParaRPr lang="en-US" altLang="zh-CN" sz="2800" b="1" dirty="0" smtClean="0"/>
          </a:p>
          <a:p>
            <a:r>
              <a:rPr lang="zh-CN" altLang="en-US" sz="2800" b="1" dirty="0" smtClean="0"/>
              <a:t>则有</a:t>
            </a:r>
            <a:endParaRPr lang="en-US" altLang="zh-CN" sz="2800" b="1" dirty="0" smtClean="0"/>
          </a:p>
          <a:p>
            <a:pPr algn="ctr"/>
            <a:r>
              <a:rPr lang="en-US" altLang="zh-CN" sz="2800" b="1" i="1" dirty="0" smtClean="0">
                <a:latin typeface="Times New Roman" panose="02020603050405020304" pitchFamily="18" charset="0"/>
                <a:cs typeface="Times New Roman" panose="02020603050405020304" pitchFamily="18" charset="0"/>
              </a:rPr>
              <a:t>c=</a:t>
            </a:r>
            <a:r>
              <a:rPr lang="en-US" altLang="zh-CN" sz="2800" b="1" i="1" dirty="0" err="1" smtClean="0">
                <a:latin typeface="Times New Roman" panose="02020603050405020304" pitchFamily="18" charset="0"/>
                <a:cs typeface="Times New Roman" panose="02020603050405020304" pitchFamily="18" charset="0"/>
              </a:rPr>
              <a:t>ce</a:t>
            </a:r>
            <a:r>
              <a:rPr lang="en-US" altLang="zh-CN" sz="2800" b="1" i="1" dirty="0" smtClean="0">
                <a:latin typeface="Times New Roman" panose="02020603050405020304" pitchFamily="18" charset="0"/>
                <a:cs typeface="Times New Roman" panose="02020603050405020304" pitchFamily="18" charset="0"/>
              </a:rPr>
              <a:t>=c</a:t>
            </a:r>
            <a:r>
              <a:rPr lang="en-US" altLang="zh-CN" sz="2800" b="1" dirty="0" smtClean="0">
                <a:latin typeface="Times New Roman" panose="02020603050405020304" pitchFamily="18" charset="0"/>
                <a:cs typeface="Times New Roman" panose="02020603050405020304" pitchFamily="18" charset="0"/>
              </a:rPr>
              <a:t>(</a:t>
            </a:r>
            <a:r>
              <a:rPr lang="en-US" altLang="zh-CN" sz="2800" b="1" i="1" dirty="0" err="1" smtClean="0">
                <a:latin typeface="Times New Roman" panose="02020603050405020304" pitchFamily="18" charset="0"/>
                <a:cs typeface="Times New Roman" panose="02020603050405020304" pitchFamily="18" charset="0"/>
              </a:rPr>
              <a:t>ab</a:t>
            </a:r>
            <a:r>
              <a:rPr lang="en-US" altLang="zh-CN" sz="2800" b="1" dirty="0" smtClean="0">
                <a:latin typeface="Times New Roman" panose="02020603050405020304" pitchFamily="18" charset="0"/>
                <a:cs typeface="Times New Roman" panose="02020603050405020304" pitchFamily="18" charset="0"/>
              </a:rPr>
              <a:t>)</a:t>
            </a:r>
            <a:r>
              <a:rPr lang="en-US" altLang="zh-CN" sz="2800" b="1" i="1" dirty="0" smtClean="0">
                <a:latin typeface="Times New Roman" panose="02020603050405020304" pitchFamily="18" charset="0"/>
                <a:cs typeface="Times New Roman" panose="02020603050405020304" pitchFamily="18" charset="0"/>
              </a:rPr>
              <a:t>=</a:t>
            </a:r>
            <a:r>
              <a:rPr lang="en-US" altLang="zh-CN" sz="2800" b="1" dirty="0" smtClean="0">
                <a:latin typeface="Times New Roman" panose="02020603050405020304" pitchFamily="18" charset="0"/>
                <a:cs typeface="Times New Roman" panose="02020603050405020304" pitchFamily="18" charset="0"/>
              </a:rPr>
              <a:t>(</a:t>
            </a:r>
            <a:r>
              <a:rPr lang="en-US" altLang="zh-CN" sz="2800" b="1" i="1" dirty="0" smtClean="0">
                <a:latin typeface="Times New Roman" panose="02020603050405020304" pitchFamily="18" charset="0"/>
                <a:cs typeface="Times New Roman" panose="02020603050405020304" pitchFamily="18" charset="0"/>
              </a:rPr>
              <a:t>ca</a:t>
            </a:r>
            <a:r>
              <a:rPr lang="en-US" altLang="zh-CN" sz="2800" b="1" dirty="0" smtClean="0">
                <a:latin typeface="Times New Roman" panose="02020603050405020304" pitchFamily="18" charset="0"/>
                <a:cs typeface="Times New Roman" panose="02020603050405020304" pitchFamily="18" charset="0"/>
              </a:rPr>
              <a:t>)</a:t>
            </a:r>
            <a:r>
              <a:rPr lang="en-US" altLang="zh-CN" sz="2800" b="1" i="1" dirty="0" smtClean="0">
                <a:latin typeface="Times New Roman" panose="02020603050405020304" pitchFamily="18" charset="0"/>
                <a:cs typeface="Times New Roman" panose="02020603050405020304" pitchFamily="18" charset="0"/>
              </a:rPr>
              <a:t>b=</a:t>
            </a:r>
            <a:r>
              <a:rPr lang="en-US" altLang="zh-CN" sz="2800" b="1" i="1" dirty="0" err="1" smtClean="0">
                <a:latin typeface="Times New Roman" panose="02020603050405020304" pitchFamily="18" charset="0"/>
                <a:cs typeface="Times New Roman" panose="02020603050405020304" pitchFamily="18" charset="0"/>
              </a:rPr>
              <a:t>eb</a:t>
            </a:r>
            <a:r>
              <a:rPr lang="en-US" altLang="zh-CN" sz="2800" b="1" i="1" dirty="0" smtClean="0">
                <a:latin typeface="Times New Roman" panose="02020603050405020304" pitchFamily="18" charset="0"/>
                <a:cs typeface="Times New Roman" panose="02020603050405020304" pitchFamily="18" charset="0"/>
              </a:rPr>
              <a:t>=b</a:t>
            </a:r>
            <a:r>
              <a:rPr lang="zh-CN" altLang="en-US" sz="2800" b="1" dirty="0" smtClean="0"/>
              <a:t>。</a:t>
            </a:r>
            <a:endParaRPr lang="zh-CN" altLang="en-US" sz="2800" b="1"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1" name="Rectangle 7"/>
          <p:cNvSpPr>
            <a:spLocks noChangeArrowheads="1"/>
          </p:cNvSpPr>
          <p:nvPr/>
        </p:nvSpPr>
        <p:spPr bwMode="auto">
          <a:xfrm>
            <a:off x="0" y="-387424"/>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1513" name="Rectangle 9"/>
          <p:cNvSpPr>
            <a:spLocks noChangeArrowheads="1"/>
          </p:cNvSpPr>
          <p:nvPr/>
        </p:nvSpPr>
        <p:spPr bwMode="auto">
          <a:xfrm>
            <a:off x="0" y="-387424"/>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536" name="Rectangle 8"/>
          <p:cNvSpPr>
            <a:spLocks noChangeArrowheads="1"/>
          </p:cNvSpPr>
          <p:nvPr/>
        </p:nvSpPr>
        <p:spPr bwMode="auto">
          <a:xfrm>
            <a:off x="0" y="-387424"/>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539" name="Rectangle 11"/>
          <p:cNvSpPr>
            <a:spLocks noChangeArrowheads="1"/>
          </p:cNvSpPr>
          <p:nvPr/>
        </p:nvSpPr>
        <p:spPr bwMode="auto">
          <a:xfrm>
            <a:off x="0" y="-387424"/>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 name="TextBox 7"/>
          <p:cNvSpPr txBox="1"/>
          <p:nvPr/>
        </p:nvSpPr>
        <p:spPr>
          <a:xfrm>
            <a:off x="571472" y="692696"/>
            <a:ext cx="8143932" cy="1384995"/>
          </a:xfrm>
          <a:prstGeom prst="rect">
            <a:avLst/>
          </a:prstGeom>
          <a:noFill/>
        </p:spPr>
        <p:txBody>
          <a:bodyPr wrap="square" rtlCol="0">
            <a:spAutoFit/>
          </a:bodyPr>
          <a:lstStyle/>
          <a:p>
            <a:r>
              <a:rPr lang="en-US" altLang="zh-CN" sz="2800" b="1" dirty="0" smtClean="0"/>
              <a:t>3</a:t>
            </a:r>
            <a:r>
              <a:rPr lang="zh-CN" altLang="en-US" sz="2800" b="1" dirty="0" smtClean="0"/>
              <a:t>、消去律。设</a:t>
            </a:r>
            <a:r>
              <a:rPr lang="en-US" altLang="zh-CN" sz="2800" b="1" i="1" dirty="0" err="1" smtClean="0">
                <a:latin typeface="Times New Roman" panose="02020603050405020304" pitchFamily="18" charset="0"/>
                <a:cs typeface="Times New Roman" panose="02020603050405020304" pitchFamily="18" charset="0"/>
              </a:rPr>
              <a:t>a,b,c</a:t>
            </a:r>
            <a:r>
              <a:rPr lang="zh-CN" altLang="en-US" sz="2800" b="1" dirty="0" smtClean="0"/>
              <a:t>是群</a:t>
            </a:r>
            <a:r>
              <a:rPr lang="en-US" altLang="zh-CN" sz="2800" b="1" dirty="0" smtClean="0"/>
              <a:t>G</a:t>
            </a:r>
            <a:r>
              <a:rPr lang="zh-CN" altLang="en-US" sz="2800" b="1" dirty="0" smtClean="0"/>
              <a:t>中的任意三个元素，则</a:t>
            </a:r>
            <a:endParaRPr lang="en-US" altLang="zh-CN" sz="2800" b="1" dirty="0" smtClean="0"/>
          </a:p>
          <a:p>
            <a:r>
              <a:rPr lang="zh-CN" altLang="en-US" sz="2800" b="1" dirty="0" smtClean="0"/>
              <a:t>（</a:t>
            </a:r>
            <a:r>
              <a:rPr lang="en-US" altLang="zh-CN" sz="2800" b="1" dirty="0" smtClean="0"/>
              <a:t>1</a:t>
            </a:r>
            <a:r>
              <a:rPr lang="zh-CN" altLang="en-US" sz="2800" b="1" dirty="0" smtClean="0"/>
              <a:t>） 若</a:t>
            </a:r>
            <a:r>
              <a:rPr lang="en-US" altLang="zh-CN" sz="2800" b="1" i="1" dirty="0" err="1" smtClean="0"/>
              <a:t>ab</a:t>
            </a:r>
            <a:r>
              <a:rPr lang="en-US" altLang="zh-CN" sz="2800" b="1" i="1" dirty="0" smtClean="0"/>
              <a:t>=ac</a:t>
            </a:r>
            <a:r>
              <a:rPr lang="zh-CN" altLang="en-US" sz="2800" b="1" dirty="0" smtClean="0"/>
              <a:t>，则</a:t>
            </a:r>
            <a:r>
              <a:rPr lang="en-US" altLang="zh-CN" sz="2800" b="1" i="1" dirty="0" smtClean="0"/>
              <a:t>b=c</a:t>
            </a:r>
            <a:r>
              <a:rPr lang="en-US" altLang="zh-CN" sz="2800" b="1" dirty="0" smtClean="0"/>
              <a:t>;</a:t>
            </a:r>
            <a:endParaRPr lang="en-US" altLang="zh-CN" sz="2800" b="1" dirty="0" smtClean="0"/>
          </a:p>
          <a:p>
            <a:r>
              <a:rPr lang="zh-CN" altLang="en-US" sz="2800" b="1" dirty="0" smtClean="0"/>
              <a:t>（</a:t>
            </a:r>
            <a:r>
              <a:rPr lang="en-US" altLang="zh-CN" sz="2800" b="1" dirty="0" smtClean="0"/>
              <a:t>2</a:t>
            </a:r>
            <a:r>
              <a:rPr lang="zh-CN" altLang="en-US" sz="2800" b="1" dirty="0" smtClean="0"/>
              <a:t>） 若</a:t>
            </a:r>
            <a:r>
              <a:rPr lang="en-US" altLang="zh-CN" sz="2800" b="1" i="1" dirty="0" err="1" smtClean="0"/>
              <a:t>ba</a:t>
            </a:r>
            <a:r>
              <a:rPr lang="en-US" altLang="zh-CN" sz="2800" b="1" i="1" dirty="0" smtClean="0"/>
              <a:t>=ca</a:t>
            </a:r>
            <a:r>
              <a:rPr lang="zh-CN" altLang="en-US" sz="2800" b="1" dirty="0" smtClean="0"/>
              <a:t>，则</a:t>
            </a:r>
            <a:r>
              <a:rPr lang="en-US" altLang="zh-CN" sz="2800" b="1" i="1" dirty="0" smtClean="0"/>
              <a:t>b=c</a:t>
            </a:r>
            <a:r>
              <a:rPr lang="zh-CN" altLang="en-US" sz="2800" b="1" dirty="0" smtClean="0"/>
              <a:t>。</a:t>
            </a:r>
            <a:endParaRPr lang="zh-CN" altLang="en-US" sz="2800" b="1" i="1" dirty="0">
              <a:latin typeface="Times New Roman" panose="02020603050405020304" pitchFamily="18" charset="0"/>
              <a:cs typeface="Times New Roman" panose="02020603050405020304" pitchFamily="18" charset="0"/>
            </a:endParaRPr>
          </a:p>
        </p:txBody>
      </p:sp>
      <p:sp>
        <p:nvSpPr>
          <p:cNvPr id="24578" name="Rectangle 2"/>
          <p:cNvSpPr>
            <a:spLocks noChangeArrowheads="1"/>
          </p:cNvSpPr>
          <p:nvPr/>
        </p:nvSpPr>
        <p:spPr bwMode="auto">
          <a:xfrm>
            <a:off x="0" y="-387424"/>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4580" name="Rectangle 4"/>
          <p:cNvSpPr>
            <a:spLocks noChangeArrowheads="1"/>
          </p:cNvSpPr>
          <p:nvPr/>
        </p:nvSpPr>
        <p:spPr bwMode="auto">
          <a:xfrm>
            <a:off x="0" y="-387424"/>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4582" name="Rectangle 6"/>
          <p:cNvSpPr>
            <a:spLocks noChangeArrowheads="1"/>
          </p:cNvSpPr>
          <p:nvPr/>
        </p:nvSpPr>
        <p:spPr bwMode="auto">
          <a:xfrm>
            <a:off x="0" y="-387424"/>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4584" name="Rectangle 8"/>
          <p:cNvSpPr>
            <a:spLocks noChangeArrowheads="1"/>
          </p:cNvSpPr>
          <p:nvPr/>
        </p:nvSpPr>
        <p:spPr bwMode="auto">
          <a:xfrm>
            <a:off x="0" y="-387424"/>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4" name="组合 3"/>
          <p:cNvGrpSpPr/>
          <p:nvPr/>
        </p:nvGrpSpPr>
        <p:grpSpPr>
          <a:xfrm>
            <a:off x="606812" y="2194034"/>
            <a:ext cx="8429684" cy="3166426"/>
            <a:chOff x="357158" y="3571876"/>
            <a:chExt cx="8429684" cy="3166426"/>
          </a:xfrm>
        </p:grpSpPr>
        <p:sp>
          <p:nvSpPr>
            <p:cNvPr id="10" name="TextBox 9"/>
            <p:cNvSpPr txBox="1"/>
            <p:nvPr/>
          </p:nvSpPr>
          <p:spPr>
            <a:xfrm>
              <a:off x="357158" y="3571876"/>
              <a:ext cx="8429684" cy="523220"/>
            </a:xfrm>
            <a:prstGeom prst="rect">
              <a:avLst/>
            </a:prstGeom>
            <a:noFill/>
          </p:spPr>
          <p:txBody>
            <a:bodyPr wrap="square" rtlCol="0">
              <a:spAutoFit/>
            </a:bodyPr>
            <a:lstStyle/>
            <a:p>
              <a:r>
                <a:rPr lang="zh-CN" altLang="en-US" sz="2800" b="1" dirty="0" smtClean="0"/>
                <a:t>证明：假定</a:t>
              </a:r>
              <a:r>
                <a:rPr lang="en-US" altLang="zh-CN" sz="2800" b="1" dirty="0" err="1" smtClean="0"/>
                <a:t>ab</a:t>
              </a:r>
              <a:r>
                <a:rPr lang="en-US" altLang="zh-CN" sz="2800" b="1" dirty="0" smtClean="0"/>
                <a:t>=ac</a:t>
              </a:r>
              <a:r>
                <a:rPr lang="zh-CN" altLang="en-US" sz="2800" b="1" dirty="0" smtClean="0"/>
                <a:t>，那么</a:t>
              </a:r>
              <a:endParaRPr lang="zh-CN" altLang="en-US" sz="2800" b="1" dirty="0"/>
            </a:p>
          </p:txBody>
        </p:sp>
        <p:graphicFrame>
          <p:nvGraphicFramePr>
            <p:cNvPr id="24577" name="Object 1"/>
            <p:cNvGraphicFramePr>
              <a:graphicFrameLocks noChangeAspect="1"/>
            </p:cNvGraphicFramePr>
            <p:nvPr/>
          </p:nvGraphicFramePr>
          <p:xfrm>
            <a:off x="2357422" y="4071942"/>
            <a:ext cx="2738342" cy="571480"/>
          </p:xfrm>
          <a:graphic>
            <a:graphicData uri="http://schemas.openxmlformats.org/presentationml/2006/ole">
              <mc:AlternateContent xmlns:mc="http://schemas.openxmlformats.org/markup-compatibility/2006">
                <mc:Choice xmlns:v="urn:schemas-microsoft-com:vml" Requires="v">
                  <p:oleObj spid="_x0000_s25240" name="Equation" r:id="rId1" imgW="1091565" imgH="228600" progId="Equation.DSMT4">
                    <p:embed/>
                  </p:oleObj>
                </mc:Choice>
                <mc:Fallback>
                  <p:oleObj name="Equation" r:id="rId1" imgW="1091565" imgH="2286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7422" y="4071942"/>
                          <a:ext cx="2738342" cy="571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79" name="Object 3"/>
            <p:cNvGraphicFramePr>
              <a:graphicFrameLocks noChangeAspect="1"/>
            </p:cNvGraphicFramePr>
            <p:nvPr/>
          </p:nvGraphicFramePr>
          <p:xfrm>
            <a:off x="2428860" y="4643446"/>
            <a:ext cx="2428860" cy="515864"/>
          </p:xfrm>
          <a:graphic>
            <a:graphicData uri="http://schemas.openxmlformats.org/presentationml/2006/ole">
              <mc:AlternateContent xmlns:mc="http://schemas.openxmlformats.org/markup-compatibility/2006">
                <mc:Choice xmlns:v="urn:schemas-microsoft-com:vml" Requires="v">
                  <p:oleObj spid="_x0000_s25241" name="Equation" r:id="rId3" imgW="1079500" imgH="228600" progId="Equation.DSMT4">
                    <p:embed/>
                  </p:oleObj>
                </mc:Choice>
                <mc:Fallback>
                  <p:oleObj name="Equation" r:id="rId3" imgW="1079500" imgH="2286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8860" y="4643446"/>
                          <a:ext cx="2428860" cy="5158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1" name="Object 5"/>
            <p:cNvGraphicFramePr>
              <a:graphicFrameLocks noChangeAspect="1"/>
            </p:cNvGraphicFramePr>
            <p:nvPr/>
          </p:nvGraphicFramePr>
          <p:xfrm>
            <a:off x="2928926" y="5143512"/>
            <a:ext cx="1214446" cy="452441"/>
          </p:xfrm>
          <a:graphic>
            <a:graphicData uri="http://schemas.openxmlformats.org/presentationml/2006/ole">
              <mc:AlternateContent xmlns:mc="http://schemas.openxmlformats.org/markup-compatibility/2006">
                <mc:Choice xmlns:v="urn:schemas-microsoft-com:vml" Requires="v">
                  <p:oleObj spid="_x0000_s25242" name="Equation" r:id="rId5" imgW="11582400" imgH="4267200" progId="Equation.DSMT4">
                    <p:embed/>
                  </p:oleObj>
                </mc:Choice>
                <mc:Fallback>
                  <p:oleObj name="Equation" r:id="rId5" imgW="11582400" imgH="4267200" progId="Equation.DSMT4">
                    <p:embed/>
                    <p:pic>
                      <p:nvPicPr>
                        <p:cNvPr id="0" name="Picture 5"/>
                        <p:cNvPicPr>
                          <a:picLocks noChangeAspect="1" noChangeArrowheads="1"/>
                        </p:cNvPicPr>
                        <p:nvPr/>
                      </p:nvPicPr>
                      <p:blipFill>
                        <a:blip r:embed="rId6"/>
                        <a:srcRect/>
                        <a:stretch>
                          <a:fillRect/>
                        </a:stretch>
                      </p:blipFill>
                      <p:spPr bwMode="auto">
                        <a:xfrm>
                          <a:off x="2928926" y="5143512"/>
                          <a:ext cx="1214446" cy="4524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3" name="Object 7"/>
            <p:cNvGraphicFramePr>
              <a:graphicFrameLocks noChangeAspect="1"/>
            </p:cNvGraphicFramePr>
            <p:nvPr/>
          </p:nvGraphicFramePr>
          <p:xfrm>
            <a:off x="3071802" y="5643578"/>
            <a:ext cx="834650" cy="428604"/>
          </p:xfrm>
          <a:graphic>
            <a:graphicData uri="http://schemas.openxmlformats.org/presentationml/2006/ole">
              <mc:AlternateContent xmlns:mc="http://schemas.openxmlformats.org/markup-compatibility/2006">
                <mc:Choice xmlns:v="urn:schemas-microsoft-com:vml" Requires="v">
                  <p:oleObj spid="_x0000_s25243" name="Equation" r:id="rId7" imgW="342900" imgH="177800" progId="Equation.DSMT4">
                    <p:embed/>
                  </p:oleObj>
                </mc:Choice>
                <mc:Fallback>
                  <p:oleObj name="Equation" r:id="rId7" imgW="342900" imgH="177800" progId="Equation.DSMT4">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71802" y="5643578"/>
                          <a:ext cx="834650" cy="428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Box 17"/>
            <p:cNvSpPr txBox="1"/>
            <p:nvPr/>
          </p:nvSpPr>
          <p:spPr>
            <a:xfrm>
              <a:off x="642910" y="6215082"/>
              <a:ext cx="4714908" cy="523220"/>
            </a:xfrm>
            <a:prstGeom prst="rect">
              <a:avLst/>
            </a:prstGeom>
            <a:noFill/>
          </p:spPr>
          <p:txBody>
            <a:bodyPr wrap="square" rtlCol="0">
              <a:spAutoFit/>
            </a:bodyPr>
            <a:lstStyle/>
            <a:p>
              <a:r>
                <a:rPr lang="zh-CN" altLang="en-US" sz="2800" b="1" dirty="0" smtClean="0"/>
                <a:t>同理，由</a:t>
              </a:r>
              <a:r>
                <a:rPr lang="en-US" altLang="zh-CN" sz="2800" b="1" i="1" dirty="0" err="1" smtClean="0">
                  <a:latin typeface="Times New Roman" panose="02020603050405020304" pitchFamily="18" charset="0"/>
                  <a:cs typeface="Times New Roman" panose="02020603050405020304" pitchFamily="18" charset="0"/>
                </a:rPr>
                <a:t>ba</a:t>
              </a:r>
              <a:r>
                <a:rPr lang="en-US" altLang="zh-CN" sz="2800" b="1" i="1" dirty="0" smtClean="0">
                  <a:latin typeface="Times New Roman" panose="02020603050405020304" pitchFamily="18" charset="0"/>
                  <a:cs typeface="Times New Roman" panose="02020603050405020304" pitchFamily="18" charset="0"/>
                </a:rPr>
                <a:t>=ca</a:t>
              </a:r>
              <a:r>
                <a:rPr lang="zh-CN" altLang="en-US" sz="2800" b="1" dirty="0" smtClean="0"/>
                <a:t>可得</a:t>
              </a:r>
              <a:r>
                <a:rPr lang="en-US" altLang="zh-CN" sz="2800" b="1" i="1" dirty="0" smtClean="0">
                  <a:latin typeface="Times New Roman" panose="02020603050405020304" pitchFamily="18" charset="0"/>
                  <a:cs typeface="Times New Roman" panose="02020603050405020304" pitchFamily="18" charset="0"/>
                </a:rPr>
                <a:t>b=c</a:t>
              </a:r>
              <a:r>
                <a:rPr lang="zh-CN" altLang="en-US" sz="2800" b="1" dirty="0" smtClean="0"/>
                <a:t>。</a:t>
              </a:r>
              <a:endParaRPr lang="zh-CN" altLang="en-US" sz="2800" dirty="0"/>
            </a:p>
          </p:txBody>
        </p:sp>
      </p:gr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1" name="Rectangle 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1513" name="Rectangle 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536"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539" name="Rectangle 1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 name="TextBox 7"/>
          <p:cNvSpPr txBox="1"/>
          <p:nvPr/>
        </p:nvSpPr>
        <p:spPr>
          <a:xfrm>
            <a:off x="571472" y="764704"/>
            <a:ext cx="8143932" cy="1384995"/>
          </a:xfrm>
          <a:prstGeom prst="rect">
            <a:avLst/>
          </a:prstGeom>
          <a:noFill/>
        </p:spPr>
        <p:txBody>
          <a:bodyPr wrap="square" rtlCol="0">
            <a:spAutoFit/>
          </a:bodyPr>
          <a:lstStyle/>
          <a:p>
            <a:r>
              <a:rPr lang="en-US" altLang="zh-CN" sz="2800" b="1" dirty="0" smtClean="0"/>
              <a:t>4</a:t>
            </a:r>
            <a:r>
              <a:rPr lang="zh-CN" altLang="en-US" sz="2800" b="1" dirty="0" smtClean="0"/>
              <a:t>、对于群</a:t>
            </a:r>
            <a:r>
              <a:rPr lang="en-US" altLang="zh-CN" sz="2800" b="1" dirty="0" smtClean="0"/>
              <a:t>G</a:t>
            </a:r>
            <a:r>
              <a:rPr lang="zh-CN" altLang="en-US" sz="2800" b="1" dirty="0" smtClean="0"/>
              <a:t>中的任意元素</a:t>
            </a:r>
            <a:r>
              <a:rPr lang="en-US" altLang="zh-CN" sz="2800" b="1" dirty="0" err="1" smtClean="0"/>
              <a:t>a,b</a:t>
            </a:r>
            <a:r>
              <a:rPr lang="zh-CN" altLang="en-US" sz="2800" b="1" dirty="0" smtClean="0"/>
              <a:t>，方程</a:t>
            </a:r>
            <a:endParaRPr lang="en-US" altLang="zh-CN" sz="2800" b="1" dirty="0" smtClean="0">
              <a:latin typeface="Times New Roman" panose="02020603050405020304" pitchFamily="18" charset="0"/>
              <a:cs typeface="Times New Roman" panose="02020603050405020304" pitchFamily="18" charset="0"/>
            </a:endParaRPr>
          </a:p>
          <a:p>
            <a:pPr algn="ctr"/>
            <a:r>
              <a:rPr lang="en-US" altLang="zh-CN" sz="2800" b="1" i="1" dirty="0" smtClean="0">
                <a:latin typeface="Times New Roman" panose="02020603050405020304" pitchFamily="18" charset="0"/>
                <a:cs typeface="Times New Roman" panose="02020603050405020304" pitchFamily="18" charset="0"/>
              </a:rPr>
              <a:t>ax=b</a:t>
            </a:r>
            <a:r>
              <a:rPr lang="zh-CN" altLang="en-US" sz="2800" b="1" dirty="0" smtClean="0">
                <a:latin typeface="Times New Roman" panose="02020603050405020304" pitchFamily="18" charset="0"/>
                <a:cs typeface="Times New Roman" panose="02020603050405020304" pitchFamily="18" charset="0"/>
              </a:rPr>
              <a:t>和</a:t>
            </a:r>
            <a:r>
              <a:rPr lang="en-US" altLang="zh-CN" sz="2800" b="1" i="1" dirty="0" err="1" smtClean="0">
                <a:latin typeface="Times New Roman" panose="02020603050405020304" pitchFamily="18" charset="0"/>
                <a:cs typeface="Times New Roman" panose="02020603050405020304" pitchFamily="18" charset="0"/>
              </a:rPr>
              <a:t>xa</a:t>
            </a:r>
            <a:r>
              <a:rPr lang="en-US" altLang="zh-CN" sz="2800" b="1" i="1" dirty="0" smtClean="0">
                <a:latin typeface="Times New Roman" panose="02020603050405020304" pitchFamily="18" charset="0"/>
                <a:cs typeface="Times New Roman" panose="02020603050405020304" pitchFamily="18" charset="0"/>
              </a:rPr>
              <a:t>=b</a:t>
            </a:r>
            <a:endParaRPr lang="en-US" altLang="zh-CN" sz="2800" b="1" i="1" dirty="0" smtClean="0">
              <a:latin typeface="Times New Roman" panose="02020603050405020304" pitchFamily="18" charset="0"/>
              <a:cs typeface="Times New Roman" panose="02020603050405020304" pitchFamily="18" charset="0"/>
            </a:endParaRPr>
          </a:p>
          <a:p>
            <a:r>
              <a:rPr lang="zh-CN" altLang="en-US" sz="2800" b="1" dirty="0" smtClean="0">
                <a:latin typeface="Times New Roman" panose="02020603050405020304" pitchFamily="18" charset="0"/>
                <a:cs typeface="Times New Roman" panose="02020603050405020304" pitchFamily="18" charset="0"/>
              </a:rPr>
              <a:t>在群</a:t>
            </a:r>
            <a:r>
              <a:rPr lang="en-US" altLang="zh-CN" sz="2800" b="1" dirty="0" smtClean="0">
                <a:latin typeface="Times New Roman" panose="02020603050405020304" pitchFamily="18" charset="0"/>
                <a:cs typeface="Times New Roman" panose="02020603050405020304" pitchFamily="18" charset="0"/>
              </a:rPr>
              <a:t>G</a:t>
            </a:r>
            <a:r>
              <a:rPr lang="zh-CN" altLang="en-US" sz="2800" b="1" dirty="0" smtClean="0">
                <a:latin typeface="Times New Roman" panose="02020603050405020304" pitchFamily="18" charset="0"/>
                <a:cs typeface="Times New Roman" panose="02020603050405020304" pitchFamily="18" charset="0"/>
              </a:rPr>
              <a:t>中有唯一解。</a:t>
            </a:r>
            <a:endParaRPr lang="en-US" altLang="zh-CN" sz="2800" b="1" dirty="0" smtClean="0">
              <a:latin typeface="Times New Roman" panose="02020603050405020304" pitchFamily="18" charset="0"/>
              <a:cs typeface="Times New Roman" panose="02020603050405020304" pitchFamily="18" charset="0"/>
            </a:endParaRPr>
          </a:p>
        </p:txBody>
      </p:sp>
      <p:sp>
        <p:nvSpPr>
          <p:cNvPr id="2355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3556"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23555" name="Object 3"/>
          <p:cNvGraphicFramePr>
            <a:graphicFrameLocks noChangeAspect="1"/>
          </p:cNvGraphicFramePr>
          <p:nvPr/>
        </p:nvGraphicFramePr>
        <p:xfrm>
          <a:off x="1071538" y="2907844"/>
          <a:ext cx="770898" cy="500042"/>
        </p:xfrm>
        <a:graphic>
          <a:graphicData uri="http://schemas.openxmlformats.org/presentationml/2006/ole">
            <mc:AlternateContent xmlns:mc="http://schemas.openxmlformats.org/markup-compatibility/2006">
              <mc:Choice xmlns:v="urn:schemas-microsoft-com:vml" Requires="v">
                <p:oleObj spid="_x0000_s24216" name="Equation" r:id="rId1" imgW="342900" imgH="228600" progId="Equation.DSMT4">
                  <p:embed/>
                </p:oleObj>
              </mc:Choice>
              <mc:Fallback>
                <p:oleObj name="Equation" r:id="rId1" imgW="342900" imgH="228600" progId="Equation.DSMT4">
                  <p:embed/>
                  <p:pic>
                    <p:nvPicPr>
                      <p:cNvPr id="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38" y="2907844"/>
                        <a:ext cx="770898" cy="5000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58"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4" name="组合 3"/>
          <p:cNvGrpSpPr/>
          <p:nvPr/>
        </p:nvGrpSpPr>
        <p:grpSpPr>
          <a:xfrm>
            <a:off x="642910" y="2479216"/>
            <a:ext cx="7858180" cy="2246769"/>
            <a:chOff x="642910" y="3929066"/>
            <a:chExt cx="7858180" cy="2246769"/>
          </a:xfrm>
        </p:grpSpPr>
        <p:sp>
          <p:nvSpPr>
            <p:cNvPr id="11" name="TextBox 10"/>
            <p:cNvSpPr txBox="1"/>
            <p:nvPr/>
          </p:nvSpPr>
          <p:spPr>
            <a:xfrm>
              <a:off x="642910" y="3929066"/>
              <a:ext cx="7858180" cy="2246769"/>
            </a:xfrm>
            <a:prstGeom prst="rect">
              <a:avLst/>
            </a:prstGeom>
            <a:noFill/>
          </p:spPr>
          <p:txBody>
            <a:bodyPr wrap="square" rtlCol="0">
              <a:spAutoFit/>
            </a:bodyPr>
            <a:lstStyle/>
            <a:p>
              <a:r>
                <a:rPr lang="zh-CN" altLang="en-US" sz="2800" b="1" dirty="0" smtClean="0"/>
                <a:t>证明：显然，       </a:t>
              </a:r>
              <a:r>
                <a:rPr lang="en-US" sz="2800" b="1" dirty="0" smtClean="0"/>
                <a:t>      </a:t>
              </a:r>
              <a:r>
                <a:rPr lang="zh-CN" altLang="en-US" sz="2800" b="1" dirty="0" smtClean="0"/>
                <a:t>是方程</a:t>
              </a:r>
              <a:r>
                <a:rPr lang="en-US" sz="2800" b="1" dirty="0" smtClean="0"/>
                <a:t> </a:t>
              </a:r>
              <a:r>
                <a:rPr lang="zh-CN" altLang="en-US" sz="2800" b="1" dirty="0" smtClean="0"/>
                <a:t>的解，因而有解。假设       </a:t>
              </a:r>
              <a:r>
                <a:rPr lang="en-US" sz="2800" b="1" dirty="0" smtClean="0"/>
                <a:t> </a:t>
              </a:r>
              <a:r>
                <a:rPr lang="zh-CN" altLang="en-US" sz="2800" b="1" dirty="0" smtClean="0"/>
                <a:t>是方程的两个解，则有</a:t>
              </a:r>
              <a:endParaRPr lang="en-US" altLang="zh-CN" sz="2800" b="1" dirty="0" smtClean="0"/>
            </a:p>
            <a:p>
              <a:endParaRPr lang="zh-CN" altLang="en-US" sz="2800" b="1" dirty="0" smtClean="0"/>
            </a:p>
            <a:p>
              <a:r>
                <a:rPr lang="zh-CN" altLang="en-US" sz="2800" b="1" dirty="0" smtClean="0"/>
                <a:t>根据</a:t>
              </a:r>
              <a:r>
                <a:rPr lang="zh-CN" altLang="en-US" sz="2800" b="1" dirty="0" smtClean="0">
                  <a:solidFill>
                    <a:srgbClr val="FF0000"/>
                  </a:solidFill>
                </a:rPr>
                <a:t>消去律</a:t>
              </a:r>
              <a:r>
                <a:rPr lang="zh-CN" altLang="en-US" sz="2800" b="1" dirty="0" smtClean="0"/>
                <a:t>即可得     </a:t>
              </a:r>
              <a:r>
                <a:rPr lang="en-US" sz="2800" b="1" dirty="0" smtClean="0"/>
                <a:t>       </a:t>
              </a:r>
              <a:r>
                <a:rPr lang="zh-CN" altLang="en-US" sz="2800" b="1" dirty="0" smtClean="0"/>
                <a:t>。这就证明了唯一性。同理可证，方程</a:t>
              </a:r>
              <a:r>
                <a:rPr lang="en-US" altLang="zh-CN" sz="2800" b="1" i="1" dirty="0" err="1" smtClean="0">
                  <a:latin typeface="Times New Roman" panose="02020603050405020304" pitchFamily="18" charset="0"/>
                  <a:cs typeface="Times New Roman" panose="02020603050405020304" pitchFamily="18" charset="0"/>
                </a:rPr>
                <a:t>xa</a:t>
              </a:r>
              <a:r>
                <a:rPr lang="en-US" altLang="zh-CN" sz="2800" b="1" i="1" dirty="0" smtClean="0">
                  <a:latin typeface="Times New Roman" panose="02020603050405020304" pitchFamily="18" charset="0"/>
                  <a:cs typeface="Times New Roman" panose="02020603050405020304" pitchFamily="18" charset="0"/>
                </a:rPr>
                <a:t>=b</a:t>
              </a:r>
              <a:r>
                <a:rPr lang="zh-CN" altLang="en-US" sz="2800" b="1" dirty="0" smtClean="0"/>
                <a:t>在</a:t>
              </a:r>
              <a:r>
                <a:rPr lang="en-US" sz="2800" b="1" dirty="0" smtClean="0"/>
                <a:t>G</a:t>
              </a:r>
              <a:r>
                <a:rPr lang="zh-CN" altLang="en-US" sz="2800" b="1" dirty="0" smtClean="0"/>
                <a:t>中有唯一解。</a:t>
              </a:r>
              <a:endParaRPr lang="zh-CN" altLang="en-US" sz="2800" b="1" dirty="0"/>
            </a:p>
          </p:txBody>
        </p:sp>
        <p:graphicFrame>
          <p:nvGraphicFramePr>
            <p:cNvPr id="23553" name="Object 1"/>
            <p:cNvGraphicFramePr>
              <a:graphicFrameLocks noChangeAspect="1"/>
            </p:cNvGraphicFramePr>
            <p:nvPr/>
          </p:nvGraphicFramePr>
          <p:xfrm>
            <a:off x="2714612" y="3929066"/>
            <a:ext cx="1333446" cy="500042"/>
          </p:xfrm>
          <a:graphic>
            <a:graphicData uri="http://schemas.openxmlformats.org/presentationml/2006/ole">
              <mc:AlternateContent xmlns:mc="http://schemas.openxmlformats.org/markup-compatibility/2006">
                <mc:Choice xmlns:v="urn:schemas-microsoft-com:vml" Requires="v">
                  <p:oleObj spid="_x0000_s24217" name="Equation" r:id="rId3" imgW="533400" imgH="203200" progId="Equation.DSMT4">
                    <p:embed/>
                  </p:oleObj>
                </mc:Choice>
                <mc:Fallback>
                  <p:oleObj name="Equation" r:id="rId3" imgW="533400" imgH="203200" progId="Equation.DSMT4">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4612" y="3929066"/>
                          <a:ext cx="1333446" cy="5000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57" name="Object 5"/>
            <p:cNvGraphicFramePr>
              <a:graphicFrameLocks noChangeAspect="1"/>
            </p:cNvGraphicFramePr>
            <p:nvPr/>
          </p:nvGraphicFramePr>
          <p:xfrm>
            <a:off x="3428992" y="4714884"/>
            <a:ext cx="1404888" cy="571480"/>
          </p:xfrm>
          <a:graphic>
            <a:graphicData uri="http://schemas.openxmlformats.org/presentationml/2006/ole">
              <mc:AlternateContent xmlns:mc="http://schemas.openxmlformats.org/markup-compatibility/2006">
                <mc:Choice xmlns:v="urn:schemas-microsoft-com:vml" Requires="v">
                  <p:oleObj spid="_x0000_s24218" name="Equation" r:id="rId5" imgW="571500" imgH="228600" progId="Equation.DSMT4">
                    <p:embed/>
                  </p:oleObj>
                </mc:Choice>
                <mc:Fallback>
                  <p:oleObj name="Equation" r:id="rId5" imgW="571500" imgH="22860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8992" y="4714884"/>
                          <a:ext cx="1404888" cy="571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59" name="Object 7"/>
            <p:cNvGraphicFramePr>
              <a:graphicFrameLocks noChangeAspect="1"/>
            </p:cNvGraphicFramePr>
            <p:nvPr/>
          </p:nvGraphicFramePr>
          <p:xfrm>
            <a:off x="3714751" y="5214938"/>
            <a:ext cx="1000125" cy="500062"/>
          </p:xfrm>
          <a:graphic>
            <a:graphicData uri="http://schemas.openxmlformats.org/presentationml/2006/ole">
              <mc:AlternateContent xmlns:mc="http://schemas.openxmlformats.org/markup-compatibility/2006">
                <mc:Choice xmlns:v="urn:schemas-microsoft-com:vml" Requires="v">
                  <p:oleObj spid="_x0000_s24219" name="Equation" r:id="rId7" imgW="444500" imgH="228600" progId="Equation.DSMT4">
                    <p:embed/>
                  </p:oleObj>
                </mc:Choice>
                <mc:Fallback>
                  <p:oleObj name="Equation" r:id="rId7" imgW="444500" imgH="228600" progId="Equation.DSMT4">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14751" y="5214938"/>
                          <a:ext cx="1000125" cy="500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5"/>
                                        </p:tgtEl>
                                        <p:attrNameLst>
                                          <p:attrName>style.visibility</p:attrName>
                                        </p:attrNameLst>
                                      </p:cBhvr>
                                      <p:to>
                                        <p:strVal val="visible"/>
                                      </p:to>
                                    </p:set>
                                    <p:anim calcmode="lin" valueType="num">
                                      <p:cBhvr additive="base">
                                        <p:cTn id="7" dur="500" fill="hold"/>
                                        <p:tgtEl>
                                          <p:spTgt spid="23555"/>
                                        </p:tgtEl>
                                        <p:attrNameLst>
                                          <p:attrName>ppt_x</p:attrName>
                                        </p:attrNameLst>
                                      </p:cBhvr>
                                      <p:tavLst>
                                        <p:tav tm="0">
                                          <p:val>
                                            <p:strVal val="#ppt_x"/>
                                          </p:val>
                                        </p:tav>
                                        <p:tav tm="100000">
                                          <p:val>
                                            <p:strVal val="#ppt_x"/>
                                          </p:val>
                                        </p:tav>
                                      </p:tavLst>
                                    </p:anim>
                                    <p:anim calcmode="lin" valueType="num">
                                      <p:cBhvr additive="base">
                                        <p:cTn id="8" dur="500" fill="hold"/>
                                        <p:tgtEl>
                                          <p:spTgt spid="2355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1" name="Rectangle 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1513" name="Rectangle 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536"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539" name="Rectangle 1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 name="TextBox 7"/>
          <p:cNvSpPr txBox="1"/>
          <p:nvPr/>
        </p:nvSpPr>
        <p:spPr>
          <a:xfrm>
            <a:off x="571472" y="836712"/>
            <a:ext cx="8143932" cy="523220"/>
          </a:xfrm>
          <a:prstGeom prst="rect">
            <a:avLst/>
          </a:prstGeom>
          <a:noFill/>
        </p:spPr>
        <p:txBody>
          <a:bodyPr wrap="square" rtlCol="0">
            <a:spAutoFit/>
          </a:bodyPr>
          <a:lstStyle/>
          <a:p>
            <a:r>
              <a:rPr lang="en-US" altLang="zh-CN" sz="2800" b="1" dirty="0" smtClean="0"/>
              <a:t>5</a:t>
            </a:r>
            <a:r>
              <a:rPr lang="zh-CN" altLang="en-US" sz="2800" b="1" dirty="0" smtClean="0"/>
              <a:t>、对于群</a:t>
            </a:r>
            <a:r>
              <a:rPr lang="en-US" altLang="zh-CN" sz="2800" b="1" dirty="0" smtClean="0"/>
              <a:t>G</a:t>
            </a:r>
            <a:r>
              <a:rPr lang="zh-CN" altLang="en-US" sz="2800" b="1" dirty="0" smtClean="0"/>
              <a:t>中的任意元素</a:t>
            </a:r>
            <a:r>
              <a:rPr lang="en-US" altLang="zh-CN" sz="2800" b="1" dirty="0" err="1" smtClean="0"/>
              <a:t>a,b</a:t>
            </a:r>
            <a:r>
              <a:rPr lang="zh-CN" altLang="en-US" sz="2800" b="1" dirty="0" smtClean="0"/>
              <a:t>，都有</a:t>
            </a:r>
            <a:endParaRPr lang="en-US" altLang="zh-CN" sz="2800" b="1" dirty="0" smtClean="0">
              <a:latin typeface="Times New Roman" panose="02020603050405020304" pitchFamily="18" charset="0"/>
              <a:cs typeface="Times New Roman" panose="02020603050405020304" pitchFamily="18" charset="0"/>
            </a:endParaRPr>
          </a:p>
        </p:txBody>
      </p:sp>
      <p:sp>
        <p:nvSpPr>
          <p:cNvPr id="2355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3556"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3558"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2775" name="Rectangle 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32774" name="Object 6"/>
          <p:cNvGraphicFramePr>
            <a:graphicFrameLocks noChangeAspect="1"/>
          </p:cNvGraphicFramePr>
          <p:nvPr/>
        </p:nvGraphicFramePr>
        <p:xfrm>
          <a:off x="3143240" y="1408216"/>
          <a:ext cx="2285920" cy="571480"/>
        </p:xfrm>
        <a:graphic>
          <a:graphicData uri="http://schemas.openxmlformats.org/presentationml/2006/ole">
            <mc:AlternateContent xmlns:mc="http://schemas.openxmlformats.org/markup-compatibility/2006">
              <mc:Choice xmlns:v="urn:schemas-microsoft-com:vml" Requires="v">
                <p:oleObj spid="_x0000_s33271" name="Equation" r:id="rId1" imgW="914400" imgH="228600" progId="Equation.DSMT4">
                  <p:embed/>
                </p:oleObj>
              </mc:Choice>
              <mc:Fallback>
                <p:oleObj name="Equation" r:id="rId1" imgW="914400" imgH="228600" progId="Equation.DSMT4">
                  <p:embed/>
                  <p:pic>
                    <p:nvPicPr>
                      <p:cNvPr id="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40" y="1408216"/>
                        <a:ext cx="2285920" cy="571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77" name="Rectangle 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4" name="组合 3"/>
          <p:cNvGrpSpPr/>
          <p:nvPr/>
        </p:nvGrpSpPr>
        <p:grpSpPr>
          <a:xfrm>
            <a:off x="677110" y="2075668"/>
            <a:ext cx="8215370" cy="2357450"/>
            <a:chOff x="285720" y="3929066"/>
            <a:chExt cx="8215370" cy="2357450"/>
          </a:xfrm>
        </p:grpSpPr>
        <p:sp>
          <p:nvSpPr>
            <p:cNvPr id="11" name="TextBox 10"/>
            <p:cNvSpPr txBox="1"/>
            <p:nvPr/>
          </p:nvSpPr>
          <p:spPr>
            <a:xfrm>
              <a:off x="642910" y="3929066"/>
              <a:ext cx="7858180" cy="523220"/>
            </a:xfrm>
            <a:prstGeom prst="rect">
              <a:avLst/>
            </a:prstGeom>
            <a:noFill/>
          </p:spPr>
          <p:txBody>
            <a:bodyPr wrap="square" rtlCol="0">
              <a:spAutoFit/>
            </a:bodyPr>
            <a:lstStyle/>
            <a:p>
              <a:r>
                <a:rPr lang="zh-CN" altLang="en-US" sz="2800" b="1" dirty="0" smtClean="0"/>
                <a:t>证明：由于</a:t>
              </a:r>
              <a:endParaRPr lang="zh-CN" altLang="en-US" sz="2800" b="1" dirty="0"/>
            </a:p>
          </p:txBody>
        </p:sp>
        <p:graphicFrame>
          <p:nvGraphicFramePr>
            <p:cNvPr id="32776" name="Object 8"/>
            <p:cNvGraphicFramePr>
              <a:graphicFrameLocks noChangeAspect="1"/>
            </p:cNvGraphicFramePr>
            <p:nvPr/>
          </p:nvGraphicFramePr>
          <p:xfrm>
            <a:off x="1928794" y="4572008"/>
            <a:ext cx="4622887" cy="642918"/>
          </p:xfrm>
          <a:graphic>
            <a:graphicData uri="http://schemas.openxmlformats.org/presentationml/2006/ole">
              <mc:AlternateContent xmlns:mc="http://schemas.openxmlformats.org/markup-compatibility/2006">
                <mc:Choice xmlns:v="urn:schemas-microsoft-com:vml" Requires="v">
                  <p:oleObj spid="_x0000_s33272" name="Equation" r:id="rId3" imgW="1435100" imgH="203200" progId="Equation.DSMT4">
                    <p:embed/>
                  </p:oleObj>
                </mc:Choice>
                <mc:Fallback>
                  <p:oleObj name="Equation" r:id="rId3" imgW="1435100" imgH="203200" progId="Equation.DSMT4">
                    <p:embed/>
                    <p:pic>
                      <p:nvPicPr>
                        <p:cNvPr id="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8794" y="4572008"/>
                          <a:ext cx="4622887" cy="6429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TextBox 20"/>
            <p:cNvSpPr txBox="1"/>
            <p:nvPr/>
          </p:nvSpPr>
          <p:spPr>
            <a:xfrm>
              <a:off x="285720" y="5429264"/>
              <a:ext cx="2714644" cy="523220"/>
            </a:xfrm>
            <a:prstGeom prst="rect">
              <a:avLst/>
            </a:prstGeom>
            <a:noFill/>
          </p:spPr>
          <p:txBody>
            <a:bodyPr wrap="square" rtlCol="0">
              <a:spAutoFit/>
            </a:bodyPr>
            <a:lstStyle/>
            <a:p>
              <a:r>
                <a:rPr lang="zh-CN" altLang="en-US" sz="2800" b="1" dirty="0" smtClean="0"/>
                <a:t>所以</a:t>
              </a:r>
              <a:endParaRPr lang="zh-CN" altLang="en-US" sz="2800" b="1" dirty="0"/>
            </a:p>
          </p:txBody>
        </p:sp>
        <p:graphicFrame>
          <p:nvGraphicFramePr>
            <p:cNvPr id="32778" name="Object 10"/>
            <p:cNvGraphicFramePr>
              <a:graphicFrameLocks noChangeAspect="1"/>
            </p:cNvGraphicFramePr>
            <p:nvPr/>
          </p:nvGraphicFramePr>
          <p:xfrm>
            <a:off x="2862064" y="5715016"/>
            <a:ext cx="2286000" cy="571500"/>
          </p:xfrm>
          <a:graphic>
            <a:graphicData uri="http://schemas.openxmlformats.org/presentationml/2006/ole">
              <mc:AlternateContent xmlns:mc="http://schemas.openxmlformats.org/markup-compatibility/2006">
                <mc:Choice xmlns:v="urn:schemas-microsoft-com:vml" Requires="v">
                  <p:oleObj spid="_x0000_s33273" name="Equation" r:id="rId5" imgW="914400" imgH="228600" progId="Equation.DSMT4">
                    <p:embed/>
                  </p:oleObj>
                </mc:Choice>
                <mc:Fallback>
                  <p:oleObj name="Equation" r:id="rId5" imgW="914400" imgH="228600" progId="Equation.DSMT4">
                    <p:embed/>
                    <p:pic>
                      <p:nvPicPr>
                        <p:cNvPr id="0"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2064" y="5715016"/>
                          <a:ext cx="22860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596" y="764704"/>
            <a:ext cx="8229600" cy="2000264"/>
          </a:xfrm>
        </p:spPr>
        <p:txBody>
          <a:bodyPr>
            <a:noAutofit/>
          </a:bodyPr>
          <a:lstStyle/>
          <a:p>
            <a:pPr>
              <a:buNone/>
            </a:pPr>
            <a:r>
              <a:rPr lang="zh-CN" altLang="en-US" sz="2800" b="1" dirty="0" smtClean="0">
                <a:solidFill>
                  <a:srgbClr val="0070C0"/>
                </a:solidFill>
              </a:rPr>
              <a:t>定理</a:t>
            </a:r>
            <a:r>
              <a:rPr lang="en-US" sz="2800" b="1" dirty="0" smtClean="0">
                <a:solidFill>
                  <a:srgbClr val="0070C0"/>
                </a:solidFill>
              </a:rPr>
              <a:t>4.2.1 </a:t>
            </a:r>
            <a:r>
              <a:rPr lang="zh-CN" altLang="en-US" sz="2800" b="1" dirty="0" smtClean="0"/>
              <a:t>设</a:t>
            </a:r>
            <a:r>
              <a:rPr lang="en-US" sz="2800" b="1" dirty="0" smtClean="0"/>
              <a:t>G</a:t>
            </a:r>
            <a:r>
              <a:rPr lang="zh-CN" altLang="en-US" sz="2800" b="1" dirty="0" smtClean="0"/>
              <a:t>为一非空集合，</a:t>
            </a:r>
            <a:r>
              <a:rPr lang="en-US" sz="2800" b="1" dirty="0" smtClean="0"/>
              <a:t>G</a:t>
            </a:r>
            <a:r>
              <a:rPr lang="zh-CN" altLang="en-US" sz="2800" b="1" dirty="0" smtClean="0"/>
              <a:t>上乘法封闭且满足结合律。若对于</a:t>
            </a:r>
            <a:r>
              <a:rPr lang="en-US" altLang="zh-CN" sz="2800" b="1" dirty="0" smtClean="0"/>
              <a:t>G</a:t>
            </a:r>
            <a:r>
              <a:rPr lang="zh-CN" altLang="en-US" sz="2800" b="1" dirty="0" smtClean="0"/>
              <a:t>中的任意元素</a:t>
            </a:r>
            <a:r>
              <a:rPr lang="en-US" altLang="zh-CN" sz="2800" b="1" dirty="0" err="1" smtClean="0"/>
              <a:t>a,b</a:t>
            </a:r>
            <a:r>
              <a:rPr lang="en-US" altLang="zh-CN" sz="2800" b="1" dirty="0" smtClean="0"/>
              <a:t> </a:t>
            </a:r>
            <a:r>
              <a:rPr lang="zh-CN" altLang="en-US" sz="2800" b="1" dirty="0" smtClean="0"/>
              <a:t>，方程</a:t>
            </a:r>
            <a:endParaRPr lang="en-US" altLang="zh-CN" sz="2800" b="1" dirty="0" smtClean="0"/>
          </a:p>
          <a:p>
            <a:pPr algn="ctr">
              <a:buNone/>
            </a:pPr>
            <a:r>
              <a:rPr lang="en-US" altLang="zh-CN" sz="2800" b="1" i="1" dirty="0" smtClean="0">
                <a:latin typeface="Times New Roman" panose="02020603050405020304" pitchFamily="18" charset="0"/>
                <a:cs typeface="Times New Roman" panose="02020603050405020304" pitchFamily="18" charset="0"/>
              </a:rPr>
              <a:t>ax=b</a:t>
            </a:r>
            <a:r>
              <a:rPr lang="zh-CN" altLang="en-US" sz="2800" b="1" dirty="0" smtClean="0">
                <a:latin typeface="Times New Roman" panose="02020603050405020304" pitchFamily="18" charset="0"/>
                <a:cs typeface="Times New Roman" panose="02020603050405020304" pitchFamily="18" charset="0"/>
              </a:rPr>
              <a:t>和</a:t>
            </a:r>
            <a:r>
              <a:rPr lang="en-US" altLang="zh-CN" sz="2800" b="1" i="1" dirty="0" err="1" smtClean="0">
                <a:latin typeface="Times New Roman" panose="02020603050405020304" pitchFamily="18" charset="0"/>
                <a:cs typeface="Times New Roman" panose="02020603050405020304" pitchFamily="18" charset="0"/>
              </a:rPr>
              <a:t>xa</a:t>
            </a:r>
            <a:r>
              <a:rPr lang="en-US" altLang="zh-CN" sz="2800" b="1" i="1" dirty="0" smtClean="0">
                <a:latin typeface="Times New Roman" panose="02020603050405020304" pitchFamily="18" charset="0"/>
                <a:cs typeface="Times New Roman" panose="02020603050405020304" pitchFamily="18" charset="0"/>
              </a:rPr>
              <a:t>=b</a:t>
            </a:r>
            <a:endParaRPr lang="en-US" altLang="zh-CN" sz="2800" b="1" i="1" dirty="0" smtClean="0">
              <a:latin typeface="Times New Roman" panose="02020603050405020304" pitchFamily="18" charset="0"/>
              <a:cs typeface="Times New Roman" panose="02020603050405020304" pitchFamily="18" charset="0"/>
            </a:endParaRPr>
          </a:p>
          <a:p>
            <a:pPr>
              <a:buNone/>
            </a:pPr>
            <a:r>
              <a:rPr lang="zh-CN" altLang="en-US" sz="2800" b="1" dirty="0" smtClean="0"/>
              <a:t>在</a:t>
            </a:r>
            <a:r>
              <a:rPr lang="en-US" sz="2800" b="1" dirty="0" smtClean="0"/>
              <a:t>G</a:t>
            </a:r>
            <a:r>
              <a:rPr lang="zh-CN" altLang="en-US" sz="2800" b="1" dirty="0" smtClean="0"/>
              <a:t>中有解，则</a:t>
            </a:r>
            <a:r>
              <a:rPr lang="en-US" sz="2800" b="1" dirty="0" smtClean="0"/>
              <a:t>G</a:t>
            </a:r>
            <a:r>
              <a:rPr lang="zh-CN" altLang="en-US" sz="2800" b="1" dirty="0" smtClean="0"/>
              <a:t>是群。</a:t>
            </a:r>
            <a:endParaRPr lang="zh-CN" altLang="en-US" sz="2800" b="1" dirty="0" smtClean="0"/>
          </a:p>
          <a:p>
            <a:pPr>
              <a:buNone/>
            </a:pPr>
            <a:endParaRPr lang="zh-CN" altLang="en-US" sz="2800" b="1" dirty="0">
              <a:latin typeface="Times New Roman" panose="02020603050405020304" pitchFamily="18" charset="0"/>
              <a:cs typeface="Times New Roman" panose="02020603050405020304" pitchFamily="18" charset="0"/>
            </a:endParaRPr>
          </a:p>
        </p:txBody>
      </p:sp>
      <p:sp>
        <p:nvSpPr>
          <p:cNvPr id="21511" name="Rectangle 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1513" name="Rectangle 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536"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539" name="Rectangle 1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355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3556"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3558"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55" name="Rectangle 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57" name="Rectangle 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59" name="Rectangle 1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61" name="Rectangle 13"/>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63"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65" name="Rectangle 1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4" name="组合 3"/>
          <p:cNvGrpSpPr/>
          <p:nvPr/>
        </p:nvGrpSpPr>
        <p:grpSpPr>
          <a:xfrm>
            <a:off x="0" y="3140968"/>
            <a:ext cx="9144000" cy="1384995"/>
            <a:chOff x="0" y="3929066"/>
            <a:chExt cx="9144000" cy="1384995"/>
          </a:xfrm>
        </p:grpSpPr>
        <p:sp>
          <p:nvSpPr>
            <p:cNvPr id="11" name="TextBox 10"/>
            <p:cNvSpPr txBox="1"/>
            <p:nvPr/>
          </p:nvSpPr>
          <p:spPr>
            <a:xfrm>
              <a:off x="0" y="3929066"/>
              <a:ext cx="9144000" cy="1384995"/>
            </a:xfrm>
            <a:prstGeom prst="rect">
              <a:avLst/>
            </a:prstGeom>
            <a:noFill/>
          </p:spPr>
          <p:txBody>
            <a:bodyPr wrap="square" rtlCol="0">
              <a:spAutoFit/>
            </a:bodyPr>
            <a:lstStyle/>
            <a:p>
              <a:r>
                <a:rPr lang="zh-CN" altLang="en-US" sz="2800" b="1" dirty="0" smtClean="0"/>
                <a:t>证明：根据群的定义，需要证明</a:t>
              </a:r>
              <a:r>
                <a:rPr lang="en-US" sz="2800" b="1" dirty="0" smtClean="0"/>
                <a:t>G</a:t>
              </a:r>
              <a:r>
                <a:rPr lang="zh-CN" altLang="en-US" sz="2800" b="1" dirty="0" smtClean="0"/>
                <a:t>中存在单位元</a:t>
              </a:r>
              <a:r>
                <a:rPr lang="en-US" altLang="zh-CN" sz="2800" b="1" dirty="0" smtClean="0"/>
                <a:t>e</a:t>
              </a:r>
              <a:r>
                <a:rPr lang="zh-CN" altLang="en-US" sz="2800" b="1" dirty="0" smtClean="0"/>
                <a:t>，且对于任意</a:t>
              </a:r>
              <a:r>
                <a:rPr lang="en-US" altLang="zh-CN" sz="2800" b="1" i="1" dirty="0" err="1" smtClean="0">
                  <a:latin typeface="Times New Roman" panose="02020603050405020304" pitchFamily="18" charset="0"/>
                  <a:cs typeface="Times New Roman" panose="02020603050405020304" pitchFamily="18" charset="0"/>
                </a:rPr>
                <a:t>a∈G</a:t>
              </a:r>
              <a:r>
                <a:rPr lang="en-US" altLang="zh-CN" sz="2800" b="1" i="1" dirty="0" smtClean="0">
                  <a:latin typeface="Times New Roman" panose="02020603050405020304" pitchFamily="18" charset="0"/>
                  <a:cs typeface="Times New Roman" panose="02020603050405020304" pitchFamily="18" charset="0"/>
                </a:rPr>
                <a:t> </a:t>
              </a:r>
              <a:r>
                <a:rPr lang="zh-CN" altLang="en-US" sz="2800" b="1" dirty="0" smtClean="0"/>
                <a:t>，存在逆元     </a:t>
              </a:r>
              <a:r>
                <a:rPr lang="en-US" sz="2800" b="1" dirty="0" smtClean="0"/>
                <a:t>        </a:t>
              </a:r>
              <a:r>
                <a:rPr lang="zh-CN" altLang="en-US" sz="2800" b="1" dirty="0" smtClean="0"/>
                <a:t>，使得</a:t>
              </a:r>
              <a:r>
                <a:rPr lang="en-US" sz="2800" b="1" dirty="0" smtClean="0"/>
                <a:t>                                </a:t>
              </a:r>
              <a:r>
                <a:rPr lang="zh-CN" altLang="en-US" sz="2800" b="1" dirty="0" smtClean="0"/>
                <a:t>。</a:t>
              </a:r>
              <a:endParaRPr lang="en-US" altLang="zh-CN" sz="2800" b="1" dirty="0" smtClean="0"/>
            </a:p>
            <a:p>
              <a:r>
                <a:rPr lang="en-US" altLang="zh-CN" sz="2800" b="1" dirty="0"/>
                <a:t> </a:t>
              </a:r>
              <a:r>
                <a:rPr lang="en-US" altLang="zh-CN" sz="2800" b="1" dirty="0" smtClean="0"/>
                <a:t>    </a:t>
              </a:r>
              <a:r>
                <a:rPr lang="zh-CN" altLang="en-US" sz="2800" b="1" dirty="0" smtClean="0"/>
                <a:t>（</a:t>
              </a:r>
              <a:r>
                <a:rPr lang="zh-CN" altLang="en-US" sz="2800" b="1" dirty="0" smtClean="0">
                  <a:solidFill>
                    <a:srgbClr val="FF0000"/>
                  </a:solidFill>
                </a:rPr>
                <a:t>证明自学！</a:t>
              </a:r>
              <a:r>
                <a:rPr lang="zh-CN" altLang="en-US" sz="2800" b="1" dirty="0" smtClean="0"/>
                <a:t>）</a:t>
              </a:r>
              <a:endParaRPr lang="zh-CN" altLang="en-US" sz="2800" b="1" dirty="0"/>
            </a:p>
          </p:txBody>
        </p:sp>
        <p:graphicFrame>
          <p:nvGraphicFramePr>
            <p:cNvPr id="27662" name="Object 14"/>
            <p:cNvGraphicFramePr>
              <a:graphicFrameLocks noChangeAspect="1"/>
            </p:cNvGraphicFramePr>
            <p:nvPr/>
          </p:nvGraphicFramePr>
          <p:xfrm>
            <a:off x="3857620" y="4357694"/>
            <a:ext cx="1071571" cy="432750"/>
          </p:xfrm>
          <a:graphic>
            <a:graphicData uri="http://schemas.openxmlformats.org/presentationml/2006/ole">
              <mc:AlternateContent xmlns:mc="http://schemas.openxmlformats.org/markup-compatibility/2006">
                <mc:Choice xmlns:v="urn:schemas-microsoft-com:vml" Requires="v">
                  <p:oleObj spid="_x0000_s27993" name="Equation" r:id="rId1" imgW="494665" imgH="203200" progId="Equation.DSMT4">
                    <p:embed/>
                  </p:oleObj>
                </mc:Choice>
                <mc:Fallback>
                  <p:oleObj name="Equation" r:id="rId1" imgW="494665" imgH="203200" progId="Equation.DSMT4">
                    <p:embed/>
                    <p:pic>
                      <p:nvPicPr>
                        <p:cNvPr id="0"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7620" y="4357694"/>
                          <a:ext cx="1071571" cy="43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64" name="Object 16"/>
            <p:cNvGraphicFramePr>
              <a:graphicFrameLocks noChangeAspect="1"/>
            </p:cNvGraphicFramePr>
            <p:nvPr/>
          </p:nvGraphicFramePr>
          <p:xfrm>
            <a:off x="6072198" y="4286256"/>
            <a:ext cx="2500330" cy="530373"/>
          </p:xfrm>
          <a:graphic>
            <a:graphicData uri="http://schemas.openxmlformats.org/presentationml/2006/ole">
              <mc:AlternateContent xmlns:mc="http://schemas.openxmlformats.org/markup-compatibility/2006">
                <mc:Choice xmlns:v="urn:schemas-microsoft-com:vml" Requires="v">
                  <p:oleObj spid="_x0000_s27994" name="Equation" r:id="rId3" imgW="939165" imgH="203200" progId="Equation.DSMT4">
                    <p:embed/>
                  </p:oleObj>
                </mc:Choice>
                <mc:Fallback>
                  <p:oleObj name="Equation" r:id="rId3" imgW="939165" imgH="203200" progId="Equation.DSMT4">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72198" y="4286256"/>
                          <a:ext cx="2500330" cy="5303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11" name="Rectangle 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1513" name="Rectangle 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536"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539" name="Rectangle 1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 name="TextBox 10"/>
          <p:cNvSpPr txBox="1"/>
          <p:nvPr/>
        </p:nvSpPr>
        <p:spPr>
          <a:xfrm>
            <a:off x="214282" y="260648"/>
            <a:ext cx="8929718" cy="1384995"/>
          </a:xfrm>
          <a:prstGeom prst="rect">
            <a:avLst/>
          </a:prstGeom>
          <a:noFill/>
        </p:spPr>
        <p:txBody>
          <a:bodyPr wrap="square" rtlCol="0">
            <a:spAutoFit/>
          </a:bodyPr>
          <a:lstStyle/>
          <a:p>
            <a:r>
              <a:rPr lang="zh-CN" altLang="en-US" sz="2800" b="1" dirty="0" smtClean="0"/>
              <a:t>由于</a:t>
            </a:r>
            <a:r>
              <a:rPr lang="en-US" altLang="zh-CN" sz="2800" b="1" dirty="0" smtClean="0"/>
              <a:t>G</a:t>
            </a:r>
            <a:r>
              <a:rPr lang="zh-CN" altLang="en-US" sz="2800" b="1" dirty="0" smtClean="0"/>
              <a:t>非空，根据已知条件，对于某个元素</a:t>
            </a:r>
            <a:r>
              <a:rPr lang="en-US" altLang="zh-CN" sz="2800" b="1" dirty="0" err="1" smtClean="0"/>
              <a:t>c∈G</a:t>
            </a:r>
            <a:r>
              <a:rPr lang="zh-CN" altLang="en-US" sz="2800" b="1" dirty="0" smtClean="0"/>
              <a:t>，方程</a:t>
            </a:r>
            <a:endParaRPr lang="en-US" altLang="zh-CN" sz="2800" b="1" dirty="0" smtClean="0"/>
          </a:p>
          <a:p>
            <a:pPr algn="ctr"/>
            <a:r>
              <a:rPr lang="en-US" altLang="zh-CN" sz="2800" b="1" dirty="0" err="1" smtClean="0"/>
              <a:t>xc</a:t>
            </a:r>
            <a:r>
              <a:rPr lang="en-US" altLang="zh-CN" sz="2800" b="1" dirty="0" smtClean="0"/>
              <a:t>=c</a:t>
            </a:r>
            <a:endParaRPr lang="en-US" altLang="zh-CN" sz="2800" b="1" dirty="0" smtClean="0"/>
          </a:p>
          <a:p>
            <a:r>
              <a:rPr lang="zh-CN" altLang="en-US" sz="2800" b="1" dirty="0" smtClean="0"/>
              <a:t>有解，不妨设解为</a:t>
            </a:r>
            <a:r>
              <a:rPr lang="en-US" altLang="zh-CN" sz="2800" b="1" dirty="0" smtClean="0"/>
              <a:t>x=e</a:t>
            </a:r>
            <a:r>
              <a:rPr lang="zh-CN" altLang="en-US" sz="2800" b="1" dirty="0" smtClean="0"/>
              <a:t>。</a:t>
            </a:r>
            <a:endParaRPr lang="zh-CN" altLang="en-US" sz="2800" b="1" dirty="0"/>
          </a:p>
        </p:txBody>
      </p:sp>
      <p:sp>
        <p:nvSpPr>
          <p:cNvPr id="2355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3556"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3558"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55" name="Rectangle 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57" name="Rectangle 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59" name="Rectangle 1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61" name="Rectangle 13"/>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63"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65" name="Rectangle 1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 name="TextBox 21"/>
          <p:cNvSpPr txBox="1"/>
          <p:nvPr/>
        </p:nvSpPr>
        <p:spPr>
          <a:xfrm>
            <a:off x="142844" y="1556792"/>
            <a:ext cx="8929718" cy="1815882"/>
          </a:xfrm>
          <a:prstGeom prst="rect">
            <a:avLst/>
          </a:prstGeom>
          <a:noFill/>
        </p:spPr>
        <p:txBody>
          <a:bodyPr wrap="square" rtlCol="0">
            <a:spAutoFit/>
          </a:bodyPr>
          <a:lstStyle/>
          <a:p>
            <a:r>
              <a:rPr lang="zh-CN" altLang="en-US" sz="2800" b="1" dirty="0" smtClean="0"/>
              <a:t>对于任意</a:t>
            </a:r>
            <a:r>
              <a:rPr lang="en-US" altLang="zh-CN" sz="2800" b="1" dirty="0" err="1" smtClean="0"/>
              <a:t>a∈G</a:t>
            </a:r>
            <a:r>
              <a:rPr lang="zh-CN" altLang="en-US" sz="2800" b="1" dirty="0" smtClean="0"/>
              <a:t>，方程</a:t>
            </a:r>
            <a:endParaRPr lang="en-US" altLang="zh-CN" sz="2800" b="1" dirty="0" smtClean="0"/>
          </a:p>
          <a:p>
            <a:pPr algn="ctr"/>
            <a:r>
              <a:rPr lang="en-US" altLang="zh-CN" sz="2800" b="1" dirty="0" err="1" smtClean="0"/>
              <a:t>cx</a:t>
            </a:r>
            <a:r>
              <a:rPr lang="en-US" altLang="zh-CN" sz="2800" b="1" dirty="0" smtClean="0"/>
              <a:t>=a</a:t>
            </a:r>
            <a:endParaRPr lang="en-US" altLang="zh-CN" sz="2800" b="1" dirty="0" smtClean="0"/>
          </a:p>
          <a:p>
            <a:r>
              <a:rPr lang="zh-CN" altLang="en-US" sz="2800" b="1" dirty="0" smtClean="0"/>
              <a:t>有解，所以</a:t>
            </a:r>
            <a:endParaRPr lang="en-US" altLang="zh-CN" sz="2800" b="1" dirty="0" smtClean="0"/>
          </a:p>
          <a:p>
            <a:pPr algn="ctr"/>
            <a:r>
              <a:rPr lang="en-US" altLang="zh-CN" sz="2800" b="1" dirty="0" smtClean="0"/>
              <a:t>ea=e(</a:t>
            </a:r>
            <a:r>
              <a:rPr lang="en-US" altLang="zh-CN" sz="2800" b="1" dirty="0" err="1" smtClean="0"/>
              <a:t>cx</a:t>
            </a:r>
            <a:r>
              <a:rPr lang="en-US" altLang="zh-CN" sz="2800" b="1" dirty="0" smtClean="0"/>
              <a:t>)=(</a:t>
            </a:r>
            <a:r>
              <a:rPr lang="en-US" altLang="zh-CN" sz="2800" b="1" dirty="0" err="1" smtClean="0"/>
              <a:t>ec</a:t>
            </a:r>
            <a:r>
              <a:rPr lang="en-US" altLang="zh-CN" sz="2800" b="1" dirty="0" smtClean="0"/>
              <a:t>)x=</a:t>
            </a:r>
            <a:r>
              <a:rPr lang="en-US" altLang="zh-CN" sz="2800" b="1" dirty="0" err="1" smtClean="0"/>
              <a:t>cx</a:t>
            </a:r>
            <a:r>
              <a:rPr lang="en-US" altLang="zh-CN" sz="2800" b="1" dirty="0" smtClean="0"/>
              <a:t>=a</a:t>
            </a:r>
            <a:endParaRPr lang="en-US" altLang="zh-CN" sz="2800" b="1" dirty="0" smtClean="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23" name="TextBox 22"/>
          <p:cNvSpPr txBox="1"/>
          <p:nvPr/>
        </p:nvSpPr>
        <p:spPr>
          <a:xfrm>
            <a:off x="214282" y="3356992"/>
            <a:ext cx="8929718" cy="523220"/>
          </a:xfrm>
          <a:prstGeom prst="rect">
            <a:avLst/>
          </a:prstGeom>
          <a:noFill/>
        </p:spPr>
        <p:txBody>
          <a:bodyPr wrap="square" rtlCol="0">
            <a:spAutoFit/>
          </a:bodyPr>
          <a:lstStyle/>
          <a:p>
            <a:r>
              <a:rPr lang="zh-CN" altLang="en-US" sz="2800" b="1" dirty="0" smtClean="0"/>
              <a:t>又由于</a:t>
            </a:r>
            <a:r>
              <a:rPr lang="en-US" altLang="zh-CN" sz="2800" b="1" dirty="0" err="1" smtClean="0"/>
              <a:t>xa</a:t>
            </a:r>
            <a:r>
              <a:rPr lang="en-US" altLang="zh-CN" sz="2800" b="1" dirty="0" smtClean="0"/>
              <a:t>=e</a:t>
            </a:r>
            <a:r>
              <a:rPr lang="zh-CN" altLang="en-US" sz="2800" b="1" dirty="0" smtClean="0"/>
              <a:t>有解，可知存在</a:t>
            </a:r>
            <a:r>
              <a:rPr lang="en-US" altLang="zh-CN" sz="2800" b="1" dirty="0" smtClean="0"/>
              <a:t>a’ ∈ G</a:t>
            </a:r>
            <a:r>
              <a:rPr lang="zh-CN" altLang="en-US" sz="2800" b="1" dirty="0" smtClean="0"/>
              <a:t>使得</a:t>
            </a:r>
            <a:r>
              <a:rPr lang="en-US" altLang="zh-CN" sz="2800" b="1" dirty="0" err="1" smtClean="0"/>
              <a:t>a’a</a:t>
            </a:r>
            <a:r>
              <a:rPr lang="en-US" altLang="zh-CN" sz="2800" b="1" dirty="0" smtClean="0"/>
              <a:t>=e</a:t>
            </a:r>
            <a:r>
              <a:rPr lang="zh-CN" altLang="en-US" sz="2800" b="1" dirty="0" smtClean="0"/>
              <a:t>。</a:t>
            </a:r>
            <a:endParaRPr lang="zh-CN" altLang="en-US" sz="2800" b="1" dirty="0"/>
          </a:p>
        </p:txBody>
      </p:sp>
      <p:sp>
        <p:nvSpPr>
          <p:cNvPr id="24" name="TextBox 23"/>
          <p:cNvSpPr txBox="1"/>
          <p:nvPr/>
        </p:nvSpPr>
        <p:spPr>
          <a:xfrm>
            <a:off x="214282" y="3928496"/>
            <a:ext cx="8929718" cy="523220"/>
          </a:xfrm>
          <a:prstGeom prst="rect">
            <a:avLst/>
          </a:prstGeom>
          <a:noFill/>
        </p:spPr>
        <p:txBody>
          <a:bodyPr wrap="square" rtlCol="0">
            <a:spAutoFit/>
          </a:bodyPr>
          <a:lstStyle/>
          <a:p>
            <a:r>
              <a:rPr lang="zh-CN" altLang="en-US" sz="2800" b="1" dirty="0" smtClean="0"/>
              <a:t>由于</a:t>
            </a:r>
            <a:r>
              <a:rPr lang="en-US" altLang="zh-CN" sz="2800" b="1" dirty="0" err="1" smtClean="0"/>
              <a:t>xa</a:t>
            </a:r>
            <a:r>
              <a:rPr lang="en-US" altLang="zh-CN" sz="2800" b="1" dirty="0" smtClean="0"/>
              <a:t>’=e</a:t>
            </a:r>
            <a:r>
              <a:rPr lang="zh-CN" altLang="en-US" sz="2800" b="1" dirty="0" smtClean="0"/>
              <a:t>有解，可知存在</a:t>
            </a:r>
            <a:r>
              <a:rPr lang="en-US" altLang="zh-CN" sz="2800" b="1" dirty="0" smtClean="0"/>
              <a:t>a” ∈ G</a:t>
            </a:r>
            <a:r>
              <a:rPr lang="zh-CN" altLang="en-US" sz="2800" b="1" dirty="0" smtClean="0"/>
              <a:t>使得</a:t>
            </a:r>
            <a:r>
              <a:rPr lang="en-US" altLang="zh-CN" sz="2800" b="1" dirty="0" err="1" smtClean="0"/>
              <a:t>a”a</a:t>
            </a:r>
            <a:r>
              <a:rPr lang="en-US" altLang="zh-CN" sz="2800" b="1" dirty="0" smtClean="0"/>
              <a:t>’=e</a:t>
            </a:r>
            <a:r>
              <a:rPr lang="zh-CN" altLang="en-US" sz="2800" b="1" dirty="0" smtClean="0"/>
              <a:t>。所以</a:t>
            </a:r>
            <a:endParaRPr lang="en-US" altLang="zh-CN" sz="2800" b="1" dirty="0" smtClean="0"/>
          </a:p>
        </p:txBody>
      </p:sp>
      <p:graphicFrame>
        <p:nvGraphicFramePr>
          <p:cNvPr id="25" name="Object 1"/>
          <p:cNvGraphicFramePr>
            <a:graphicFrameLocks noChangeAspect="1"/>
          </p:cNvGraphicFramePr>
          <p:nvPr/>
        </p:nvGraphicFramePr>
        <p:xfrm>
          <a:off x="1500166" y="4437112"/>
          <a:ext cx="6095787" cy="571480"/>
        </p:xfrm>
        <a:graphic>
          <a:graphicData uri="http://schemas.openxmlformats.org/presentationml/2006/ole">
            <mc:AlternateContent xmlns:mc="http://schemas.openxmlformats.org/markup-compatibility/2006">
              <mc:Choice xmlns:v="urn:schemas-microsoft-com:vml" Requires="v">
                <p:oleObj spid="_x0000_s125086" name="Equation" r:id="rId1" imgW="2133600" imgH="203200" progId="Equation.DSMT4">
                  <p:embed/>
                </p:oleObj>
              </mc:Choice>
              <mc:Fallback>
                <p:oleObj name="Equation" r:id="rId1" imgW="2133600" imgH="203200" progId="Equation.DSMT4">
                  <p:embed/>
                  <p:pic>
                    <p:nvPicPr>
                      <p:cNvPr id="0" name="图片 12508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66" y="4437112"/>
                        <a:ext cx="6095787" cy="571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TextBox 25"/>
          <p:cNvSpPr txBox="1"/>
          <p:nvPr/>
        </p:nvSpPr>
        <p:spPr>
          <a:xfrm>
            <a:off x="357158" y="4865740"/>
            <a:ext cx="1714512" cy="523220"/>
          </a:xfrm>
          <a:prstGeom prst="rect">
            <a:avLst/>
          </a:prstGeom>
          <a:noFill/>
        </p:spPr>
        <p:txBody>
          <a:bodyPr wrap="square" rtlCol="0">
            <a:spAutoFit/>
          </a:bodyPr>
          <a:lstStyle/>
          <a:p>
            <a:r>
              <a:rPr lang="zh-CN" altLang="en-US" sz="2800" b="1" dirty="0" smtClean="0"/>
              <a:t>又</a:t>
            </a:r>
            <a:endParaRPr lang="zh-CN" altLang="en-US" sz="2800" b="1" dirty="0"/>
          </a:p>
        </p:txBody>
      </p:sp>
      <p:graphicFrame>
        <p:nvGraphicFramePr>
          <p:cNvPr id="27" name="Object 3"/>
          <p:cNvGraphicFramePr>
            <a:graphicFrameLocks noChangeAspect="1"/>
          </p:cNvGraphicFramePr>
          <p:nvPr/>
        </p:nvGraphicFramePr>
        <p:xfrm>
          <a:off x="1285852" y="5294368"/>
          <a:ext cx="6368187" cy="571504"/>
        </p:xfrm>
        <a:graphic>
          <a:graphicData uri="http://schemas.openxmlformats.org/presentationml/2006/ole">
            <mc:AlternateContent xmlns:mc="http://schemas.openxmlformats.org/markup-compatibility/2006">
              <mc:Choice xmlns:v="urn:schemas-microsoft-com:vml" Requires="v">
                <p:oleObj spid="_x0000_s125087" name="Equation" r:id="rId3" imgW="2222500" imgH="203200" progId="Equation.DSMT4">
                  <p:embed/>
                </p:oleObj>
              </mc:Choice>
              <mc:Fallback>
                <p:oleObj name="Equation" r:id="rId3" imgW="2222500" imgH="203200" progId="Equation.DSMT4">
                  <p:embed/>
                  <p:pic>
                    <p:nvPicPr>
                      <p:cNvPr id="0" name="图片 12508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852" y="5294368"/>
                        <a:ext cx="6368187" cy="5715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TextBox 27"/>
          <p:cNvSpPr txBox="1"/>
          <p:nvPr/>
        </p:nvSpPr>
        <p:spPr>
          <a:xfrm>
            <a:off x="357158" y="5877272"/>
            <a:ext cx="2786082" cy="523220"/>
          </a:xfrm>
          <a:prstGeom prst="rect">
            <a:avLst/>
          </a:prstGeom>
          <a:noFill/>
        </p:spPr>
        <p:txBody>
          <a:bodyPr wrap="square" rtlCol="0">
            <a:spAutoFit/>
          </a:bodyPr>
          <a:lstStyle/>
          <a:p>
            <a:r>
              <a:rPr lang="zh-CN" altLang="en-US" sz="2800" b="1" dirty="0" smtClean="0"/>
              <a:t>所以</a:t>
            </a:r>
            <a:r>
              <a:rPr lang="en-US" altLang="zh-CN" sz="2800" b="1" dirty="0" err="1" smtClean="0"/>
              <a:t>aa</a:t>
            </a:r>
            <a:r>
              <a:rPr lang="en-US" altLang="zh-CN" sz="2800" b="1" dirty="0" smtClean="0"/>
              <a:t>’=e</a:t>
            </a:r>
            <a:r>
              <a:rPr lang="zh-CN" altLang="en-US" sz="2800" b="1" dirty="0" smtClean="0"/>
              <a:t>。</a:t>
            </a:r>
            <a:endParaRPr lang="zh-CN" altLang="en-US" sz="28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2" grpId="0"/>
      <p:bldP spid="23" grpId="0"/>
      <p:bldP spid="24" grpId="0"/>
      <p:bldP spid="26" grpId="0"/>
      <p:bldP spid="28" grpId="0"/>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11" name="Rectangle 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1513" name="Rectangle 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536"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539" name="Rectangle 1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 name="TextBox 10"/>
          <p:cNvSpPr txBox="1"/>
          <p:nvPr/>
        </p:nvSpPr>
        <p:spPr>
          <a:xfrm>
            <a:off x="214282" y="836712"/>
            <a:ext cx="8929718" cy="523220"/>
          </a:xfrm>
          <a:prstGeom prst="rect">
            <a:avLst/>
          </a:prstGeom>
          <a:noFill/>
        </p:spPr>
        <p:txBody>
          <a:bodyPr wrap="square" rtlCol="0">
            <a:spAutoFit/>
          </a:bodyPr>
          <a:lstStyle/>
          <a:p>
            <a:r>
              <a:rPr lang="zh-CN" altLang="en-US" sz="2800" b="1" dirty="0" smtClean="0"/>
              <a:t>又因为</a:t>
            </a:r>
            <a:endParaRPr lang="zh-CN" altLang="en-US" sz="2800" b="1" dirty="0"/>
          </a:p>
        </p:txBody>
      </p:sp>
      <p:sp>
        <p:nvSpPr>
          <p:cNvPr id="2355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3556"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3558"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55" name="Rectangle 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57" name="Rectangle 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59" name="Rectangle 1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61" name="Rectangle 13"/>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63"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65" name="Rectangle 1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9698"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9700"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0725" name="Rectangle 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30724" name="Object 4"/>
          <p:cNvGraphicFramePr>
            <a:graphicFrameLocks noChangeAspect="1"/>
          </p:cNvGraphicFramePr>
          <p:nvPr/>
        </p:nvGraphicFramePr>
        <p:xfrm>
          <a:off x="1785918" y="1051026"/>
          <a:ext cx="3714776" cy="1229154"/>
        </p:xfrm>
        <a:graphic>
          <a:graphicData uri="http://schemas.openxmlformats.org/presentationml/2006/ole">
            <mc:AlternateContent xmlns:mc="http://schemas.openxmlformats.org/markup-compatibility/2006">
              <mc:Choice xmlns:v="urn:schemas-microsoft-com:vml" Requires="v">
                <p:oleObj spid="_x0000_s31388" name="Equation" r:id="rId1" imgW="1295400" imgH="431800" progId="Equation.DSMT4">
                  <p:embed/>
                </p:oleObj>
              </mc:Choice>
              <mc:Fallback>
                <p:oleObj name="Equation" r:id="rId1" imgW="1295400" imgH="431800" progId="Equation.DSMT4">
                  <p:embed/>
                  <p:pic>
                    <p:nvPicPr>
                      <p:cNvPr id="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18" y="1051026"/>
                        <a:ext cx="3714776" cy="12291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TextBox 26"/>
          <p:cNvSpPr txBox="1"/>
          <p:nvPr/>
        </p:nvSpPr>
        <p:spPr>
          <a:xfrm>
            <a:off x="500034" y="2479786"/>
            <a:ext cx="7929618" cy="523220"/>
          </a:xfrm>
          <a:prstGeom prst="rect">
            <a:avLst/>
          </a:prstGeom>
          <a:noFill/>
        </p:spPr>
        <p:txBody>
          <a:bodyPr wrap="square" rtlCol="0">
            <a:spAutoFit/>
          </a:bodyPr>
          <a:lstStyle/>
          <a:p>
            <a:r>
              <a:rPr lang="zh-CN" altLang="en-US" sz="2800" b="1" dirty="0" smtClean="0"/>
              <a:t>所以</a:t>
            </a:r>
            <a:r>
              <a:rPr lang="en-US" altLang="zh-CN" sz="2800" b="1" dirty="0" err="1" smtClean="0"/>
              <a:t>ae</a:t>
            </a:r>
            <a:r>
              <a:rPr lang="en-US" altLang="zh-CN" sz="2800" b="1" dirty="0" smtClean="0"/>
              <a:t>=a</a:t>
            </a:r>
            <a:r>
              <a:rPr lang="zh-CN" altLang="en-US" sz="2800" b="1" dirty="0" smtClean="0"/>
              <a:t>。因此证明了</a:t>
            </a:r>
            <a:r>
              <a:rPr lang="en-US" altLang="zh-CN" sz="2800" b="1" dirty="0" smtClean="0"/>
              <a:t>G</a:t>
            </a:r>
            <a:r>
              <a:rPr lang="zh-CN" altLang="en-US" sz="2800" b="1" dirty="0" smtClean="0"/>
              <a:t>中存在单位元</a:t>
            </a:r>
            <a:r>
              <a:rPr lang="en-US" altLang="zh-CN" sz="2800" b="1" dirty="0" smtClean="0"/>
              <a:t>e</a:t>
            </a:r>
            <a:r>
              <a:rPr lang="zh-CN" altLang="en-US" sz="2800" b="1" dirty="0" smtClean="0"/>
              <a:t>。</a:t>
            </a:r>
            <a:endParaRPr lang="zh-CN" altLang="en-US" sz="2800" b="1" dirty="0"/>
          </a:p>
        </p:txBody>
      </p:sp>
      <p:sp>
        <p:nvSpPr>
          <p:cNvPr id="29" name="TextBox 28"/>
          <p:cNvSpPr txBox="1"/>
          <p:nvPr/>
        </p:nvSpPr>
        <p:spPr>
          <a:xfrm>
            <a:off x="357158" y="2979852"/>
            <a:ext cx="8072494" cy="954107"/>
          </a:xfrm>
          <a:prstGeom prst="rect">
            <a:avLst/>
          </a:prstGeom>
          <a:noFill/>
        </p:spPr>
        <p:txBody>
          <a:bodyPr wrap="square" rtlCol="0">
            <a:spAutoFit/>
          </a:bodyPr>
          <a:lstStyle/>
          <a:p>
            <a:r>
              <a:rPr lang="zh-CN" altLang="en-US" sz="2800" b="1" dirty="0" smtClean="0"/>
              <a:t>上述证明过程中，令     </a:t>
            </a:r>
            <a:r>
              <a:rPr lang="en-US" sz="2800" b="1" dirty="0" smtClean="0"/>
              <a:t>           </a:t>
            </a:r>
            <a:r>
              <a:rPr lang="zh-CN" altLang="en-US" sz="2800" b="1" dirty="0" smtClean="0"/>
              <a:t>，即证明了对于任意</a:t>
            </a:r>
            <a:r>
              <a:rPr lang="en-US" altLang="zh-CN" sz="2800" b="1" dirty="0" err="1" smtClean="0"/>
              <a:t>a∈G</a:t>
            </a:r>
            <a:r>
              <a:rPr lang="en-US" sz="2800" b="1" dirty="0" smtClean="0"/>
              <a:t> </a:t>
            </a:r>
            <a:r>
              <a:rPr lang="zh-CN" altLang="en-US" sz="2800" b="1" dirty="0" smtClean="0"/>
              <a:t>，存在逆元         </a:t>
            </a:r>
            <a:r>
              <a:rPr lang="en-US" sz="2800" b="1" dirty="0" smtClean="0"/>
              <a:t>      </a:t>
            </a:r>
            <a:r>
              <a:rPr lang="zh-CN" altLang="en-US" sz="2800" b="1" dirty="0" smtClean="0"/>
              <a:t>，使得</a:t>
            </a:r>
            <a:endParaRPr lang="zh-CN" altLang="en-US" sz="2800" b="1" dirty="0"/>
          </a:p>
        </p:txBody>
      </p:sp>
      <p:sp>
        <p:nvSpPr>
          <p:cNvPr id="30728"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30727" name="Object 7"/>
          <p:cNvGraphicFramePr>
            <a:graphicFrameLocks noChangeAspect="1"/>
          </p:cNvGraphicFramePr>
          <p:nvPr/>
        </p:nvGraphicFramePr>
        <p:xfrm>
          <a:off x="3786182" y="2979852"/>
          <a:ext cx="1238199" cy="500042"/>
        </p:xfrm>
        <a:graphic>
          <a:graphicData uri="http://schemas.openxmlformats.org/presentationml/2006/ole">
            <mc:AlternateContent xmlns:mc="http://schemas.openxmlformats.org/markup-compatibility/2006">
              <mc:Choice xmlns:v="urn:schemas-microsoft-com:vml" Requires="v">
                <p:oleObj spid="_x0000_s31389" name="Equation" r:id="rId3" imgW="494665" imgH="203200" progId="Equation.DSMT4">
                  <p:embed/>
                </p:oleObj>
              </mc:Choice>
              <mc:Fallback>
                <p:oleObj name="Equation" r:id="rId3" imgW="494665" imgH="203200" progId="Equation.DSMT4">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6182" y="2979852"/>
                        <a:ext cx="1238199" cy="5000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30"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30729" name="Object 9"/>
          <p:cNvGraphicFramePr>
            <a:graphicFrameLocks noChangeAspect="1"/>
          </p:cNvGraphicFramePr>
          <p:nvPr/>
        </p:nvGraphicFramePr>
        <p:xfrm>
          <a:off x="3214678" y="3408480"/>
          <a:ext cx="1238199" cy="500042"/>
        </p:xfrm>
        <a:graphic>
          <a:graphicData uri="http://schemas.openxmlformats.org/presentationml/2006/ole">
            <mc:AlternateContent xmlns:mc="http://schemas.openxmlformats.org/markup-compatibility/2006">
              <mc:Choice xmlns:v="urn:schemas-microsoft-com:vml" Requires="v">
                <p:oleObj spid="_x0000_s31390" name="Equation" r:id="rId5" imgW="494665" imgH="203200" progId="Equation.DSMT4">
                  <p:embed/>
                </p:oleObj>
              </mc:Choice>
              <mc:Fallback>
                <p:oleObj name="Equation" r:id="rId5" imgW="494665" imgH="203200" progId="Equation.DSMT4">
                  <p:embed/>
                  <p:pic>
                    <p:nvPicPr>
                      <p:cNvPr id="0"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14678" y="3408480"/>
                        <a:ext cx="1238199" cy="5000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32" name="Rectangle 1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30731" name="Object 11"/>
          <p:cNvGraphicFramePr>
            <a:graphicFrameLocks noChangeAspect="1"/>
          </p:cNvGraphicFramePr>
          <p:nvPr/>
        </p:nvGraphicFramePr>
        <p:xfrm>
          <a:off x="2500298" y="4051422"/>
          <a:ext cx="3030899" cy="642918"/>
        </p:xfrm>
        <a:graphic>
          <a:graphicData uri="http://schemas.openxmlformats.org/presentationml/2006/ole">
            <mc:AlternateContent xmlns:mc="http://schemas.openxmlformats.org/markup-compatibility/2006">
              <mc:Choice xmlns:v="urn:schemas-microsoft-com:vml" Requires="v">
                <p:oleObj spid="_x0000_s31391" name="Equation" r:id="rId7" imgW="939165" imgH="203200" progId="Equation.DSMT4">
                  <p:embed/>
                </p:oleObj>
              </mc:Choice>
              <mc:Fallback>
                <p:oleObj name="Equation" r:id="rId7" imgW="939165" imgH="203200" progId="Equation.DSMT4">
                  <p:embed/>
                  <p:pic>
                    <p:nvPicPr>
                      <p:cNvPr id="0"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00298" y="4051422"/>
                        <a:ext cx="3030899" cy="6429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7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7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7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7" grpId="0"/>
      <p:bldP spid="2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92696"/>
            <a:ext cx="8229600" cy="4422478"/>
          </a:xfrm>
        </p:spPr>
        <p:txBody>
          <a:bodyPr/>
          <a:lstStyle/>
          <a:p>
            <a:r>
              <a:rPr lang="zh-CN" altLang="en-US" b="1" dirty="0" smtClean="0">
                <a:solidFill>
                  <a:srgbClr val="0070C0"/>
                </a:solidFill>
              </a:rPr>
              <a:t>定义</a:t>
            </a:r>
            <a:r>
              <a:rPr lang="en-US" altLang="zh-CN" b="1" dirty="0" smtClean="0">
                <a:solidFill>
                  <a:srgbClr val="0070C0"/>
                </a:solidFill>
              </a:rPr>
              <a:t>4.2.2 </a:t>
            </a:r>
            <a:r>
              <a:rPr lang="zh-CN" altLang="en-US" b="1" dirty="0" smtClean="0"/>
              <a:t>元素的方幂</a:t>
            </a:r>
            <a:endParaRPr lang="en-US" altLang="zh-CN" b="1" dirty="0" smtClean="0"/>
          </a:p>
          <a:p>
            <a:r>
              <a:rPr lang="zh-CN" altLang="en-US" b="1" dirty="0" smtClean="0"/>
              <a:t>对于任意正整数</a:t>
            </a:r>
            <a:r>
              <a:rPr lang="en-US" altLang="zh-CN" b="1" dirty="0" smtClean="0"/>
              <a:t>n</a:t>
            </a:r>
            <a:r>
              <a:rPr lang="zh-CN" altLang="en-US" b="1" dirty="0" smtClean="0"/>
              <a:t>连乘，定义</a:t>
            </a:r>
            <a:endParaRPr lang="en-US" altLang="zh-CN" b="1" dirty="0" smtClean="0"/>
          </a:p>
          <a:p>
            <a:endParaRPr lang="en-US" altLang="zh-CN" b="1" dirty="0" smtClean="0"/>
          </a:p>
          <a:p>
            <a:endParaRPr lang="en-US" altLang="zh-CN" b="1" dirty="0" smtClean="0"/>
          </a:p>
          <a:p>
            <a:endParaRPr lang="en-US" altLang="zh-CN" b="1" dirty="0" smtClean="0"/>
          </a:p>
          <a:p>
            <a:r>
              <a:rPr lang="zh-CN" altLang="en-US" b="1" dirty="0" smtClean="0"/>
              <a:t>再约定</a:t>
            </a:r>
            <a:endParaRPr lang="en-US" altLang="zh-CN" b="1" dirty="0" smtClean="0"/>
          </a:p>
          <a:p>
            <a:r>
              <a:rPr lang="zh-CN" altLang="en-US" b="1" dirty="0" smtClean="0"/>
              <a:t>容易验证</a:t>
            </a:r>
            <a:endParaRPr lang="zh-CN" altLang="en-US" b="1" dirty="0"/>
          </a:p>
        </p:txBody>
      </p:sp>
      <p:sp>
        <p:nvSpPr>
          <p:cNvPr id="3686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36865" name="Object 1"/>
          <p:cNvGraphicFramePr>
            <a:graphicFrameLocks noChangeAspect="1"/>
          </p:cNvGraphicFramePr>
          <p:nvPr/>
        </p:nvGraphicFramePr>
        <p:xfrm>
          <a:off x="3286116" y="1757588"/>
          <a:ext cx="1928794" cy="903359"/>
        </p:xfrm>
        <a:graphic>
          <a:graphicData uri="http://schemas.openxmlformats.org/presentationml/2006/ole">
            <mc:AlternateContent xmlns:mc="http://schemas.openxmlformats.org/markup-compatibility/2006">
              <mc:Choice xmlns:v="urn:schemas-microsoft-com:vml" Requires="v">
                <p:oleObj spid="_x0000_s37704" name="Equation" r:id="rId1" imgW="748665" imgH="355600" progId="Equation.DSMT4">
                  <p:embed/>
                </p:oleObj>
              </mc:Choice>
              <mc:Fallback>
                <p:oleObj name="Equation" r:id="rId1" imgW="748665" imgH="3556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6116" y="1757588"/>
                        <a:ext cx="1928794" cy="9033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68"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36867" name="Object 3"/>
          <p:cNvGraphicFramePr>
            <a:graphicFrameLocks noChangeAspect="1"/>
          </p:cNvGraphicFramePr>
          <p:nvPr/>
        </p:nvGraphicFramePr>
        <p:xfrm>
          <a:off x="2428860" y="2972034"/>
          <a:ext cx="1142960" cy="571480"/>
        </p:xfrm>
        <a:graphic>
          <a:graphicData uri="http://schemas.openxmlformats.org/presentationml/2006/ole">
            <mc:AlternateContent xmlns:mc="http://schemas.openxmlformats.org/markup-compatibility/2006">
              <mc:Choice xmlns:v="urn:schemas-microsoft-com:vml" Requires="v">
                <p:oleObj spid="_x0000_s37705" name="Equation" r:id="rId3" imgW="405765" imgH="203200" progId="Equation.DSMT4">
                  <p:embed/>
                </p:oleObj>
              </mc:Choice>
              <mc:Fallback>
                <p:oleObj name="Equation" r:id="rId3" imgW="405765" imgH="2032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8860" y="2972034"/>
                        <a:ext cx="1142960" cy="571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70"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36869" name="Object 5"/>
          <p:cNvGraphicFramePr>
            <a:graphicFrameLocks noChangeAspect="1"/>
          </p:cNvGraphicFramePr>
          <p:nvPr/>
        </p:nvGraphicFramePr>
        <p:xfrm>
          <a:off x="4143372" y="3043496"/>
          <a:ext cx="1645972" cy="500042"/>
        </p:xfrm>
        <a:graphic>
          <a:graphicData uri="http://schemas.openxmlformats.org/presentationml/2006/ole">
            <mc:AlternateContent xmlns:mc="http://schemas.openxmlformats.org/markup-compatibility/2006">
              <mc:Choice xmlns:v="urn:schemas-microsoft-com:vml" Requires="v">
                <p:oleObj spid="_x0000_s37706" name="Equation" r:id="rId5" imgW="749300" imgH="228600" progId="Equation.DSMT4">
                  <p:embed/>
                </p:oleObj>
              </mc:Choice>
              <mc:Fallback>
                <p:oleObj name="Equation" r:id="rId5" imgW="749300" imgH="22860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43372" y="3043496"/>
                        <a:ext cx="1645972" cy="5000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72"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36871" name="Object 7"/>
          <p:cNvGraphicFramePr>
            <a:graphicFrameLocks noChangeAspect="1"/>
          </p:cNvGraphicFramePr>
          <p:nvPr/>
        </p:nvGraphicFramePr>
        <p:xfrm>
          <a:off x="1714480" y="4329356"/>
          <a:ext cx="2177067" cy="571480"/>
        </p:xfrm>
        <a:graphic>
          <a:graphicData uri="http://schemas.openxmlformats.org/presentationml/2006/ole">
            <mc:AlternateContent xmlns:mc="http://schemas.openxmlformats.org/markup-compatibility/2006">
              <mc:Choice xmlns:v="urn:schemas-microsoft-com:vml" Requires="v">
                <p:oleObj spid="_x0000_s37707" name="Equation" r:id="rId7" imgW="761365" imgH="203200" progId="Equation.DSMT4">
                  <p:embed/>
                </p:oleObj>
              </mc:Choice>
              <mc:Fallback>
                <p:oleObj name="Equation" r:id="rId7" imgW="761365" imgH="203200" progId="Equation.DSMT4">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14480" y="4329356"/>
                        <a:ext cx="2177067" cy="571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74"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36873" name="Object 9"/>
          <p:cNvGraphicFramePr>
            <a:graphicFrameLocks noChangeAspect="1"/>
          </p:cNvGraphicFramePr>
          <p:nvPr/>
        </p:nvGraphicFramePr>
        <p:xfrm>
          <a:off x="4643438" y="4329356"/>
          <a:ext cx="2062695" cy="642918"/>
        </p:xfrm>
        <a:graphic>
          <a:graphicData uri="http://schemas.openxmlformats.org/presentationml/2006/ole">
            <mc:AlternateContent xmlns:mc="http://schemas.openxmlformats.org/markup-compatibility/2006">
              <mc:Choice xmlns:v="urn:schemas-microsoft-com:vml" Requires="v">
                <p:oleObj spid="_x0000_s37708" name="Equation" r:id="rId9" imgW="736600" imgH="228600" progId="Equation.DSMT4">
                  <p:embed/>
                </p:oleObj>
              </mc:Choice>
              <mc:Fallback>
                <p:oleObj name="Equation" r:id="rId9" imgW="736600" imgH="228600" progId="Equation.DSMT4">
                  <p:embed/>
                  <p:pic>
                    <p:nvPicPr>
                      <p:cNvPr id="0"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3438" y="4329356"/>
                        <a:ext cx="2062695" cy="6429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86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8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87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8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92696"/>
            <a:ext cx="8229600" cy="4422478"/>
          </a:xfrm>
        </p:spPr>
        <p:txBody>
          <a:bodyPr/>
          <a:lstStyle/>
          <a:p>
            <a:r>
              <a:rPr lang="zh-CN" altLang="en-US" b="1" dirty="0" smtClean="0">
                <a:solidFill>
                  <a:srgbClr val="0070C0"/>
                </a:solidFill>
              </a:rPr>
              <a:t>定义</a:t>
            </a:r>
            <a:r>
              <a:rPr lang="en-US" altLang="zh-CN" b="1" dirty="0" smtClean="0">
                <a:solidFill>
                  <a:srgbClr val="0070C0"/>
                </a:solidFill>
              </a:rPr>
              <a:t>4.2.3 </a:t>
            </a:r>
            <a:r>
              <a:rPr lang="zh-CN" altLang="en-US" b="1" dirty="0" smtClean="0">
                <a:solidFill>
                  <a:srgbClr val="FF0000"/>
                </a:solidFill>
              </a:rPr>
              <a:t>交换群（阿贝尔群）</a:t>
            </a:r>
            <a:endParaRPr lang="en-US" altLang="zh-CN" b="1" dirty="0" smtClean="0">
              <a:solidFill>
                <a:srgbClr val="FF0000"/>
              </a:solidFill>
            </a:endParaRPr>
          </a:p>
          <a:p>
            <a:r>
              <a:rPr lang="zh-CN" altLang="en-US" b="1" dirty="0" smtClean="0"/>
              <a:t>如果群</a:t>
            </a:r>
            <a:r>
              <a:rPr lang="en-US" b="1" dirty="0" smtClean="0"/>
              <a:t>G</a:t>
            </a:r>
            <a:r>
              <a:rPr lang="zh-CN" altLang="en-US" b="1" dirty="0" smtClean="0"/>
              <a:t>上的乘法运算满足交换律，即</a:t>
            </a:r>
            <a:r>
              <a:rPr lang="zh-CN" altLang="en-US" sz="2400" b="1" dirty="0" smtClean="0"/>
              <a:t>对于群</a:t>
            </a:r>
            <a:r>
              <a:rPr lang="en-US" altLang="zh-CN" sz="2400" b="1" dirty="0" smtClean="0"/>
              <a:t>G</a:t>
            </a:r>
            <a:r>
              <a:rPr lang="zh-CN" altLang="en-US" sz="2400" b="1" dirty="0" smtClean="0"/>
              <a:t>中的任意元素</a:t>
            </a:r>
            <a:r>
              <a:rPr lang="en-US" altLang="zh-CN" sz="2400" b="1" dirty="0" err="1" smtClean="0"/>
              <a:t>a,b</a:t>
            </a:r>
            <a:r>
              <a:rPr lang="zh-CN" altLang="en-US" b="1" dirty="0" smtClean="0"/>
              <a:t>都有</a:t>
            </a:r>
            <a:r>
              <a:rPr lang="en-US" b="1" dirty="0" smtClean="0"/>
              <a:t> </a:t>
            </a:r>
            <a:endParaRPr lang="en-US" b="1" dirty="0" smtClean="0"/>
          </a:p>
          <a:p>
            <a:pPr algn="ctr">
              <a:buNone/>
            </a:pPr>
            <a:r>
              <a:rPr lang="en-US" b="1" dirty="0" err="1" smtClean="0"/>
              <a:t>ab</a:t>
            </a:r>
            <a:r>
              <a:rPr lang="en-US" b="1" dirty="0" smtClean="0"/>
              <a:t>=</a:t>
            </a:r>
            <a:r>
              <a:rPr lang="en-US" b="1" dirty="0" err="1" smtClean="0"/>
              <a:t>ba</a:t>
            </a:r>
            <a:endParaRPr lang="en-US" b="1" dirty="0" smtClean="0"/>
          </a:p>
          <a:p>
            <a:r>
              <a:rPr lang="zh-CN" altLang="en-US" b="1" dirty="0" smtClean="0"/>
              <a:t>则称群</a:t>
            </a:r>
            <a:r>
              <a:rPr lang="en-US" b="1" dirty="0" smtClean="0"/>
              <a:t>G</a:t>
            </a:r>
            <a:r>
              <a:rPr lang="zh-CN" altLang="en-US" b="1" dirty="0" smtClean="0"/>
              <a:t>为</a:t>
            </a:r>
            <a:r>
              <a:rPr lang="zh-CN" altLang="en-US" b="1" dirty="0" smtClean="0">
                <a:solidFill>
                  <a:srgbClr val="FF0000"/>
                </a:solidFill>
              </a:rPr>
              <a:t>交换群或阿贝尔群</a:t>
            </a:r>
            <a:r>
              <a:rPr lang="zh-CN" altLang="en-US" b="1" dirty="0" smtClean="0"/>
              <a:t>。乘法运算交换群记作（</a:t>
            </a:r>
            <a:r>
              <a:rPr lang="en-US" altLang="zh-CN" b="1" dirty="0" smtClean="0"/>
              <a:t>G, </a:t>
            </a:r>
            <a:r>
              <a:rPr lang="zh-CN" altLang="en-US" b="1" dirty="0" smtClean="0"/>
              <a:t>×），加法运算</a:t>
            </a:r>
            <a:r>
              <a:rPr lang="zh-CN" altLang="en-US" b="1" dirty="0" smtClean="0">
                <a:sym typeface="+mn-ea"/>
              </a:rPr>
              <a:t>（</a:t>
            </a:r>
            <a:r>
              <a:rPr lang="en-US" altLang="zh-CN" b="1" dirty="0" smtClean="0">
                <a:sym typeface="+mn-ea"/>
              </a:rPr>
              <a:t>G, +</a:t>
            </a:r>
            <a:r>
              <a:rPr lang="zh-CN" altLang="en-US" b="1" dirty="0" smtClean="0">
                <a:sym typeface="+mn-ea"/>
              </a:rPr>
              <a:t>）</a:t>
            </a:r>
            <a:endParaRPr lang="en-US" altLang="zh-CN" b="1" dirty="0" smtClean="0"/>
          </a:p>
          <a:p>
            <a:endParaRPr lang="en-US" altLang="zh-CN" b="1" dirty="0" smtClean="0"/>
          </a:p>
          <a:p>
            <a:r>
              <a:rPr lang="zh-CN" altLang="en-US" b="1" dirty="0" smtClean="0"/>
              <a:t>例</a:t>
            </a:r>
            <a:r>
              <a:rPr lang="en-US" b="1" dirty="0" smtClean="0"/>
              <a:t>4.2.1</a:t>
            </a:r>
            <a:r>
              <a:rPr lang="zh-CN" altLang="en-US" b="1" dirty="0" smtClean="0"/>
              <a:t>中的（</a:t>
            </a:r>
            <a:r>
              <a:rPr lang="en-US" b="1" dirty="0" smtClean="0"/>
              <a:t>1</a:t>
            </a:r>
            <a:r>
              <a:rPr lang="zh-CN" altLang="en-US" b="1" dirty="0" smtClean="0"/>
              <a:t>）（</a:t>
            </a:r>
            <a:r>
              <a:rPr lang="en-US" b="1" dirty="0" smtClean="0"/>
              <a:t>2</a:t>
            </a:r>
            <a:r>
              <a:rPr lang="zh-CN" altLang="en-US" b="1" dirty="0" smtClean="0"/>
              <a:t>）（</a:t>
            </a:r>
            <a:r>
              <a:rPr lang="en-US" b="1" dirty="0" smtClean="0"/>
              <a:t>3</a:t>
            </a:r>
            <a:r>
              <a:rPr lang="zh-CN" altLang="en-US" b="1" dirty="0" smtClean="0"/>
              <a:t>）中的群都是交换群，而</a:t>
            </a:r>
            <a:r>
              <a:rPr lang="en-US" b="1" dirty="0" smtClean="0"/>
              <a:t>n</a:t>
            </a:r>
            <a:r>
              <a:rPr lang="zh-CN" altLang="en-US" b="1" dirty="0" smtClean="0"/>
              <a:t>级一般线形群</a:t>
            </a:r>
            <a:r>
              <a:rPr lang="en-US" b="1" dirty="0" smtClean="0"/>
              <a:t> </a:t>
            </a:r>
            <a:r>
              <a:rPr lang="zh-CN" altLang="en-US" b="1" dirty="0" smtClean="0"/>
              <a:t>为非交换群。</a:t>
            </a:r>
            <a:endParaRPr lang="en-US" altLang="zh-CN" b="1" dirty="0" smtClean="0"/>
          </a:p>
        </p:txBody>
      </p:sp>
      <p:sp>
        <p:nvSpPr>
          <p:cNvPr id="3686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68"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70"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72"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74"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20688"/>
            <a:ext cx="8229600" cy="2232248"/>
          </a:xfrm>
        </p:spPr>
        <p:txBody>
          <a:bodyPr/>
          <a:lstStyle/>
          <a:p>
            <a:r>
              <a:rPr lang="zh-CN" altLang="en-US" b="1" dirty="0" smtClean="0">
                <a:solidFill>
                  <a:srgbClr val="FF0000"/>
                </a:solidFill>
              </a:rPr>
              <a:t>有限群和无限群</a:t>
            </a:r>
            <a:endParaRPr lang="en-US" altLang="zh-CN" b="1" dirty="0" smtClean="0">
              <a:solidFill>
                <a:srgbClr val="FF0000"/>
              </a:solidFill>
            </a:endParaRPr>
          </a:p>
          <a:p>
            <a:pPr>
              <a:lnSpc>
                <a:spcPct val="125000"/>
              </a:lnSpc>
            </a:pPr>
            <a:r>
              <a:rPr lang="zh-CN" altLang="en-US" b="1" dirty="0" smtClean="0">
                <a:solidFill>
                  <a:srgbClr val="0070C0"/>
                </a:solidFill>
              </a:rPr>
              <a:t>定义</a:t>
            </a:r>
            <a:r>
              <a:rPr lang="en-US" b="1" dirty="0" smtClean="0">
                <a:solidFill>
                  <a:srgbClr val="0070C0"/>
                </a:solidFill>
              </a:rPr>
              <a:t>4.2.4 </a:t>
            </a:r>
            <a:r>
              <a:rPr lang="zh-CN" altLang="en-US" b="1" dirty="0" smtClean="0"/>
              <a:t>若群</a:t>
            </a:r>
            <a:r>
              <a:rPr lang="en-US" b="1" dirty="0" smtClean="0"/>
              <a:t>G</a:t>
            </a:r>
            <a:r>
              <a:rPr lang="zh-CN" altLang="en-US" b="1" dirty="0" smtClean="0"/>
              <a:t>中只含有有限个元素，则称群</a:t>
            </a:r>
            <a:r>
              <a:rPr lang="en-US" b="1" dirty="0" smtClean="0"/>
              <a:t>G</a:t>
            </a:r>
            <a:r>
              <a:rPr lang="zh-CN" altLang="en-US" b="1" dirty="0" smtClean="0"/>
              <a:t>为有限群；若群</a:t>
            </a:r>
            <a:r>
              <a:rPr lang="en-US" b="1" dirty="0" smtClean="0"/>
              <a:t>G</a:t>
            </a:r>
            <a:r>
              <a:rPr lang="zh-CN" altLang="en-US" b="1" dirty="0" smtClean="0"/>
              <a:t>中含有无限多个元素，则称群</a:t>
            </a:r>
            <a:r>
              <a:rPr lang="en-US" b="1" dirty="0" smtClean="0"/>
              <a:t>G</a:t>
            </a:r>
            <a:r>
              <a:rPr lang="zh-CN" altLang="en-US" b="1" dirty="0" smtClean="0"/>
              <a:t>为无限群。一个有限群</a:t>
            </a:r>
            <a:r>
              <a:rPr lang="en-US" b="1" dirty="0" smtClean="0"/>
              <a:t>G</a:t>
            </a:r>
            <a:r>
              <a:rPr lang="zh-CN" altLang="en-US" b="1" dirty="0" smtClean="0"/>
              <a:t>中的元素个数称为</a:t>
            </a:r>
            <a:r>
              <a:rPr lang="zh-CN" altLang="en-US" b="1" dirty="0" smtClean="0">
                <a:solidFill>
                  <a:srgbClr val="FF0000"/>
                </a:solidFill>
              </a:rPr>
              <a:t>群的阶</a:t>
            </a:r>
            <a:r>
              <a:rPr lang="zh-CN" altLang="en-US" b="1" dirty="0" smtClean="0"/>
              <a:t>，记为</a:t>
            </a:r>
            <a:r>
              <a:rPr lang="en-US" b="1" dirty="0" smtClean="0"/>
              <a:t>|G|</a:t>
            </a:r>
            <a:r>
              <a:rPr lang="zh-CN" altLang="en-US" b="1" dirty="0" smtClean="0"/>
              <a:t>。</a:t>
            </a:r>
            <a:endParaRPr lang="zh-CN" altLang="en-US" b="1" dirty="0" smtClean="0"/>
          </a:p>
        </p:txBody>
      </p:sp>
      <p:sp>
        <p:nvSpPr>
          <p:cNvPr id="3686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68"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70"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72"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74"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789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7892"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灯片编号占位符 3"/>
          <p:cNvSpPr>
            <a:spLocks noGrp="1"/>
          </p:cNvSpPr>
          <p:nvPr>
            <p:ph type="sldNum" sz="quarter" idx="12"/>
          </p:nvPr>
        </p:nvSpPr>
        <p:spPr>
          <a:xfrm>
            <a:off x="7924800" y="5162204"/>
            <a:ext cx="762000" cy="365125"/>
          </a:xfrm>
        </p:spPr>
        <p:txBody>
          <a:bodyPr/>
          <a:lstStyle/>
          <a:p>
            <a:fld id="{0C913308-F349-4B6D-A68A-DD1791B4A57B}" type="slidenum">
              <a:rPr lang="zh-CN" altLang="en-US" smtClean="0"/>
            </a:fld>
            <a:endParaRPr lang="zh-CN" altLang="en-US"/>
          </a:p>
        </p:txBody>
      </p:sp>
      <p:sp>
        <p:nvSpPr>
          <p:cNvPr id="15" name="内容占位符 2"/>
          <p:cNvSpPr txBox="1"/>
          <p:nvPr/>
        </p:nvSpPr>
        <p:spPr>
          <a:xfrm>
            <a:off x="609600" y="3356992"/>
            <a:ext cx="8229600" cy="1152128"/>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30000"/>
              </a:lnSpc>
            </a:pPr>
            <a:r>
              <a:rPr lang="zh-CN" altLang="en-US" b="1" dirty="0" smtClean="0">
                <a:solidFill>
                  <a:srgbClr val="0070C0"/>
                </a:solidFill>
              </a:rPr>
              <a:t>例</a:t>
            </a:r>
            <a:r>
              <a:rPr lang="en-US" b="1" dirty="0" smtClean="0">
                <a:solidFill>
                  <a:srgbClr val="0070C0"/>
                </a:solidFill>
              </a:rPr>
              <a:t>4.2.1</a:t>
            </a:r>
            <a:r>
              <a:rPr lang="zh-CN" altLang="en-US" b="1" dirty="0" smtClean="0"/>
              <a:t>中的（</a:t>
            </a:r>
            <a:r>
              <a:rPr lang="en-US" b="1" dirty="0" smtClean="0"/>
              <a:t>1</a:t>
            </a:r>
            <a:r>
              <a:rPr lang="zh-CN" altLang="en-US" b="1" dirty="0" smtClean="0"/>
              <a:t>）、（</a:t>
            </a:r>
            <a:r>
              <a:rPr lang="en-US" b="1" dirty="0" smtClean="0"/>
              <a:t>2</a:t>
            </a:r>
            <a:r>
              <a:rPr lang="zh-CN" altLang="en-US" b="1" dirty="0" smtClean="0"/>
              <a:t>）都是无限群，而整数模</a:t>
            </a:r>
            <a:r>
              <a:rPr lang="en-US" b="1" dirty="0" smtClean="0"/>
              <a:t>n</a:t>
            </a:r>
            <a:r>
              <a:rPr lang="zh-CN" altLang="en-US" b="1" dirty="0" smtClean="0"/>
              <a:t>加群       </a:t>
            </a:r>
            <a:r>
              <a:rPr lang="en-US" b="1" dirty="0" smtClean="0"/>
              <a:t>  </a:t>
            </a:r>
            <a:r>
              <a:rPr lang="zh-CN" altLang="en-US" b="1" dirty="0" smtClean="0"/>
              <a:t>为有限群，且    </a:t>
            </a:r>
            <a:r>
              <a:rPr lang="en-US" b="1" dirty="0" smtClean="0"/>
              <a:t>          </a:t>
            </a:r>
            <a:r>
              <a:rPr lang="zh-CN" altLang="en-US" b="1" dirty="0" smtClean="0"/>
              <a:t>。</a:t>
            </a:r>
            <a:endParaRPr lang="zh-CN" altLang="en-US" b="1" dirty="0"/>
          </a:p>
        </p:txBody>
      </p:sp>
      <p:graphicFrame>
        <p:nvGraphicFramePr>
          <p:cNvPr id="16" name="Object 1"/>
          <p:cNvGraphicFramePr>
            <a:graphicFrameLocks noChangeAspect="1"/>
          </p:cNvGraphicFramePr>
          <p:nvPr/>
        </p:nvGraphicFramePr>
        <p:xfrm>
          <a:off x="1403648" y="3837071"/>
          <a:ext cx="500034" cy="600041"/>
        </p:xfrm>
        <a:graphic>
          <a:graphicData uri="http://schemas.openxmlformats.org/presentationml/2006/ole">
            <mc:AlternateContent xmlns:mc="http://schemas.openxmlformats.org/markup-compatibility/2006">
              <mc:Choice xmlns:v="urn:schemas-microsoft-com:vml" Requires="v">
                <p:oleObj spid="_x0000_s38224" name="Equation" r:id="rId1" imgW="190500" imgH="228600" progId="Equation.DSMT4">
                  <p:embed/>
                </p:oleObj>
              </mc:Choice>
              <mc:Fallback>
                <p:oleObj name="Equation" r:id="rId1" imgW="190500" imgH="228600" progId="Equation.DSMT4">
                  <p:embed/>
                  <p:pic>
                    <p:nvPicPr>
                      <p:cNvPr id="0" name="图片 382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3837071"/>
                        <a:ext cx="500034" cy="6000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3"/>
          <p:cNvGraphicFramePr>
            <a:graphicFrameLocks noChangeAspect="1"/>
          </p:cNvGraphicFramePr>
          <p:nvPr/>
        </p:nvGraphicFramePr>
        <p:xfrm>
          <a:off x="4036215" y="3941818"/>
          <a:ext cx="1071570" cy="567302"/>
        </p:xfrm>
        <a:graphic>
          <a:graphicData uri="http://schemas.openxmlformats.org/presentationml/2006/ole">
            <mc:AlternateContent xmlns:mc="http://schemas.openxmlformats.org/markup-compatibility/2006">
              <mc:Choice xmlns:v="urn:schemas-microsoft-com:vml" Requires="v">
                <p:oleObj spid="_x0000_s38225" name="Equation" r:id="rId3" imgW="482600" imgH="254000" progId="Equation.DSMT4">
                  <p:embed/>
                </p:oleObj>
              </mc:Choice>
              <mc:Fallback>
                <p:oleObj name="Equation" r:id="rId3" imgW="482600" imgH="254000" progId="Equation.DSMT4">
                  <p:embed/>
                  <p:pic>
                    <p:nvPicPr>
                      <p:cNvPr id="0" name="图片 382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6215" y="3941818"/>
                        <a:ext cx="1071570" cy="5673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36712"/>
            <a:ext cx="8229600" cy="4032448"/>
          </a:xfrm>
        </p:spPr>
        <p:txBody>
          <a:bodyPr/>
          <a:lstStyle/>
          <a:p>
            <a:r>
              <a:rPr lang="zh-CN" altLang="en-US" b="1" dirty="0" smtClean="0">
                <a:solidFill>
                  <a:srgbClr val="FF0000"/>
                </a:solidFill>
              </a:rPr>
              <a:t>有限群的判定</a:t>
            </a:r>
            <a:endParaRPr lang="en-US" altLang="zh-CN" b="1" dirty="0" smtClean="0">
              <a:solidFill>
                <a:srgbClr val="FF0000"/>
              </a:solidFill>
            </a:endParaRPr>
          </a:p>
          <a:p>
            <a:pPr>
              <a:lnSpc>
                <a:spcPct val="125000"/>
              </a:lnSpc>
            </a:pPr>
            <a:r>
              <a:rPr lang="zh-CN" altLang="en-US" b="1" dirty="0" smtClean="0">
                <a:solidFill>
                  <a:srgbClr val="0070C0"/>
                </a:solidFill>
              </a:rPr>
              <a:t>定理</a:t>
            </a:r>
            <a:r>
              <a:rPr lang="en-US" b="1" dirty="0" smtClean="0">
                <a:solidFill>
                  <a:srgbClr val="0070C0"/>
                </a:solidFill>
              </a:rPr>
              <a:t>4.2.2 </a:t>
            </a:r>
            <a:r>
              <a:rPr lang="zh-CN" altLang="en-US" b="1" dirty="0" smtClean="0">
                <a:solidFill>
                  <a:schemeClr val="tx1"/>
                </a:solidFill>
              </a:rPr>
              <a:t>一个乘法的</a:t>
            </a:r>
            <a:r>
              <a:rPr lang="zh-CN" altLang="en-US" b="1" dirty="0" smtClean="0">
                <a:solidFill>
                  <a:srgbClr val="FF0000"/>
                </a:solidFill>
              </a:rPr>
              <a:t>有限集合</a:t>
            </a:r>
            <a:r>
              <a:rPr lang="en-US" b="1" dirty="0" smtClean="0">
                <a:solidFill>
                  <a:schemeClr val="tx1"/>
                </a:solidFill>
              </a:rPr>
              <a:t>G</a:t>
            </a:r>
            <a:r>
              <a:rPr lang="zh-CN" altLang="en-US" b="1" dirty="0" smtClean="0">
                <a:solidFill>
                  <a:schemeClr val="tx1"/>
                </a:solidFill>
              </a:rPr>
              <a:t>，若其乘法在</a:t>
            </a:r>
            <a:r>
              <a:rPr lang="en-US" b="1" dirty="0" smtClean="0">
                <a:solidFill>
                  <a:schemeClr val="tx1"/>
                </a:solidFill>
              </a:rPr>
              <a:t>G</a:t>
            </a:r>
            <a:r>
              <a:rPr lang="zh-CN" altLang="en-US" b="1" dirty="0" smtClean="0">
                <a:solidFill>
                  <a:schemeClr val="tx1"/>
                </a:solidFill>
              </a:rPr>
              <a:t>中封闭，且满足结合律和消去律，则</a:t>
            </a:r>
            <a:r>
              <a:rPr lang="en-US" b="1" dirty="0" smtClean="0">
                <a:solidFill>
                  <a:schemeClr val="tx1"/>
                </a:solidFill>
              </a:rPr>
              <a:t>G</a:t>
            </a:r>
            <a:r>
              <a:rPr lang="zh-CN" altLang="en-US" b="1" dirty="0" smtClean="0">
                <a:solidFill>
                  <a:schemeClr val="tx1"/>
                </a:solidFill>
              </a:rPr>
              <a:t>是群</a:t>
            </a:r>
            <a:r>
              <a:rPr lang="zh-CN" altLang="en-US" b="1" dirty="0" smtClean="0"/>
              <a:t>。</a:t>
            </a:r>
            <a:endParaRPr lang="en-US" altLang="zh-CN" b="1" dirty="0" smtClean="0"/>
          </a:p>
          <a:p>
            <a:r>
              <a:rPr lang="zh-CN" altLang="en-US" b="1" dirty="0" smtClean="0">
                <a:solidFill>
                  <a:srgbClr val="0070C0"/>
                </a:solidFill>
              </a:rPr>
              <a:t>（无限集合是否成立？</a:t>
            </a:r>
            <a:r>
              <a:rPr lang="en-US" altLang="zh-CN" b="1" dirty="0" smtClean="0">
                <a:solidFill>
                  <a:srgbClr val="0070C0"/>
                </a:solidFill>
              </a:rPr>
              <a:t>------</a:t>
            </a:r>
            <a:r>
              <a:rPr lang="zh-CN" altLang="en-US" b="1" dirty="0" smtClean="0">
                <a:solidFill>
                  <a:srgbClr val="0070C0"/>
                </a:solidFill>
              </a:rPr>
              <a:t>如：（</a:t>
            </a:r>
            <a:r>
              <a:rPr lang="en-US" altLang="zh-CN" b="1" dirty="0" smtClean="0">
                <a:solidFill>
                  <a:srgbClr val="0070C0"/>
                </a:solidFill>
              </a:rPr>
              <a:t>N</a:t>
            </a:r>
            <a:r>
              <a:rPr lang="zh-CN" altLang="en-US" b="1" dirty="0" smtClean="0">
                <a:solidFill>
                  <a:srgbClr val="0070C0"/>
                </a:solidFill>
              </a:rPr>
              <a:t>，</a:t>
            </a:r>
            <a:r>
              <a:rPr lang="en-US" altLang="zh-CN" b="1" dirty="0" smtClean="0">
                <a:solidFill>
                  <a:srgbClr val="0070C0"/>
                </a:solidFill>
              </a:rPr>
              <a:t>×</a:t>
            </a:r>
            <a:r>
              <a:rPr lang="zh-CN" altLang="en-US" b="1" dirty="0" smtClean="0">
                <a:solidFill>
                  <a:srgbClr val="0070C0"/>
                </a:solidFill>
              </a:rPr>
              <a:t>））</a:t>
            </a:r>
            <a:endParaRPr lang="en-US" altLang="zh-CN" b="1" dirty="0" smtClean="0">
              <a:solidFill>
                <a:srgbClr val="0070C0"/>
              </a:solidFill>
            </a:endParaRPr>
          </a:p>
          <a:p>
            <a:endParaRPr lang="zh-CN" altLang="en-US" b="1" dirty="0" smtClean="0"/>
          </a:p>
          <a:p>
            <a:pPr>
              <a:buNone/>
            </a:pPr>
            <a:r>
              <a:rPr lang="zh-CN" altLang="en-US" b="1" dirty="0" smtClean="0"/>
              <a:t>证明思路：</a:t>
            </a:r>
            <a:r>
              <a:rPr lang="zh-CN" altLang="en-US" b="1" dirty="0" smtClean="0">
                <a:solidFill>
                  <a:srgbClr val="FF0000"/>
                </a:solidFill>
              </a:rPr>
              <a:t>（定理</a:t>
            </a:r>
            <a:r>
              <a:rPr lang="en-US" altLang="zh-CN" b="1" dirty="0" smtClean="0">
                <a:solidFill>
                  <a:srgbClr val="FF0000"/>
                </a:solidFill>
              </a:rPr>
              <a:t>4.2.1</a:t>
            </a:r>
            <a:r>
              <a:rPr lang="zh-CN" altLang="en-US" b="1" dirty="0" smtClean="0">
                <a:solidFill>
                  <a:srgbClr val="FF0000"/>
                </a:solidFill>
              </a:rPr>
              <a:t>）</a:t>
            </a:r>
            <a:r>
              <a:rPr lang="zh-CN" altLang="en-US" sz="2400" b="1" dirty="0" smtClean="0"/>
              <a:t>对于</a:t>
            </a:r>
            <a:r>
              <a:rPr lang="en-US" altLang="zh-CN" sz="2400" b="1" dirty="0" smtClean="0"/>
              <a:t>G</a:t>
            </a:r>
            <a:r>
              <a:rPr lang="zh-CN" altLang="en-US" sz="2400" b="1" dirty="0" smtClean="0"/>
              <a:t>中的任意元素</a:t>
            </a:r>
            <a:r>
              <a:rPr lang="en-US" altLang="zh-CN" sz="2400" b="1" dirty="0" err="1" smtClean="0"/>
              <a:t>a,b</a:t>
            </a:r>
            <a:r>
              <a:rPr lang="en-US" altLang="zh-CN" sz="2400" b="1" dirty="0" smtClean="0"/>
              <a:t> </a:t>
            </a:r>
            <a:r>
              <a:rPr lang="zh-CN" altLang="en-US" sz="2400" b="1" dirty="0" smtClean="0"/>
              <a:t>，方程</a:t>
            </a:r>
            <a:endParaRPr lang="en-US" altLang="zh-CN" sz="2400" b="1" dirty="0" smtClean="0"/>
          </a:p>
          <a:p>
            <a:pPr algn="ctr">
              <a:buNone/>
            </a:pPr>
            <a:r>
              <a:rPr lang="en-US" altLang="zh-CN" sz="2400" b="1" i="1" dirty="0" smtClean="0">
                <a:latin typeface="Times New Roman" panose="02020603050405020304" pitchFamily="18" charset="0"/>
                <a:cs typeface="Times New Roman" panose="02020603050405020304" pitchFamily="18" charset="0"/>
              </a:rPr>
              <a:t>ax=b</a:t>
            </a:r>
            <a:r>
              <a:rPr lang="zh-CN" altLang="en-US" sz="2400" b="1" dirty="0" smtClean="0">
                <a:latin typeface="Times New Roman" panose="02020603050405020304" pitchFamily="18" charset="0"/>
                <a:cs typeface="Times New Roman" panose="02020603050405020304" pitchFamily="18" charset="0"/>
              </a:rPr>
              <a:t>和</a:t>
            </a:r>
            <a:r>
              <a:rPr lang="en-US" altLang="zh-CN" sz="2400" b="1" i="1" dirty="0" err="1" smtClean="0">
                <a:latin typeface="Times New Roman" panose="02020603050405020304" pitchFamily="18" charset="0"/>
                <a:cs typeface="Times New Roman" panose="02020603050405020304" pitchFamily="18" charset="0"/>
              </a:rPr>
              <a:t>xa</a:t>
            </a:r>
            <a:r>
              <a:rPr lang="en-US" altLang="zh-CN" sz="2400" b="1" i="1" dirty="0" smtClean="0">
                <a:latin typeface="Times New Roman" panose="02020603050405020304" pitchFamily="18" charset="0"/>
                <a:cs typeface="Times New Roman" panose="02020603050405020304" pitchFamily="18" charset="0"/>
              </a:rPr>
              <a:t>=b</a:t>
            </a:r>
            <a:endParaRPr lang="en-US" altLang="zh-CN" sz="2400" b="1" i="1" dirty="0" smtClean="0">
              <a:latin typeface="Times New Roman" panose="02020603050405020304" pitchFamily="18" charset="0"/>
              <a:cs typeface="Times New Roman" panose="02020603050405020304" pitchFamily="18" charset="0"/>
            </a:endParaRPr>
          </a:p>
          <a:p>
            <a:pPr>
              <a:buNone/>
            </a:pPr>
            <a:r>
              <a:rPr lang="zh-CN" altLang="en-US" sz="2400" b="1" dirty="0" smtClean="0"/>
              <a:t>在</a:t>
            </a:r>
            <a:r>
              <a:rPr lang="en-US" sz="2400" b="1" dirty="0" smtClean="0"/>
              <a:t>G</a:t>
            </a:r>
            <a:r>
              <a:rPr lang="zh-CN" altLang="en-US" sz="2400" b="1" dirty="0" smtClean="0"/>
              <a:t>中有解，则</a:t>
            </a:r>
            <a:r>
              <a:rPr lang="en-US" sz="2400" b="1" dirty="0" smtClean="0"/>
              <a:t>G</a:t>
            </a:r>
            <a:r>
              <a:rPr lang="zh-CN" altLang="en-US" sz="2400" b="1" dirty="0" smtClean="0"/>
              <a:t>是群。</a:t>
            </a:r>
            <a:endParaRPr lang="zh-CN" altLang="en-US" sz="2400" b="1" dirty="0" smtClean="0"/>
          </a:p>
          <a:p>
            <a:endParaRPr lang="en-US" altLang="zh-CN" b="1" dirty="0" smtClean="0">
              <a:solidFill>
                <a:srgbClr val="FF0000"/>
              </a:solidFill>
            </a:endParaRPr>
          </a:p>
        </p:txBody>
      </p:sp>
      <p:sp>
        <p:nvSpPr>
          <p:cNvPr id="3686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68"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70"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72"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74"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789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7892"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1512168"/>
          </a:xfrm>
        </p:spPr>
        <p:txBody>
          <a:bodyPr/>
          <a:lstStyle/>
          <a:p>
            <a:r>
              <a:rPr lang="zh-CN" altLang="en-US" b="1" dirty="0" smtClean="0">
                <a:solidFill>
                  <a:srgbClr val="FF0000"/>
                </a:solidFill>
              </a:rPr>
              <a:t>有限群的判定</a:t>
            </a:r>
            <a:endParaRPr lang="en-US" altLang="zh-CN" b="1" dirty="0" smtClean="0">
              <a:solidFill>
                <a:srgbClr val="FF0000"/>
              </a:solidFill>
            </a:endParaRPr>
          </a:p>
          <a:p>
            <a:r>
              <a:rPr lang="zh-CN" altLang="en-US" b="1" dirty="0" smtClean="0"/>
              <a:t>定理</a:t>
            </a:r>
            <a:r>
              <a:rPr lang="en-US" b="1" dirty="0" smtClean="0"/>
              <a:t>4.2.2 </a:t>
            </a:r>
            <a:r>
              <a:rPr lang="zh-CN" altLang="en-US" b="1" dirty="0" smtClean="0"/>
              <a:t>的证明：</a:t>
            </a:r>
            <a:endParaRPr lang="en-US" altLang="zh-CN" b="1" dirty="0" smtClean="0"/>
          </a:p>
          <a:p>
            <a:pPr>
              <a:buNone/>
            </a:pPr>
            <a:r>
              <a:rPr lang="zh-CN" altLang="en-US" b="1" dirty="0" smtClean="0"/>
              <a:t>假定</a:t>
            </a:r>
            <a:r>
              <a:rPr lang="en-US" b="1" dirty="0" smtClean="0"/>
              <a:t>G</a:t>
            </a:r>
            <a:r>
              <a:rPr lang="zh-CN" altLang="en-US" b="1" dirty="0" smtClean="0"/>
              <a:t>中有</a:t>
            </a:r>
            <a:r>
              <a:rPr lang="en-US" b="1" dirty="0" smtClean="0"/>
              <a:t>n</a:t>
            </a:r>
            <a:r>
              <a:rPr lang="zh-CN" altLang="en-US" b="1" dirty="0" smtClean="0"/>
              <a:t>个元素，不妨设这</a:t>
            </a:r>
            <a:r>
              <a:rPr lang="en-US" b="1" dirty="0" smtClean="0"/>
              <a:t>n</a:t>
            </a:r>
            <a:r>
              <a:rPr lang="zh-CN" altLang="en-US" b="1" dirty="0" smtClean="0"/>
              <a:t>个元素为</a:t>
            </a:r>
            <a:endParaRPr lang="zh-CN" altLang="en-US" b="1" dirty="0" smtClean="0"/>
          </a:p>
        </p:txBody>
      </p:sp>
      <p:sp>
        <p:nvSpPr>
          <p:cNvPr id="3686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68"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70"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72"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74"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789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7892"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0962"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40961" name="Object 1"/>
          <p:cNvGraphicFramePr>
            <a:graphicFrameLocks noChangeAspect="1"/>
          </p:cNvGraphicFramePr>
          <p:nvPr/>
        </p:nvGraphicFramePr>
        <p:xfrm>
          <a:off x="3428992" y="1556792"/>
          <a:ext cx="1571604" cy="523868"/>
        </p:xfrm>
        <a:graphic>
          <a:graphicData uri="http://schemas.openxmlformats.org/presentationml/2006/ole">
            <mc:AlternateContent xmlns:mc="http://schemas.openxmlformats.org/markup-compatibility/2006">
              <mc:Choice xmlns:v="urn:schemas-microsoft-com:vml" Requires="v">
                <p:oleObj spid="_x0000_s41739" name="Equation" r:id="rId1" imgW="685800" imgH="228600" progId="Equation.DSMT4">
                  <p:embed/>
                </p:oleObj>
              </mc:Choice>
              <mc:Fallback>
                <p:oleObj name="Equation" r:id="rId1" imgW="685800" imgH="2286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8992" y="1556792"/>
                        <a:ext cx="1571604" cy="5238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64"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40963" name="Object 3"/>
          <p:cNvGraphicFramePr>
            <a:graphicFrameLocks noChangeAspect="1"/>
          </p:cNvGraphicFramePr>
          <p:nvPr/>
        </p:nvGraphicFramePr>
        <p:xfrm>
          <a:off x="2714612" y="1985420"/>
          <a:ext cx="428596" cy="642894"/>
        </p:xfrm>
        <a:graphic>
          <a:graphicData uri="http://schemas.openxmlformats.org/presentationml/2006/ole">
            <mc:AlternateContent xmlns:mc="http://schemas.openxmlformats.org/markup-compatibility/2006">
              <mc:Choice xmlns:v="urn:schemas-microsoft-com:vml" Requires="v">
                <p:oleObj spid="_x0000_s41740" name="Equation" r:id="rId3" imgW="152400" imgH="228600" progId="Equation.DSMT4">
                  <p:embed/>
                </p:oleObj>
              </mc:Choice>
              <mc:Fallback>
                <p:oleObj name="Equation" r:id="rId3" imgW="152400" imgH="2286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4612" y="1985420"/>
                        <a:ext cx="428596" cy="6428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66"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40965" name="Object 5"/>
          <p:cNvGraphicFramePr>
            <a:graphicFrameLocks noChangeAspect="1"/>
          </p:cNvGraphicFramePr>
          <p:nvPr/>
        </p:nvGraphicFramePr>
        <p:xfrm>
          <a:off x="2928926" y="2556924"/>
          <a:ext cx="3062757" cy="500042"/>
        </p:xfrm>
        <a:graphic>
          <a:graphicData uri="http://schemas.openxmlformats.org/presentationml/2006/ole">
            <mc:AlternateContent xmlns:mc="http://schemas.openxmlformats.org/markup-compatibility/2006">
              <mc:Choice xmlns:v="urn:schemas-microsoft-com:vml" Requires="v">
                <p:oleObj spid="_x0000_s41741" name="Equation" r:id="rId5" imgW="1397000" imgH="228600" progId="Equation.DSMT4">
                  <p:embed/>
                </p:oleObj>
              </mc:Choice>
              <mc:Fallback>
                <p:oleObj name="Equation" r:id="rId5" imgW="1397000" imgH="22860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8926" y="2556924"/>
                        <a:ext cx="3062757" cy="5000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68"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40967" name="Object 7"/>
          <p:cNvGraphicFramePr>
            <a:graphicFrameLocks noChangeAspect="1"/>
          </p:cNvGraphicFramePr>
          <p:nvPr/>
        </p:nvGraphicFramePr>
        <p:xfrm>
          <a:off x="3786182" y="3628494"/>
          <a:ext cx="1071538" cy="420211"/>
        </p:xfrm>
        <a:graphic>
          <a:graphicData uri="http://schemas.openxmlformats.org/presentationml/2006/ole">
            <mc:AlternateContent xmlns:mc="http://schemas.openxmlformats.org/markup-compatibility/2006">
              <mc:Choice xmlns:v="urn:schemas-microsoft-com:vml" Requires="v">
                <p:oleObj spid="_x0000_s41742" name="Equation" r:id="rId7" imgW="482600" imgH="190500" progId="Equation.DSMT4">
                  <p:embed/>
                </p:oleObj>
              </mc:Choice>
              <mc:Fallback>
                <p:oleObj name="Equation" r:id="rId7" imgW="482600" imgH="190500" progId="Equation.DSMT4">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86182" y="3628494"/>
                        <a:ext cx="1071538" cy="4202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9" name="内容占位符 2"/>
          <p:cNvSpPr txBox="1"/>
          <p:nvPr/>
        </p:nvSpPr>
        <p:spPr>
          <a:xfrm>
            <a:off x="457200" y="4077072"/>
            <a:ext cx="8435280" cy="1944216"/>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35000"/>
              </a:lnSpc>
              <a:buFont typeface="Wingdings 2" panose="05020102010507070707"/>
              <a:buNone/>
            </a:pPr>
            <a:r>
              <a:rPr lang="zh-CN" altLang="en-US" b="1" dirty="0" smtClean="0"/>
              <a:t>但当</a:t>
            </a:r>
            <a:r>
              <a:rPr lang="en-US" b="1" dirty="0" smtClean="0"/>
              <a:t>           </a:t>
            </a:r>
            <a:r>
              <a:rPr lang="zh-CN" altLang="en-US" b="1" dirty="0" smtClean="0"/>
              <a:t>的时候，如果</a:t>
            </a:r>
            <a:endParaRPr lang="en-US" altLang="zh-CN" b="1" dirty="0" smtClean="0"/>
          </a:p>
          <a:p>
            <a:pPr>
              <a:lnSpc>
                <a:spcPct val="135000"/>
              </a:lnSpc>
              <a:buFont typeface="Wingdings 2" panose="05020102010507070707"/>
              <a:buNone/>
            </a:pPr>
            <a:endParaRPr lang="en-US" altLang="zh-CN" b="1" dirty="0" smtClean="0"/>
          </a:p>
          <a:p>
            <a:pPr>
              <a:lnSpc>
                <a:spcPct val="135000"/>
              </a:lnSpc>
              <a:buFont typeface="Wingdings 2" panose="05020102010507070707"/>
              <a:buNone/>
            </a:pPr>
            <a:r>
              <a:rPr lang="zh-CN" altLang="en-US" b="1" dirty="0"/>
              <a:t> </a:t>
            </a:r>
            <a:r>
              <a:rPr lang="zh-CN" altLang="en-US" b="1" dirty="0" smtClean="0"/>
              <a:t> 由消去律可知， </a:t>
            </a:r>
            <a:r>
              <a:rPr lang="en-US" b="1" dirty="0" smtClean="0"/>
              <a:t>         </a:t>
            </a:r>
            <a:r>
              <a:rPr lang="zh-CN" altLang="en-US" b="1" dirty="0" smtClean="0"/>
              <a:t>，与假定不合。</a:t>
            </a:r>
            <a:endParaRPr lang="en-US" altLang="zh-CN" b="1" dirty="0" smtClean="0"/>
          </a:p>
          <a:p>
            <a:pPr>
              <a:lnSpc>
                <a:spcPct val="135000"/>
              </a:lnSpc>
              <a:buFont typeface="Wingdings 2" panose="05020102010507070707"/>
              <a:buNone/>
            </a:pPr>
            <a:endParaRPr lang="en-US" altLang="zh-CN" b="1" dirty="0" smtClean="0"/>
          </a:p>
        </p:txBody>
      </p:sp>
      <p:sp>
        <p:nvSpPr>
          <p:cNvPr id="20" name="Rectangle 2"/>
          <p:cNvSpPr>
            <a:spLocks noChangeArrowheads="1"/>
          </p:cNvSpPr>
          <p:nvPr/>
        </p:nvSpPr>
        <p:spPr bwMode="auto">
          <a:xfrm>
            <a:off x="0" y="347389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1" name="Rectangle 4"/>
          <p:cNvSpPr>
            <a:spLocks noChangeArrowheads="1"/>
          </p:cNvSpPr>
          <p:nvPr/>
        </p:nvSpPr>
        <p:spPr bwMode="auto">
          <a:xfrm>
            <a:off x="0" y="347389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 name="Rectangle 6"/>
          <p:cNvSpPr>
            <a:spLocks noChangeArrowheads="1"/>
          </p:cNvSpPr>
          <p:nvPr/>
        </p:nvSpPr>
        <p:spPr bwMode="auto">
          <a:xfrm>
            <a:off x="0" y="347389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3" name="Rectangle 8"/>
          <p:cNvSpPr>
            <a:spLocks noChangeArrowheads="1"/>
          </p:cNvSpPr>
          <p:nvPr/>
        </p:nvSpPr>
        <p:spPr bwMode="auto">
          <a:xfrm>
            <a:off x="0" y="347389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4" name="Rectangle 10"/>
          <p:cNvSpPr>
            <a:spLocks noChangeArrowheads="1"/>
          </p:cNvSpPr>
          <p:nvPr/>
        </p:nvSpPr>
        <p:spPr bwMode="auto">
          <a:xfrm>
            <a:off x="0" y="347389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5" name="Rectangle 2"/>
          <p:cNvSpPr>
            <a:spLocks noChangeArrowheads="1"/>
          </p:cNvSpPr>
          <p:nvPr/>
        </p:nvSpPr>
        <p:spPr bwMode="auto">
          <a:xfrm>
            <a:off x="0" y="347389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6" name="Rectangle 4"/>
          <p:cNvSpPr>
            <a:spLocks noChangeArrowheads="1"/>
          </p:cNvSpPr>
          <p:nvPr/>
        </p:nvSpPr>
        <p:spPr bwMode="auto">
          <a:xfrm>
            <a:off x="0" y="347389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 name="Rectangle 2"/>
          <p:cNvSpPr>
            <a:spLocks noChangeArrowheads="1"/>
          </p:cNvSpPr>
          <p:nvPr/>
        </p:nvSpPr>
        <p:spPr bwMode="auto">
          <a:xfrm>
            <a:off x="0" y="347389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8" name="Rectangle 4"/>
          <p:cNvSpPr>
            <a:spLocks noChangeArrowheads="1"/>
          </p:cNvSpPr>
          <p:nvPr/>
        </p:nvSpPr>
        <p:spPr bwMode="auto">
          <a:xfrm>
            <a:off x="0" y="347389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9" name="Rectangle 6"/>
          <p:cNvSpPr>
            <a:spLocks noChangeArrowheads="1"/>
          </p:cNvSpPr>
          <p:nvPr/>
        </p:nvSpPr>
        <p:spPr bwMode="auto">
          <a:xfrm>
            <a:off x="0" y="347389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0" name="Rectangle 8"/>
          <p:cNvSpPr>
            <a:spLocks noChangeArrowheads="1"/>
          </p:cNvSpPr>
          <p:nvPr/>
        </p:nvSpPr>
        <p:spPr bwMode="auto">
          <a:xfrm>
            <a:off x="0" y="347389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1" name="Rectangle 7"/>
          <p:cNvSpPr>
            <a:spLocks noChangeArrowheads="1"/>
          </p:cNvSpPr>
          <p:nvPr/>
        </p:nvSpPr>
        <p:spPr bwMode="auto">
          <a:xfrm>
            <a:off x="0" y="347389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32" name="Object 6"/>
          <p:cNvGraphicFramePr>
            <a:graphicFrameLocks noChangeAspect="1"/>
          </p:cNvGraphicFramePr>
          <p:nvPr/>
        </p:nvGraphicFramePr>
        <p:xfrm>
          <a:off x="1285852" y="4241966"/>
          <a:ext cx="785786" cy="462227"/>
        </p:xfrm>
        <a:graphic>
          <a:graphicData uri="http://schemas.openxmlformats.org/presentationml/2006/ole">
            <mc:AlternateContent xmlns:mc="http://schemas.openxmlformats.org/markup-compatibility/2006">
              <mc:Choice xmlns:v="urn:schemas-microsoft-com:vml" Requires="v">
                <p:oleObj spid="_x0000_s41743" name="Equation" r:id="rId9" imgW="317500" imgH="190500" progId="Equation.DSMT4">
                  <p:embed/>
                </p:oleObj>
              </mc:Choice>
              <mc:Fallback>
                <p:oleObj name="Equation" r:id="rId9" imgW="317500" imgH="190500" progId="Equation.DSMT4">
                  <p:embed/>
                  <p:pic>
                    <p:nvPicPr>
                      <p:cNvPr id="0" name="图片 4174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85852" y="4241966"/>
                        <a:ext cx="785786" cy="4622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Rectangle 9"/>
          <p:cNvSpPr>
            <a:spLocks noChangeArrowheads="1"/>
          </p:cNvSpPr>
          <p:nvPr/>
        </p:nvSpPr>
        <p:spPr bwMode="auto">
          <a:xfrm>
            <a:off x="0" y="347389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34" name="Object 8"/>
          <p:cNvGraphicFramePr>
            <a:graphicFrameLocks noChangeAspect="1"/>
          </p:cNvGraphicFramePr>
          <p:nvPr/>
        </p:nvGraphicFramePr>
        <p:xfrm>
          <a:off x="3059832" y="4763430"/>
          <a:ext cx="1266825" cy="571500"/>
        </p:xfrm>
        <a:graphic>
          <a:graphicData uri="http://schemas.openxmlformats.org/presentationml/2006/ole">
            <mc:AlternateContent xmlns:mc="http://schemas.openxmlformats.org/markup-compatibility/2006">
              <mc:Choice xmlns:v="urn:schemas-microsoft-com:vml" Requires="v">
                <p:oleObj spid="_x0000_s41744" name="Equation" r:id="rId11" imgW="12801600" imgH="5791200" progId="Equation.DSMT4">
                  <p:embed/>
                </p:oleObj>
              </mc:Choice>
              <mc:Fallback>
                <p:oleObj name="Equation" r:id="rId11" imgW="12801600" imgH="5791200" progId="Equation.DSMT4">
                  <p:embed/>
                  <p:pic>
                    <p:nvPicPr>
                      <p:cNvPr id="0" name="图片 41743"/>
                      <p:cNvPicPr>
                        <a:picLocks noChangeAspect="1" noChangeArrowheads="1"/>
                      </p:cNvPicPr>
                      <p:nvPr/>
                    </p:nvPicPr>
                    <p:blipFill>
                      <a:blip r:embed="rId12"/>
                      <a:srcRect/>
                      <a:stretch>
                        <a:fillRect/>
                      </a:stretch>
                    </p:blipFill>
                    <p:spPr bwMode="auto">
                      <a:xfrm>
                        <a:off x="3059832" y="4763430"/>
                        <a:ext cx="1266825"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 name="Rectangle 11"/>
          <p:cNvSpPr>
            <a:spLocks noChangeArrowheads="1"/>
          </p:cNvSpPr>
          <p:nvPr/>
        </p:nvSpPr>
        <p:spPr bwMode="auto">
          <a:xfrm>
            <a:off x="0" y="347389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36" name="Object 10"/>
          <p:cNvGraphicFramePr>
            <a:graphicFrameLocks noChangeAspect="1"/>
          </p:cNvGraphicFramePr>
          <p:nvPr/>
        </p:nvGraphicFramePr>
        <p:xfrm>
          <a:off x="2923258" y="5455311"/>
          <a:ext cx="928662" cy="493969"/>
        </p:xfrm>
        <a:graphic>
          <a:graphicData uri="http://schemas.openxmlformats.org/presentationml/2006/ole">
            <mc:AlternateContent xmlns:mc="http://schemas.openxmlformats.org/markup-compatibility/2006">
              <mc:Choice xmlns:v="urn:schemas-microsoft-com:vml" Requires="v">
                <p:oleObj spid="_x0000_s41745" name="Equation" r:id="rId13" imgW="444500" imgH="241300" progId="Equation.DSMT4">
                  <p:embed/>
                </p:oleObj>
              </mc:Choice>
              <mc:Fallback>
                <p:oleObj name="Equation" r:id="rId13" imgW="444500" imgH="241300" progId="Equation.DSMT4">
                  <p:embed/>
                  <p:pic>
                    <p:nvPicPr>
                      <p:cNvPr id="0" name="图片 4174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23258" y="5455311"/>
                        <a:ext cx="928662" cy="4939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ectangle 13"/>
          <p:cNvSpPr>
            <a:spLocks noChangeArrowheads="1"/>
          </p:cNvSpPr>
          <p:nvPr/>
        </p:nvSpPr>
        <p:spPr bwMode="auto">
          <a:xfrm>
            <a:off x="0" y="347389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9" name="Rectangle 15"/>
          <p:cNvSpPr>
            <a:spLocks noChangeArrowheads="1"/>
          </p:cNvSpPr>
          <p:nvPr/>
        </p:nvSpPr>
        <p:spPr bwMode="auto">
          <a:xfrm>
            <a:off x="0" y="347389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1" name="Rectangle 17"/>
          <p:cNvSpPr>
            <a:spLocks noChangeArrowheads="1"/>
          </p:cNvSpPr>
          <p:nvPr/>
        </p:nvSpPr>
        <p:spPr bwMode="auto">
          <a:xfrm>
            <a:off x="0" y="3473892"/>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3" name="内容占位符 2"/>
          <p:cNvSpPr txBox="1"/>
          <p:nvPr/>
        </p:nvSpPr>
        <p:spPr>
          <a:xfrm>
            <a:off x="431910" y="2060848"/>
            <a:ext cx="8229600" cy="504056"/>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buFont typeface="Wingdings 2" panose="05020102010507070707"/>
              <a:buNone/>
            </a:pPr>
            <a:r>
              <a:rPr lang="zh-CN" altLang="en-US" b="1" dirty="0" smtClean="0"/>
              <a:t>用</a:t>
            </a:r>
            <a:r>
              <a:rPr lang="en-US" altLang="zh-CN" b="1" i="1" dirty="0" smtClean="0">
                <a:latin typeface="Times New Roman" panose="02020603050405020304" pitchFamily="18" charset="0"/>
                <a:cs typeface="Times New Roman" panose="02020603050405020304" pitchFamily="18" charset="0"/>
              </a:rPr>
              <a:t>a</a:t>
            </a:r>
            <a:r>
              <a:rPr lang="zh-CN" altLang="en-US" b="1" dirty="0" smtClean="0"/>
              <a:t>左乘所有的     </a:t>
            </a:r>
            <a:r>
              <a:rPr lang="en-US" b="1" dirty="0" smtClean="0"/>
              <a:t> </a:t>
            </a:r>
            <a:r>
              <a:rPr lang="zh-CN" altLang="en-US" b="1" dirty="0" smtClean="0"/>
              <a:t>，可做成集合</a:t>
            </a:r>
            <a:endParaRPr lang="en-US" altLang="zh-CN" b="1" dirty="0" smtClean="0"/>
          </a:p>
        </p:txBody>
      </p:sp>
      <p:sp>
        <p:nvSpPr>
          <p:cNvPr id="44" name="内容占位符 2"/>
          <p:cNvSpPr txBox="1"/>
          <p:nvPr/>
        </p:nvSpPr>
        <p:spPr>
          <a:xfrm>
            <a:off x="395536" y="3068960"/>
            <a:ext cx="8229600" cy="648072"/>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buFont typeface="Wingdings 2" panose="05020102010507070707"/>
              <a:buNone/>
            </a:pPr>
            <a:r>
              <a:rPr lang="zh-CN" altLang="en-US" b="1" dirty="0" smtClean="0"/>
              <a:t>由于乘法在</a:t>
            </a:r>
            <a:r>
              <a:rPr lang="en-US" b="1" dirty="0" smtClean="0"/>
              <a:t>G</a:t>
            </a:r>
            <a:r>
              <a:rPr lang="zh-CN" altLang="en-US" b="1" dirty="0" smtClean="0"/>
              <a:t>上封闭，所以</a:t>
            </a:r>
            <a:endParaRPr lang="en-US" altLang="zh-CN" b="1" dirty="0" smtClean="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61"/>
                                        </p:tgtEl>
                                        <p:attrNameLst>
                                          <p:attrName>style.visibility</p:attrName>
                                        </p:attrNameLst>
                                      </p:cBhvr>
                                      <p:to>
                                        <p:strVal val="visible"/>
                                      </p:to>
                                    </p:set>
                                    <p:anim calcmode="lin" valueType="num">
                                      <p:cBhvr additive="base">
                                        <p:cTn id="7" dur="500" fill="hold"/>
                                        <p:tgtEl>
                                          <p:spTgt spid="40961"/>
                                        </p:tgtEl>
                                        <p:attrNameLst>
                                          <p:attrName>ppt_x</p:attrName>
                                        </p:attrNameLst>
                                      </p:cBhvr>
                                      <p:tavLst>
                                        <p:tav tm="0">
                                          <p:val>
                                            <p:strVal val="#ppt_x"/>
                                          </p:val>
                                        </p:tav>
                                        <p:tav tm="100000">
                                          <p:val>
                                            <p:strVal val="#ppt_x"/>
                                          </p:val>
                                        </p:tav>
                                      </p:tavLst>
                                    </p:anim>
                                    <p:anim calcmode="lin" valueType="num">
                                      <p:cBhvr additive="base">
                                        <p:cTn id="8" dur="500" fill="hold"/>
                                        <p:tgtEl>
                                          <p:spTgt spid="4096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963"/>
                                        </p:tgtEl>
                                        <p:attrNameLst>
                                          <p:attrName>style.visibility</p:attrName>
                                        </p:attrNameLst>
                                      </p:cBhvr>
                                      <p:to>
                                        <p:strVal val="visible"/>
                                      </p:to>
                                    </p:set>
                                    <p:anim calcmode="lin" valueType="num">
                                      <p:cBhvr additive="base">
                                        <p:cTn id="13" dur="500" fill="hold"/>
                                        <p:tgtEl>
                                          <p:spTgt spid="40963"/>
                                        </p:tgtEl>
                                        <p:attrNameLst>
                                          <p:attrName>ppt_x</p:attrName>
                                        </p:attrNameLst>
                                      </p:cBhvr>
                                      <p:tavLst>
                                        <p:tav tm="0">
                                          <p:val>
                                            <p:strVal val="#ppt_x"/>
                                          </p:val>
                                        </p:tav>
                                        <p:tav tm="100000">
                                          <p:val>
                                            <p:strVal val="#ppt_x"/>
                                          </p:val>
                                        </p:tav>
                                      </p:tavLst>
                                    </p:anim>
                                    <p:anim calcmode="lin" valueType="num">
                                      <p:cBhvr additive="base">
                                        <p:cTn id="14" dur="500" fill="hold"/>
                                        <p:tgtEl>
                                          <p:spTgt spid="40963"/>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anim calcmode="lin" valueType="num">
                                      <p:cBhvr additive="base">
                                        <p:cTn id="17" dur="500" fill="hold"/>
                                        <p:tgtEl>
                                          <p:spTgt spid="43"/>
                                        </p:tgtEl>
                                        <p:attrNameLst>
                                          <p:attrName>ppt_x</p:attrName>
                                        </p:attrNameLst>
                                      </p:cBhvr>
                                      <p:tavLst>
                                        <p:tav tm="0">
                                          <p:val>
                                            <p:strVal val="#ppt_x"/>
                                          </p:val>
                                        </p:tav>
                                        <p:tav tm="100000">
                                          <p:val>
                                            <p:strVal val="#ppt_x"/>
                                          </p:val>
                                        </p:tav>
                                      </p:tavLst>
                                    </p:anim>
                                    <p:anim calcmode="lin" valueType="num">
                                      <p:cBhvr additive="base">
                                        <p:cTn id="18"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0965"/>
                                        </p:tgtEl>
                                        <p:attrNameLst>
                                          <p:attrName>style.visibility</p:attrName>
                                        </p:attrNameLst>
                                      </p:cBhvr>
                                      <p:to>
                                        <p:strVal val="visible"/>
                                      </p:to>
                                    </p:set>
                                    <p:anim calcmode="lin" valueType="num">
                                      <p:cBhvr additive="base">
                                        <p:cTn id="23" dur="500" fill="hold"/>
                                        <p:tgtEl>
                                          <p:spTgt spid="40965"/>
                                        </p:tgtEl>
                                        <p:attrNameLst>
                                          <p:attrName>ppt_x</p:attrName>
                                        </p:attrNameLst>
                                      </p:cBhvr>
                                      <p:tavLst>
                                        <p:tav tm="0">
                                          <p:val>
                                            <p:strVal val="#ppt_x"/>
                                          </p:val>
                                        </p:tav>
                                        <p:tav tm="100000">
                                          <p:val>
                                            <p:strVal val="#ppt_x"/>
                                          </p:val>
                                        </p:tav>
                                      </p:tavLst>
                                    </p:anim>
                                    <p:anim calcmode="lin" valueType="num">
                                      <p:cBhvr additive="base">
                                        <p:cTn id="24" dur="500" fill="hold"/>
                                        <p:tgtEl>
                                          <p:spTgt spid="4096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4"/>
                                        </p:tgtEl>
                                        <p:attrNameLst>
                                          <p:attrName>style.visibility</p:attrName>
                                        </p:attrNameLst>
                                      </p:cBhvr>
                                      <p:to>
                                        <p:strVal val="visible"/>
                                      </p:to>
                                    </p:set>
                                    <p:anim calcmode="lin" valueType="num">
                                      <p:cBhvr additive="base">
                                        <p:cTn id="29" dur="500" fill="hold"/>
                                        <p:tgtEl>
                                          <p:spTgt spid="44"/>
                                        </p:tgtEl>
                                        <p:attrNameLst>
                                          <p:attrName>ppt_x</p:attrName>
                                        </p:attrNameLst>
                                      </p:cBhvr>
                                      <p:tavLst>
                                        <p:tav tm="0">
                                          <p:val>
                                            <p:strVal val="#ppt_x"/>
                                          </p:val>
                                        </p:tav>
                                        <p:tav tm="100000">
                                          <p:val>
                                            <p:strVal val="#ppt_x"/>
                                          </p:val>
                                        </p:tav>
                                      </p:tavLst>
                                    </p:anim>
                                    <p:anim calcmode="lin" valueType="num">
                                      <p:cBhvr additive="base">
                                        <p:cTn id="30"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0967"/>
                                        </p:tgtEl>
                                        <p:attrNameLst>
                                          <p:attrName>style.visibility</p:attrName>
                                        </p:attrNameLst>
                                      </p:cBhvr>
                                      <p:to>
                                        <p:strVal val="visible"/>
                                      </p:to>
                                    </p:set>
                                    <p:anim calcmode="lin" valueType="num">
                                      <p:cBhvr additive="base">
                                        <p:cTn id="35" dur="500" fill="hold"/>
                                        <p:tgtEl>
                                          <p:spTgt spid="40967"/>
                                        </p:tgtEl>
                                        <p:attrNameLst>
                                          <p:attrName>ppt_x</p:attrName>
                                        </p:attrNameLst>
                                      </p:cBhvr>
                                      <p:tavLst>
                                        <p:tav tm="0">
                                          <p:val>
                                            <p:strVal val="#ppt_x"/>
                                          </p:val>
                                        </p:tav>
                                        <p:tav tm="100000">
                                          <p:val>
                                            <p:strVal val="#ppt_x"/>
                                          </p:val>
                                        </p:tav>
                                      </p:tavLst>
                                    </p:anim>
                                    <p:anim calcmode="lin" valueType="num">
                                      <p:cBhvr additive="base">
                                        <p:cTn id="36" dur="500" fill="hold"/>
                                        <p:tgtEl>
                                          <p:spTgt spid="40967"/>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 calcmode="lin" valueType="num">
                                      <p:cBhvr additive="base">
                                        <p:cTn id="41" dur="500" fill="hold"/>
                                        <p:tgtEl>
                                          <p:spTgt spid="19"/>
                                        </p:tgtEl>
                                        <p:attrNameLst>
                                          <p:attrName>ppt_x</p:attrName>
                                        </p:attrNameLst>
                                      </p:cBhvr>
                                      <p:tavLst>
                                        <p:tav tm="0">
                                          <p:val>
                                            <p:strVal val="#ppt_x"/>
                                          </p:val>
                                        </p:tav>
                                        <p:tav tm="100000">
                                          <p:val>
                                            <p:strVal val="#ppt_x"/>
                                          </p:val>
                                        </p:tav>
                                      </p:tavLst>
                                    </p:anim>
                                    <p:anim calcmode="lin" valueType="num">
                                      <p:cBhvr additive="base">
                                        <p:cTn id="42" dur="500" fill="hold"/>
                                        <p:tgtEl>
                                          <p:spTgt spid="19"/>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2"/>
                                        </p:tgtEl>
                                        <p:attrNameLst>
                                          <p:attrName>style.visibility</p:attrName>
                                        </p:attrNameLst>
                                      </p:cBhvr>
                                      <p:to>
                                        <p:strVal val="visible"/>
                                      </p:to>
                                    </p:set>
                                    <p:anim calcmode="lin" valueType="num">
                                      <p:cBhvr additive="base">
                                        <p:cTn id="45" dur="500" fill="hold"/>
                                        <p:tgtEl>
                                          <p:spTgt spid="32"/>
                                        </p:tgtEl>
                                        <p:attrNameLst>
                                          <p:attrName>ppt_x</p:attrName>
                                        </p:attrNameLst>
                                      </p:cBhvr>
                                      <p:tavLst>
                                        <p:tav tm="0">
                                          <p:val>
                                            <p:strVal val="#ppt_x"/>
                                          </p:val>
                                        </p:tav>
                                        <p:tav tm="100000">
                                          <p:val>
                                            <p:strVal val="#ppt_x"/>
                                          </p:val>
                                        </p:tav>
                                      </p:tavLst>
                                    </p:anim>
                                    <p:anim calcmode="lin" valueType="num">
                                      <p:cBhvr additive="base">
                                        <p:cTn id="46" dur="500" fill="hold"/>
                                        <p:tgtEl>
                                          <p:spTgt spid="32"/>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4"/>
                                        </p:tgtEl>
                                        <p:attrNameLst>
                                          <p:attrName>style.visibility</p:attrName>
                                        </p:attrNameLst>
                                      </p:cBhvr>
                                      <p:to>
                                        <p:strVal val="visible"/>
                                      </p:to>
                                    </p:set>
                                    <p:anim calcmode="lin" valueType="num">
                                      <p:cBhvr additive="base">
                                        <p:cTn id="49" dur="500" fill="hold"/>
                                        <p:tgtEl>
                                          <p:spTgt spid="34"/>
                                        </p:tgtEl>
                                        <p:attrNameLst>
                                          <p:attrName>ppt_x</p:attrName>
                                        </p:attrNameLst>
                                      </p:cBhvr>
                                      <p:tavLst>
                                        <p:tav tm="0">
                                          <p:val>
                                            <p:strVal val="#ppt_x"/>
                                          </p:val>
                                        </p:tav>
                                        <p:tav tm="100000">
                                          <p:val>
                                            <p:strVal val="#ppt_x"/>
                                          </p:val>
                                        </p:tav>
                                      </p:tavLst>
                                    </p:anim>
                                    <p:anim calcmode="lin" valueType="num">
                                      <p:cBhvr additive="base">
                                        <p:cTn id="50" dur="500" fill="hold"/>
                                        <p:tgtEl>
                                          <p:spTgt spid="34"/>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36"/>
                                        </p:tgtEl>
                                        <p:attrNameLst>
                                          <p:attrName>style.visibility</p:attrName>
                                        </p:attrNameLst>
                                      </p:cBhvr>
                                      <p:to>
                                        <p:strVal val="visible"/>
                                      </p:to>
                                    </p:set>
                                    <p:anim calcmode="lin" valueType="num">
                                      <p:cBhvr additive="base">
                                        <p:cTn id="53" dur="500" fill="hold"/>
                                        <p:tgtEl>
                                          <p:spTgt spid="36"/>
                                        </p:tgtEl>
                                        <p:attrNameLst>
                                          <p:attrName>ppt_x</p:attrName>
                                        </p:attrNameLst>
                                      </p:cBhvr>
                                      <p:tavLst>
                                        <p:tav tm="0">
                                          <p:val>
                                            <p:strVal val="#ppt_x"/>
                                          </p:val>
                                        </p:tav>
                                        <p:tav tm="100000">
                                          <p:val>
                                            <p:strVal val="#ppt_x"/>
                                          </p:val>
                                        </p:tav>
                                      </p:tavLst>
                                    </p:anim>
                                    <p:anim calcmode="lin" valueType="num">
                                      <p:cBhvr additive="base">
                                        <p:cTn id="5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3" grpId="0"/>
      <p:bldP spid="4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435280" cy="1800200"/>
          </a:xfrm>
        </p:spPr>
        <p:txBody>
          <a:bodyPr>
            <a:normAutofit/>
          </a:bodyPr>
          <a:lstStyle/>
          <a:p>
            <a:pPr>
              <a:lnSpc>
                <a:spcPct val="135000"/>
              </a:lnSpc>
              <a:buNone/>
            </a:pPr>
            <a:r>
              <a:rPr lang="zh-CN" altLang="en-US" b="1" dirty="0" smtClean="0"/>
              <a:t>因此 </a:t>
            </a:r>
            <a:r>
              <a:rPr lang="en-US" b="1" dirty="0" smtClean="0"/>
              <a:t>     </a:t>
            </a:r>
            <a:r>
              <a:rPr lang="zh-CN" altLang="en-US" b="1" dirty="0" smtClean="0"/>
              <a:t>有</a:t>
            </a:r>
            <a:r>
              <a:rPr lang="en-US" b="1" dirty="0" smtClean="0"/>
              <a:t>n</a:t>
            </a:r>
            <a:r>
              <a:rPr lang="zh-CN" altLang="en-US" b="1" dirty="0" smtClean="0"/>
              <a:t>个不同的元素，所以有   </a:t>
            </a:r>
            <a:r>
              <a:rPr lang="en-US" b="1" dirty="0" smtClean="0"/>
              <a:t>            </a:t>
            </a:r>
            <a:r>
              <a:rPr lang="zh-CN" altLang="en-US" b="1" dirty="0" smtClean="0"/>
              <a:t>。这样，对于方程中的</a:t>
            </a:r>
            <a:r>
              <a:rPr lang="en-US" b="1" i="1" dirty="0" smtClean="0">
                <a:latin typeface="Times New Roman" panose="02020603050405020304" pitchFamily="18" charset="0"/>
                <a:cs typeface="Times New Roman" panose="02020603050405020304" pitchFamily="18" charset="0"/>
              </a:rPr>
              <a:t>b</a:t>
            </a:r>
            <a:r>
              <a:rPr lang="zh-CN" altLang="en-US" b="1" dirty="0" smtClean="0"/>
              <a:t>，必然存在某个</a:t>
            </a:r>
            <a:r>
              <a:rPr lang="en-US" b="1" i="1" dirty="0" smtClean="0">
                <a:latin typeface="Times New Roman" panose="02020603050405020304" pitchFamily="18" charset="0"/>
                <a:cs typeface="Times New Roman" panose="02020603050405020304" pitchFamily="18" charset="0"/>
              </a:rPr>
              <a:t>k</a:t>
            </a:r>
            <a:r>
              <a:rPr lang="zh-CN" altLang="en-US" b="1" dirty="0" smtClean="0"/>
              <a:t>，使得  </a:t>
            </a:r>
            <a:r>
              <a:rPr lang="en-US" b="1" dirty="0" smtClean="0"/>
              <a:t>            </a:t>
            </a:r>
            <a:r>
              <a:rPr lang="zh-CN" altLang="en-US" b="1" dirty="0" smtClean="0"/>
              <a:t>，也就是说方程</a:t>
            </a:r>
            <a:r>
              <a:rPr lang="en-US" b="1" dirty="0" smtClean="0"/>
              <a:t> </a:t>
            </a:r>
            <a:r>
              <a:rPr lang="en-US" altLang="zh-CN" sz="2800" b="1" i="1" dirty="0" smtClean="0">
                <a:latin typeface="Times New Roman" panose="02020603050405020304" pitchFamily="18" charset="0"/>
                <a:cs typeface="Times New Roman" panose="02020603050405020304" pitchFamily="18" charset="0"/>
              </a:rPr>
              <a:t>ax=b</a:t>
            </a:r>
            <a:r>
              <a:rPr lang="zh-CN" altLang="en-US" b="1" dirty="0" smtClean="0"/>
              <a:t>在</a:t>
            </a:r>
            <a:r>
              <a:rPr lang="en-US" b="1" dirty="0" smtClean="0"/>
              <a:t>G</a:t>
            </a:r>
            <a:r>
              <a:rPr lang="zh-CN" altLang="en-US" b="1" dirty="0" smtClean="0"/>
              <a:t>中有解。</a:t>
            </a:r>
            <a:endParaRPr lang="en-US" altLang="zh-CN" b="1" dirty="0" smtClean="0"/>
          </a:p>
        </p:txBody>
      </p:sp>
      <p:sp>
        <p:nvSpPr>
          <p:cNvPr id="3686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68"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70"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72"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6874"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789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7892"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0962"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0964"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0966"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0968"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1991" name="Rectangle 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1993" name="Rectangle 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1995" name="Rectangle 1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1997" name="Rectangle 13"/>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41996" name="Object 12"/>
          <p:cNvGraphicFramePr>
            <a:graphicFrameLocks noChangeAspect="1"/>
          </p:cNvGraphicFramePr>
          <p:nvPr/>
        </p:nvGraphicFramePr>
        <p:xfrm>
          <a:off x="1214414" y="1320375"/>
          <a:ext cx="500066" cy="452441"/>
        </p:xfrm>
        <a:graphic>
          <a:graphicData uri="http://schemas.openxmlformats.org/presentationml/2006/ole">
            <mc:AlternateContent xmlns:mc="http://schemas.openxmlformats.org/markup-compatibility/2006">
              <mc:Choice xmlns:v="urn:schemas-microsoft-com:vml" Requires="v">
                <p:oleObj spid="_x0000_s42942" name="Equation" r:id="rId1" imgW="203200" imgH="177800" progId="Equation.DSMT4">
                  <p:embed/>
                </p:oleObj>
              </mc:Choice>
              <mc:Fallback>
                <p:oleObj name="Equation" r:id="rId1" imgW="203200" imgH="177800" progId="Equation.DSMT4">
                  <p:embed/>
                  <p:pic>
                    <p:nvPicPr>
                      <p:cNvPr id="0"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414" y="1320375"/>
                        <a:ext cx="500066" cy="4524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99"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41998" name="Object 14"/>
          <p:cNvGraphicFramePr>
            <a:graphicFrameLocks noChangeAspect="1"/>
          </p:cNvGraphicFramePr>
          <p:nvPr/>
        </p:nvGraphicFramePr>
        <p:xfrm>
          <a:off x="5580112" y="1367908"/>
          <a:ext cx="1105347" cy="428604"/>
        </p:xfrm>
        <a:graphic>
          <a:graphicData uri="http://schemas.openxmlformats.org/presentationml/2006/ole">
            <mc:AlternateContent xmlns:mc="http://schemas.openxmlformats.org/markup-compatibility/2006">
              <mc:Choice xmlns:v="urn:schemas-microsoft-com:vml" Requires="v">
                <p:oleObj spid="_x0000_s42943" name="Equation" r:id="rId3" imgW="469900" imgH="177800" progId="Equation.DSMT4">
                  <p:embed/>
                </p:oleObj>
              </mc:Choice>
              <mc:Fallback>
                <p:oleObj name="Equation" r:id="rId3" imgW="469900" imgH="177800" progId="Equation.DSMT4">
                  <p:embed/>
                  <p:pic>
                    <p:nvPicPr>
                      <p:cNvPr id="0"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112" y="1367908"/>
                        <a:ext cx="1105347" cy="428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001" name="Rectangle 1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42000" name="Object 16"/>
          <p:cNvGraphicFramePr>
            <a:graphicFrameLocks noChangeAspect="1"/>
          </p:cNvGraphicFramePr>
          <p:nvPr/>
        </p:nvGraphicFramePr>
        <p:xfrm>
          <a:off x="5868144" y="1871964"/>
          <a:ext cx="1075678" cy="526863"/>
        </p:xfrm>
        <a:graphic>
          <a:graphicData uri="http://schemas.openxmlformats.org/presentationml/2006/ole">
            <mc:AlternateContent xmlns:mc="http://schemas.openxmlformats.org/markup-compatibility/2006">
              <mc:Choice xmlns:v="urn:schemas-microsoft-com:vml" Requires="v">
                <p:oleObj spid="_x0000_s42944" name="Equation" r:id="rId5" imgW="469900" imgH="228600" progId="Equation.DSMT4">
                  <p:embed/>
                </p:oleObj>
              </mc:Choice>
              <mc:Fallback>
                <p:oleObj name="Equation" r:id="rId5" imgW="469900" imgH="228600" progId="Equation.DSMT4">
                  <p:embed/>
                  <p:pic>
                    <p:nvPicPr>
                      <p:cNvPr id="0" name="Picture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8144" y="1871964"/>
                        <a:ext cx="1075678" cy="526863"/>
                      </a:xfrm>
                      <a:prstGeom prst="rect">
                        <a:avLst/>
                      </a:prstGeom>
                      <a:noFill/>
                    </p:spPr>
                  </p:pic>
                </p:oleObj>
              </mc:Fallback>
            </mc:AlternateContent>
          </a:graphicData>
        </a:graphic>
      </p:graphicFrame>
      <p:sp>
        <p:nvSpPr>
          <p:cNvPr id="4" name="灯片编号占位符 3"/>
          <p:cNvSpPr>
            <a:spLocks noGrp="1"/>
          </p:cNvSpPr>
          <p:nvPr>
            <p:ph type="sldNum" sz="quarter" idx="12"/>
          </p:nvPr>
        </p:nvSpPr>
        <p:spPr>
          <a:xfrm>
            <a:off x="7924800" y="6088211"/>
            <a:ext cx="762000" cy="365125"/>
          </a:xfrm>
        </p:spPr>
        <p:txBody>
          <a:bodyPr/>
          <a:lstStyle/>
          <a:p>
            <a:fld id="{0C913308-F349-4B6D-A68A-DD1791B4A57B}" type="slidenum">
              <a:rPr lang="zh-CN" altLang="en-US" smtClean="0"/>
            </a:fld>
            <a:endParaRPr lang="zh-CN" altLang="en-US"/>
          </a:p>
        </p:txBody>
      </p:sp>
      <p:sp>
        <p:nvSpPr>
          <p:cNvPr id="27" name="内容占位符 2"/>
          <p:cNvSpPr txBox="1"/>
          <p:nvPr/>
        </p:nvSpPr>
        <p:spPr>
          <a:xfrm>
            <a:off x="323528" y="4725144"/>
            <a:ext cx="8229600" cy="648072"/>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lang="zh-CN" altLang="en-US" b="1" dirty="0" smtClean="0">
                <a:solidFill>
                  <a:srgbClr val="FF0000"/>
                </a:solidFill>
              </a:rPr>
              <a:t>（无限集合是否成立？</a:t>
            </a:r>
            <a:r>
              <a:rPr lang="en-US" altLang="zh-CN" b="1" dirty="0" smtClean="0">
                <a:solidFill>
                  <a:srgbClr val="FF0000"/>
                </a:solidFill>
              </a:rPr>
              <a:t>------</a:t>
            </a:r>
            <a:r>
              <a:rPr lang="zh-CN" altLang="en-US" b="1" dirty="0" smtClean="0">
                <a:solidFill>
                  <a:srgbClr val="FF0000"/>
                </a:solidFill>
              </a:rPr>
              <a:t>如：（</a:t>
            </a:r>
            <a:r>
              <a:rPr lang="en-US" altLang="zh-CN" b="1" dirty="0" smtClean="0">
                <a:solidFill>
                  <a:srgbClr val="FF0000"/>
                </a:solidFill>
              </a:rPr>
              <a:t>N</a:t>
            </a:r>
            <a:r>
              <a:rPr lang="zh-CN" altLang="en-US" b="1" dirty="0" smtClean="0">
                <a:solidFill>
                  <a:srgbClr val="FF0000"/>
                </a:solidFill>
              </a:rPr>
              <a:t>，</a:t>
            </a:r>
            <a:r>
              <a:rPr lang="en-US" altLang="zh-CN" b="1" dirty="0" smtClean="0">
                <a:solidFill>
                  <a:srgbClr val="FF0000"/>
                </a:solidFill>
              </a:rPr>
              <a:t>×</a:t>
            </a:r>
            <a:r>
              <a:rPr lang="zh-CN" altLang="en-US" b="1" dirty="0" smtClean="0">
                <a:solidFill>
                  <a:srgbClr val="FF0000"/>
                </a:solidFill>
              </a:rPr>
              <a:t>））</a:t>
            </a:r>
            <a:endParaRPr lang="en-US" altLang="zh-CN" b="1" dirty="0" smtClean="0">
              <a:solidFill>
                <a:srgbClr val="FF0000"/>
              </a:solidFill>
            </a:endParaRPr>
          </a:p>
        </p:txBody>
      </p:sp>
      <p:graphicFrame>
        <p:nvGraphicFramePr>
          <p:cNvPr id="2" name="对象 1"/>
          <p:cNvGraphicFramePr>
            <a:graphicFrameLocks noChangeAspect="1"/>
          </p:cNvGraphicFramePr>
          <p:nvPr/>
        </p:nvGraphicFramePr>
        <p:xfrm>
          <a:off x="1331640" y="620688"/>
          <a:ext cx="2473325" cy="523875"/>
        </p:xfrm>
        <a:graphic>
          <a:graphicData uri="http://schemas.openxmlformats.org/presentationml/2006/ole">
            <mc:AlternateContent xmlns:mc="http://schemas.openxmlformats.org/markup-compatibility/2006">
              <mc:Choice xmlns:v="urn:schemas-microsoft-com:vml" Requires="v">
                <p:oleObj spid="_x0000_s42945" name="Equation" r:id="rId7" imgW="25908000" imgH="5486400" progId="Equation.DSMT4">
                  <p:embed/>
                </p:oleObj>
              </mc:Choice>
              <mc:Fallback>
                <p:oleObj name="Equation" r:id="rId7" imgW="25908000" imgH="5486400" progId="Equation.DSMT4">
                  <p:embed/>
                  <p:pic>
                    <p:nvPicPr>
                      <p:cNvPr id="0" name="Object 1"/>
                      <p:cNvPicPr>
                        <a:picLocks noChangeAspect="1" noChangeArrowheads="1"/>
                      </p:cNvPicPr>
                      <p:nvPr/>
                    </p:nvPicPr>
                    <p:blipFill>
                      <a:blip r:embed="rId8"/>
                      <a:srcRect/>
                      <a:stretch>
                        <a:fillRect/>
                      </a:stretch>
                    </p:blipFill>
                    <p:spPr bwMode="auto">
                      <a:xfrm>
                        <a:off x="1331640" y="620688"/>
                        <a:ext cx="2473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4549831" y="620688"/>
          <a:ext cx="3062287" cy="500062"/>
        </p:xfrm>
        <a:graphic>
          <a:graphicData uri="http://schemas.openxmlformats.org/presentationml/2006/ole">
            <mc:AlternateContent xmlns:mc="http://schemas.openxmlformats.org/markup-compatibility/2006">
              <mc:Choice xmlns:v="urn:schemas-microsoft-com:vml" Requires="v">
                <p:oleObj spid="_x0000_s42946" name="Equation" r:id="rId9" imgW="1397000" imgH="228600" progId="Equation.DSMT4">
                  <p:embed/>
                </p:oleObj>
              </mc:Choice>
              <mc:Fallback>
                <p:oleObj name="Equation" r:id="rId9" imgW="1397000" imgH="22860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49831" y="620688"/>
                        <a:ext cx="3062287"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 name="内容占位符 2"/>
          <p:cNvSpPr txBox="1"/>
          <p:nvPr/>
        </p:nvSpPr>
        <p:spPr>
          <a:xfrm>
            <a:off x="457200" y="3068960"/>
            <a:ext cx="8435280" cy="1512168"/>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35000"/>
              </a:lnSpc>
              <a:buFont typeface="Wingdings 2" panose="05020102010507070707"/>
              <a:buNone/>
            </a:pPr>
            <a:r>
              <a:rPr lang="zh-CN" altLang="en-US" b="1" smtClean="0"/>
              <a:t>同理可证，方程</a:t>
            </a:r>
            <a:r>
              <a:rPr lang="en-US" b="1" smtClean="0"/>
              <a:t> </a:t>
            </a:r>
            <a:r>
              <a:rPr lang="en-US" altLang="zh-CN" sz="2800" b="1" i="1" smtClean="0">
                <a:latin typeface="Times New Roman" panose="02020603050405020304" pitchFamily="18" charset="0"/>
                <a:cs typeface="Times New Roman" panose="02020603050405020304" pitchFamily="18" charset="0"/>
              </a:rPr>
              <a:t>xa=b</a:t>
            </a:r>
            <a:r>
              <a:rPr lang="zh-CN" altLang="en-US" b="1" smtClean="0"/>
              <a:t>在</a:t>
            </a:r>
            <a:r>
              <a:rPr lang="en-US" b="1" smtClean="0"/>
              <a:t>G</a:t>
            </a:r>
            <a:r>
              <a:rPr lang="zh-CN" altLang="en-US" b="1" smtClean="0"/>
              <a:t>中也有解。</a:t>
            </a:r>
            <a:endParaRPr lang="zh-CN" altLang="en-US" b="1" smtClean="0"/>
          </a:p>
          <a:p>
            <a:pPr>
              <a:lnSpc>
                <a:spcPct val="135000"/>
              </a:lnSpc>
              <a:buFont typeface="Wingdings 2" panose="05020102010507070707"/>
              <a:buNone/>
            </a:pPr>
            <a:r>
              <a:rPr lang="zh-CN" altLang="en-US" b="1" smtClean="0"/>
              <a:t>根据定理</a:t>
            </a:r>
            <a:r>
              <a:rPr lang="en-US" b="1" smtClean="0"/>
              <a:t>4.2.1</a:t>
            </a:r>
            <a:r>
              <a:rPr lang="zh-CN" altLang="en-US" b="1" smtClean="0"/>
              <a:t>，</a:t>
            </a:r>
            <a:r>
              <a:rPr lang="en-US" b="1" smtClean="0"/>
              <a:t>G</a:t>
            </a:r>
            <a:r>
              <a:rPr lang="zh-CN" altLang="en-US" b="1" smtClean="0"/>
              <a:t>是群。</a:t>
            </a:r>
            <a:endParaRPr lang="en-US" altLang="zh-CN"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1996"/>
                                        </p:tgtEl>
                                        <p:attrNameLst>
                                          <p:attrName>style.visibility</p:attrName>
                                        </p:attrNameLst>
                                      </p:cBhvr>
                                      <p:to>
                                        <p:strVal val="visible"/>
                                      </p:to>
                                    </p:set>
                                    <p:anim calcmode="lin" valueType="num">
                                      <p:cBhvr additive="base">
                                        <p:cTn id="11" dur="500" fill="hold"/>
                                        <p:tgtEl>
                                          <p:spTgt spid="41996"/>
                                        </p:tgtEl>
                                        <p:attrNameLst>
                                          <p:attrName>ppt_x</p:attrName>
                                        </p:attrNameLst>
                                      </p:cBhvr>
                                      <p:tavLst>
                                        <p:tav tm="0">
                                          <p:val>
                                            <p:strVal val="#ppt_x"/>
                                          </p:val>
                                        </p:tav>
                                        <p:tav tm="100000">
                                          <p:val>
                                            <p:strVal val="#ppt_x"/>
                                          </p:val>
                                        </p:tav>
                                      </p:tavLst>
                                    </p:anim>
                                    <p:anim calcmode="lin" valueType="num">
                                      <p:cBhvr additive="base">
                                        <p:cTn id="12" dur="500" fill="hold"/>
                                        <p:tgtEl>
                                          <p:spTgt spid="4199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1998"/>
                                        </p:tgtEl>
                                        <p:attrNameLst>
                                          <p:attrName>style.visibility</p:attrName>
                                        </p:attrNameLst>
                                      </p:cBhvr>
                                      <p:to>
                                        <p:strVal val="visible"/>
                                      </p:to>
                                    </p:set>
                                    <p:anim calcmode="lin" valueType="num">
                                      <p:cBhvr additive="base">
                                        <p:cTn id="15" dur="500" fill="hold"/>
                                        <p:tgtEl>
                                          <p:spTgt spid="41998"/>
                                        </p:tgtEl>
                                        <p:attrNameLst>
                                          <p:attrName>ppt_x</p:attrName>
                                        </p:attrNameLst>
                                      </p:cBhvr>
                                      <p:tavLst>
                                        <p:tav tm="0">
                                          <p:val>
                                            <p:strVal val="#ppt_x"/>
                                          </p:val>
                                        </p:tav>
                                        <p:tav tm="100000">
                                          <p:val>
                                            <p:strVal val="#ppt_x"/>
                                          </p:val>
                                        </p:tav>
                                      </p:tavLst>
                                    </p:anim>
                                    <p:anim calcmode="lin" valueType="num">
                                      <p:cBhvr additive="base">
                                        <p:cTn id="16" dur="500" fill="hold"/>
                                        <p:tgtEl>
                                          <p:spTgt spid="4199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2000"/>
                                        </p:tgtEl>
                                        <p:attrNameLst>
                                          <p:attrName>style.visibility</p:attrName>
                                        </p:attrNameLst>
                                      </p:cBhvr>
                                      <p:to>
                                        <p:strVal val="visible"/>
                                      </p:to>
                                    </p:set>
                                    <p:anim calcmode="lin" valueType="num">
                                      <p:cBhvr additive="base">
                                        <p:cTn id="19" dur="500" fill="hold"/>
                                        <p:tgtEl>
                                          <p:spTgt spid="42000"/>
                                        </p:tgtEl>
                                        <p:attrNameLst>
                                          <p:attrName>ppt_x</p:attrName>
                                        </p:attrNameLst>
                                      </p:cBhvr>
                                      <p:tavLst>
                                        <p:tav tm="0">
                                          <p:val>
                                            <p:strVal val="#ppt_x"/>
                                          </p:val>
                                        </p:tav>
                                        <p:tav tm="100000">
                                          <p:val>
                                            <p:strVal val="#ppt_x"/>
                                          </p:val>
                                        </p:tav>
                                      </p:tavLst>
                                    </p:anim>
                                    <p:anim calcmode="lin" valueType="num">
                                      <p:cBhvr additive="base">
                                        <p:cTn id="20" dur="500" fill="hold"/>
                                        <p:tgtEl>
                                          <p:spTgt spid="4200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0">
                                            <p:txEl>
                                              <p:pRg st="0" end="0"/>
                                            </p:txEl>
                                          </p:spTgt>
                                        </p:tgtEl>
                                        <p:attrNameLst>
                                          <p:attrName>style.visibility</p:attrName>
                                        </p:attrNameLst>
                                      </p:cBhvr>
                                      <p:to>
                                        <p:strVal val="visible"/>
                                      </p:to>
                                    </p:set>
                                    <p:anim calcmode="lin" valueType="num">
                                      <p:cBhvr additive="base">
                                        <p:cTn id="25" dur="500" fill="hold"/>
                                        <p:tgtEl>
                                          <p:spTgt spid="30">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0">
                                            <p:txEl>
                                              <p:pRg st="1" end="1"/>
                                            </p:txEl>
                                          </p:spTgt>
                                        </p:tgtEl>
                                        <p:attrNameLst>
                                          <p:attrName>style.visibility</p:attrName>
                                        </p:attrNameLst>
                                      </p:cBhvr>
                                      <p:to>
                                        <p:strVal val="visible"/>
                                      </p:to>
                                    </p:set>
                                    <p:anim calcmode="lin" valueType="num">
                                      <p:cBhvr additive="base">
                                        <p:cTn id="31" dur="500" fill="hold"/>
                                        <p:tgtEl>
                                          <p:spTgt spid="30">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 calcmode="lin" valueType="num">
                                      <p:cBhvr additive="base">
                                        <p:cTn id="37" dur="500" fill="hold"/>
                                        <p:tgtEl>
                                          <p:spTgt spid="27"/>
                                        </p:tgtEl>
                                        <p:attrNameLst>
                                          <p:attrName>ppt_x</p:attrName>
                                        </p:attrNameLst>
                                      </p:cBhvr>
                                      <p:tavLst>
                                        <p:tav tm="0">
                                          <p:val>
                                            <p:strVal val="#ppt_x"/>
                                          </p:val>
                                        </p:tav>
                                        <p:tav tm="100000">
                                          <p:val>
                                            <p:strVal val="#ppt_x"/>
                                          </p:val>
                                        </p:tav>
                                      </p:tavLst>
                                    </p:anim>
                                    <p:anim calcmode="lin" valueType="num">
                                      <p:cBhvr additive="base">
                                        <p:cTn id="3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7" grpId="0"/>
      <p:bldP spid="30"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66257"/>
            <a:ext cx="8229600" cy="1566599"/>
          </a:xfrm>
        </p:spPr>
        <p:txBody>
          <a:bodyPr>
            <a:normAutofit lnSpcReduction="10000"/>
          </a:bodyPr>
          <a:lstStyle/>
          <a:p>
            <a:pPr>
              <a:lnSpc>
                <a:spcPct val="125000"/>
              </a:lnSpc>
            </a:pPr>
            <a:r>
              <a:rPr lang="zh-CN" altLang="en-US" b="1" dirty="0" smtClean="0">
                <a:solidFill>
                  <a:srgbClr val="0070C0"/>
                </a:solidFill>
              </a:rPr>
              <a:t>例</a:t>
            </a:r>
            <a:r>
              <a:rPr lang="en-US" b="1" dirty="0" smtClean="0">
                <a:solidFill>
                  <a:srgbClr val="0070C0"/>
                </a:solidFill>
              </a:rPr>
              <a:t>4.2.2 </a:t>
            </a:r>
            <a:r>
              <a:rPr lang="zh-CN" altLang="en-US" b="1" dirty="0" smtClean="0"/>
              <a:t>取模</a:t>
            </a:r>
            <a:r>
              <a:rPr lang="en-US" b="1" dirty="0" smtClean="0"/>
              <a:t>m</a:t>
            </a:r>
            <a:r>
              <a:rPr lang="zh-CN" altLang="en-US" b="1" dirty="0" smtClean="0"/>
              <a:t>的最小非负</a:t>
            </a:r>
            <a:r>
              <a:rPr lang="zh-CN" altLang="en-US" b="1" dirty="0" smtClean="0">
                <a:solidFill>
                  <a:srgbClr val="FF0000"/>
                </a:solidFill>
              </a:rPr>
              <a:t>简化剩余系</a:t>
            </a:r>
            <a:r>
              <a:rPr lang="zh-CN" altLang="en-US" b="1" dirty="0" smtClean="0"/>
              <a:t>，记为</a:t>
            </a:r>
            <a:r>
              <a:rPr lang="en-US" b="1" dirty="0" smtClean="0"/>
              <a:t>       </a:t>
            </a:r>
            <a:r>
              <a:rPr lang="zh-CN" altLang="en-US" b="1" dirty="0" smtClean="0"/>
              <a:t>，其中元素个数为     </a:t>
            </a:r>
            <a:r>
              <a:rPr lang="en-US" b="1" dirty="0" smtClean="0"/>
              <a:t>      </a:t>
            </a:r>
            <a:r>
              <a:rPr lang="zh-CN" altLang="en-US" b="1" dirty="0" smtClean="0"/>
              <a:t>个，定义其上的</a:t>
            </a:r>
            <a:r>
              <a:rPr lang="zh-CN" altLang="en-US" b="1" dirty="0" smtClean="0">
                <a:solidFill>
                  <a:srgbClr val="FF0000"/>
                </a:solidFill>
              </a:rPr>
              <a:t>乘法</a:t>
            </a:r>
            <a:r>
              <a:rPr lang="zh-CN" altLang="en-US" b="1" dirty="0" smtClean="0"/>
              <a:t>为模</a:t>
            </a:r>
            <a:r>
              <a:rPr lang="en-US" b="1" dirty="0" smtClean="0"/>
              <a:t>m</a:t>
            </a:r>
            <a:r>
              <a:rPr lang="zh-CN" altLang="en-US" b="1" dirty="0" smtClean="0"/>
              <a:t>的乘法。显然其乘法在</a:t>
            </a:r>
            <a:r>
              <a:rPr lang="en-US" b="1" dirty="0" smtClean="0"/>
              <a:t> </a:t>
            </a:r>
            <a:r>
              <a:rPr lang="zh-CN" altLang="en-US" b="1" dirty="0" smtClean="0"/>
              <a:t>上封闭，且满足结合律。</a:t>
            </a:r>
            <a:endParaRPr lang="zh-CN" altLang="en-US" b="1" dirty="0"/>
          </a:p>
        </p:txBody>
      </p:sp>
      <p:sp>
        <p:nvSpPr>
          <p:cNvPr id="4301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43009" name="Object 1"/>
          <p:cNvGraphicFramePr>
            <a:graphicFrameLocks noChangeAspect="1"/>
          </p:cNvGraphicFramePr>
          <p:nvPr/>
        </p:nvGraphicFramePr>
        <p:xfrm>
          <a:off x="7215206" y="548680"/>
          <a:ext cx="500034" cy="543515"/>
        </p:xfrm>
        <a:graphic>
          <a:graphicData uri="http://schemas.openxmlformats.org/presentationml/2006/ole">
            <mc:AlternateContent xmlns:mc="http://schemas.openxmlformats.org/markup-compatibility/2006">
              <mc:Choice xmlns:v="urn:schemas-microsoft-com:vml" Requires="v">
                <p:oleObj spid="_x0000_s132557" name="Equation" r:id="rId1" imgW="215900" imgH="241300" progId="Equation.DSMT4">
                  <p:embed/>
                </p:oleObj>
              </mc:Choice>
              <mc:Fallback>
                <p:oleObj name="Equation" r:id="rId1" imgW="215900" imgH="2413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5206" y="548680"/>
                        <a:ext cx="500034" cy="5435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2"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43011" name="Object 3"/>
          <p:cNvGraphicFramePr>
            <a:graphicFrameLocks noChangeAspect="1"/>
          </p:cNvGraphicFramePr>
          <p:nvPr/>
        </p:nvGraphicFramePr>
        <p:xfrm>
          <a:off x="2857488" y="1037710"/>
          <a:ext cx="857224" cy="486533"/>
        </p:xfrm>
        <a:graphic>
          <a:graphicData uri="http://schemas.openxmlformats.org/presentationml/2006/ole">
            <mc:AlternateContent xmlns:mc="http://schemas.openxmlformats.org/markup-compatibility/2006">
              <mc:Choice xmlns:v="urn:schemas-microsoft-com:vml" Requires="v">
                <p:oleObj spid="_x0000_s132558" name="Equation" r:id="rId3" imgW="355600" imgH="203200" progId="Equation.DSMT4">
                  <p:embed/>
                </p:oleObj>
              </mc:Choice>
              <mc:Fallback>
                <p:oleObj name="Equation" r:id="rId3" imgW="355600" imgH="2032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488" y="1037710"/>
                        <a:ext cx="857224" cy="4865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5" name="Rectangle 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3017" name="Rectangle 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3019" name="Rectangle 1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3021" name="Rectangle 13"/>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3023"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20" name="内容占位符 2"/>
          <p:cNvSpPr txBox="1"/>
          <p:nvPr/>
        </p:nvSpPr>
        <p:spPr>
          <a:xfrm>
            <a:off x="590872" y="2132856"/>
            <a:ext cx="8229600" cy="2376264"/>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25000"/>
              </a:lnSpc>
            </a:pPr>
            <a:r>
              <a:rPr lang="zh-CN" altLang="en-US" b="1" smtClean="0"/>
              <a:t>由定理</a:t>
            </a:r>
            <a:r>
              <a:rPr lang="en-US" b="1" smtClean="0"/>
              <a:t>2.2.7</a:t>
            </a:r>
            <a:r>
              <a:rPr lang="zh-CN" altLang="en-US" b="1" smtClean="0"/>
              <a:t>可知，</a:t>
            </a:r>
            <a:r>
              <a:rPr lang="en-US" b="1" smtClean="0"/>
              <a:t>    </a:t>
            </a:r>
            <a:r>
              <a:rPr lang="zh-CN" altLang="en-US" b="1" smtClean="0"/>
              <a:t>中的元素均存在模</a:t>
            </a:r>
            <a:r>
              <a:rPr lang="en-US" b="1" smtClean="0"/>
              <a:t>m</a:t>
            </a:r>
            <a:r>
              <a:rPr lang="zh-CN" altLang="en-US" b="1" smtClean="0"/>
              <a:t>的乘法逆元。对于任意</a:t>
            </a:r>
            <a:r>
              <a:rPr lang="en-US" b="1" smtClean="0"/>
              <a:t>                     </a:t>
            </a:r>
            <a:r>
              <a:rPr lang="zh-CN" altLang="en-US" b="1" smtClean="0"/>
              <a:t>，若</a:t>
            </a:r>
            <a:endParaRPr lang="en-US" altLang="zh-CN" b="1" smtClean="0"/>
          </a:p>
          <a:p>
            <a:pPr algn="ctr">
              <a:lnSpc>
                <a:spcPct val="125000"/>
              </a:lnSpc>
              <a:buFont typeface="Wingdings 2" panose="05020102010507070707"/>
              <a:buNone/>
            </a:pPr>
            <a:endParaRPr lang="en-US" altLang="zh-CN" b="1" smtClean="0"/>
          </a:p>
          <a:p>
            <a:pPr>
              <a:lnSpc>
                <a:spcPct val="125000"/>
              </a:lnSpc>
            </a:pPr>
            <a:r>
              <a:rPr lang="zh-CN" altLang="en-US" b="1" smtClean="0"/>
              <a:t>则有</a:t>
            </a:r>
            <a:endParaRPr lang="en-US" altLang="zh-CN" b="1" dirty="0" smtClean="0"/>
          </a:p>
        </p:txBody>
      </p:sp>
      <p:graphicFrame>
        <p:nvGraphicFramePr>
          <p:cNvPr id="21" name="Object 5"/>
          <p:cNvGraphicFramePr>
            <a:graphicFrameLocks noChangeAspect="1"/>
          </p:cNvGraphicFramePr>
          <p:nvPr/>
        </p:nvGraphicFramePr>
        <p:xfrm>
          <a:off x="3409528" y="2226744"/>
          <a:ext cx="500062" cy="542925"/>
        </p:xfrm>
        <a:graphic>
          <a:graphicData uri="http://schemas.openxmlformats.org/presentationml/2006/ole">
            <mc:AlternateContent xmlns:mc="http://schemas.openxmlformats.org/markup-compatibility/2006">
              <mc:Choice xmlns:v="urn:schemas-microsoft-com:vml" Requires="v">
                <p:oleObj spid="_x0000_s132559" name="Equation" r:id="rId5" imgW="215900" imgH="241300" progId="Equation.DSMT4">
                  <p:embed/>
                </p:oleObj>
              </mc:Choice>
              <mc:Fallback>
                <p:oleObj name="Equation" r:id="rId5" imgW="215900" imgH="241300" progId="Equation.DSMT4">
                  <p:embed/>
                  <p:pic>
                    <p:nvPicPr>
                      <p:cNvPr id="0" name="图片 13255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9528" y="2226744"/>
                        <a:ext cx="500062"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6"/>
          <p:cNvGraphicFramePr>
            <a:graphicFrameLocks noChangeAspect="1"/>
          </p:cNvGraphicFramePr>
          <p:nvPr/>
        </p:nvGraphicFramePr>
        <p:xfrm>
          <a:off x="2329408" y="2658792"/>
          <a:ext cx="1571604" cy="545696"/>
        </p:xfrm>
        <a:graphic>
          <a:graphicData uri="http://schemas.openxmlformats.org/presentationml/2006/ole">
            <mc:AlternateContent xmlns:mc="http://schemas.openxmlformats.org/markup-compatibility/2006">
              <mc:Choice xmlns:v="urn:schemas-microsoft-com:vml" Requires="v">
                <p:oleObj spid="_x0000_s132560" name="Equation" r:id="rId6" imgW="685800" imgH="241300" progId="Equation.DSMT4">
                  <p:embed/>
                </p:oleObj>
              </mc:Choice>
              <mc:Fallback>
                <p:oleObj name="Equation" r:id="rId6" imgW="685800" imgH="241300" progId="Equation.DSMT4">
                  <p:embed/>
                  <p:pic>
                    <p:nvPicPr>
                      <p:cNvPr id="0" name="图片 13255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29408" y="2658792"/>
                        <a:ext cx="1571604" cy="5456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8"/>
          <p:cNvGraphicFramePr>
            <a:graphicFrameLocks noChangeAspect="1"/>
          </p:cNvGraphicFramePr>
          <p:nvPr/>
        </p:nvGraphicFramePr>
        <p:xfrm>
          <a:off x="3134036" y="3278899"/>
          <a:ext cx="2857400" cy="571480"/>
        </p:xfrm>
        <a:graphic>
          <a:graphicData uri="http://schemas.openxmlformats.org/presentationml/2006/ole">
            <mc:AlternateContent xmlns:mc="http://schemas.openxmlformats.org/markup-compatibility/2006">
              <mc:Choice xmlns:v="urn:schemas-microsoft-com:vml" Requires="v">
                <p:oleObj spid="_x0000_s132561" name="Equation" r:id="rId8" imgW="1002665" imgH="203200" progId="Equation.DSMT4">
                  <p:embed/>
                </p:oleObj>
              </mc:Choice>
              <mc:Fallback>
                <p:oleObj name="Equation" r:id="rId8" imgW="1002665" imgH="203200" progId="Equation.DSMT4">
                  <p:embed/>
                  <p:pic>
                    <p:nvPicPr>
                      <p:cNvPr id="0" name="图片 13256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34036" y="3278899"/>
                        <a:ext cx="2857400" cy="571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10"/>
          <p:cNvGraphicFramePr>
            <a:graphicFrameLocks noChangeAspect="1"/>
          </p:cNvGraphicFramePr>
          <p:nvPr/>
        </p:nvGraphicFramePr>
        <p:xfrm>
          <a:off x="2705408" y="3871028"/>
          <a:ext cx="3405211" cy="571504"/>
        </p:xfrm>
        <a:graphic>
          <a:graphicData uri="http://schemas.openxmlformats.org/presentationml/2006/ole">
            <mc:AlternateContent xmlns:mc="http://schemas.openxmlformats.org/markup-compatibility/2006">
              <mc:Choice xmlns:v="urn:schemas-microsoft-com:vml" Requires="v">
                <p:oleObj spid="_x0000_s132562" name="Equation" r:id="rId10" imgW="1358900" imgH="228600" progId="Equation.DSMT4">
                  <p:embed/>
                </p:oleObj>
              </mc:Choice>
              <mc:Fallback>
                <p:oleObj name="Equation" r:id="rId10" imgW="1358900" imgH="228600" progId="Equation.DSMT4">
                  <p:embed/>
                  <p:pic>
                    <p:nvPicPr>
                      <p:cNvPr id="0" name="图片 13256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05408" y="3871028"/>
                        <a:ext cx="3405211" cy="5715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内容占位符 2"/>
          <p:cNvSpPr txBox="1"/>
          <p:nvPr/>
        </p:nvSpPr>
        <p:spPr>
          <a:xfrm>
            <a:off x="609600" y="4631255"/>
            <a:ext cx="8229600" cy="1246017"/>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25000"/>
              </a:lnSpc>
            </a:pPr>
            <a:r>
              <a:rPr lang="zh-CN" altLang="en-US" b="1" dirty="0" smtClean="0"/>
              <a:t>即           </a:t>
            </a:r>
            <a:r>
              <a:rPr lang="en-US" b="1" dirty="0" smtClean="0"/>
              <a:t>             </a:t>
            </a:r>
            <a:r>
              <a:rPr lang="zh-CN" altLang="en-US" b="1" dirty="0" smtClean="0"/>
              <a:t>。因此，模</a:t>
            </a:r>
            <a:r>
              <a:rPr lang="en-US" b="1" dirty="0" smtClean="0"/>
              <a:t>m</a:t>
            </a:r>
            <a:r>
              <a:rPr lang="zh-CN" altLang="en-US" b="1" dirty="0" smtClean="0"/>
              <a:t>的乘法在</a:t>
            </a:r>
            <a:r>
              <a:rPr lang="en-US" b="1" dirty="0" smtClean="0"/>
              <a:t>       </a:t>
            </a:r>
            <a:r>
              <a:rPr lang="zh-CN" altLang="en-US" b="1" dirty="0" smtClean="0"/>
              <a:t>上满足消去律。根据定理</a:t>
            </a:r>
            <a:r>
              <a:rPr lang="en-US" b="1" dirty="0" smtClean="0"/>
              <a:t>4.2.2</a:t>
            </a:r>
            <a:r>
              <a:rPr lang="zh-CN" altLang="en-US" b="1" dirty="0" smtClean="0"/>
              <a:t>，     </a:t>
            </a:r>
            <a:r>
              <a:rPr lang="en-US" b="1" dirty="0" smtClean="0"/>
              <a:t> </a:t>
            </a:r>
            <a:r>
              <a:rPr lang="zh-CN" altLang="en-US" b="1" dirty="0" smtClean="0"/>
              <a:t>是群。（</a:t>
            </a:r>
            <a:r>
              <a:rPr lang="zh-CN" altLang="en-US" b="1" dirty="0" smtClean="0">
                <a:solidFill>
                  <a:srgbClr val="FF0000"/>
                </a:solidFill>
              </a:rPr>
              <a:t>加法</a:t>
            </a:r>
            <a:r>
              <a:rPr lang="zh-CN" altLang="en-US" b="1" dirty="0" smtClean="0"/>
              <a:t>行不行？）</a:t>
            </a:r>
            <a:endParaRPr lang="zh-CN" altLang="en-US" b="1" dirty="0"/>
          </a:p>
        </p:txBody>
      </p:sp>
      <p:graphicFrame>
        <p:nvGraphicFramePr>
          <p:cNvPr id="26" name="Object 12"/>
          <p:cNvGraphicFramePr>
            <a:graphicFrameLocks noChangeAspect="1"/>
          </p:cNvGraphicFramePr>
          <p:nvPr/>
        </p:nvGraphicFramePr>
        <p:xfrm>
          <a:off x="1331640" y="4725144"/>
          <a:ext cx="1836874" cy="428604"/>
        </p:xfrm>
        <a:graphic>
          <a:graphicData uri="http://schemas.openxmlformats.org/presentationml/2006/ole">
            <mc:AlternateContent xmlns:mc="http://schemas.openxmlformats.org/markup-compatibility/2006">
              <mc:Choice xmlns:v="urn:schemas-microsoft-com:vml" Requires="v">
                <p:oleObj spid="_x0000_s132563" name="Equation" r:id="rId12" imgW="850265" imgH="203200" progId="Equation.DSMT4">
                  <p:embed/>
                </p:oleObj>
              </mc:Choice>
              <mc:Fallback>
                <p:oleObj name="Equation" r:id="rId12" imgW="850265" imgH="203200" progId="Equation.DSMT4">
                  <p:embed/>
                  <p:pic>
                    <p:nvPicPr>
                      <p:cNvPr id="0" name="图片 13256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31640" y="4725144"/>
                        <a:ext cx="1836874" cy="428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16"/>
          <p:cNvGraphicFramePr>
            <a:graphicFrameLocks noChangeAspect="1"/>
          </p:cNvGraphicFramePr>
          <p:nvPr/>
        </p:nvGraphicFramePr>
        <p:xfrm>
          <a:off x="6516216" y="4666631"/>
          <a:ext cx="500062" cy="542925"/>
        </p:xfrm>
        <a:graphic>
          <a:graphicData uri="http://schemas.openxmlformats.org/presentationml/2006/ole">
            <mc:AlternateContent xmlns:mc="http://schemas.openxmlformats.org/markup-compatibility/2006">
              <mc:Choice xmlns:v="urn:schemas-microsoft-com:vml" Requires="v">
                <p:oleObj spid="_x0000_s132564" name="Equation" r:id="rId14" imgW="215900" imgH="241300" progId="Equation.DSMT4">
                  <p:embed/>
                </p:oleObj>
              </mc:Choice>
              <mc:Fallback>
                <p:oleObj name="Equation" r:id="rId14" imgW="215900" imgH="241300" progId="Equation.DSMT4">
                  <p:embed/>
                  <p:pic>
                    <p:nvPicPr>
                      <p:cNvPr id="0" name="图片 13256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216" y="4666631"/>
                        <a:ext cx="500062"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17"/>
          <p:cNvGraphicFramePr>
            <a:graphicFrameLocks noChangeAspect="1"/>
          </p:cNvGraphicFramePr>
          <p:nvPr/>
        </p:nvGraphicFramePr>
        <p:xfrm>
          <a:off x="3923928" y="5229200"/>
          <a:ext cx="500062" cy="542925"/>
        </p:xfrm>
        <a:graphic>
          <a:graphicData uri="http://schemas.openxmlformats.org/presentationml/2006/ole">
            <mc:AlternateContent xmlns:mc="http://schemas.openxmlformats.org/markup-compatibility/2006">
              <mc:Choice xmlns:v="urn:schemas-microsoft-com:vml" Requires="v">
                <p:oleObj spid="_x0000_s132565" name="Equation" r:id="rId15" imgW="215900" imgH="241300" progId="Equation.DSMT4">
                  <p:embed/>
                </p:oleObj>
              </mc:Choice>
              <mc:Fallback>
                <p:oleObj name="Equation" r:id="rId15" imgW="215900" imgH="241300" progId="Equation.DSMT4">
                  <p:embed/>
                  <p:pic>
                    <p:nvPicPr>
                      <p:cNvPr id="0" name="图片 13256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5229200"/>
                        <a:ext cx="500062"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3009"/>
                                        </p:tgtEl>
                                        <p:attrNameLst>
                                          <p:attrName>style.visibility</p:attrName>
                                        </p:attrNameLst>
                                      </p:cBhvr>
                                      <p:to>
                                        <p:strVal val="visible"/>
                                      </p:to>
                                    </p:set>
                                    <p:anim calcmode="lin" valueType="num">
                                      <p:cBhvr additive="base">
                                        <p:cTn id="11" dur="500" fill="hold"/>
                                        <p:tgtEl>
                                          <p:spTgt spid="43009"/>
                                        </p:tgtEl>
                                        <p:attrNameLst>
                                          <p:attrName>ppt_x</p:attrName>
                                        </p:attrNameLst>
                                      </p:cBhvr>
                                      <p:tavLst>
                                        <p:tav tm="0">
                                          <p:val>
                                            <p:strVal val="#ppt_x"/>
                                          </p:val>
                                        </p:tav>
                                        <p:tav tm="100000">
                                          <p:val>
                                            <p:strVal val="#ppt_x"/>
                                          </p:val>
                                        </p:tav>
                                      </p:tavLst>
                                    </p:anim>
                                    <p:anim calcmode="lin" valueType="num">
                                      <p:cBhvr additive="base">
                                        <p:cTn id="12" dur="500" fill="hold"/>
                                        <p:tgtEl>
                                          <p:spTgt spid="4300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3011"/>
                                        </p:tgtEl>
                                        <p:attrNameLst>
                                          <p:attrName>style.visibility</p:attrName>
                                        </p:attrNameLst>
                                      </p:cBhvr>
                                      <p:to>
                                        <p:strVal val="visible"/>
                                      </p:to>
                                    </p:set>
                                    <p:anim calcmode="lin" valueType="num">
                                      <p:cBhvr additive="base">
                                        <p:cTn id="15" dur="500" fill="hold"/>
                                        <p:tgtEl>
                                          <p:spTgt spid="43011"/>
                                        </p:tgtEl>
                                        <p:attrNameLst>
                                          <p:attrName>ppt_x</p:attrName>
                                        </p:attrNameLst>
                                      </p:cBhvr>
                                      <p:tavLst>
                                        <p:tav tm="0">
                                          <p:val>
                                            <p:strVal val="#ppt_x"/>
                                          </p:val>
                                        </p:tav>
                                        <p:tav tm="100000">
                                          <p:val>
                                            <p:strVal val="#ppt_x"/>
                                          </p:val>
                                        </p:tav>
                                      </p:tavLst>
                                    </p:anim>
                                    <p:anim calcmode="lin" valueType="num">
                                      <p:cBhvr additive="base">
                                        <p:cTn id="16" dur="500" fill="hold"/>
                                        <p:tgtEl>
                                          <p:spTgt spid="430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500" fill="hold"/>
                                        <p:tgtEl>
                                          <p:spTgt spid="21"/>
                                        </p:tgtEl>
                                        <p:attrNameLst>
                                          <p:attrName>ppt_x</p:attrName>
                                        </p:attrNameLst>
                                      </p:cBhvr>
                                      <p:tavLst>
                                        <p:tav tm="0">
                                          <p:val>
                                            <p:strVal val="#ppt_x"/>
                                          </p:val>
                                        </p:tav>
                                        <p:tav tm="100000">
                                          <p:val>
                                            <p:strVal val="#ppt_x"/>
                                          </p:val>
                                        </p:tav>
                                      </p:tavLst>
                                    </p:anim>
                                    <p:anim calcmode="lin" valueType="num">
                                      <p:cBhvr additive="base">
                                        <p:cTn id="26" dur="500" fill="hold"/>
                                        <p:tgtEl>
                                          <p:spTgt spid="21"/>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additive="base">
                                        <p:cTn id="29" dur="500" fill="hold"/>
                                        <p:tgtEl>
                                          <p:spTgt spid="22"/>
                                        </p:tgtEl>
                                        <p:attrNameLst>
                                          <p:attrName>ppt_x</p:attrName>
                                        </p:attrNameLst>
                                      </p:cBhvr>
                                      <p:tavLst>
                                        <p:tav tm="0">
                                          <p:val>
                                            <p:strVal val="#ppt_x"/>
                                          </p:val>
                                        </p:tav>
                                        <p:tav tm="100000">
                                          <p:val>
                                            <p:strVal val="#ppt_x"/>
                                          </p:val>
                                        </p:tav>
                                      </p:tavLst>
                                    </p:anim>
                                    <p:anim calcmode="lin" valueType="num">
                                      <p:cBhvr additive="base">
                                        <p:cTn id="30" dur="500" fill="hold"/>
                                        <p:tgtEl>
                                          <p:spTgt spid="22"/>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additive="base">
                                        <p:cTn id="33" dur="500" fill="hold"/>
                                        <p:tgtEl>
                                          <p:spTgt spid="23"/>
                                        </p:tgtEl>
                                        <p:attrNameLst>
                                          <p:attrName>ppt_x</p:attrName>
                                        </p:attrNameLst>
                                      </p:cBhvr>
                                      <p:tavLst>
                                        <p:tav tm="0">
                                          <p:val>
                                            <p:strVal val="#ppt_x"/>
                                          </p:val>
                                        </p:tav>
                                        <p:tav tm="100000">
                                          <p:val>
                                            <p:strVal val="#ppt_x"/>
                                          </p:val>
                                        </p:tav>
                                      </p:tavLst>
                                    </p:anim>
                                    <p:anim calcmode="lin" valueType="num">
                                      <p:cBhvr additive="base">
                                        <p:cTn id="3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anim calcmode="lin" valueType="num">
                                      <p:cBhvr additive="base">
                                        <p:cTn id="39" dur="500" fill="hold"/>
                                        <p:tgtEl>
                                          <p:spTgt spid="24"/>
                                        </p:tgtEl>
                                        <p:attrNameLst>
                                          <p:attrName>ppt_x</p:attrName>
                                        </p:attrNameLst>
                                      </p:cBhvr>
                                      <p:tavLst>
                                        <p:tav tm="0">
                                          <p:val>
                                            <p:strVal val="#ppt_x"/>
                                          </p:val>
                                        </p:tav>
                                        <p:tav tm="100000">
                                          <p:val>
                                            <p:strVal val="#ppt_x"/>
                                          </p:val>
                                        </p:tav>
                                      </p:tavLst>
                                    </p:anim>
                                    <p:anim calcmode="lin" valueType="num">
                                      <p:cBhvr additive="base">
                                        <p:cTn id="4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 calcmode="lin" valueType="num">
                                      <p:cBhvr additive="base">
                                        <p:cTn id="45" dur="500" fill="hold"/>
                                        <p:tgtEl>
                                          <p:spTgt spid="25"/>
                                        </p:tgtEl>
                                        <p:attrNameLst>
                                          <p:attrName>ppt_x</p:attrName>
                                        </p:attrNameLst>
                                      </p:cBhvr>
                                      <p:tavLst>
                                        <p:tav tm="0">
                                          <p:val>
                                            <p:strVal val="#ppt_x"/>
                                          </p:val>
                                        </p:tav>
                                        <p:tav tm="100000">
                                          <p:val>
                                            <p:strVal val="#ppt_x"/>
                                          </p:val>
                                        </p:tav>
                                      </p:tavLst>
                                    </p:anim>
                                    <p:anim calcmode="lin" valueType="num">
                                      <p:cBhvr additive="base">
                                        <p:cTn id="46" dur="500" fill="hold"/>
                                        <p:tgtEl>
                                          <p:spTgt spid="25"/>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ppt_x"/>
                                          </p:val>
                                        </p:tav>
                                        <p:tav tm="100000">
                                          <p:val>
                                            <p:strVal val="#ppt_x"/>
                                          </p:val>
                                        </p:tav>
                                      </p:tavLst>
                                    </p:anim>
                                    <p:anim calcmode="lin" valueType="num">
                                      <p:cBhvr additive="base">
                                        <p:cTn id="50" dur="500" fill="hold"/>
                                        <p:tgtEl>
                                          <p:spTgt spid="26"/>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27"/>
                                        </p:tgtEl>
                                        <p:attrNameLst>
                                          <p:attrName>style.visibility</p:attrName>
                                        </p:attrNameLst>
                                      </p:cBhvr>
                                      <p:to>
                                        <p:strVal val="visible"/>
                                      </p:to>
                                    </p:set>
                                    <p:anim calcmode="lin" valueType="num">
                                      <p:cBhvr additive="base">
                                        <p:cTn id="53" dur="500" fill="hold"/>
                                        <p:tgtEl>
                                          <p:spTgt spid="27"/>
                                        </p:tgtEl>
                                        <p:attrNameLst>
                                          <p:attrName>ppt_x</p:attrName>
                                        </p:attrNameLst>
                                      </p:cBhvr>
                                      <p:tavLst>
                                        <p:tav tm="0">
                                          <p:val>
                                            <p:strVal val="#ppt_x"/>
                                          </p:val>
                                        </p:tav>
                                        <p:tav tm="100000">
                                          <p:val>
                                            <p:strVal val="#ppt_x"/>
                                          </p:val>
                                        </p:tav>
                                      </p:tavLst>
                                    </p:anim>
                                    <p:anim calcmode="lin" valueType="num">
                                      <p:cBhvr additive="base">
                                        <p:cTn id="54" dur="500" fill="hold"/>
                                        <p:tgtEl>
                                          <p:spTgt spid="27"/>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28"/>
                                        </p:tgtEl>
                                        <p:attrNameLst>
                                          <p:attrName>style.visibility</p:attrName>
                                        </p:attrNameLst>
                                      </p:cBhvr>
                                      <p:to>
                                        <p:strVal val="visible"/>
                                      </p:to>
                                    </p:set>
                                    <p:anim calcmode="lin" valueType="num">
                                      <p:cBhvr additive="base">
                                        <p:cTn id="57" dur="500" fill="hold"/>
                                        <p:tgtEl>
                                          <p:spTgt spid="28"/>
                                        </p:tgtEl>
                                        <p:attrNameLst>
                                          <p:attrName>ppt_x</p:attrName>
                                        </p:attrNameLst>
                                      </p:cBhvr>
                                      <p:tavLst>
                                        <p:tav tm="0">
                                          <p:val>
                                            <p:strVal val="#ppt_x"/>
                                          </p:val>
                                        </p:tav>
                                        <p:tav tm="100000">
                                          <p:val>
                                            <p:strVal val="#ppt_x"/>
                                          </p:val>
                                        </p:tav>
                                      </p:tavLst>
                                    </p:anim>
                                    <p:anim calcmode="lin" valueType="num">
                                      <p:cBhvr additive="base">
                                        <p:cTn id="5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0" grpId="0"/>
      <p:bldP spid="2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935480"/>
            <a:ext cx="8229600" cy="1565528"/>
          </a:xfrm>
        </p:spPr>
        <p:txBody>
          <a:bodyPr vert="horz" lIns="0" rIns="0" bIns="0" anchor="b">
            <a:normAutofit/>
          </a:bodyPr>
          <a:lstStyle/>
          <a:p>
            <a:pPr algn="ctr">
              <a:spcBef>
                <a:spcPct val="0"/>
              </a:spcBef>
              <a:buNone/>
            </a:pPr>
            <a:r>
              <a:rPr lang="en-US" altLang="zh-CN" sz="5000" dirty="0">
                <a:solidFill>
                  <a:schemeClr val="tx2"/>
                </a:solidFill>
                <a:latin typeface="+mj-lt"/>
                <a:ea typeface="+mj-ea"/>
                <a:cs typeface="+mj-cs"/>
              </a:rPr>
              <a:t>4.3 </a:t>
            </a:r>
            <a:r>
              <a:rPr lang="zh-CN" altLang="en-US" sz="5000" dirty="0">
                <a:solidFill>
                  <a:schemeClr val="tx2"/>
                </a:solidFill>
                <a:latin typeface="+mj-lt"/>
                <a:ea typeface="+mj-ea"/>
                <a:cs typeface="+mj-cs"/>
              </a:rPr>
              <a:t>子群、陪集</a:t>
            </a:r>
            <a:endParaRPr lang="zh-CN" altLang="en-US" sz="5000" dirty="0">
              <a:solidFill>
                <a:schemeClr val="tx2"/>
              </a:solidFill>
              <a:latin typeface="+mj-lt"/>
              <a:ea typeface="+mj-ea"/>
              <a:cs typeface="+mj-cs"/>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864096"/>
          </a:xfrm>
        </p:spPr>
        <p:txBody>
          <a:bodyPr/>
          <a:lstStyle/>
          <a:p>
            <a:r>
              <a:rPr lang="en-US" altLang="zh-CN" dirty="0" smtClean="0"/>
              <a:t>4.3 </a:t>
            </a:r>
            <a:r>
              <a:rPr lang="zh-CN" altLang="en-US" dirty="0" smtClean="0"/>
              <a:t>子群、陪集</a:t>
            </a:r>
            <a:endParaRPr lang="zh-CN" altLang="en-US" dirty="0"/>
          </a:p>
        </p:txBody>
      </p:sp>
      <p:sp>
        <p:nvSpPr>
          <p:cNvPr id="3" name="内容占位符 2"/>
          <p:cNvSpPr>
            <a:spLocks noGrp="1"/>
          </p:cNvSpPr>
          <p:nvPr>
            <p:ph idx="1"/>
          </p:nvPr>
        </p:nvSpPr>
        <p:spPr>
          <a:xfrm>
            <a:off x="457200" y="1124744"/>
            <a:ext cx="8229600" cy="3809168"/>
          </a:xfrm>
        </p:spPr>
        <p:txBody>
          <a:bodyPr>
            <a:normAutofit lnSpcReduction="10000"/>
          </a:bodyPr>
          <a:lstStyle/>
          <a:p>
            <a:r>
              <a:rPr lang="zh-CN" altLang="en-US" b="1" dirty="0" smtClean="0"/>
              <a:t>定义</a:t>
            </a:r>
            <a:r>
              <a:rPr lang="en-US" b="1" dirty="0" smtClean="0"/>
              <a:t>4.3.1 </a:t>
            </a:r>
            <a:r>
              <a:rPr lang="zh-CN" altLang="en-US" b="1" dirty="0" smtClean="0"/>
              <a:t>如果群</a:t>
            </a:r>
            <a:r>
              <a:rPr lang="en-US" b="1" dirty="0" smtClean="0"/>
              <a:t>G</a:t>
            </a:r>
            <a:r>
              <a:rPr lang="zh-CN" altLang="en-US" b="1" dirty="0" smtClean="0"/>
              <a:t>的非空子集合</a:t>
            </a:r>
            <a:r>
              <a:rPr lang="en-US" b="1" dirty="0" smtClean="0"/>
              <a:t>H</a:t>
            </a:r>
            <a:r>
              <a:rPr lang="zh-CN" altLang="en-US" b="1" dirty="0" smtClean="0">
                <a:solidFill>
                  <a:schemeClr val="tx1"/>
                </a:solidFill>
              </a:rPr>
              <a:t>对于</a:t>
            </a:r>
            <a:r>
              <a:rPr lang="en-US" b="1" dirty="0" smtClean="0">
                <a:solidFill>
                  <a:srgbClr val="FF0000"/>
                </a:solidFill>
              </a:rPr>
              <a:t>G</a:t>
            </a:r>
            <a:r>
              <a:rPr lang="zh-CN" altLang="en-US" b="1" dirty="0" smtClean="0">
                <a:solidFill>
                  <a:srgbClr val="FF0000"/>
                </a:solidFill>
              </a:rPr>
              <a:t>中的运算</a:t>
            </a:r>
            <a:r>
              <a:rPr lang="zh-CN" altLang="en-US" b="1" dirty="0" smtClean="0">
                <a:solidFill>
                  <a:schemeClr val="tx1"/>
                </a:solidFill>
              </a:rPr>
              <a:t>（加减乘除）</a:t>
            </a:r>
            <a:r>
              <a:rPr lang="zh-CN" altLang="en-US" b="1" dirty="0" smtClean="0"/>
              <a:t>也构成一个群，那么</a:t>
            </a:r>
            <a:r>
              <a:rPr lang="en-US" b="1" dirty="0" smtClean="0"/>
              <a:t>H</a:t>
            </a:r>
            <a:r>
              <a:rPr lang="zh-CN" altLang="en-US" b="1" dirty="0" smtClean="0"/>
              <a:t>称为</a:t>
            </a:r>
            <a:r>
              <a:rPr lang="en-US" b="1" dirty="0" smtClean="0"/>
              <a:t>G</a:t>
            </a:r>
            <a:r>
              <a:rPr lang="zh-CN" altLang="en-US" b="1" dirty="0" smtClean="0"/>
              <a:t>的</a:t>
            </a:r>
            <a:r>
              <a:rPr lang="zh-CN" altLang="en-US" b="1" dirty="0" smtClean="0">
                <a:solidFill>
                  <a:srgbClr val="FF0000"/>
                </a:solidFill>
              </a:rPr>
              <a:t>子群</a:t>
            </a:r>
            <a:r>
              <a:rPr lang="zh-CN" altLang="en-US" b="1" dirty="0" smtClean="0"/>
              <a:t>，记为</a:t>
            </a:r>
            <a:r>
              <a:rPr lang="en-US" b="1" dirty="0" smtClean="0"/>
              <a:t> </a:t>
            </a:r>
            <a:r>
              <a:rPr lang="en-US" altLang="zh-CN" b="1" dirty="0" smtClean="0"/>
              <a:t>H ≤ G</a:t>
            </a:r>
            <a:r>
              <a:rPr lang="zh-CN" altLang="en-US" b="1" dirty="0" smtClean="0"/>
              <a:t>。</a:t>
            </a:r>
            <a:endParaRPr lang="en-US" altLang="zh-CN" b="1" dirty="0" smtClean="0"/>
          </a:p>
          <a:p>
            <a:pPr>
              <a:spcBef>
                <a:spcPts val="1200"/>
              </a:spcBef>
            </a:pPr>
            <a:r>
              <a:rPr lang="zh-CN" altLang="en-US" b="1" dirty="0" smtClean="0"/>
              <a:t>在群</a:t>
            </a:r>
            <a:r>
              <a:rPr lang="en-US" b="1" dirty="0" smtClean="0"/>
              <a:t>G</a:t>
            </a:r>
            <a:r>
              <a:rPr lang="zh-CN" altLang="en-US" b="1" dirty="0" smtClean="0"/>
              <a:t>中，仅有单位元素构成的子集合</a:t>
            </a:r>
            <a:r>
              <a:rPr lang="en-US" altLang="zh-CN" b="1" dirty="0" smtClean="0"/>
              <a:t>{e}</a:t>
            </a:r>
            <a:r>
              <a:rPr lang="zh-CN" altLang="en-US" b="1" dirty="0" smtClean="0"/>
              <a:t>和</a:t>
            </a:r>
            <a:r>
              <a:rPr lang="en-US" b="1" dirty="0" smtClean="0"/>
              <a:t>G</a:t>
            </a:r>
            <a:r>
              <a:rPr lang="zh-CN" altLang="en-US" b="1" dirty="0" smtClean="0"/>
              <a:t>本身显然都是</a:t>
            </a:r>
            <a:r>
              <a:rPr lang="en-US" b="1" dirty="0" smtClean="0"/>
              <a:t>G</a:t>
            </a:r>
            <a:r>
              <a:rPr lang="zh-CN" altLang="en-US" b="1" dirty="0" smtClean="0"/>
              <a:t>的子群。这两个子群称为</a:t>
            </a:r>
            <a:r>
              <a:rPr lang="en-US" b="1" dirty="0" smtClean="0"/>
              <a:t>G</a:t>
            </a:r>
            <a:r>
              <a:rPr lang="zh-CN" altLang="en-US" b="1" dirty="0" smtClean="0"/>
              <a:t>的</a:t>
            </a:r>
            <a:r>
              <a:rPr lang="zh-CN" altLang="en-US" b="1" dirty="0" smtClean="0">
                <a:solidFill>
                  <a:srgbClr val="FF0000"/>
                </a:solidFill>
              </a:rPr>
              <a:t>平凡子群</a:t>
            </a:r>
            <a:r>
              <a:rPr lang="zh-CN" altLang="en-US" b="1" dirty="0" smtClean="0"/>
              <a:t>，其余的子群称为非平凡子群。</a:t>
            </a:r>
            <a:endParaRPr lang="en-US" altLang="zh-CN" dirty="0" smtClean="0"/>
          </a:p>
          <a:p>
            <a:pPr>
              <a:spcBef>
                <a:spcPts val="1800"/>
              </a:spcBef>
            </a:pPr>
            <a:r>
              <a:rPr lang="zh-CN" altLang="en-US" b="1" dirty="0" smtClean="0"/>
              <a:t>例</a:t>
            </a:r>
            <a:r>
              <a:rPr lang="en-US" b="1" dirty="0" smtClean="0"/>
              <a:t>4.3.1 </a:t>
            </a:r>
            <a:r>
              <a:rPr lang="zh-CN" altLang="en-US" b="1" dirty="0" smtClean="0"/>
              <a:t>设</a:t>
            </a:r>
            <a:r>
              <a:rPr lang="en-US" b="1" dirty="0" smtClean="0"/>
              <a:t>n</a:t>
            </a:r>
            <a:r>
              <a:rPr lang="zh-CN" altLang="en-US" b="1" dirty="0" smtClean="0"/>
              <a:t>是一个正整数，在整数加群</a:t>
            </a:r>
            <a:r>
              <a:rPr lang="en-US" b="1" dirty="0" smtClean="0"/>
              <a:t>Z</a:t>
            </a:r>
            <a:r>
              <a:rPr lang="zh-CN" altLang="en-US" b="1" dirty="0" smtClean="0"/>
              <a:t>中所有</a:t>
            </a:r>
            <a:r>
              <a:rPr lang="en-US" b="1" dirty="0" smtClean="0"/>
              <a:t>n</a:t>
            </a:r>
            <a:r>
              <a:rPr lang="zh-CN" altLang="en-US" b="1" dirty="0" smtClean="0"/>
              <a:t>的倍数对于加法显然构成一个群，因而是</a:t>
            </a:r>
            <a:r>
              <a:rPr lang="en-US" b="1" dirty="0" smtClean="0"/>
              <a:t>Z</a:t>
            </a:r>
            <a:r>
              <a:rPr lang="zh-CN" altLang="en-US" b="1" dirty="0" smtClean="0"/>
              <a:t>的子群。这个子群记为</a:t>
            </a:r>
            <a:r>
              <a:rPr lang="en-US" b="1" dirty="0" err="1" smtClean="0"/>
              <a:t>nZ</a:t>
            </a:r>
            <a:r>
              <a:rPr lang="zh-CN" altLang="en-US" b="1" dirty="0" smtClean="0"/>
              <a:t>。</a:t>
            </a:r>
            <a:endParaRPr lang="zh-CN" altLang="en-US" b="1" dirty="0" smtClean="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771382"/>
            <a:ext cx="8229600" cy="1289466"/>
          </a:xfrm>
        </p:spPr>
        <p:txBody>
          <a:bodyPr/>
          <a:lstStyle/>
          <a:p>
            <a:r>
              <a:rPr lang="zh-CN" altLang="en-US" b="1" dirty="0" smtClean="0"/>
              <a:t>例</a:t>
            </a:r>
            <a:r>
              <a:rPr lang="en-US" b="1" dirty="0" smtClean="0"/>
              <a:t>4.3.2 </a:t>
            </a:r>
            <a:r>
              <a:rPr lang="zh-CN" altLang="en-US" b="1" dirty="0" smtClean="0"/>
              <a:t>设</a:t>
            </a:r>
            <a:r>
              <a:rPr lang="en-US" b="1" dirty="0" smtClean="0"/>
              <a:t>P</a:t>
            </a:r>
            <a:r>
              <a:rPr lang="zh-CN" altLang="en-US" b="1" dirty="0" smtClean="0"/>
              <a:t>是一个数域。特殊线性群             是一般线性群             的子群。</a:t>
            </a:r>
            <a:endParaRPr lang="zh-CN" altLang="en-US" b="1" dirty="0" smtClean="0"/>
          </a:p>
        </p:txBody>
      </p:sp>
      <p:sp>
        <p:nvSpPr>
          <p:cNvPr id="4403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44033" name="Object 1"/>
          <p:cNvGraphicFramePr>
            <a:graphicFrameLocks noChangeAspect="1"/>
          </p:cNvGraphicFramePr>
          <p:nvPr/>
        </p:nvGraphicFramePr>
        <p:xfrm>
          <a:off x="6072198" y="764704"/>
          <a:ext cx="1062589" cy="500042"/>
        </p:xfrm>
        <a:graphic>
          <a:graphicData uri="http://schemas.openxmlformats.org/presentationml/2006/ole">
            <mc:AlternateContent xmlns:mc="http://schemas.openxmlformats.org/markup-compatibility/2006">
              <mc:Choice xmlns:v="urn:schemas-microsoft-com:vml" Requires="v">
                <p:oleObj spid="_x0000_s44523" name="Equation" r:id="rId1" imgW="482600" imgH="228600" progId="Equation.DSMT4">
                  <p:embed/>
                </p:oleObj>
              </mc:Choice>
              <mc:Fallback>
                <p:oleObj name="Equation" r:id="rId1" imgW="482600" imgH="2286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2198" y="764704"/>
                        <a:ext cx="1062589" cy="5000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36"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44035" name="Object 3"/>
          <p:cNvGraphicFramePr>
            <a:graphicFrameLocks noChangeAspect="1"/>
          </p:cNvGraphicFramePr>
          <p:nvPr/>
        </p:nvGraphicFramePr>
        <p:xfrm>
          <a:off x="1500166" y="1193332"/>
          <a:ext cx="964359" cy="428604"/>
        </p:xfrm>
        <a:graphic>
          <a:graphicData uri="http://schemas.openxmlformats.org/presentationml/2006/ole">
            <mc:AlternateContent xmlns:mc="http://schemas.openxmlformats.org/markup-compatibility/2006">
              <mc:Choice xmlns:v="urn:schemas-microsoft-com:vml" Requires="v">
                <p:oleObj spid="_x0000_s44524" name="Equation" r:id="rId3" imgW="508000" imgH="228600" progId="Equation.DSMT4">
                  <p:embed/>
                </p:oleObj>
              </mc:Choice>
              <mc:Fallback>
                <p:oleObj name="Equation" r:id="rId3" imgW="508000" imgH="2286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0166" y="1193332"/>
                        <a:ext cx="964359" cy="428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38"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4040"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404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4044" name="Rectangle 1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4046" name="Rectangle 1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4048" name="Rectangle 1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灯片编号占位符 3"/>
          <p:cNvSpPr>
            <a:spLocks noGrp="1"/>
          </p:cNvSpPr>
          <p:nvPr>
            <p:ph type="sldNum" sz="quarter" idx="12"/>
          </p:nvPr>
        </p:nvSpPr>
        <p:spPr>
          <a:xfrm>
            <a:off x="8244408" y="6309320"/>
            <a:ext cx="762000" cy="365125"/>
          </a:xfrm>
        </p:spPr>
        <p:txBody>
          <a:bodyPr/>
          <a:lstStyle/>
          <a:p>
            <a:fld id="{0C913308-F349-4B6D-A68A-DD1791B4A57B}" type="slidenum">
              <a:rPr lang="zh-CN" altLang="en-US" smtClean="0"/>
            </a:fld>
            <a:endParaRPr lang="zh-CN" altLang="en-US" dirty="0"/>
          </a:p>
        </p:txBody>
      </p:sp>
      <p:sp>
        <p:nvSpPr>
          <p:cNvPr id="18" name="内容占位符 2"/>
          <p:cNvSpPr txBox="1"/>
          <p:nvPr/>
        </p:nvSpPr>
        <p:spPr>
          <a:xfrm>
            <a:off x="323528" y="2283550"/>
            <a:ext cx="8496944" cy="1505490"/>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50000"/>
              </a:lnSpc>
              <a:spcBef>
                <a:spcPts val="1200"/>
              </a:spcBef>
            </a:pPr>
            <a:r>
              <a:rPr lang="zh-CN" altLang="en-US" b="1" dirty="0" smtClean="0"/>
              <a:t>例</a:t>
            </a:r>
            <a:r>
              <a:rPr lang="en-US" altLang="zh-CN" b="1" dirty="0" smtClean="0"/>
              <a:t>4.3.3 </a:t>
            </a:r>
            <a:r>
              <a:rPr lang="zh-CN" altLang="en-US" b="1" dirty="0" smtClean="0"/>
              <a:t>设</a:t>
            </a:r>
            <a:r>
              <a:rPr lang="en-US" altLang="zh-CN" b="1" dirty="0" smtClean="0"/>
              <a:t>G</a:t>
            </a:r>
            <a:r>
              <a:rPr lang="zh-CN" altLang="en-US" b="1" dirty="0" smtClean="0"/>
              <a:t>是群，对于任意</a:t>
            </a:r>
            <a:r>
              <a:rPr lang="en-US" altLang="zh-CN" b="1" dirty="0" smtClean="0"/>
              <a:t>a</a:t>
            </a:r>
            <a:r>
              <a:rPr lang="en-US" altLang="zh-CN" sz="2400" b="1" dirty="0" smtClean="0"/>
              <a:t> ∈G</a:t>
            </a:r>
            <a:r>
              <a:rPr lang="zh-CN" altLang="en-US" sz="2400" b="1" dirty="0" smtClean="0"/>
              <a:t>，定义                              ，</a:t>
            </a:r>
            <a:endParaRPr lang="en-US" altLang="zh-CN" sz="2400" b="1" dirty="0" smtClean="0"/>
          </a:p>
          <a:p>
            <a:pPr marL="0" indent="0">
              <a:lnSpc>
                <a:spcPct val="150000"/>
              </a:lnSpc>
              <a:spcBef>
                <a:spcPts val="1200"/>
              </a:spcBef>
              <a:buNone/>
            </a:pPr>
            <a:r>
              <a:rPr lang="en-US" altLang="zh-CN" sz="2400" b="1" dirty="0"/>
              <a:t> </a:t>
            </a:r>
            <a:r>
              <a:rPr lang="en-US" altLang="zh-CN" sz="2400" b="1" dirty="0" smtClean="0"/>
              <a:t>                                      </a:t>
            </a:r>
            <a:r>
              <a:rPr lang="zh-CN" altLang="en-US" b="1" dirty="0" smtClean="0"/>
              <a:t>是</a:t>
            </a:r>
            <a:r>
              <a:rPr lang="en-US" altLang="zh-CN" b="1" dirty="0" smtClean="0"/>
              <a:t>G</a:t>
            </a:r>
            <a:r>
              <a:rPr lang="zh-CN" altLang="en-US" b="1" dirty="0" smtClean="0"/>
              <a:t>的子群。</a:t>
            </a:r>
            <a:endParaRPr lang="zh-CN" altLang="en-US" b="1" dirty="0" smtClean="0"/>
          </a:p>
        </p:txBody>
      </p:sp>
      <p:graphicFrame>
        <p:nvGraphicFramePr>
          <p:cNvPr id="21" name="对象 20"/>
          <p:cNvGraphicFramePr>
            <a:graphicFrameLocks noChangeAspect="1"/>
          </p:cNvGraphicFramePr>
          <p:nvPr/>
        </p:nvGraphicFramePr>
        <p:xfrm>
          <a:off x="6372200" y="2425452"/>
          <a:ext cx="2230437" cy="571500"/>
        </p:xfrm>
        <a:graphic>
          <a:graphicData uri="http://schemas.openxmlformats.org/presentationml/2006/ole">
            <mc:AlternateContent xmlns:mc="http://schemas.openxmlformats.org/markup-compatibility/2006">
              <mc:Choice xmlns:v="urn:schemas-microsoft-com:vml" Requires="v">
                <p:oleObj spid="_x0000_s44525" name="Equation" r:id="rId5" imgW="24079200" imgH="6096000" progId="Equation.DSMT4">
                  <p:embed/>
                </p:oleObj>
              </mc:Choice>
              <mc:Fallback>
                <p:oleObj name="Equation" r:id="rId5" imgW="24079200" imgH="6096000" progId="Equation.DSMT4">
                  <p:embed/>
                  <p:pic>
                    <p:nvPicPr>
                      <p:cNvPr id="0" name="图片 44524"/>
                      <p:cNvPicPr>
                        <a:picLocks noChangeAspect="1" noChangeArrowheads="1"/>
                      </p:cNvPicPr>
                      <p:nvPr/>
                    </p:nvPicPr>
                    <p:blipFill>
                      <a:blip r:embed="rId6"/>
                      <a:srcRect/>
                      <a:stretch>
                        <a:fillRect/>
                      </a:stretch>
                    </p:blipFill>
                    <p:spPr bwMode="auto">
                      <a:xfrm>
                        <a:off x="6372200" y="2425452"/>
                        <a:ext cx="22304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21"/>
          <p:cNvGraphicFramePr>
            <a:graphicFrameLocks noChangeAspect="1"/>
          </p:cNvGraphicFramePr>
          <p:nvPr/>
        </p:nvGraphicFramePr>
        <p:xfrm>
          <a:off x="973411" y="3140968"/>
          <a:ext cx="2230437" cy="571500"/>
        </p:xfrm>
        <a:graphic>
          <a:graphicData uri="http://schemas.openxmlformats.org/presentationml/2006/ole">
            <mc:AlternateContent xmlns:mc="http://schemas.openxmlformats.org/markup-compatibility/2006">
              <mc:Choice xmlns:v="urn:schemas-microsoft-com:vml" Requires="v">
                <p:oleObj spid="_x0000_s44526" name="Equation" r:id="rId7" imgW="1002665" imgH="254000" progId="Equation.DSMT4">
                  <p:embed/>
                </p:oleObj>
              </mc:Choice>
              <mc:Fallback>
                <p:oleObj name="Equation" r:id="rId7" imgW="1002665" imgH="254000" progId="Equation.DSMT4">
                  <p:embed/>
                  <p:pic>
                    <p:nvPicPr>
                      <p:cNvPr id="0" name="图片 445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3411" y="3140968"/>
                        <a:ext cx="22304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内容占位符 2"/>
          <p:cNvSpPr txBox="1"/>
          <p:nvPr/>
        </p:nvSpPr>
        <p:spPr>
          <a:xfrm>
            <a:off x="330918" y="4113076"/>
            <a:ext cx="8496944" cy="936104"/>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50000"/>
              </a:lnSpc>
              <a:spcBef>
                <a:spcPts val="1200"/>
              </a:spcBef>
            </a:pPr>
            <a:r>
              <a:rPr lang="zh-CN" altLang="en-US" b="1" dirty="0" smtClean="0">
                <a:solidFill>
                  <a:srgbClr val="0070C0"/>
                </a:solidFill>
              </a:rPr>
              <a:t>封闭性、结合律、单位元、逆元？</a:t>
            </a:r>
            <a:endParaRPr lang="zh-CN" altLang="en-US" b="1" dirty="0" smtClean="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4033"/>
                                        </p:tgtEl>
                                        <p:attrNameLst>
                                          <p:attrName>style.visibility</p:attrName>
                                        </p:attrNameLst>
                                      </p:cBhvr>
                                      <p:to>
                                        <p:strVal val="visible"/>
                                      </p:to>
                                    </p:set>
                                    <p:anim calcmode="lin" valueType="num">
                                      <p:cBhvr additive="base">
                                        <p:cTn id="11" dur="500" fill="hold"/>
                                        <p:tgtEl>
                                          <p:spTgt spid="44033"/>
                                        </p:tgtEl>
                                        <p:attrNameLst>
                                          <p:attrName>ppt_x</p:attrName>
                                        </p:attrNameLst>
                                      </p:cBhvr>
                                      <p:tavLst>
                                        <p:tav tm="0">
                                          <p:val>
                                            <p:strVal val="#ppt_x"/>
                                          </p:val>
                                        </p:tav>
                                        <p:tav tm="100000">
                                          <p:val>
                                            <p:strVal val="#ppt_x"/>
                                          </p:val>
                                        </p:tav>
                                      </p:tavLst>
                                    </p:anim>
                                    <p:anim calcmode="lin" valueType="num">
                                      <p:cBhvr additive="base">
                                        <p:cTn id="12" dur="500" fill="hold"/>
                                        <p:tgtEl>
                                          <p:spTgt spid="4403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4035"/>
                                        </p:tgtEl>
                                        <p:attrNameLst>
                                          <p:attrName>style.visibility</p:attrName>
                                        </p:attrNameLst>
                                      </p:cBhvr>
                                      <p:to>
                                        <p:strVal val="visible"/>
                                      </p:to>
                                    </p:set>
                                    <p:anim calcmode="lin" valueType="num">
                                      <p:cBhvr additive="base">
                                        <p:cTn id="15" dur="500" fill="hold"/>
                                        <p:tgtEl>
                                          <p:spTgt spid="44035"/>
                                        </p:tgtEl>
                                        <p:attrNameLst>
                                          <p:attrName>ppt_x</p:attrName>
                                        </p:attrNameLst>
                                      </p:cBhvr>
                                      <p:tavLst>
                                        <p:tav tm="0">
                                          <p:val>
                                            <p:strVal val="#ppt_x"/>
                                          </p:val>
                                        </p:tav>
                                        <p:tav tm="100000">
                                          <p:val>
                                            <p:strVal val="#ppt_x"/>
                                          </p:val>
                                        </p:tav>
                                      </p:tavLst>
                                    </p:anim>
                                    <p:anim calcmode="lin" valueType="num">
                                      <p:cBhvr additive="base">
                                        <p:cTn id="16" dur="500" fill="hold"/>
                                        <p:tgtEl>
                                          <p:spTgt spid="4403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ppt_x"/>
                                          </p:val>
                                        </p:tav>
                                        <p:tav tm="100000">
                                          <p:val>
                                            <p:strVal val="#ppt_x"/>
                                          </p:val>
                                        </p:tav>
                                      </p:tavLst>
                                    </p:anim>
                                    <p:anim calcmode="lin" valueType="num">
                                      <p:cBhvr additive="base">
                                        <p:cTn id="22" dur="500" fill="hold"/>
                                        <p:tgtEl>
                                          <p:spTgt spid="18"/>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500" fill="hold"/>
                                        <p:tgtEl>
                                          <p:spTgt spid="21"/>
                                        </p:tgtEl>
                                        <p:attrNameLst>
                                          <p:attrName>ppt_x</p:attrName>
                                        </p:attrNameLst>
                                      </p:cBhvr>
                                      <p:tavLst>
                                        <p:tav tm="0">
                                          <p:val>
                                            <p:strVal val="#ppt_x"/>
                                          </p:val>
                                        </p:tav>
                                        <p:tav tm="100000">
                                          <p:val>
                                            <p:strVal val="#ppt_x"/>
                                          </p:val>
                                        </p:tav>
                                      </p:tavLst>
                                    </p:anim>
                                    <p:anim calcmode="lin" valueType="num">
                                      <p:cBhvr additive="base">
                                        <p:cTn id="26" dur="500" fill="hold"/>
                                        <p:tgtEl>
                                          <p:spTgt spid="21"/>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additive="base">
                                        <p:cTn id="29" dur="500" fill="hold"/>
                                        <p:tgtEl>
                                          <p:spTgt spid="22"/>
                                        </p:tgtEl>
                                        <p:attrNameLst>
                                          <p:attrName>ppt_x</p:attrName>
                                        </p:attrNameLst>
                                      </p:cBhvr>
                                      <p:tavLst>
                                        <p:tav tm="0">
                                          <p:val>
                                            <p:strVal val="#ppt_x"/>
                                          </p:val>
                                        </p:tav>
                                        <p:tav tm="100000">
                                          <p:val>
                                            <p:strVal val="#ppt_x"/>
                                          </p:val>
                                        </p:tav>
                                      </p:tavLst>
                                    </p:anim>
                                    <p:anim calcmode="lin" valueType="num">
                                      <p:cBhvr additive="base">
                                        <p:cTn id="3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additive="base">
                                        <p:cTn id="35" dur="500" fill="hold"/>
                                        <p:tgtEl>
                                          <p:spTgt spid="23"/>
                                        </p:tgtEl>
                                        <p:attrNameLst>
                                          <p:attrName>ppt_x</p:attrName>
                                        </p:attrNameLst>
                                      </p:cBhvr>
                                      <p:tavLst>
                                        <p:tav tm="0">
                                          <p:val>
                                            <p:strVal val="#ppt_x"/>
                                          </p:val>
                                        </p:tav>
                                        <p:tav tm="100000">
                                          <p:val>
                                            <p:strVal val="#ppt_x"/>
                                          </p:val>
                                        </p:tav>
                                      </p:tavLst>
                                    </p:anim>
                                    <p:anim calcmode="lin" valueType="num">
                                      <p:cBhvr additive="base">
                                        <p:cTn id="3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8" grpId="0"/>
      <p:bldP spid="2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229600" cy="4389120"/>
          </a:xfrm>
        </p:spPr>
        <p:txBody>
          <a:bodyPr/>
          <a:lstStyle/>
          <a:p>
            <a:r>
              <a:rPr lang="zh-CN" altLang="en-US" b="1" dirty="0" smtClean="0"/>
              <a:t>子群的判定定理</a:t>
            </a:r>
            <a:endParaRPr lang="en-US" altLang="zh-CN" b="1" dirty="0" smtClean="0"/>
          </a:p>
          <a:p>
            <a:r>
              <a:rPr lang="zh-CN" altLang="en-US" b="1" dirty="0" smtClean="0"/>
              <a:t>定理</a:t>
            </a:r>
            <a:r>
              <a:rPr lang="en-US" b="1" dirty="0" smtClean="0"/>
              <a:t>4.3.1 </a:t>
            </a:r>
            <a:r>
              <a:rPr lang="zh-CN" altLang="en-US" b="1" dirty="0" smtClean="0"/>
              <a:t>群</a:t>
            </a:r>
            <a:r>
              <a:rPr lang="en-US" b="1" dirty="0" smtClean="0"/>
              <a:t>G</a:t>
            </a:r>
            <a:r>
              <a:rPr lang="zh-CN" altLang="en-US" b="1" dirty="0" smtClean="0"/>
              <a:t>的非空集合</a:t>
            </a:r>
            <a:r>
              <a:rPr lang="en-US" b="1" dirty="0" smtClean="0"/>
              <a:t>H</a:t>
            </a:r>
            <a:r>
              <a:rPr lang="zh-CN" altLang="en-US" b="1" dirty="0" smtClean="0"/>
              <a:t>是一子群的充要条件是：对于任意   </a:t>
            </a:r>
            <a:r>
              <a:rPr lang="en-US" b="1" dirty="0" smtClean="0"/>
              <a:t>           </a:t>
            </a:r>
            <a:r>
              <a:rPr lang="zh-CN" altLang="en-US" b="1" dirty="0" smtClean="0"/>
              <a:t>，有</a:t>
            </a:r>
            <a:endParaRPr lang="zh-CN" altLang="en-US" b="1" dirty="0" smtClean="0"/>
          </a:p>
          <a:p>
            <a:endParaRPr lang="en-US" altLang="zh-CN" b="1" dirty="0" smtClean="0"/>
          </a:p>
          <a:p>
            <a:r>
              <a:rPr lang="zh-CN" altLang="en-US" b="1" dirty="0" smtClean="0"/>
              <a:t>证明： 必要性显然。</a:t>
            </a:r>
            <a:endParaRPr lang="en-US" altLang="zh-CN" b="1" dirty="0" smtClean="0"/>
          </a:p>
          <a:p>
            <a:r>
              <a:rPr lang="zh-CN" altLang="en-US" b="1" dirty="0" smtClean="0"/>
              <a:t>充分性：</a:t>
            </a:r>
            <a:r>
              <a:rPr lang="en-US" altLang="zh-CN" b="1" dirty="0" smtClean="0"/>
              <a:t>H</a:t>
            </a:r>
            <a:r>
              <a:rPr lang="zh-CN" altLang="en-US" b="1" dirty="0" smtClean="0"/>
              <a:t>非空，则</a:t>
            </a:r>
            <a:r>
              <a:rPr lang="en-US" altLang="zh-CN" b="1" dirty="0" smtClean="0"/>
              <a:t>H</a:t>
            </a:r>
            <a:r>
              <a:rPr lang="zh-CN" altLang="en-US" b="1" dirty="0" smtClean="0"/>
              <a:t>中至少存在一个元素，设为</a:t>
            </a:r>
            <a:r>
              <a:rPr lang="en-US" altLang="zh-CN" b="1" i="1" dirty="0" smtClean="0">
                <a:latin typeface="Times New Roman" panose="02020603050405020304" pitchFamily="18" charset="0"/>
                <a:cs typeface="Times New Roman" panose="02020603050405020304" pitchFamily="18" charset="0"/>
              </a:rPr>
              <a:t>a</a:t>
            </a:r>
            <a:r>
              <a:rPr lang="zh-CN" altLang="en-US" b="1" dirty="0" smtClean="0">
                <a:latin typeface="Times New Roman" panose="02020603050405020304" pitchFamily="18" charset="0"/>
                <a:cs typeface="Times New Roman" panose="02020603050405020304" pitchFamily="18" charset="0"/>
              </a:rPr>
              <a:t>，因而有</a:t>
            </a:r>
            <a:endParaRPr lang="zh-CN" altLang="en-US" b="1" dirty="0"/>
          </a:p>
        </p:txBody>
      </p:sp>
      <p:sp>
        <p:nvSpPr>
          <p:cNvPr id="4403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4036"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4038"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4040"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404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4044" name="Rectangle 1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4046" name="Rectangle 1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4048" name="Rectangle 1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6091" name="Rectangle 1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46090" name="Object 10"/>
          <p:cNvGraphicFramePr>
            <a:graphicFrameLocks noChangeAspect="1"/>
          </p:cNvGraphicFramePr>
          <p:nvPr/>
        </p:nvGraphicFramePr>
        <p:xfrm>
          <a:off x="2214546" y="1398688"/>
          <a:ext cx="1142944" cy="428604"/>
        </p:xfrm>
        <a:graphic>
          <a:graphicData uri="http://schemas.openxmlformats.org/presentationml/2006/ole">
            <mc:AlternateContent xmlns:mc="http://schemas.openxmlformats.org/markup-compatibility/2006">
              <mc:Choice xmlns:v="urn:schemas-microsoft-com:vml" Requires="v">
                <p:oleObj spid="_x0000_s46921" name="Equation" r:id="rId1" imgW="533400" imgH="203200" progId="Equation.DSMT4">
                  <p:embed/>
                </p:oleObj>
              </mc:Choice>
              <mc:Fallback>
                <p:oleObj name="Equation" r:id="rId1" imgW="533400" imgH="203200" progId="Equation.DSMT4">
                  <p:embed/>
                  <p:pic>
                    <p:nvPicPr>
                      <p:cNvPr id="0"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4546" y="1398688"/>
                        <a:ext cx="1142944" cy="428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93" name="Rectangle 13"/>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46092" name="Object 12"/>
          <p:cNvGraphicFramePr>
            <a:graphicFrameLocks noChangeAspect="1"/>
          </p:cNvGraphicFramePr>
          <p:nvPr/>
        </p:nvGraphicFramePr>
        <p:xfrm>
          <a:off x="3214678" y="1827316"/>
          <a:ext cx="1476314" cy="500042"/>
        </p:xfrm>
        <a:graphic>
          <a:graphicData uri="http://schemas.openxmlformats.org/presentationml/2006/ole">
            <mc:AlternateContent xmlns:mc="http://schemas.openxmlformats.org/markup-compatibility/2006">
              <mc:Choice xmlns:v="urn:schemas-microsoft-com:vml" Requires="v">
                <p:oleObj spid="_x0000_s46922" name="Equation" r:id="rId3" imgW="584200" imgH="203200" progId="Equation.DSMT4">
                  <p:embed/>
                </p:oleObj>
              </mc:Choice>
              <mc:Fallback>
                <p:oleObj name="Equation" r:id="rId3" imgW="584200" imgH="203200" progId="Equation.DSMT4">
                  <p:embed/>
                  <p:pic>
                    <p:nvPicPr>
                      <p:cNvPr id="0"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4678" y="1827316"/>
                        <a:ext cx="1476314" cy="5000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95"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46094" name="Object 14"/>
          <p:cNvGraphicFramePr>
            <a:graphicFrameLocks noChangeAspect="1"/>
          </p:cNvGraphicFramePr>
          <p:nvPr/>
        </p:nvGraphicFramePr>
        <p:xfrm>
          <a:off x="2928925" y="3256076"/>
          <a:ext cx="2024077" cy="500066"/>
        </p:xfrm>
        <a:graphic>
          <a:graphicData uri="http://schemas.openxmlformats.org/presentationml/2006/ole">
            <mc:AlternateContent xmlns:mc="http://schemas.openxmlformats.org/markup-compatibility/2006">
              <mc:Choice xmlns:v="urn:schemas-microsoft-com:vml" Requires="v">
                <p:oleObj spid="_x0000_s46923" name="Equation" r:id="rId5" imgW="812165" imgH="203200" progId="Equation.DSMT4">
                  <p:embed/>
                </p:oleObj>
              </mc:Choice>
              <mc:Fallback>
                <p:oleObj name="Equation" r:id="rId5" imgW="812165" imgH="203200" progId="Equation.DSMT4">
                  <p:embed/>
                  <p:pic>
                    <p:nvPicPr>
                      <p:cNvPr id="0"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8925" y="3256076"/>
                        <a:ext cx="2024077" cy="500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97" name="Rectangle 1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46096" name="Object 16"/>
          <p:cNvGraphicFramePr>
            <a:graphicFrameLocks noChangeAspect="1"/>
          </p:cNvGraphicFramePr>
          <p:nvPr/>
        </p:nvGraphicFramePr>
        <p:xfrm>
          <a:off x="2143108" y="3827580"/>
          <a:ext cx="4032251" cy="561975"/>
        </p:xfrm>
        <a:graphic>
          <a:graphicData uri="http://schemas.openxmlformats.org/presentationml/2006/ole">
            <mc:AlternateContent xmlns:mc="http://schemas.openxmlformats.org/markup-compatibility/2006">
              <mc:Choice xmlns:v="urn:schemas-microsoft-com:vml" Requires="v">
                <p:oleObj spid="_x0000_s46924" name="Equation" r:id="rId7" imgW="1612900" imgH="228600" progId="Equation.DSMT4">
                  <p:embed/>
                </p:oleObj>
              </mc:Choice>
              <mc:Fallback>
                <p:oleObj name="Equation" r:id="rId7" imgW="1612900" imgH="228600" progId="Equation.DSMT4">
                  <p:embed/>
                  <p:pic>
                    <p:nvPicPr>
                      <p:cNvPr id="0" name="Picture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43108" y="3827580"/>
                        <a:ext cx="4032251"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Object 44"/>
          <p:cNvGraphicFramePr>
            <a:graphicFrameLocks noChangeAspect="1"/>
          </p:cNvGraphicFramePr>
          <p:nvPr/>
        </p:nvGraphicFramePr>
        <p:xfrm>
          <a:off x="1071538" y="4327646"/>
          <a:ext cx="6858048" cy="607875"/>
        </p:xfrm>
        <a:graphic>
          <a:graphicData uri="http://schemas.openxmlformats.org/presentationml/2006/ole">
            <mc:AlternateContent xmlns:mc="http://schemas.openxmlformats.org/markup-compatibility/2006">
              <mc:Choice xmlns:v="urn:schemas-microsoft-com:vml" Requires="v">
                <p:oleObj spid="_x0000_s46925" name="Equation" r:id="rId9" imgW="2628900" imgH="228600" progId="Equation.DSMT4">
                  <p:embed/>
                </p:oleObj>
              </mc:Choice>
              <mc:Fallback>
                <p:oleObj name="Equation" r:id="rId9" imgW="2628900" imgH="228600" progId="Equation.DSMT4">
                  <p:embed/>
                  <p:pic>
                    <p:nvPicPr>
                      <p:cNvPr id="0" name="Picture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1538" y="4327646"/>
                        <a:ext cx="6858048" cy="607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TextBox 35"/>
          <p:cNvSpPr txBox="1"/>
          <p:nvPr/>
        </p:nvSpPr>
        <p:spPr>
          <a:xfrm>
            <a:off x="5786446" y="3256076"/>
            <a:ext cx="2428892" cy="523220"/>
          </a:xfrm>
          <a:prstGeom prst="rect">
            <a:avLst/>
          </a:prstGeom>
          <a:noFill/>
        </p:spPr>
        <p:txBody>
          <a:bodyPr wrap="square" rtlCol="0">
            <a:spAutoFit/>
          </a:bodyPr>
          <a:lstStyle/>
          <a:p>
            <a:r>
              <a:rPr lang="zh-CN" altLang="en-US" sz="2800" b="1" dirty="0" smtClean="0">
                <a:solidFill>
                  <a:srgbClr val="FF0000"/>
                </a:solidFill>
              </a:rPr>
              <a:t>有单位元</a:t>
            </a:r>
            <a:endParaRPr lang="zh-CN" altLang="en-US" sz="2800" b="1" dirty="0">
              <a:solidFill>
                <a:srgbClr val="FF0000"/>
              </a:solidFill>
            </a:endParaRPr>
          </a:p>
        </p:txBody>
      </p:sp>
      <p:sp>
        <p:nvSpPr>
          <p:cNvPr id="37" name="TextBox 36"/>
          <p:cNvSpPr txBox="1"/>
          <p:nvPr/>
        </p:nvSpPr>
        <p:spPr>
          <a:xfrm>
            <a:off x="6357950" y="3899018"/>
            <a:ext cx="2428892" cy="523220"/>
          </a:xfrm>
          <a:prstGeom prst="rect">
            <a:avLst/>
          </a:prstGeom>
          <a:noFill/>
        </p:spPr>
        <p:txBody>
          <a:bodyPr wrap="square" rtlCol="0">
            <a:spAutoFit/>
          </a:bodyPr>
          <a:lstStyle/>
          <a:p>
            <a:r>
              <a:rPr lang="zh-CN" altLang="en-US" sz="2800" b="1" dirty="0" smtClean="0">
                <a:solidFill>
                  <a:srgbClr val="FF0000"/>
                </a:solidFill>
              </a:rPr>
              <a:t>有逆元</a:t>
            </a:r>
            <a:endParaRPr lang="zh-CN" altLang="en-US" sz="2800" b="1" dirty="0">
              <a:solidFill>
                <a:srgbClr val="FF0000"/>
              </a:solidFill>
            </a:endParaRPr>
          </a:p>
        </p:txBody>
      </p:sp>
      <p:sp>
        <p:nvSpPr>
          <p:cNvPr id="38" name="TextBox 37"/>
          <p:cNvSpPr txBox="1"/>
          <p:nvPr/>
        </p:nvSpPr>
        <p:spPr>
          <a:xfrm>
            <a:off x="4500562" y="4875972"/>
            <a:ext cx="2428892" cy="523220"/>
          </a:xfrm>
          <a:prstGeom prst="rect">
            <a:avLst/>
          </a:prstGeom>
          <a:noFill/>
        </p:spPr>
        <p:txBody>
          <a:bodyPr wrap="square" rtlCol="0">
            <a:spAutoFit/>
          </a:bodyPr>
          <a:lstStyle/>
          <a:p>
            <a:r>
              <a:rPr lang="zh-CN" altLang="en-US" sz="2800" b="1" dirty="0" smtClean="0">
                <a:solidFill>
                  <a:srgbClr val="FF0000"/>
                </a:solidFill>
              </a:rPr>
              <a:t>乘法封闭</a:t>
            </a:r>
            <a:endParaRPr lang="zh-CN" altLang="en-US" sz="2800" b="1" dirty="0">
              <a:solidFill>
                <a:srgbClr val="FF0000"/>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09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71400"/>
            <a:ext cx="8229600" cy="1143000"/>
          </a:xfrm>
        </p:spPr>
        <p:txBody>
          <a:bodyPr/>
          <a:lstStyle/>
          <a:p>
            <a:r>
              <a:rPr lang="zh-CN" altLang="en-US" sz="2800" b="1" dirty="0" smtClean="0"/>
              <a:t>子群的例子</a:t>
            </a:r>
            <a:endParaRPr lang="zh-CN" altLang="en-US" sz="2800" b="1" dirty="0"/>
          </a:p>
        </p:txBody>
      </p:sp>
      <p:sp>
        <p:nvSpPr>
          <p:cNvPr id="3" name="内容占位符 2"/>
          <p:cNvSpPr>
            <a:spLocks noGrp="1"/>
          </p:cNvSpPr>
          <p:nvPr>
            <p:ph idx="1"/>
          </p:nvPr>
        </p:nvSpPr>
        <p:spPr>
          <a:xfrm>
            <a:off x="457200" y="1059992"/>
            <a:ext cx="8229600" cy="993454"/>
          </a:xfrm>
        </p:spPr>
        <p:txBody>
          <a:bodyPr/>
          <a:lstStyle/>
          <a:p>
            <a:r>
              <a:rPr lang="zh-CN" altLang="en-US" sz="2800" b="1" dirty="0" smtClean="0">
                <a:solidFill>
                  <a:srgbClr val="0070C0"/>
                </a:solidFill>
              </a:rPr>
              <a:t>例</a:t>
            </a:r>
            <a:r>
              <a:rPr lang="en-US" sz="2800" b="1" dirty="0" smtClean="0">
                <a:solidFill>
                  <a:srgbClr val="0070C0"/>
                </a:solidFill>
              </a:rPr>
              <a:t>4.3.4 </a:t>
            </a:r>
            <a:r>
              <a:rPr lang="zh-CN" altLang="en-US" sz="2800" b="1" dirty="0" smtClean="0"/>
              <a:t>设</a:t>
            </a:r>
            <a:r>
              <a:rPr lang="en-US" sz="2800" b="1" dirty="0" smtClean="0"/>
              <a:t>G</a:t>
            </a:r>
            <a:r>
              <a:rPr lang="zh-CN" altLang="en-US" sz="2800" b="1" dirty="0" smtClean="0"/>
              <a:t>是群，证明：</a:t>
            </a:r>
            <a:r>
              <a:rPr lang="en-US" sz="2800" b="1" dirty="0" smtClean="0"/>
              <a:t>G</a:t>
            </a:r>
            <a:r>
              <a:rPr lang="zh-CN" altLang="en-US" sz="2800" b="1" dirty="0" smtClean="0"/>
              <a:t>中任意多个子群的交集也是</a:t>
            </a:r>
            <a:r>
              <a:rPr lang="en-US" sz="2800" b="1" dirty="0" smtClean="0"/>
              <a:t>G</a:t>
            </a:r>
            <a:r>
              <a:rPr lang="zh-CN" altLang="en-US" sz="2800" b="1" dirty="0" smtClean="0"/>
              <a:t>的子群。</a:t>
            </a:r>
            <a:endParaRPr lang="zh-CN" altLang="en-US" sz="2800" b="1" dirty="0" smtClean="0"/>
          </a:p>
          <a:p>
            <a:endParaRPr lang="zh-CN" altLang="en-US" sz="2800" b="1" dirty="0"/>
          </a:p>
        </p:txBody>
      </p:sp>
      <p:grpSp>
        <p:nvGrpSpPr>
          <p:cNvPr id="30" name="组合 29"/>
          <p:cNvGrpSpPr/>
          <p:nvPr/>
        </p:nvGrpSpPr>
        <p:grpSpPr>
          <a:xfrm>
            <a:off x="214282" y="1696256"/>
            <a:ext cx="8764757" cy="3643338"/>
            <a:chOff x="214282" y="2571744"/>
            <a:chExt cx="8764757" cy="3643338"/>
          </a:xfrm>
        </p:grpSpPr>
        <p:graphicFrame>
          <p:nvGraphicFramePr>
            <p:cNvPr id="47119" name="Object 15"/>
            <p:cNvGraphicFramePr>
              <a:graphicFrameLocks noChangeAspect="1"/>
            </p:cNvGraphicFramePr>
            <p:nvPr/>
          </p:nvGraphicFramePr>
          <p:xfrm>
            <a:off x="2143108" y="2857496"/>
            <a:ext cx="2148533" cy="481914"/>
          </p:xfrm>
          <a:graphic>
            <a:graphicData uri="http://schemas.openxmlformats.org/presentationml/2006/ole">
              <mc:AlternateContent xmlns:mc="http://schemas.openxmlformats.org/markup-compatibility/2006">
                <mc:Choice xmlns:v="urn:schemas-microsoft-com:vml" Requires="v">
                  <p:oleObj spid="_x0000_s126748" name="Equation" r:id="rId1" imgW="1016000" imgH="228600" progId="Equation.DSMT4">
                    <p:embed/>
                  </p:oleObj>
                </mc:Choice>
                <mc:Fallback>
                  <p:oleObj name="Equation" r:id="rId1" imgW="1016000" imgH="228600" progId="Equation.DSMT4">
                    <p:embed/>
                    <p:pic>
                      <p:nvPicPr>
                        <p:cNvPr id="0"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08" y="2857496"/>
                          <a:ext cx="2148533" cy="4819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18" name="Object 14"/>
            <p:cNvGraphicFramePr>
              <a:graphicFrameLocks noChangeAspect="1"/>
            </p:cNvGraphicFramePr>
            <p:nvPr/>
          </p:nvGraphicFramePr>
          <p:xfrm>
            <a:off x="3214678" y="5531101"/>
            <a:ext cx="868841" cy="683981"/>
          </p:xfrm>
          <a:graphic>
            <a:graphicData uri="http://schemas.openxmlformats.org/presentationml/2006/ole">
              <mc:AlternateContent xmlns:mc="http://schemas.openxmlformats.org/markup-compatibility/2006">
                <mc:Choice xmlns:v="urn:schemas-microsoft-com:vml" Requires="v">
                  <p:oleObj spid="_x0000_s126749" name="Equation" r:id="rId3" imgW="444500" imgH="342900" progId="Equation.DSMT4">
                    <p:embed/>
                  </p:oleObj>
                </mc:Choice>
                <mc:Fallback>
                  <p:oleObj name="Equation" r:id="rId3" imgW="444500" imgH="342900" progId="Equation.DSMT4">
                    <p:embed/>
                    <p:pic>
                      <p:nvPicPr>
                        <p:cNvPr id="0"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4678" y="5531101"/>
                          <a:ext cx="868841" cy="6839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17" name="Object 13"/>
            <p:cNvGraphicFramePr>
              <a:graphicFrameLocks noChangeAspect="1"/>
            </p:cNvGraphicFramePr>
            <p:nvPr/>
          </p:nvGraphicFramePr>
          <p:xfrm>
            <a:off x="4572000" y="3357562"/>
            <a:ext cx="883509" cy="481914"/>
          </p:xfrm>
          <a:graphic>
            <a:graphicData uri="http://schemas.openxmlformats.org/presentationml/2006/ole">
              <mc:AlternateContent xmlns:mc="http://schemas.openxmlformats.org/markup-compatibility/2006">
                <mc:Choice xmlns:v="urn:schemas-microsoft-com:vml" Requires="v">
                  <p:oleObj spid="_x0000_s126750" name="Equation" r:id="rId5" imgW="419100" imgH="228600" progId="Equation.DSMT4">
                    <p:embed/>
                  </p:oleObj>
                </mc:Choice>
                <mc:Fallback>
                  <p:oleObj name="Equation" r:id="rId5" imgW="419100" imgH="228600" progId="Equation.DSMT4">
                    <p:embed/>
                    <p:pic>
                      <p:nvPicPr>
                        <p:cNvPr id="0"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3357562"/>
                          <a:ext cx="883509" cy="4819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16" name="Object 12"/>
            <p:cNvGraphicFramePr>
              <a:graphicFrameLocks noChangeAspect="1"/>
            </p:cNvGraphicFramePr>
            <p:nvPr/>
          </p:nvGraphicFramePr>
          <p:xfrm>
            <a:off x="8001024" y="2571744"/>
            <a:ext cx="943749" cy="742951"/>
          </p:xfrm>
          <a:graphic>
            <a:graphicData uri="http://schemas.openxmlformats.org/presentationml/2006/ole">
              <mc:AlternateContent xmlns:mc="http://schemas.openxmlformats.org/markup-compatibility/2006">
                <mc:Choice xmlns:v="urn:schemas-microsoft-com:vml" Requires="v">
                  <p:oleObj spid="_x0000_s126751" name="Equation" r:id="rId7" imgW="444500" imgH="342900" progId="Equation.DSMT4">
                    <p:embed/>
                  </p:oleObj>
                </mc:Choice>
                <mc:Fallback>
                  <p:oleObj name="Equation" r:id="rId7" imgW="444500" imgH="342900" progId="Equation.DSMT4">
                    <p:embed/>
                    <p:pic>
                      <p:nvPicPr>
                        <p:cNvPr id="0"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1024" y="2571744"/>
                          <a:ext cx="943749" cy="7429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15" name="Object 11"/>
            <p:cNvGraphicFramePr>
              <a:graphicFrameLocks noChangeAspect="1"/>
            </p:cNvGraphicFramePr>
            <p:nvPr/>
          </p:nvGraphicFramePr>
          <p:xfrm>
            <a:off x="285720" y="4000504"/>
            <a:ext cx="1686700" cy="742951"/>
          </p:xfrm>
          <a:graphic>
            <a:graphicData uri="http://schemas.openxmlformats.org/presentationml/2006/ole">
              <mc:AlternateContent xmlns:mc="http://schemas.openxmlformats.org/markup-compatibility/2006">
                <mc:Choice xmlns:v="urn:schemas-microsoft-com:vml" Requires="v">
                  <p:oleObj spid="_x0000_s126752" name="Equation" r:id="rId8" imgW="799465" imgH="342900" progId="Equation.DSMT4">
                    <p:embed/>
                  </p:oleObj>
                </mc:Choice>
                <mc:Fallback>
                  <p:oleObj name="Equation" r:id="rId8" imgW="799465" imgH="342900" progId="Equation.DSMT4">
                    <p:embed/>
                    <p:pic>
                      <p:nvPicPr>
                        <p:cNvPr id="0"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5720" y="4000504"/>
                          <a:ext cx="1686700" cy="7429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14" name="Object 10"/>
            <p:cNvGraphicFramePr>
              <a:graphicFrameLocks noChangeAspect="1"/>
            </p:cNvGraphicFramePr>
            <p:nvPr/>
          </p:nvGraphicFramePr>
          <p:xfrm>
            <a:off x="5572132" y="4143380"/>
            <a:ext cx="180718" cy="341356"/>
          </p:xfrm>
          <a:graphic>
            <a:graphicData uri="http://schemas.openxmlformats.org/presentationml/2006/ole">
              <mc:AlternateContent xmlns:mc="http://schemas.openxmlformats.org/markup-compatibility/2006">
                <mc:Choice xmlns:v="urn:schemas-microsoft-com:vml" Requires="v">
                  <p:oleObj spid="_x0000_s126753" name="Equation" r:id="rId10" imgW="88900" imgH="164465" progId="Equation.DSMT4">
                    <p:embed/>
                  </p:oleObj>
                </mc:Choice>
                <mc:Fallback>
                  <p:oleObj name="Equation" r:id="rId10" imgW="88900" imgH="164465" progId="Equation.DSMT4">
                    <p:embed/>
                    <p:pic>
                      <p:nvPicPr>
                        <p:cNvPr id="0"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72132" y="4143380"/>
                          <a:ext cx="180718" cy="3413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13" name="Object 9"/>
            <p:cNvGraphicFramePr>
              <a:graphicFrameLocks noChangeAspect="1"/>
            </p:cNvGraphicFramePr>
            <p:nvPr/>
          </p:nvGraphicFramePr>
          <p:xfrm>
            <a:off x="6786578" y="4071942"/>
            <a:ext cx="1184705" cy="481914"/>
          </p:xfrm>
          <a:graphic>
            <a:graphicData uri="http://schemas.openxmlformats.org/presentationml/2006/ole">
              <mc:AlternateContent xmlns:mc="http://schemas.openxmlformats.org/markup-compatibility/2006">
                <mc:Choice xmlns:v="urn:schemas-microsoft-com:vml" Requires="v">
                  <p:oleObj spid="_x0000_s126754" name="Equation" r:id="rId12" imgW="558800" imgH="228600" progId="Equation.DSMT4">
                    <p:embed/>
                  </p:oleObj>
                </mc:Choice>
                <mc:Fallback>
                  <p:oleObj name="Equation" r:id="rId12" imgW="558800" imgH="228600" progId="Equation.DSMT4">
                    <p:embed/>
                    <p:pic>
                      <p:nvPicPr>
                        <p:cNvPr id="0" name="Picture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86578" y="4071942"/>
                          <a:ext cx="1184705" cy="4819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12" name="Object 8"/>
            <p:cNvGraphicFramePr>
              <a:graphicFrameLocks noChangeAspect="1"/>
            </p:cNvGraphicFramePr>
            <p:nvPr/>
          </p:nvGraphicFramePr>
          <p:xfrm>
            <a:off x="285720" y="4857760"/>
            <a:ext cx="1024067" cy="481914"/>
          </p:xfrm>
          <a:graphic>
            <a:graphicData uri="http://schemas.openxmlformats.org/presentationml/2006/ole">
              <mc:AlternateContent xmlns:mc="http://schemas.openxmlformats.org/markup-compatibility/2006">
                <mc:Choice xmlns:v="urn:schemas-microsoft-com:vml" Requires="v">
                  <p:oleObj spid="_x0000_s126755" name="Equation" r:id="rId14" imgW="482600" imgH="228600" progId="Equation.DSMT4">
                    <p:embed/>
                  </p:oleObj>
                </mc:Choice>
                <mc:Fallback>
                  <p:oleObj name="Equation" r:id="rId14" imgW="482600" imgH="228600" progId="Equation.DSMT4">
                    <p:embed/>
                    <p:pic>
                      <p:nvPicPr>
                        <p:cNvPr id="0" name="Picture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5720" y="4857760"/>
                          <a:ext cx="1024067" cy="4819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11" name="Object 7"/>
            <p:cNvGraphicFramePr>
              <a:graphicFrameLocks noChangeAspect="1"/>
            </p:cNvGraphicFramePr>
            <p:nvPr/>
          </p:nvGraphicFramePr>
          <p:xfrm>
            <a:off x="2285984" y="4857760"/>
            <a:ext cx="1285105" cy="501994"/>
          </p:xfrm>
          <a:graphic>
            <a:graphicData uri="http://schemas.openxmlformats.org/presentationml/2006/ole">
              <mc:AlternateContent xmlns:mc="http://schemas.openxmlformats.org/markup-compatibility/2006">
                <mc:Choice xmlns:v="urn:schemas-microsoft-com:vml" Requires="v">
                  <p:oleObj spid="_x0000_s126756" name="Equation" r:id="rId16" imgW="609600" imgH="241300" progId="Equation.DSMT4">
                    <p:embed/>
                  </p:oleObj>
                </mc:Choice>
                <mc:Fallback>
                  <p:oleObj name="Equation" r:id="rId16" imgW="609600" imgH="241300" progId="Equation.DSMT4">
                    <p:embed/>
                    <p:pic>
                      <p:nvPicPr>
                        <p:cNvPr id="0" name="Picture 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285984" y="4857760"/>
                          <a:ext cx="1285105" cy="5019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10" name="Object 6"/>
            <p:cNvGraphicFramePr>
              <a:graphicFrameLocks noChangeAspect="1"/>
            </p:cNvGraphicFramePr>
            <p:nvPr/>
          </p:nvGraphicFramePr>
          <p:xfrm>
            <a:off x="4572000" y="4686313"/>
            <a:ext cx="1807178" cy="742951"/>
          </p:xfrm>
          <a:graphic>
            <a:graphicData uri="http://schemas.openxmlformats.org/presentationml/2006/ole">
              <mc:AlternateContent xmlns:mc="http://schemas.openxmlformats.org/markup-compatibility/2006">
                <mc:Choice xmlns:v="urn:schemas-microsoft-com:vml" Requires="v">
                  <p:oleObj spid="_x0000_s126757" name="Equation" r:id="rId18" imgW="850265" imgH="342900" progId="Equation.DSMT4">
                    <p:embed/>
                  </p:oleObj>
                </mc:Choice>
                <mc:Fallback>
                  <p:oleObj name="Equation" r:id="rId18" imgW="850265" imgH="342900" progId="Equation.DSMT4">
                    <p:embed/>
                    <p:pic>
                      <p:nvPicPr>
                        <p:cNvPr id="0" name="Picture 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72000" y="4686313"/>
                          <a:ext cx="1807178" cy="7429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09" name="Object 5"/>
            <p:cNvGraphicFramePr>
              <a:graphicFrameLocks noChangeAspect="1"/>
            </p:cNvGraphicFramePr>
            <p:nvPr/>
          </p:nvGraphicFramePr>
          <p:xfrm>
            <a:off x="6357950" y="3214686"/>
            <a:ext cx="943749" cy="742951"/>
          </p:xfrm>
          <a:graphic>
            <a:graphicData uri="http://schemas.openxmlformats.org/presentationml/2006/ole">
              <mc:AlternateContent xmlns:mc="http://schemas.openxmlformats.org/markup-compatibility/2006">
                <mc:Choice xmlns:v="urn:schemas-microsoft-com:vml" Requires="v">
                  <p:oleObj spid="_x0000_s126758" name="Equation" r:id="rId20" imgW="444500" imgH="342900" progId="Equation.DSMT4">
                    <p:embed/>
                  </p:oleObj>
                </mc:Choice>
                <mc:Fallback>
                  <p:oleObj name="Equation" r:id="rId20" imgW="444500" imgH="342900" progId="Equation.DSMT4">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7950" y="3214686"/>
                          <a:ext cx="943749" cy="7429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20" name="Rectangle 16"/>
            <p:cNvSpPr>
              <a:spLocks noChangeArrowheads="1"/>
            </p:cNvSpPr>
            <p:nvPr/>
          </p:nvSpPr>
          <p:spPr bwMode="auto">
            <a:xfrm>
              <a:off x="500034" y="2857496"/>
              <a:ext cx="1625766" cy="52322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证明：设</a:t>
              </a:r>
              <a:endParaRPr kumimoji="0" lang="zh-CN"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7121" name="Rectangle 17"/>
            <p:cNvSpPr>
              <a:spLocks noChangeArrowheads="1"/>
            </p:cNvSpPr>
            <p:nvPr/>
          </p:nvSpPr>
          <p:spPr bwMode="auto">
            <a:xfrm>
              <a:off x="4357686" y="2786058"/>
              <a:ext cx="3605474" cy="52322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a:t>
              </a:r>
              <a:r>
                <a:rPr kumimoji="0" lang="en-US" altLang="zh-CN"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n</a:t>
              </a:r>
              <a:r>
                <a:rPr kumimoji="0" lang="zh-CN" altLang="en-US"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是某个正整数。记</a:t>
              </a:r>
              <a:endPar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7122" name="Rectangle 18"/>
            <p:cNvSpPr>
              <a:spLocks noChangeArrowheads="1"/>
            </p:cNvSpPr>
            <p:nvPr/>
          </p:nvSpPr>
          <p:spPr bwMode="auto">
            <a:xfrm>
              <a:off x="214282" y="3357562"/>
              <a:ext cx="4429156" cy="523220"/>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为这</a:t>
              </a:r>
              <a:r>
                <a:rPr kumimoji="0" lang="en-US" altLang="zh-CN"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n</a:t>
              </a:r>
              <a:r>
                <a:rPr kumimoji="0" lang="zh-CN" altLang="en-US"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个子群的交集。因为</a:t>
              </a:r>
              <a:endPar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7123" name="Rectangle 19"/>
            <p:cNvSpPr>
              <a:spLocks noChangeArrowheads="1"/>
            </p:cNvSpPr>
            <p:nvPr/>
          </p:nvSpPr>
          <p:spPr bwMode="auto">
            <a:xfrm>
              <a:off x="5500694" y="3286124"/>
              <a:ext cx="902811" cy="52322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，故</a:t>
              </a:r>
              <a:endPar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7124" name="Rectangle 20"/>
            <p:cNvSpPr>
              <a:spLocks noChangeArrowheads="1"/>
            </p:cNvSpPr>
            <p:nvPr/>
          </p:nvSpPr>
          <p:spPr bwMode="auto">
            <a:xfrm>
              <a:off x="7358082" y="3357562"/>
              <a:ext cx="1620957" cy="52322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非空。若</a:t>
              </a:r>
              <a:endPar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7125" name="Rectangle 21"/>
            <p:cNvSpPr>
              <a:spLocks noChangeArrowheads="1"/>
            </p:cNvSpPr>
            <p:nvPr/>
          </p:nvSpPr>
          <p:spPr bwMode="auto">
            <a:xfrm>
              <a:off x="2143108" y="4071942"/>
              <a:ext cx="3416320" cy="52322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，则对于每一个指标</a:t>
              </a:r>
              <a:endPar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7126" name="Rectangle 22"/>
            <p:cNvSpPr>
              <a:spLocks noChangeArrowheads="1"/>
            </p:cNvSpPr>
            <p:nvPr/>
          </p:nvSpPr>
          <p:spPr bwMode="auto">
            <a:xfrm>
              <a:off x="5857884" y="4071942"/>
              <a:ext cx="902811" cy="52322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，有</a:t>
              </a:r>
              <a:endPar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7127" name="Rectangle 23"/>
            <p:cNvSpPr>
              <a:spLocks noChangeArrowheads="1"/>
            </p:cNvSpPr>
            <p:nvPr/>
          </p:nvSpPr>
          <p:spPr bwMode="auto">
            <a:xfrm>
              <a:off x="8001024" y="3977350"/>
              <a:ext cx="902811" cy="52322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。由</a:t>
              </a:r>
              <a:endPar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7128" name="Rectangle 24"/>
            <p:cNvSpPr>
              <a:spLocks noChangeArrowheads="1"/>
            </p:cNvSpPr>
            <p:nvPr/>
          </p:nvSpPr>
          <p:spPr bwMode="auto">
            <a:xfrm>
              <a:off x="1357290" y="4857760"/>
              <a:ext cx="902811" cy="52322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，有</a:t>
              </a:r>
              <a:endPar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7129" name="Rectangle 25"/>
            <p:cNvSpPr>
              <a:spLocks noChangeArrowheads="1"/>
            </p:cNvSpPr>
            <p:nvPr/>
          </p:nvSpPr>
          <p:spPr bwMode="auto">
            <a:xfrm>
              <a:off x="3643306" y="4786322"/>
              <a:ext cx="902811" cy="52322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，故</a:t>
              </a:r>
              <a:endPar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7130" name="Rectangle 26"/>
            <p:cNvSpPr>
              <a:spLocks noChangeArrowheads="1"/>
            </p:cNvSpPr>
            <p:nvPr/>
          </p:nvSpPr>
          <p:spPr bwMode="auto">
            <a:xfrm>
              <a:off x="357158" y="5572140"/>
              <a:ext cx="3089307" cy="52322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由</a:t>
              </a:r>
              <a:r>
                <a:rPr kumimoji="0" lang="zh-CN" altLang="en-US" sz="2800" b="1" i="0" u="none" strike="noStrike" cap="none" normalizeH="0" baseline="0" dirty="0" smtClean="0">
                  <a:ln>
                    <a:noFill/>
                  </a:ln>
                  <a:solidFill>
                    <a:srgbClr val="FF0000"/>
                  </a:solidFill>
                  <a:effectLst/>
                  <a:latin typeface="Calibri" panose="020F0502020204030204" charset="0"/>
                  <a:ea typeface="宋体" panose="02010600030101010101" pitchFamily="2" charset="-122"/>
                  <a:cs typeface="Times New Roman" panose="02020603050405020304" pitchFamily="18" charset="0"/>
                </a:rPr>
                <a:t>定理</a:t>
              </a:r>
              <a:r>
                <a:rPr kumimoji="0" lang="en-US" altLang="zh-CN" sz="2800" b="1" i="0" u="none" strike="noStrike" cap="none" normalizeH="0" baseline="0" dirty="0" smtClean="0">
                  <a:ln>
                    <a:noFill/>
                  </a:ln>
                  <a:solidFill>
                    <a:srgbClr val="FF0000"/>
                  </a:solidFill>
                  <a:effectLst/>
                  <a:latin typeface="Calibri" panose="020F0502020204030204" charset="0"/>
                  <a:ea typeface="宋体" panose="02010600030101010101" pitchFamily="2" charset="-122"/>
                  <a:cs typeface="Times New Roman" panose="02020603050405020304" pitchFamily="18" charset="0"/>
                </a:rPr>
                <a:t>4.3.1</a:t>
              </a:r>
              <a:r>
                <a:rPr kumimoji="0" lang="zh-CN" altLang="en-US"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可得，</a:t>
              </a:r>
              <a:endPar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7131" name="Rectangle 27"/>
            <p:cNvSpPr>
              <a:spLocks noChangeArrowheads="1"/>
            </p:cNvSpPr>
            <p:nvPr/>
          </p:nvSpPr>
          <p:spPr bwMode="auto">
            <a:xfrm>
              <a:off x="4071934" y="5572140"/>
              <a:ext cx="2664512" cy="52322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是群</a:t>
              </a:r>
              <a:r>
                <a:rPr kumimoji="0" lang="en-US" altLang="zh-CN"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G</a:t>
              </a:r>
              <a:r>
                <a:rPr kumimoji="0" lang="zh-CN" altLang="en-US"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的子群。</a:t>
              </a:r>
              <a:r>
                <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altLang="en-US" sz="2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92696"/>
            <a:ext cx="8229600" cy="1922148"/>
          </a:xfrm>
        </p:spPr>
        <p:txBody>
          <a:bodyPr>
            <a:normAutofit lnSpcReduction="10000"/>
          </a:bodyPr>
          <a:lstStyle/>
          <a:p>
            <a:pPr>
              <a:lnSpc>
                <a:spcPct val="125000"/>
              </a:lnSpc>
            </a:pPr>
            <a:r>
              <a:rPr lang="zh-CN" altLang="en-US" b="1" dirty="0" smtClean="0">
                <a:solidFill>
                  <a:srgbClr val="0070C0"/>
                </a:solidFill>
              </a:rPr>
              <a:t>定义</a:t>
            </a:r>
            <a:r>
              <a:rPr lang="en-US" b="1" dirty="0" smtClean="0">
                <a:solidFill>
                  <a:srgbClr val="0070C0"/>
                </a:solidFill>
              </a:rPr>
              <a:t>4.3.2 </a:t>
            </a:r>
            <a:r>
              <a:rPr lang="zh-CN" altLang="en-US" b="1" dirty="0" smtClean="0"/>
              <a:t>设</a:t>
            </a:r>
            <a:r>
              <a:rPr lang="en-US" b="1" dirty="0" smtClean="0"/>
              <a:t>G</a:t>
            </a:r>
            <a:r>
              <a:rPr lang="zh-CN" altLang="en-US" b="1" dirty="0" smtClean="0"/>
              <a:t>是群，</a:t>
            </a:r>
            <a:r>
              <a:rPr lang="en-US" b="1" dirty="0" smtClean="0"/>
              <a:t>S</a:t>
            </a:r>
            <a:r>
              <a:rPr lang="zh-CN" altLang="en-US" b="1" dirty="0" smtClean="0"/>
              <a:t>是</a:t>
            </a:r>
            <a:r>
              <a:rPr lang="en-US" b="1" dirty="0" smtClean="0"/>
              <a:t>G</a:t>
            </a:r>
            <a:r>
              <a:rPr lang="zh-CN" altLang="en-US" b="1" dirty="0" smtClean="0"/>
              <a:t>的子集，</a:t>
            </a:r>
            <a:r>
              <a:rPr lang="en-US" b="1" dirty="0" smtClean="0"/>
              <a:t>G</a:t>
            </a:r>
            <a:r>
              <a:rPr lang="zh-CN" altLang="en-US" b="1" dirty="0" smtClean="0"/>
              <a:t>中包含</a:t>
            </a:r>
            <a:r>
              <a:rPr lang="en-US" b="1" dirty="0" smtClean="0"/>
              <a:t>S</a:t>
            </a:r>
            <a:r>
              <a:rPr lang="zh-CN" altLang="en-US" b="1" dirty="0" smtClean="0"/>
              <a:t>的</a:t>
            </a:r>
            <a:r>
              <a:rPr lang="zh-CN" altLang="en-US" b="1" dirty="0" smtClean="0">
                <a:solidFill>
                  <a:srgbClr val="FF0000"/>
                </a:solidFill>
              </a:rPr>
              <a:t>最小</a:t>
            </a:r>
            <a:r>
              <a:rPr lang="zh-CN" altLang="en-US" b="1" dirty="0" smtClean="0"/>
              <a:t>子群称为</a:t>
            </a:r>
            <a:r>
              <a:rPr lang="zh-CN" altLang="en-US" b="1" dirty="0" smtClean="0">
                <a:solidFill>
                  <a:srgbClr val="FF0000"/>
                </a:solidFill>
              </a:rPr>
              <a:t>由</a:t>
            </a:r>
            <a:r>
              <a:rPr lang="en-US" b="1" dirty="0" smtClean="0">
                <a:solidFill>
                  <a:srgbClr val="FF0000"/>
                </a:solidFill>
              </a:rPr>
              <a:t>S</a:t>
            </a:r>
            <a:r>
              <a:rPr lang="zh-CN" altLang="en-US" b="1" dirty="0" smtClean="0">
                <a:solidFill>
                  <a:srgbClr val="FF0000"/>
                </a:solidFill>
              </a:rPr>
              <a:t>生成的子群</a:t>
            </a:r>
            <a:r>
              <a:rPr lang="zh-CN" altLang="en-US" b="1" dirty="0" smtClean="0"/>
              <a:t>，记为</a:t>
            </a:r>
            <a:r>
              <a:rPr lang="en-US" b="1" dirty="0" smtClean="0"/>
              <a:t> &lt;S&gt;</a:t>
            </a:r>
            <a:r>
              <a:rPr lang="zh-CN" altLang="en-US" b="1" dirty="0" smtClean="0"/>
              <a:t>。如果群</a:t>
            </a:r>
            <a:r>
              <a:rPr lang="en-US" b="1" dirty="0" smtClean="0"/>
              <a:t>G</a:t>
            </a:r>
            <a:r>
              <a:rPr lang="zh-CN" altLang="en-US" b="1" dirty="0" smtClean="0"/>
              <a:t>自身是由</a:t>
            </a:r>
            <a:r>
              <a:rPr lang="en-US" b="1" dirty="0" smtClean="0"/>
              <a:t>S</a:t>
            </a:r>
            <a:r>
              <a:rPr lang="zh-CN" altLang="en-US" b="1" dirty="0" smtClean="0"/>
              <a:t>生成的，则称</a:t>
            </a:r>
            <a:r>
              <a:rPr lang="en-US" b="1" dirty="0" smtClean="0"/>
              <a:t>S</a:t>
            </a:r>
            <a:r>
              <a:rPr lang="zh-CN" altLang="en-US" b="1" dirty="0" smtClean="0"/>
              <a:t>是</a:t>
            </a:r>
            <a:r>
              <a:rPr lang="en-US" b="1" dirty="0" smtClean="0"/>
              <a:t>G</a:t>
            </a:r>
            <a:r>
              <a:rPr lang="zh-CN" altLang="en-US" b="1" dirty="0" smtClean="0"/>
              <a:t>的一组生成元。如果</a:t>
            </a:r>
            <a:r>
              <a:rPr lang="en-US" b="1" dirty="0" smtClean="0"/>
              <a:t>G=&lt;S&gt;</a:t>
            </a:r>
            <a:r>
              <a:rPr lang="zh-CN" altLang="en-US" b="1" dirty="0" smtClean="0"/>
              <a:t>，</a:t>
            </a:r>
            <a:r>
              <a:rPr lang="en-US" b="1" dirty="0" smtClean="0"/>
              <a:t>S</a:t>
            </a:r>
            <a:r>
              <a:rPr lang="zh-CN" altLang="en-US" b="1" dirty="0" smtClean="0"/>
              <a:t>是有限子集，则称群</a:t>
            </a:r>
            <a:r>
              <a:rPr lang="en-US" b="1" dirty="0" smtClean="0"/>
              <a:t>G</a:t>
            </a:r>
            <a:r>
              <a:rPr lang="zh-CN" altLang="en-US" b="1" dirty="0" smtClean="0"/>
              <a:t>是</a:t>
            </a:r>
            <a:r>
              <a:rPr lang="zh-CN" altLang="en-US" b="1" dirty="0" smtClean="0">
                <a:solidFill>
                  <a:srgbClr val="FF0000"/>
                </a:solidFill>
              </a:rPr>
              <a:t>有限生成</a:t>
            </a:r>
            <a:r>
              <a:rPr lang="zh-CN" altLang="en-US" b="1" dirty="0" smtClean="0"/>
              <a:t>的。</a:t>
            </a:r>
            <a:endParaRPr lang="zh-CN" altLang="en-US" b="1" dirty="0" smtClean="0"/>
          </a:p>
          <a:p>
            <a:endParaRPr lang="zh-CN" altLang="en-US" dirty="0"/>
          </a:p>
        </p:txBody>
      </p:sp>
      <p:sp>
        <p:nvSpPr>
          <p:cNvPr id="4" name="TextBox 3"/>
          <p:cNvSpPr txBox="1"/>
          <p:nvPr/>
        </p:nvSpPr>
        <p:spPr>
          <a:xfrm>
            <a:off x="642910" y="2924944"/>
            <a:ext cx="7000924" cy="523220"/>
          </a:xfrm>
          <a:prstGeom prst="rect">
            <a:avLst/>
          </a:prstGeom>
          <a:noFill/>
        </p:spPr>
        <p:txBody>
          <a:bodyPr wrap="square" rtlCol="0">
            <a:spAutoFit/>
          </a:bodyPr>
          <a:lstStyle/>
          <a:p>
            <a:r>
              <a:rPr lang="zh-CN" altLang="en-US" sz="2800" b="1" dirty="0" smtClean="0"/>
              <a:t>容易证明：</a:t>
            </a:r>
            <a:endParaRPr lang="zh-CN" altLang="en-US" sz="2800" b="1" dirty="0"/>
          </a:p>
        </p:txBody>
      </p:sp>
      <p:sp>
        <p:nvSpPr>
          <p:cNvPr id="4813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48129" name="Object 1"/>
          <p:cNvGraphicFramePr>
            <a:graphicFrameLocks noChangeAspect="1"/>
          </p:cNvGraphicFramePr>
          <p:nvPr/>
        </p:nvGraphicFramePr>
        <p:xfrm>
          <a:off x="2571735" y="2924944"/>
          <a:ext cx="4741367" cy="571504"/>
        </p:xfrm>
        <a:graphic>
          <a:graphicData uri="http://schemas.openxmlformats.org/presentationml/2006/ole">
            <mc:AlternateContent xmlns:mc="http://schemas.openxmlformats.org/markup-compatibility/2006">
              <mc:Choice xmlns:v="urn:schemas-microsoft-com:vml" Requires="v">
                <p:oleObj spid="_x0000_s48576" name="Equation" r:id="rId1" imgW="51206400" imgH="6096000" progId="Equation.DSMT4">
                  <p:embed/>
                </p:oleObj>
              </mc:Choice>
              <mc:Fallback>
                <p:oleObj name="Equation" r:id="rId1" imgW="51206400" imgH="6096000" progId="Equation.DSMT4">
                  <p:embed/>
                  <p:pic>
                    <p:nvPicPr>
                      <p:cNvPr id="0" name="Picture 1"/>
                      <p:cNvPicPr>
                        <a:picLocks noChangeAspect="1" noChangeArrowheads="1"/>
                      </p:cNvPicPr>
                      <p:nvPr/>
                    </p:nvPicPr>
                    <p:blipFill>
                      <a:blip r:embed="rId2"/>
                      <a:srcRect/>
                      <a:stretch>
                        <a:fillRect/>
                      </a:stretch>
                    </p:blipFill>
                    <p:spPr bwMode="auto">
                      <a:xfrm>
                        <a:off x="2571735" y="2924944"/>
                        <a:ext cx="4741367" cy="5715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714348" y="3639324"/>
            <a:ext cx="5143536" cy="523220"/>
          </a:xfrm>
          <a:prstGeom prst="rect">
            <a:avLst/>
          </a:prstGeom>
          <a:noFill/>
        </p:spPr>
        <p:txBody>
          <a:bodyPr wrap="square" rtlCol="0">
            <a:spAutoFit/>
          </a:bodyPr>
          <a:lstStyle/>
          <a:p>
            <a:r>
              <a:rPr lang="zh-CN" altLang="en-US" sz="2800" b="1" dirty="0" smtClean="0"/>
              <a:t>其中</a:t>
            </a:r>
            <a:endParaRPr lang="zh-CN" altLang="en-US" sz="2800" b="1" dirty="0"/>
          </a:p>
        </p:txBody>
      </p:sp>
      <p:sp>
        <p:nvSpPr>
          <p:cNvPr id="48132"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48131" name="Object 3"/>
          <p:cNvGraphicFramePr>
            <a:graphicFrameLocks noChangeAspect="1"/>
          </p:cNvGraphicFramePr>
          <p:nvPr/>
        </p:nvGraphicFramePr>
        <p:xfrm>
          <a:off x="1785919" y="3710762"/>
          <a:ext cx="2857520" cy="596352"/>
        </p:xfrm>
        <a:graphic>
          <a:graphicData uri="http://schemas.openxmlformats.org/presentationml/2006/ole">
            <mc:AlternateContent xmlns:mc="http://schemas.openxmlformats.org/markup-compatibility/2006">
              <mc:Choice xmlns:v="urn:schemas-microsoft-com:vml" Requires="v">
                <p:oleObj spid="_x0000_s48577" name="Equation" r:id="rId3" imgW="1091565" imgH="228600" progId="Equation.DSMT4">
                  <p:embed/>
                </p:oleObj>
              </mc:Choice>
              <mc:Fallback>
                <p:oleObj name="Equation" r:id="rId3" imgW="1091565" imgH="2286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919" y="3710762"/>
                        <a:ext cx="2857520" cy="5963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graphicFrame>
        <p:nvGraphicFramePr>
          <p:cNvPr id="2" name="对象 1"/>
          <p:cNvGraphicFramePr>
            <a:graphicFrameLocks noChangeAspect="1"/>
          </p:cNvGraphicFramePr>
          <p:nvPr/>
        </p:nvGraphicFramePr>
        <p:xfrm>
          <a:off x="1293812" y="4603196"/>
          <a:ext cx="2558108" cy="561174"/>
        </p:xfrm>
        <a:graphic>
          <a:graphicData uri="http://schemas.openxmlformats.org/presentationml/2006/ole">
            <mc:AlternateContent xmlns:mc="http://schemas.openxmlformats.org/markup-compatibility/2006">
              <mc:Choice xmlns:v="urn:schemas-microsoft-com:vml" Requires="v">
                <p:oleObj spid="_x0000_s48578" name="Equation" r:id="rId5" imgW="24993600" imgH="5486400" progId="Equation.DSMT4">
                  <p:embed/>
                </p:oleObj>
              </mc:Choice>
              <mc:Fallback>
                <p:oleObj name="Equation" r:id="rId5" imgW="24993600" imgH="5486400" progId="Equation.DSMT4">
                  <p:embed/>
                  <p:pic>
                    <p:nvPicPr>
                      <p:cNvPr id="0" name="图片 48577"/>
                      <p:cNvPicPr/>
                      <p:nvPr/>
                    </p:nvPicPr>
                    <p:blipFill>
                      <a:blip r:embed="rId6"/>
                      <a:stretch>
                        <a:fillRect/>
                      </a:stretch>
                    </p:blipFill>
                    <p:spPr>
                      <a:xfrm>
                        <a:off x="1293812" y="4603196"/>
                        <a:ext cx="2558108" cy="561174"/>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1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81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99392"/>
            <a:ext cx="8229600" cy="1143000"/>
          </a:xfrm>
        </p:spPr>
        <p:txBody>
          <a:bodyPr/>
          <a:lstStyle/>
          <a:p>
            <a:r>
              <a:rPr lang="zh-CN" altLang="en-US" dirty="0" smtClean="0"/>
              <a:t>等价关系</a:t>
            </a:r>
            <a:endParaRPr lang="zh-CN" altLang="en-US" dirty="0"/>
          </a:p>
        </p:txBody>
      </p:sp>
      <p:sp>
        <p:nvSpPr>
          <p:cNvPr id="3" name="内容占位符 2"/>
          <p:cNvSpPr>
            <a:spLocks noGrp="1"/>
          </p:cNvSpPr>
          <p:nvPr>
            <p:ph idx="1"/>
          </p:nvPr>
        </p:nvSpPr>
        <p:spPr>
          <a:xfrm>
            <a:off x="457200" y="1132000"/>
            <a:ext cx="8579296" cy="4673264"/>
          </a:xfrm>
        </p:spPr>
        <p:txBody>
          <a:bodyPr/>
          <a:lstStyle/>
          <a:p>
            <a:pPr>
              <a:lnSpc>
                <a:spcPct val="125000"/>
              </a:lnSpc>
            </a:pPr>
            <a:r>
              <a:rPr lang="zh-CN" altLang="en-US" b="1" dirty="0" smtClean="0">
                <a:solidFill>
                  <a:srgbClr val="0070C0"/>
                </a:solidFill>
              </a:rPr>
              <a:t>定义</a:t>
            </a:r>
            <a:r>
              <a:rPr lang="en-US" b="1" dirty="0" smtClean="0">
                <a:solidFill>
                  <a:srgbClr val="0070C0"/>
                </a:solidFill>
              </a:rPr>
              <a:t>4.3.3 </a:t>
            </a:r>
            <a:r>
              <a:rPr lang="zh-CN" altLang="en-US" b="1" dirty="0" smtClean="0"/>
              <a:t>设集合</a:t>
            </a:r>
            <a:r>
              <a:rPr lang="en-US" b="1" dirty="0" smtClean="0"/>
              <a:t>A</a:t>
            </a:r>
            <a:r>
              <a:rPr lang="zh-CN" altLang="en-US" b="1" dirty="0" smtClean="0"/>
              <a:t>上的一个二元关系</a:t>
            </a:r>
            <a:r>
              <a:rPr lang="en-US" b="1" dirty="0" smtClean="0"/>
              <a:t> </a:t>
            </a:r>
            <a:r>
              <a:rPr lang="en-US" altLang="zh-CN" b="1" dirty="0" smtClean="0"/>
              <a:t>~</a:t>
            </a:r>
            <a:r>
              <a:rPr lang="zh-CN" altLang="en-US" b="1" dirty="0" smtClean="0"/>
              <a:t>，满足下列条件：</a:t>
            </a:r>
            <a:endParaRPr lang="zh-CN" altLang="en-US" b="1" dirty="0" smtClean="0"/>
          </a:p>
          <a:p>
            <a:pPr marL="850265" lvl="1" indent="-457200">
              <a:lnSpc>
                <a:spcPct val="125000"/>
              </a:lnSpc>
              <a:buFont typeface="+mj-ea"/>
              <a:buAutoNum type="circleNumDbPlain"/>
            </a:pPr>
            <a:r>
              <a:rPr lang="zh-CN" altLang="en-US" b="1" dirty="0" smtClean="0"/>
              <a:t>若</a:t>
            </a:r>
            <a:r>
              <a:rPr lang="en-US" b="1" dirty="0" smtClean="0"/>
              <a:t> </a:t>
            </a:r>
            <a:r>
              <a:rPr lang="en-US" b="1" i="1" dirty="0" smtClean="0">
                <a:latin typeface="Times New Roman" panose="02020603050405020304" pitchFamily="18" charset="0"/>
                <a:cs typeface="Times New Roman" panose="02020603050405020304" pitchFamily="18" charset="0"/>
              </a:rPr>
              <a:t>a </a:t>
            </a:r>
            <a:r>
              <a:rPr lang="en-US" b="1" dirty="0" smtClean="0">
                <a:latin typeface="Times New Roman" panose="02020603050405020304" pitchFamily="18" charset="0"/>
                <a:cs typeface="Times New Roman" panose="02020603050405020304" pitchFamily="18" charset="0"/>
              </a:rPr>
              <a:t>∈</a:t>
            </a:r>
            <a:r>
              <a:rPr lang="en-US" b="1" i="1" dirty="0" smtClean="0">
                <a:latin typeface="Times New Roman" panose="02020603050405020304" pitchFamily="18" charset="0"/>
                <a:cs typeface="Times New Roman" panose="02020603050405020304" pitchFamily="18" charset="0"/>
              </a:rPr>
              <a:t> A</a:t>
            </a:r>
            <a:r>
              <a:rPr lang="zh-CN" altLang="en-US" b="1" dirty="0" smtClean="0"/>
              <a:t>，则</a:t>
            </a:r>
            <a:r>
              <a:rPr lang="en-US" b="1" dirty="0" smtClean="0"/>
              <a:t> </a:t>
            </a:r>
            <a:r>
              <a:rPr lang="en-US" b="1" i="1" dirty="0" smtClean="0">
                <a:latin typeface="Times New Roman" panose="02020603050405020304" pitchFamily="18" charset="0"/>
                <a:cs typeface="Times New Roman" panose="02020603050405020304" pitchFamily="18" charset="0"/>
              </a:rPr>
              <a:t>a </a:t>
            </a:r>
            <a:r>
              <a:rPr lang="en-US" b="1" dirty="0" smtClean="0">
                <a:latin typeface="Times New Roman" panose="02020603050405020304" pitchFamily="18" charset="0"/>
                <a:cs typeface="Times New Roman" panose="02020603050405020304" pitchFamily="18" charset="0"/>
              </a:rPr>
              <a:t>~</a:t>
            </a:r>
            <a:r>
              <a:rPr lang="en-US" b="1" i="1" dirty="0" smtClean="0">
                <a:latin typeface="Times New Roman" panose="02020603050405020304" pitchFamily="18" charset="0"/>
                <a:cs typeface="Times New Roman" panose="02020603050405020304" pitchFamily="18" charset="0"/>
              </a:rPr>
              <a:t> a </a:t>
            </a:r>
            <a:r>
              <a:rPr lang="zh-CN" altLang="en-US" b="1" dirty="0" smtClean="0"/>
              <a:t>；（自反性）</a:t>
            </a:r>
            <a:endParaRPr lang="zh-CN" altLang="en-US" b="1" dirty="0" smtClean="0"/>
          </a:p>
          <a:p>
            <a:pPr marL="850265" lvl="1" indent="-457200">
              <a:lnSpc>
                <a:spcPct val="125000"/>
              </a:lnSpc>
              <a:buFont typeface="+mj-ea"/>
              <a:buAutoNum type="circleNumDbPlain"/>
            </a:pPr>
            <a:r>
              <a:rPr lang="zh-CN" altLang="en-US" b="1" dirty="0" smtClean="0"/>
              <a:t>若</a:t>
            </a:r>
            <a:r>
              <a:rPr lang="en-US" b="1" i="1" dirty="0" smtClean="0">
                <a:latin typeface="Times New Roman" panose="02020603050405020304" pitchFamily="18" charset="0"/>
                <a:cs typeface="Times New Roman" panose="02020603050405020304" pitchFamily="18" charset="0"/>
              </a:rPr>
              <a:t>a</a:t>
            </a:r>
            <a:r>
              <a:rPr lang="zh-CN" altLang="en-US"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b</a:t>
            </a:r>
            <a:r>
              <a:rPr lang="en-US" b="1" i="1"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a:t>
            </a:r>
            <a:r>
              <a:rPr lang="en-US" b="1" i="1" dirty="0" smtClean="0">
                <a:latin typeface="Times New Roman" panose="02020603050405020304" pitchFamily="18" charset="0"/>
                <a:cs typeface="Times New Roman" panose="02020603050405020304" pitchFamily="18" charset="0"/>
              </a:rPr>
              <a:t> A</a:t>
            </a:r>
            <a:r>
              <a:rPr lang="en-US" b="1" dirty="0" smtClean="0"/>
              <a:t> </a:t>
            </a:r>
            <a:r>
              <a:rPr lang="zh-CN" altLang="en-US" b="1" dirty="0" smtClean="0"/>
              <a:t>，</a:t>
            </a:r>
            <a:r>
              <a:rPr lang="en-US" b="1" i="1" dirty="0" smtClean="0">
                <a:latin typeface="Times New Roman" panose="02020603050405020304" pitchFamily="18" charset="0"/>
                <a:cs typeface="Times New Roman" panose="02020603050405020304" pitchFamily="18" charset="0"/>
              </a:rPr>
              <a:t> a </a:t>
            </a:r>
            <a:r>
              <a:rPr lang="en-US" b="1" dirty="0" smtClean="0">
                <a:latin typeface="Times New Roman" panose="02020603050405020304" pitchFamily="18" charset="0"/>
                <a:cs typeface="Times New Roman" panose="02020603050405020304" pitchFamily="18" charset="0"/>
              </a:rPr>
              <a:t>~</a:t>
            </a:r>
            <a:r>
              <a:rPr lang="en-US" b="1" i="1" dirty="0" smtClean="0">
                <a:latin typeface="Times New Roman" panose="02020603050405020304" pitchFamily="18" charset="0"/>
                <a:cs typeface="Times New Roman" panose="02020603050405020304" pitchFamily="18" charset="0"/>
              </a:rPr>
              <a:t> b </a:t>
            </a:r>
            <a:r>
              <a:rPr lang="zh-CN" altLang="en-US" b="1" dirty="0" smtClean="0"/>
              <a:t>，则</a:t>
            </a:r>
            <a:r>
              <a:rPr lang="en-US" b="1" dirty="0" smtClean="0"/>
              <a:t> </a:t>
            </a:r>
            <a:r>
              <a:rPr lang="en-US" b="1" i="1" dirty="0" smtClean="0">
                <a:latin typeface="Times New Roman" panose="02020603050405020304" pitchFamily="18" charset="0"/>
                <a:cs typeface="Times New Roman" panose="02020603050405020304" pitchFamily="18" charset="0"/>
              </a:rPr>
              <a:t>b </a:t>
            </a:r>
            <a:r>
              <a:rPr lang="en-US" b="1" dirty="0" smtClean="0">
                <a:latin typeface="Times New Roman" panose="02020603050405020304" pitchFamily="18" charset="0"/>
                <a:cs typeface="Times New Roman" panose="02020603050405020304" pitchFamily="18" charset="0"/>
              </a:rPr>
              <a:t>~</a:t>
            </a:r>
            <a:r>
              <a:rPr lang="en-US" b="1" i="1" dirty="0" smtClean="0">
                <a:latin typeface="Times New Roman" panose="02020603050405020304" pitchFamily="18" charset="0"/>
                <a:cs typeface="Times New Roman" panose="02020603050405020304" pitchFamily="18" charset="0"/>
              </a:rPr>
              <a:t> a </a:t>
            </a:r>
            <a:r>
              <a:rPr lang="zh-CN" altLang="en-US" b="1" dirty="0" smtClean="0"/>
              <a:t>；（对称性）</a:t>
            </a:r>
            <a:endParaRPr lang="zh-CN" altLang="en-US" b="1" dirty="0" smtClean="0"/>
          </a:p>
          <a:p>
            <a:pPr marL="850265" lvl="1" indent="-457200">
              <a:lnSpc>
                <a:spcPct val="125000"/>
              </a:lnSpc>
              <a:buFont typeface="+mj-ea"/>
              <a:buAutoNum type="circleNumDbPlain"/>
            </a:pPr>
            <a:r>
              <a:rPr lang="zh-CN" altLang="en-US" b="1" dirty="0" smtClean="0"/>
              <a:t>若</a:t>
            </a:r>
            <a:r>
              <a:rPr lang="en-US" b="1" dirty="0" smtClean="0"/>
              <a:t> </a:t>
            </a:r>
            <a:r>
              <a:rPr lang="en-US" b="1" i="1" dirty="0" smtClean="0">
                <a:latin typeface="Times New Roman" panose="02020603050405020304" pitchFamily="18" charset="0"/>
                <a:cs typeface="Times New Roman" panose="02020603050405020304" pitchFamily="18" charset="0"/>
              </a:rPr>
              <a:t>a</a:t>
            </a:r>
            <a:r>
              <a:rPr lang="zh-CN" altLang="en-US"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b</a:t>
            </a:r>
            <a:r>
              <a:rPr lang="en-US" b="1" i="1" dirty="0" smtClean="0">
                <a:latin typeface="Times New Roman" panose="02020603050405020304" pitchFamily="18" charset="0"/>
                <a:cs typeface="Times New Roman" panose="02020603050405020304" pitchFamily="18" charset="0"/>
              </a:rPr>
              <a:t> </a:t>
            </a:r>
            <a:r>
              <a:rPr lang="zh-CN" altLang="en-US"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c</a:t>
            </a:r>
            <a:r>
              <a:rPr lang="en-US" b="1" dirty="0" smtClean="0">
                <a:latin typeface="Times New Roman" panose="02020603050405020304" pitchFamily="18" charset="0"/>
                <a:cs typeface="Times New Roman" panose="02020603050405020304" pitchFamily="18" charset="0"/>
              </a:rPr>
              <a:t>∈</a:t>
            </a:r>
            <a:r>
              <a:rPr lang="en-US" b="1" i="1" dirty="0" smtClean="0">
                <a:latin typeface="Times New Roman" panose="02020603050405020304" pitchFamily="18" charset="0"/>
                <a:cs typeface="Times New Roman" panose="02020603050405020304" pitchFamily="18" charset="0"/>
              </a:rPr>
              <a:t> A</a:t>
            </a:r>
            <a:r>
              <a:rPr lang="en-US" b="1" dirty="0" smtClean="0"/>
              <a:t> </a:t>
            </a:r>
            <a:r>
              <a:rPr lang="zh-CN" altLang="en-US" b="1" dirty="0" smtClean="0"/>
              <a:t>，</a:t>
            </a:r>
            <a:r>
              <a:rPr lang="en-US" b="1" i="1" dirty="0" smtClean="0">
                <a:latin typeface="Times New Roman" panose="02020603050405020304" pitchFamily="18" charset="0"/>
                <a:cs typeface="Times New Roman" panose="02020603050405020304" pitchFamily="18" charset="0"/>
              </a:rPr>
              <a:t> a </a:t>
            </a:r>
            <a:r>
              <a:rPr lang="en-US" b="1" dirty="0" smtClean="0">
                <a:latin typeface="Times New Roman" panose="02020603050405020304" pitchFamily="18" charset="0"/>
                <a:cs typeface="Times New Roman" panose="02020603050405020304" pitchFamily="18" charset="0"/>
              </a:rPr>
              <a:t>~</a:t>
            </a:r>
            <a:r>
              <a:rPr lang="en-US" b="1" i="1" dirty="0" smtClean="0">
                <a:latin typeface="Times New Roman" panose="02020603050405020304" pitchFamily="18" charset="0"/>
                <a:cs typeface="Times New Roman" panose="02020603050405020304" pitchFamily="18" charset="0"/>
              </a:rPr>
              <a:t> b </a:t>
            </a:r>
            <a:r>
              <a:rPr lang="zh-CN" altLang="en-US" b="1" dirty="0" smtClean="0"/>
              <a:t>，</a:t>
            </a:r>
            <a:r>
              <a:rPr lang="en-US" b="1" i="1" dirty="0" smtClean="0">
                <a:latin typeface="Times New Roman" panose="02020603050405020304" pitchFamily="18" charset="0"/>
                <a:cs typeface="Times New Roman" panose="02020603050405020304" pitchFamily="18" charset="0"/>
              </a:rPr>
              <a:t> b </a:t>
            </a:r>
            <a:r>
              <a:rPr lang="en-US" b="1" dirty="0" smtClean="0">
                <a:latin typeface="Times New Roman" panose="02020603050405020304" pitchFamily="18" charset="0"/>
                <a:cs typeface="Times New Roman" panose="02020603050405020304" pitchFamily="18" charset="0"/>
              </a:rPr>
              <a:t>~</a:t>
            </a:r>
            <a:r>
              <a:rPr lang="en-US" b="1" i="1" dirty="0" smtClean="0">
                <a:latin typeface="Times New Roman" panose="02020603050405020304" pitchFamily="18" charset="0"/>
                <a:cs typeface="Times New Roman" panose="02020603050405020304" pitchFamily="18" charset="0"/>
              </a:rPr>
              <a:t> c</a:t>
            </a:r>
            <a:r>
              <a:rPr lang="zh-CN" altLang="en-US" b="1" i="1" dirty="0" smtClean="0">
                <a:latin typeface="Times New Roman" panose="02020603050405020304" pitchFamily="18" charset="0"/>
                <a:cs typeface="Times New Roman" panose="02020603050405020304" pitchFamily="18" charset="0"/>
              </a:rPr>
              <a:t>，</a:t>
            </a:r>
            <a:r>
              <a:rPr lang="zh-CN" altLang="en-US" b="1" dirty="0" smtClean="0"/>
              <a:t>则</a:t>
            </a:r>
            <a:r>
              <a:rPr lang="en-US" b="1" dirty="0" smtClean="0"/>
              <a:t> </a:t>
            </a:r>
            <a:r>
              <a:rPr lang="en-US" b="1" i="1" dirty="0" smtClean="0">
                <a:latin typeface="Times New Roman" panose="02020603050405020304" pitchFamily="18" charset="0"/>
                <a:cs typeface="Times New Roman" panose="02020603050405020304" pitchFamily="18" charset="0"/>
              </a:rPr>
              <a:t>a </a:t>
            </a:r>
            <a:r>
              <a:rPr lang="en-US" b="1" dirty="0" smtClean="0">
                <a:latin typeface="Times New Roman" panose="02020603050405020304" pitchFamily="18" charset="0"/>
                <a:cs typeface="Times New Roman" panose="02020603050405020304" pitchFamily="18" charset="0"/>
              </a:rPr>
              <a:t>~</a:t>
            </a:r>
            <a:r>
              <a:rPr lang="en-US" b="1" i="1" dirty="0" smtClean="0">
                <a:latin typeface="Times New Roman" panose="02020603050405020304" pitchFamily="18" charset="0"/>
                <a:cs typeface="Times New Roman" panose="02020603050405020304" pitchFamily="18" charset="0"/>
              </a:rPr>
              <a:t> c </a:t>
            </a:r>
            <a:r>
              <a:rPr lang="zh-CN" altLang="en-US" b="1" dirty="0" smtClean="0"/>
              <a:t>；（传递性）</a:t>
            </a:r>
            <a:endParaRPr lang="zh-CN" altLang="en-US" b="1" dirty="0" smtClean="0"/>
          </a:p>
          <a:p>
            <a:pPr>
              <a:lnSpc>
                <a:spcPct val="125000"/>
              </a:lnSpc>
            </a:pPr>
            <a:r>
              <a:rPr lang="zh-CN" altLang="en-US" b="1" dirty="0" smtClean="0"/>
              <a:t>那么称</a:t>
            </a:r>
            <a:r>
              <a:rPr lang="en-US" b="1" dirty="0" smtClean="0"/>
              <a:t>~</a:t>
            </a:r>
            <a:r>
              <a:rPr lang="zh-CN" altLang="en-US" b="1" dirty="0" smtClean="0"/>
              <a:t>是集合</a:t>
            </a:r>
            <a:r>
              <a:rPr lang="en-US" b="1" dirty="0" smtClean="0"/>
              <a:t>A</a:t>
            </a:r>
            <a:r>
              <a:rPr lang="zh-CN" altLang="en-US" b="1" dirty="0" smtClean="0"/>
              <a:t>上的一个等价关系。</a:t>
            </a:r>
            <a:endParaRPr lang="zh-CN" altLang="en-US" b="1" dirty="0" smtClean="0"/>
          </a:p>
          <a:p>
            <a:pPr>
              <a:lnSpc>
                <a:spcPct val="125000"/>
              </a:lnSpc>
            </a:pPr>
            <a:r>
              <a:rPr lang="zh-CN" altLang="en-US" b="1" dirty="0" smtClean="0"/>
              <a:t>若</a:t>
            </a:r>
            <a:r>
              <a:rPr lang="en-US" altLang="zh-CN" b="1" dirty="0" smtClean="0"/>
              <a:t>~</a:t>
            </a:r>
            <a:r>
              <a:rPr lang="zh-CN" altLang="en-US" b="1" dirty="0" smtClean="0"/>
              <a:t>是</a:t>
            </a:r>
            <a:r>
              <a:rPr lang="en-US" b="1" dirty="0" smtClean="0"/>
              <a:t>A</a:t>
            </a:r>
            <a:r>
              <a:rPr lang="zh-CN" altLang="en-US" b="1" dirty="0" smtClean="0"/>
              <a:t>上的一个等价关系，</a:t>
            </a:r>
            <a:r>
              <a:rPr lang="en-US" b="1" i="1" dirty="0" smtClean="0">
                <a:latin typeface="Times New Roman" panose="02020603050405020304" pitchFamily="18" charset="0"/>
                <a:cs typeface="Times New Roman" panose="02020603050405020304" pitchFamily="18" charset="0"/>
              </a:rPr>
              <a:t> a </a:t>
            </a:r>
            <a:r>
              <a:rPr lang="en-US" b="1" dirty="0" smtClean="0">
                <a:latin typeface="Times New Roman" panose="02020603050405020304" pitchFamily="18" charset="0"/>
                <a:cs typeface="Times New Roman" panose="02020603050405020304" pitchFamily="18" charset="0"/>
              </a:rPr>
              <a:t>∈</a:t>
            </a:r>
            <a:r>
              <a:rPr lang="en-US" b="1" i="1" dirty="0" smtClean="0">
                <a:latin typeface="Times New Roman" panose="02020603050405020304" pitchFamily="18" charset="0"/>
                <a:cs typeface="Times New Roman" panose="02020603050405020304" pitchFamily="18" charset="0"/>
              </a:rPr>
              <a:t> A </a:t>
            </a:r>
            <a:r>
              <a:rPr lang="zh-CN" altLang="en-US" b="1" dirty="0" smtClean="0"/>
              <a:t>，则与</a:t>
            </a:r>
            <a:r>
              <a:rPr lang="en-US" b="1" i="1" dirty="0" smtClean="0">
                <a:latin typeface="Times New Roman" panose="02020603050405020304" pitchFamily="18" charset="0"/>
                <a:cs typeface="Times New Roman" panose="02020603050405020304" pitchFamily="18" charset="0"/>
              </a:rPr>
              <a:t>a </a:t>
            </a:r>
            <a:r>
              <a:rPr lang="zh-CN" altLang="en-US" b="1" dirty="0" smtClean="0"/>
              <a:t>等价的所有元素组成的一个子集合称为</a:t>
            </a:r>
            <a:r>
              <a:rPr lang="en-US" b="1" dirty="0" smtClean="0"/>
              <a:t>A</a:t>
            </a:r>
            <a:r>
              <a:rPr lang="zh-CN" altLang="en-US" b="1" dirty="0" smtClean="0"/>
              <a:t>中由</a:t>
            </a:r>
            <a:r>
              <a:rPr lang="en-US" b="1" i="1" dirty="0" smtClean="0">
                <a:solidFill>
                  <a:srgbClr val="FF0000"/>
                </a:solidFill>
                <a:latin typeface="Times New Roman" panose="02020603050405020304" pitchFamily="18" charset="0"/>
                <a:cs typeface="Times New Roman" panose="02020603050405020304" pitchFamily="18" charset="0"/>
              </a:rPr>
              <a:t>a </a:t>
            </a:r>
            <a:r>
              <a:rPr lang="zh-CN" altLang="en-US" b="1" dirty="0" smtClean="0"/>
              <a:t>确定的</a:t>
            </a:r>
            <a:r>
              <a:rPr lang="zh-CN" altLang="en-US" b="1" dirty="0" smtClean="0">
                <a:solidFill>
                  <a:srgbClr val="FF0000"/>
                </a:solidFill>
              </a:rPr>
              <a:t>等价类</a:t>
            </a:r>
            <a:r>
              <a:rPr lang="zh-CN" altLang="en-US" b="1" dirty="0" smtClean="0"/>
              <a:t>，记为</a:t>
            </a:r>
            <a:r>
              <a:rPr lang="en-US" altLang="zh-CN" b="1" dirty="0" smtClean="0">
                <a:solidFill>
                  <a:srgbClr val="FF0000"/>
                </a:solidFill>
              </a:rPr>
              <a:t>[</a:t>
            </a:r>
            <a:r>
              <a:rPr lang="en-US" b="1" i="1" dirty="0" smtClean="0">
                <a:solidFill>
                  <a:srgbClr val="FF0000"/>
                </a:solidFill>
                <a:latin typeface="Times New Roman" panose="02020603050405020304" pitchFamily="18" charset="0"/>
                <a:cs typeface="Times New Roman" panose="02020603050405020304" pitchFamily="18" charset="0"/>
              </a:rPr>
              <a:t>a</a:t>
            </a:r>
            <a:r>
              <a:rPr lang="en-US" b="1" dirty="0" smtClean="0">
                <a:solidFill>
                  <a:srgbClr val="FF0000"/>
                </a:solidFill>
                <a:latin typeface="Times New Roman" panose="02020603050405020304" pitchFamily="18" charset="0"/>
                <a:cs typeface="Times New Roman" panose="02020603050405020304" pitchFamily="18" charset="0"/>
              </a:rPr>
              <a:t>] </a:t>
            </a:r>
            <a:r>
              <a:rPr lang="zh-CN" altLang="en-US" b="1" dirty="0" smtClean="0"/>
              <a:t>。</a:t>
            </a:r>
            <a:endParaRPr lang="zh-CN" altLang="en-US" b="1"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404664"/>
            <a:ext cx="5554960" cy="780696"/>
          </a:xfrm>
        </p:spPr>
        <p:txBody>
          <a:bodyPr>
            <a:normAutofit fontScale="90000"/>
          </a:bodyPr>
          <a:lstStyle/>
          <a:p>
            <a:r>
              <a:rPr lang="zh-CN" altLang="en-US" dirty="0" smtClean="0"/>
              <a:t>陪集</a:t>
            </a:r>
            <a:endParaRPr lang="zh-CN" altLang="en-US" dirty="0"/>
          </a:p>
        </p:txBody>
      </p:sp>
      <p:sp>
        <p:nvSpPr>
          <p:cNvPr id="3" name="内容占位符 2"/>
          <p:cNvSpPr>
            <a:spLocks noGrp="1"/>
          </p:cNvSpPr>
          <p:nvPr>
            <p:ph idx="1"/>
          </p:nvPr>
        </p:nvSpPr>
        <p:spPr>
          <a:xfrm>
            <a:off x="457200" y="1200120"/>
            <a:ext cx="8579296" cy="1220768"/>
          </a:xfrm>
        </p:spPr>
        <p:txBody>
          <a:bodyPr/>
          <a:lstStyle/>
          <a:p>
            <a:pPr>
              <a:lnSpc>
                <a:spcPct val="125000"/>
              </a:lnSpc>
            </a:pPr>
            <a:r>
              <a:rPr lang="zh-CN" altLang="en-US" b="1" dirty="0" smtClean="0"/>
              <a:t>设</a:t>
            </a:r>
            <a:r>
              <a:rPr lang="en-US" b="1" dirty="0" smtClean="0"/>
              <a:t>G</a:t>
            </a:r>
            <a:r>
              <a:rPr lang="zh-CN" altLang="en-US" b="1" dirty="0" smtClean="0"/>
              <a:t>是群，</a:t>
            </a:r>
            <a:r>
              <a:rPr lang="en-US" b="1" dirty="0" smtClean="0"/>
              <a:t>H</a:t>
            </a:r>
            <a:r>
              <a:rPr lang="zh-CN" altLang="en-US" b="1" dirty="0" smtClean="0"/>
              <a:t>是群</a:t>
            </a:r>
            <a:r>
              <a:rPr lang="en-US" b="1" dirty="0" smtClean="0"/>
              <a:t>G</a:t>
            </a:r>
            <a:r>
              <a:rPr lang="zh-CN" altLang="en-US" b="1" dirty="0" smtClean="0"/>
              <a:t>的一个子群，在群</a:t>
            </a:r>
            <a:r>
              <a:rPr lang="en-US" b="1" dirty="0" smtClean="0"/>
              <a:t>G</a:t>
            </a:r>
            <a:r>
              <a:rPr lang="zh-CN" altLang="en-US" b="1" dirty="0" smtClean="0"/>
              <a:t>上定义关系</a:t>
            </a:r>
            <a:r>
              <a:rPr lang="en-US" b="1" i="1" dirty="0" smtClean="0">
                <a:latin typeface="Times New Roman" panose="02020603050405020304" pitchFamily="18" charset="0"/>
                <a:cs typeface="Times New Roman" panose="02020603050405020304" pitchFamily="18" charset="0"/>
              </a:rPr>
              <a:t>a </a:t>
            </a:r>
            <a:r>
              <a:rPr lang="en-US" b="1" dirty="0" smtClean="0">
                <a:latin typeface="Times New Roman" panose="02020603050405020304" pitchFamily="18" charset="0"/>
                <a:cs typeface="Times New Roman" panose="02020603050405020304" pitchFamily="18" charset="0"/>
              </a:rPr>
              <a:t>~</a:t>
            </a:r>
            <a:r>
              <a:rPr lang="en-US" b="1" i="1" dirty="0" smtClean="0">
                <a:latin typeface="Times New Roman" panose="02020603050405020304" pitchFamily="18" charset="0"/>
                <a:cs typeface="Times New Roman" panose="02020603050405020304" pitchFamily="18" charset="0"/>
              </a:rPr>
              <a:t> b</a:t>
            </a:r>
            <a:r>
              <a:rPr lang="zh-CN" altLang="en-US" b="1" dirty="0" smtClean="0"/>
              <a:t>当且仅当      </a:t>
            </a:r>
            <a:r>
              <a:rPr lang="en-US" b="1" dirty="0" smtClean="0"/>
              <a:t>          </a:t>
            </a:r>
            <a:r>
              <a:rPr lang="zh-CN" altLang="en-US" b="1" dirty="0" smtClean="0"/>
              <a:t>。</a:t>
            </a:r>
            <a:endParaRPr lang="zh-CN" altLang="en-US" b="1" dirty="0" smtClean="0"/>
          </a:p>
        </p:txBody>
      </p:sp>
      <p:sp>
        <p:nvSpPr>
          <p:cNvPr id="4915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49153" name="Object 1"/>
          <p:cNvGraphicFramePr>
            <a:graphicFrameLocks noChangeAspect="1"/>
          </p:cNvGraphicFramePr>
          <p:nvPr/>
        </p:nvGraphicFramePr>
        <p:xfrm>
          <a:off x="2195736" y="1772816"/>
          <a:ext cx="1265402" cy="428604"/>
        </p:xfrm>
        <a:graphic>
          <a:graphicData uri="http://schemas.openxmlformats.org/presentationml/2006/ole">
            <mc:AlternateContent xmlns:mc="http://schemas.openxmlformats.org/markup-compatibility/2006">
              <mc:Choice xmlns:v="urn:schemas-microsoft-com:vml" Requires="v">
                <p:oleObj spid="_x0000_s136336" name="Equation" r:id="rId1" imgW="584200" imgH="203200" progId="Equation.DSMT4">
                  <p:embed/>
                </p:oleObj>
              </mc:Choice>
              <mc:Fallback>
                <p:oleObj name="Equation" r:id="rId1" imgW="584200" imgH="2032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772816"/>
                        <a:ext cx="1265402" cy="428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56"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9159" name="Rectangle 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9161" name="Rectangle 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9163" name="Rectangle 1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9165" name="Rectangle 13"/>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9" name="内容占位符 2"/>
          <p:cNvSpPr txBox="1"/>
          <p:nvPr/>
        </p:nvSpPr>
        <p:spPr>
          <a:xfrm>
            <a:off x="457200" y="2424256"/>
            <a:ext cx="8579296" cy="2084864"/>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850265" lvl="1" indent="-457200">
              <a:lnSpc>
                <a:spcPct val="125000"/>
              </a:lnSpc>
              <a:buFont typeface="+mj-ea"/>
              <a:buAutoNum type="circleNumDbPlain"/>
            </a:pPr>
            <a:r>
              <a:rPr lang="zh-CN" altLang="en-US" b="1" dirty="0" smtClean="0"/>
              <a:t>对于任意</a:t>
            </a:r>
            <a:r>
              <a:rPr lang="en-US" b="1" i="1" dirty="0" smtClean="0">
                <a:latin typeface="Times New Roman" panose="02020603050405020304" pitchFamily="18" charset="0"/>
                <a:cs typeface="Times New Roman" panose="02020603050405020304" pitchFamily="18" charset="0"/>
              </a:rPr>
              <a:t>a </a:t>
            </a:r>
            <a:r>
              <a:rPr lang="en-US" b="1" dirty="0" smtClean="0">
                <a:latin typeface="Times New Roman" panose="02020603050405020304" pitchFamily="18" charset="0"/>
                <a:cs typeface="Times New Roman" panose="02020603050405020304" pitchFamily="18" charset="0"/>
              </a:rPr>
              <a:t>∈</a:t>
            </a:r>
            <a:r>
              <a:rPr lang="en-US" b="1" i="1" dirty="0" smtClean="0">
                <a:latin typeface="Times New Roman" panose="02020603050405020304" pitchFamily="18" charset="0"/>
                <a:cs typeface="Times New Roman" panose="02020603050405020304" pitchFamily="18" charset="0"/>
              </a:rPr>
              <a:t> </a:t>
            </a:r>
            <a:r>
              <a:rPr lang="en-US" altLang="zh-CN" b="1" i="1" dirty="0" smtClean="0">
                <a:latin typeface="Times New Roman" panose="02020603050405020304" pitchFamily="18" charset="0"/>
                <a:cs typeface="Times New Roman" panose="02020603050405020304" pitchFamily="18" charset="0"/>
              </a:rPr>
              <a:t>G</a:t>
            </a:r>
            <a:r>
              <a:rPr lang="zh-CN" altLang="en-US" b="1" dirty="0" smtClean="0"/>
              <a:t>，       </a:t>
            </a:r>
            <a:r>
              <a:rPr lang="en-US" b="1" dirty="0" smtClean="0"/>
              <a:t>            </a:t>
            </a:r>
            <a:r>
              <a:rPr lang="zh-CN" altLang="en-US" b="1" dirty="0" smtClean="0"/>
              <a:t>，故</a:t>
            </a:r>
            <a:r>
              <a:rPr lang="en-US" b="1" i="1" dirty="0" smtClean="0">
                <a:latin typeface="Times New Roman" panose="02020603050405020304" pitchFamily="18" charset="0"/>
                <a:cs typeface="Times New Roman" panose="02020603050405020304" pitchFamily="18" charset="0"/>
              </a:rPr>
              <a:t>a </a:t>
            </a:r>
            <a:r>
              <a:rPr lang="en-US" b="1" dirty="0" smtClean="0">
                <a:latin typeface="Times New Roman" panose="02020603050405020304" pitchFamily="18" charset="0"/>
                <a:cs typeface="Times New Roman" panose="02020603050405020304" pitchFamily="18" charset="0"/>
              </a:rPr>
              <a:t>~</a:t>
            </a:r>
            <a:r>
              <a:rPr lang="en-US" b="1" i="1" dirty="0" smtClean="0">
                <a:latin typeface="Times New Roman" panose="02020603050405020304" pitchFamily="18" charset="0"/>
                <a:cs typeface="Times New Roman" panose="02020603050405020304" pitchFamily="18" charset="0"/>
              </a:rPr>
              <a:t> </a:t>
            </a:r>
            <a:r>
              <a:rPr lang="en-US" altLang="zh-CN" b="1" i="1" dirty="0" smtClean="0">
                <a:latin typeface="Times New Roman" panose="02020603050405020304" pitchFamily="18" charset="0"/>
                <a:cs typeface="Times New Roman" panose="02020603050405020304" pitchFamily="18" charset="0"/>
              </a:rPr>
              <a:t>a</a:t>
            </a:r>
            <a:r>
              <a:rPr lang="en-US" b="1" i="1" dirty="0" smtClean="0">
                <a:latin typeface="Times New Roman" panose="02020603050405020304" pitchFamily="18" charset="0"/>
                <a:cs typeface="Times New Roman" panose="02020603050405020304" pitchFamily="18" charset="0"/>
              </a:rPr>
              <a:t> </a:t>
            </a:r>
            <a:r>
              <a:rPr lang="zh-CN" altLang="en-US" b="1" dirty="0" smtClean="0"/>
              <a:t>；</a:t>
            </a:r>
            <a:endParaRPr lang="zh-CN" altLang="en-US" b="1" dirty="0" smtClean="0"/>
          </a:p>
          <a:p>
            <a:pPr marL="850265" lvl="1" indent="-457200">
              <a:lnSpc>
                <a:spcPct val="125000"/>
              </a:lnSpc>
              <a:buFont typeface="+mj-ea"/>
              <a:buAutoNum type="circleNumDbPlain"/>
            </a:pPr>
            <a:r>
              <a:rPr lang="zh-CN" altLang="en-US" b="1" dirty="0" smtClean="0"/>
              <a:t>若</a:t>
            </a:r>
            <a:r>
              <a:rPr lang="en-US" b="1" i="1" dirty="0" smtClean="0">
                <a:latin typeface="Times New Roman" panose="02020603050405020304" pitchFamily="18" charset="0"/>
                <a:cs typeface="Times New Roman" panose="02020603050405020304" pitchFamily="18" charset="0"/>
              </a:rPr>
              <a:t>a </a:t>
            </a:r>
            <a:r>
              <a:rPr lang="en-US" b="1" dirty="0" smtClean="0">
                <a:latin typeface="Times New Roman" panose="02020603050405020304" pitchFamily="18" charset="0"/>
                <a:cs typeface="Times New Roman" panose="02020603050405020304" pitchFamily="18" charset="0"/>
              </a:rPr>
              <a:t>~</a:t>
            </a:r>
            <a:r>
              <a:rPr lang="en-US" b="1" i="1" dirty="0" smtClean="0">
                <a:latin typeface="Times New Roman" panose="02020603050405020304" pitchFamily="18" charset="0"/>
                <a:cs typeface="Times New Roman" panose="02020603050405020304" pitchFamily="18" charset="0"/>
              </a:rPr>
              <a:t> b </a:t>
            </a:r>
            <a:r>
              <a:rPr lang="zh-CN" altLang="en-US" b="1" dirty="0" smtClean="0"/>
              <a:t>，则   </a:t>
            </a:r>
            <a:r>
              <a:rPr lang="en-US" b="1" dirty="0" smtClean="0"/>
              <a:t>             </a:t>
            </a:r>
            <a:r>
              <a:rPr lang="zh-CN" altLang="en-US" b="1" dirty="0" smtClean="0"/>
              <a:t>，从而</a:t>
            </a:r>
            <a:r>
              <a:rPr lang="en-US" b="1" dirty="0" smtClean="0"/>
              <a:t>                                 </a:t>
            </a:r>
            <a:r>
              <a:rPr lang="zh-CN" altLang="en-US" b="1" dirty="0" smtClean="0"/>
              <a:t>，故</a:t>
            </a:r>
            <a:r>
              <a:rPr lang="en-US" b="1" i="1" dirty="0" smtClean="0">
                <a:latin typeface="Times New Roman" panose="02020603050405020304" pitchFamily="18" charset="0"/>
                <a:cs typeface="Times New Roman" panose="02020603050405020304" pitchFamily="18" charset="0"/>
              </a:rPr>
              <a:t>b </a:t>
            </a:r>
            <a:r>
              <a:rPr lang="en-US" b="1" dirty="0" smtClean="0">
                <a:latin typeface="Times New Roman" panose="02020603050405020304" pitchFamily="18" charset="0"/>
                <a:cs typeface="Times New Roman" panose="02020603050405020304" pitchFamily="18" charset="0"/>
              </a:rPr>
              <a:t>~</a:t>
            </a:r>
            <a:r>
              <a:rPr lang="en-US" b="1" i="1" dirty="0" smtClean="0">
                <a:latin typeface="Times New Roman" panose="02020603050405020304" pitchFamily="18" charset="0"/>
                <a:cs typeface="Times New Roman" panose="02020603050405020304" pitchFamily="18" charset="0"/>
              </a:rPr>
              <a:t> a </a:t>
            </a:r>
            <a:r>
              <a:rPr lang="zh-CN" altLang="en-US" b="1" dirty="0" smtClean="0"/>
              <a:t>；</a:t>
            </a:r>
            <a:endParaRPr lang="zh-CN" altLang="en-US" b="1" dirty="0" smtClean="0"/>
          </a:p>
          <a:p>
            <a:pPr marL="850265" lvl="1" indent="-457200">
              <a:lnSpc>
                <a:spcPct val="125000"/>
              </a:lnSpc>
              <a:buFont typeface="+mj-ea"/>
              <a:buAutoNum type="circleNumDbPlain"/>
            </a:pPr>
            <a:r>
              <a:rPr lang="zh-CN" altLang="en-US" b="1" dirty="0" smtClean="0"/>
              <a:t>若</a:t>
            </a:r>
            <a:r>
              <a:rPr lang="en-US" b="1" i="1" dirty="0" smtClean="0">
                <a:latin typeface="Times New Roman" panose="02020603050405020304" pitchFamily="18" charset="0"/>
                <a:cs typeface="Times New Roman" panose="02020603050405020304" pitchFamily="18" charset="0"/>
              </a:rPr>
              <a:t>a </a:t>
            </a:r>
            <a:r>
              <a:rPr lang="en-US" b="1" dirty="0" smtClean="0">
                <a:latin typeface="Times New Roman" panose="02020603050405020304" pitchFamily="18" charset="0"/>
                <a:cs typeface="Times New Roman" panose="02020603050405020304" pitchFamily="18" charset="0"/>
              </a:rPr>
              <a:t>~</a:t>
            </a:r>
            <a:r>
              <a:rPr lang="en-US" b="1" i="1" dirty="0" smtClean="0">
                <a:latin typeface="Times New Roman" panose="02020603050405020304" pitchFamily="18" charset="0"/>
                <a:cs typeface="Times New Roman" panose="02020603050405020304" pitchFamily="18" charset="0"/>
              </a:rPr>
              <a:t> b </a:t>
            </a:r>
            <a:r>
              <a:rPr lang="zh-CN" altLang="en-US" b="1" dirty="0" smtClean="0"/>
              <a:t>，</a:t>
            </a:r>
            <a:r>
              <a:rPr lang="en-US" b="1" i="1" dirty="0" smtClean="0">
                <a:latin typeface="Times New Roman" panose="02020603050405020304" pitchFamily="18" charset="0"/>
                <a:cs typeface="Times New Roman" panose="02020603050405020304" pitchFamily="18" charset="0"/>
              </a:rPr>
              <a:t> b </a:t>
            </a:r>
            <a:r>
              <a:rPr lang="en-US" b="1" dirty="0" smtClean="0">
                <a:latin typeface="Times New Roman" panose="02020603050405020304" pitchFamily="18" charset="0"/>
                <a:cs typeface="Times New Roman" panose="02020603050405020304" pitchFamily="18" charset="0"/>
              </a:rPr>
              <a:t>~</a:t>
            </a:r>
            <a:r>
              <a:rPr lang="en-US" b="1" i="1" dirty="0" smtClean="0">
                <a:latin typeface="Times New Roman" panose="02020603050405020304" pitchFamily="18" charset="0"/>
                <a:cs typeface="Times New Roman" panose="02020603050405020304" pitchFamily="18" charset="0"/>
              </a:rPr>
              <a:t> c </a:t>
            </a:r>
            <a:r>
              <a:rPr lang="zh-CN" altLang="en-US" b="1" dirty="0" smtClean="0"/>
              <a:t>，则                                </a:t>
            </a:r>
            <a:r>
              <a:rPr lang="en-US" b="1" dirty="0" smtClean="0"/>
              <a:t> </a:t>
            </a:r>
            <a:r>
              <a:rPr lang="zh-CN" altLang="en-US" b="1" dirty="0" smtClean="0"/>
              <a:t>，从而</a:t>
            </a:r>
            <a:r>
              <a:rPr lang="en-US" b="1" dirty="0" smtClean="0"/>
              <a:t>                </a:t>
            </a:r>
            <a:r>
              <a:rPr lang="zh-CN" altLang="en-US" b="1" dirty="0" smtClean="0"/>
              <a:t>，故</a:t>
            </a:r>
            <a:r>
              <a:rPr lang="en-US" b="1" i="1" dirty="0" smtClean="0">
                <a:latin typeface="Times New Roman" panose="02020603050405020304" pitchFamily="18" charset="0"/>
                <a:cs typeface="Times New Roman" panose="02020603050405020304" pitchFamily="18" charset="0"/>
              </a:rPr>
              <a:t>a </a:t>
            </a:r>
            <a:r>
              <a:rPr lang="en-US" b="1" dirty="0" smtClean="0">
                <a:latin typeface="Times New Roman" panose="02020603050405020304" pitchFamily="18" charset="0"/>
                <a:cs typeface="Times New Roman" panose="02020603050405020304" pitchFamily="18" charset="0"/>
              </a:rPr>
              <a:t>~</a:t>
            </a:r>
            <a:r>
              <a:rPr lang="en-US" b="1" i="1" dirty="0" smtClean="0">
                <a:latin typeface="Times New Roman" panose="02020603050405020304" pitchFamily="18" charset="0"/>
                <a:cs typeface="Times New Roman" panose="02020603050405020304" pitchFamily="18" charset="0"/>
              </a:rPr>
              <a:t> c </a:t>
            </a:r>
            <a:r>
              <a:rPr lang="zh-CN" altLang="en-US" b="1" dirty="0" smtClean="0"/>
              <a:t>。</a:t>
            </a:r>
            <a:endParaRPr lang="zh-CN" altLang="en-US" b="1" dirty="0" smtClean="0"/>
          </a:p>
        </p:txBody>
      </p:sp>
      <p:graphicFrame>
        <p:nvGraphicFramePr>
          <p:cNvPr id="20" name="Object 3"/>
          <p:cNvGraphicFramePr>
            <a:graphicFrameLocks noChangeAspect="1"/>
          </p:cNvGraphicFramePr>
          <p:nvPr/>
        </p:nvGraphicFramePr>
        <p:xfrm>
          <a:off x="3649038" y="2420888"/>
          <a:ext cx="1643042" cy="410761"/>
        </p:xfrm>
        <a:graphic>
          <a:graphicData uri="http://schemas.openxmlformats.org/presentationml/2006/ole">
            <mc:AlternateContent xmlns:mc="http://schemas.openxmlformats.org/markup-compatibility/2006">
              <mc:Choice xmlns:v="urn:schemas-microsoft-com:vml" Requires="v">
                <p:oleObj spid="_x0000_s136337" name="Equation" r:id="rId3" imgW="799465" imgH="203200" progId="Equation.DSMT4">
                  <p:embed/>
                </p:oleObj>
              </mc:Choice>
              <mc:Fallback>
                <p:oleObj name="Equation" r:id="rId3" imgW="799465" imgH="203200" progId="Equation.DSMT4">
                  <p:embed/>
                  <p:pic>
                    <p:nvPicPr>
                      <p:cNvPr id="0" name="图片 1363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9038" y="2420888"/>
                        <a:ext cx="1643042" cy="4107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5"/>
          <p:cNvGraphicFramePr>
            <a:graphicFrameLocks noChangeAspect="1"/>
          </p:cNvGraphicFramePr>
          <p:nvPr/>
        </p:nvGraphicFramePr>
        <p:xfrm>
          <a:off x="3000364" y="3014052"/>
          <a:ext cx="1265238" cy="428625"/>
        </p:xfrm>
        <a:graphic>
          <a:graphicData uri="http://schemas.openxmlformats.org/presentationml/2006/ole">
            <mc:AlternateContent xmlns:mc="http://schemas.openxmlformats.org/markup-compatibility/2006">
              <mc:Choice xmlns:v="urn:schemas-microsoft-com:vml" Requires="v">
                <p:oleObj spid="_x0000_s136338" name="Equation" r:id="rId5" imgW="584200" imgH="203200" progId="Equation.DSMT4">
                  <p:embed/>
                </p:oleObj>
              </mc:Choice>
              <mc:Fallback>
                <p:oleObj name="Equation" r:id="rId5" imgW="584200" imgH="203200" progId="Equation.DSMT4">
                  <p:embed/>
                  <p:pic>
                    <p:nvPicPr>
                      <p:cNvPr id="0" name="图片 1363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64" y="3014052"/>
                        <a:ext cx="1265238"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6"/>
          <p:cNvGraphicFramePr>
            <a:graphicFrameLocks noChangeAspect="1"/>
          </p:cNvGraphicFramePr>
          <p:nvPr/>
        </p:nvGraphicFramePr>
        <p:xfrm>
          <a:off x="5148064" y="2996952"/>
          <a:ext cx="2428892" cy="466347"/>
        </p:xfrm>
        <a:graphic>
          <a:graphicData uri="http://schemas.openxmlformats.org/presentationml/2006/ole">
            <mc:AlternateContent xmlns:mc="http://schemas.openxmlformats.org/markup-compatibility/2006">
              <mc:Choice xmlns:v="urn:schemas-microsoft-com:vml" Requires="v">
                <p:oleObj spid="_x0000_s136339" name="Equation" r:id="rId6" imgW="1193800" imgH="228600" progId="Equation.DSMT4">
                  <p:embed/>
                </p:oleObj>
              </mc:Choice>
              <mc:Fallback>
                <p:oleObj name="Equation" r:id="rId6" imgW="1193800" imgH="228600" progId="Equation.DSMT4">
                  <p:embed/>
                  <p:pic>
                    <p:nvPicPr>
                      <p:cNvPr id="0" name="图片 13633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48064" y="2996952"/>
                        <a:ext cx="2428892" cy="4663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8"/>
          <p:cNvGraphicFramePr>
            <a:graphicFrameLocks noChangeAspect="1"/>
          </p:cNvGraphicFramePr>
          <p:nvPr/>
        </p:nvGraphicFramePr>
        <p:xfrm>
          <a:off x="4067944" y="3573016"/>
          <a:ext cx="2500330" cy="487869"/>
        </p:xfrm>
        <a:graphic>
          <a:graphicData uri="http://schemas.openxmlformats.org/presentationml/2006/ole">
            <mc:AlternateContent xmlns:mc="http://schemas.openxmlformats.org/markup-compatibility/2006">
              <mc:Choice xmlns:v="urn:schemas-microsoft-com:vml" Requires="v">
                <p:oleObj spid="_x0000_s136340" name="Equation" r:id="rId8" imgW="1168400" imgH="228600" progId="Equation.DSMT4">
                  <p:embed/>
                </p:oleObj>
              </mc:Choice>
              <mc:Fallback>
                <p:oleObj name="Equation" r:id="rId8" imgW="1168400" imgH="228600" progId="Equation.DSMT4">
                  <p:embed/>
                  <p:pic>
                    <p:nvPicPr>
                      <p:cNvPr id="0" name="图片 13633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67944" y="3573016"/>
                        <a:ext cx="2500330" cy="4878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10"/>
          <p:cNvGraphicFramePr>
            <a:graphicFrameLocks noChangeAspect="1"/>
          </p:cNvGraphicFramePr>
          <p:nvPr/>
        </p:nvGraphicFramePr>
        <p:xfrm>
          <a:off x="7400275" y="3501008"/>
          <a:ext cx="1204173" cy="428604"/>
        </p:xfrm>
        <a:graphic>
          <a:graphicData uri="http://schemas.openxmlformats.org/presentationml/2006/ole">
            <mc:AlternateContent xmlns:mc="http://schemas.openxmlformats.org/markup-compatibility/2006">
              <mc:Choice xmlns:v="urn:schemas-microsoft-com:vml" Requires="v">
                <p:oleObj spid="_x0000_s136341" name="Equation" r:id="rId10" imgW="571500" imgH="203200" progId="Equation.DSMT4">
                  <p:embed/>
                </p:oleObj>
              </mc:Choice>
              <mc:Fallback>
                <p:oleObj name="Equation" r:id="rId10" imgW="571500" imgH="203200" progId="Equation.DSMT4">
                  <p:embed/>
                  <p:pic>
                    <p:nvPicPr>
                      <p:cNvPr id="0" name="图片 13634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00275" y="3501008"/>
                        <a:ext cx="1204173" cy="428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内容占位符 2"/>
          <p:cNvSpPr txBox="1"/>
          <p:nvPr/>
        </p:nvSpPr>
        <p:spPr>
          <a:xfrm>
            <a:off x="395536" y="4509120"/>
            <a:ext cx="6840760" cy="720080"/>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25000"/>
              </a:lnSpc>
            </a:pPr>
            <a:r>
              <a:rPr lang="zh-CN" altLang="en-US" b="1" dirty="0" smtClean="0"/>
              <a:t>因此</a:t>
            </a:r>
            <a:r>
              <a:rPr lang="en-US" b="1" dirty="0" smtClean="0"/>
              <a:t> </a:t>
            </a:r>
            <a:r>
              <a:rPr lang="zh-CN" altLang="en-US" b="1" dirty="0" smtClean="0"/>
              <a:t>是</a:t>
            </a:r>
            <a:r>
              <a:rPr lang="en-US" b="1" dirty="0" smtClean="0"/>
              <a:t>G</a:t>
            </a:r>
            <a:r>
              <a:rPr lang="zh-CN" altLang="en-US" b="1" dirty="0" smtClean="0"/>
              <a:t>上的一个等价关系，记为</a:t>
            </a:r>
            <a:r>
              <a:rPr lang="en-US" b="1" dirty="0" smtClean="0"/>
              <a:t>       </a:t>
            </a:r>
            <a:r>
              <a:rPr lang="zh-CN" altLang="en-US" b="1" dirty="0" smtClean="0"/>
              <a:t>。</a:t>
            </a:r>
            <a:endParaRPr lang="zh-CN" altLang="en-US" b="1" dirty="0"/>
          </a:p>
        </p:txBody>
      </p:sp>
      <p:graphicFrame>
        <p:nvGraphicFramePr>
          <p:cNvPr id="27" name="Object 12"/>
          <p:cNvGraphicFramePr>
            <a:graphicFrameLocks noChangeAspect="1"/>
          </p:cNvGraphicFramePr>
          <p:nvPr/>
        </p:nvGraphicFramePr>
        <p:xfrm>
          <a:off x="5796136" y="4581128"/>
          <a:ext cx="500034" cy="521775"/>
        </p:xfrm>
        <a:graphic>
          <a:graphicData uri="http://schemas.openxmlformats.org/presentationml/2006/ole">
            <mc:AlternateContent xmlns:mc="http://schemas.openxmlformats.org/markup-compatibility/2006">
              <mc:Choice xmlns:v="urn:schemas-microsoft-com:vml" Requires="v">
                <p:oleObj spid="_x0000_s136342" name="Equation" r:id="rId12" imgW="215900" imgH="228600" progId="Equation.DSMT4">
                  <p:embed/>
                </p:oleObj>
              </mc:Choice>
              <mc:Fallback>
                <p:oleObj name="Equation" r:id="rId12" imgW="215900" imgH="228600" progId="Equation.DSMT4">
                  <p:embed/>
                  <p:pic>
                    <p:nvPicPr>
                      <p:cNvPr id="0" name="图片 13634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96136" y="4581128"/>
                        <a:ext cx="500034" cy="521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ppt_x"/>
                                          </p:val>
                                        </p:tav>
                                        <p:tav tm="100000">
                                          <p:val>
                                            <p:strVal val="#ppt_x"/>
                                          </p:val>
                                        </p:tav>
                                      </p:tavLst>
                                    </p:anim>
                                    <p:anim calcmode="lin" valueType="num">
                                      <p:cBhvr additive="base">
                                        <p:cTn id="12" dur="500" fill="hold"/>
                                        <p:tgtEl>
                                          <p:spTgt spid="2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ppt_x"/>
                                          </p:val>
                                        </p:tav>
                                        <p:tav tm="100000">
                                          <p:val>
                                            <p:strVal val="#ppt_x"/>
                                          </p:val>
                                        </p:tav>
                                      </p:tavLst>
                                    </p:anim>
                                    <p:anim calcmode="lin" valueType="num">
                                      <p:cBhvr additive="base">
                                        <p:cTn id="16" dur="500" fill="hold"/>
                                        <p:tgtEl>
                                          <p:spTgt spid="2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ppt_x"/>
                                          </p:val>
                                        </p:tav>
                                        <p:tav tm="100000">
                                          <p:val>
                                            <p:strVal val="#ppt_x"/>
                                          </p:val>
                                        </p:tav>
                                      </p:tavLst>
                                    </p:anim>
                                    <p:anim calcmode="lin" valueType="num">
                                      <p:cBhvr additive="base">
                                        <p:cTn id="20" dur="500" fill="hold"/>
                                        <p:tgtEl>
                                          <p:spTgt spid="22"/>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500" fill="hold"/>
                                        <p:tgtEl>
                                          <p:spTgt spid="23"/>
                                        </p:tgtEl>
                                        <p:attrNameLst>
                                          <p:attrName>ppt_x</p:attrName>
                                        </p:attrNameLst>
                                      </p:cBhvr>
                                      <p:tavLst>
                                        <p:tav tm="0">
                                          <p:val>
                                            <p:strVal val="#ppt_x"/>
                                          </p:val>
                                        </p:tav>
                                        <p:tav tm="100000">
                                          <p:val>
                                            <p:strVal val="#ppt_x"/>
                                          </p:val>
                                        </p:tav>
                                      </p:tavLst>
                                    </p:anim>
                                    <p:anim calcmode="lin" valueType="num">
                                      <p:cBhvr additive="base">
                                        <p:cTn id="24" dur="500" fill="hold"/>
                                        <p:tgtEl>
                                          <p:spTgt spid="2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fill="hold"/>
                                        <p:tgtEl>
                                          <p:spTgt spid="24"/>
                                        </p:tgtEl>
                                        <p:attrNameLst>
                                          <p:attrName>ppt_x</p:attrName>
                                        </p:attrNameLst>
                                      </p:cBhvr>
                                      <p:tavLst>
                                        <p:tav tm="0">
                                          <p:val>
                                            <p:strVal val="#ppt_x"/>
                                          </p:val>
                                        </p:tav>
                                        <p:tav tm="100000">
                                          <p:val>
                                            <p:strVal val="#ppt_x"/>
                                          </p:val>
                                        </p:tav>
                                      </p:tavLst>
                                    </p:anim>
                                    <p:anim calcmode="lin" valueType="num">
                                      <p:cBhvr additive="base">
                                        <p:cTn id="2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anim calcmode="lin" valueType="num">
                                      <p:cBhvr additive="base">
                                        <p:cTn id="33" dur="500" fill="hold"/>
                                        <p:tgtEl>
                                          <p:spTgt spid="26"/>
                                        </p:tgtEl>
                                        <p:attrNameLst>
                                          <p:attrName>ppt_x</p:attrName>
                                        </p:attrNameLst>
                                      </p:cBhvr>
                                      <p:tavLst>
                                        <p:tav tm="0">
                                          <p:val>
                                            <p:strVal val="#ppt_x"/>
                                          </p:val>
                                        </p:tav>
                                        <p:tav tm="100000">
                                          <p:val>
                                            <p:strVal val="#ppt_x"/>
                                          </p:val>
                                        </p:tav>
                                      </p:tavLst>
                                    </p:anim>
                                    <p:anim calcmode="lin" valueType="num">
                                      <p:cBhvr additive="base">
                                        <p:cTn id="34" dur="500" fill="hold"/>
                                        <p:tgtEl>
                                          <p:spTgt spid="26"/>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 calcmode="lin" valueType="num">
                                      <p:cBhvr additive="base">
                                        <p:cTn id="37" dur="500" fill="hold"/>
                                        <p:tgtEl>
                                          <p:spTgt spid="27"/>
                                        </p:tgtEl>
                                        <p:attrNameLst>
                                          <p:attrName>ppt_x</p:attrName>
                                        </p:attrNameLst>
                                      </p:cBhvr>
                                      <p:tavLst>
                                        <p:tav tm="0">
                                          <p:val>
                                            <p:strVal val="#ppt_x"/>
                                          </p:val>
                                        </p:tav>
                                        <p:tav tm="100000">
                                          <p:val>
                                            <p:strVal val="#ppt_x"/>
                                          </p:val>
                                        </p:tav>
                                      </p:tavLst>
                                    </p:anim>
                                    <p:anim calcmode="lin" valueType="num">
                                      <p:cBhvr additive="base">
                                        <p:cTn id="3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4624"/>
            <a:ext cx="8229600" cy="936104"/>
          </a:xfrm>
        </p:spPr>
        <p:txBody>
          <a:bodyPr/>
          <a:lstStyle/>
          <a:p>
            <a:r>
              <a:rPr lang="zh-CN" altLang="en-US" dirty="0" smtClean="0"/>
              <a:t>陪集（续）</a:t>
            </a:r>
            <a:endParaRPr lang="zh-CN" altLang="en-US" dirty="0"/>
          </a:p>
        </p:txBody>
      </p:sp>
      <p:sp>
        <p:nvSpPr>
          <p:cNvPr id="3" name="内容占位符 2"/>
          <p:cNvSpPr>
            <a:spLocks noGrp="1"/>
          </p:cNvSpPr>
          <p:nvPr>
            <p:ph idx="1"/>
          </p:nvPr>
        </p:nvSpPr>
        <p:spPr>
          <a:xfrm>
            <a:off x="457200" y="1052736"/>
            <a:ext cx="8229600" cy="3384376"/>
          </a:xfrm>
        </p:spPr>
        <p:txBody>
          <a:bodyPr/>
          <a:lstStyle/>
          <a:p>
            <a:pPr>
              <a:lnSpc>
                <a:spcPct val="125000"/>
              </a:lnSpc>
            </a:pPr>
            <a:r>
              <a:rPr lang="zh-CN" altLang="en-US" b="1" dirty="0" smtClean="0">
                <a:solidFill>
                  <a:srgbClr val="0070C0"/>
                </a:solidFill>
              </a:rPr>
              <a:t>定义</a:t>
            </a:r>
            <a:r>
              <a:rPr lang="en-US" b="1" dirty="0" smtClean="0">
                <a:solidFill>
                  <a:srgbClr val="0070C0"/>
                </a:solidFill>
              </a:rPr>
              <a:t>4.3.4</a:t>
            </a:r>
            <a:r>
              <a:rPr lang="zh-CN" altLang="en-US" b="1" dirty="0" smtClean="0"/>
              <a:t>设</a:t>
            </a:r>
            <a:r>
              <a:rPr lang="en-US" b="1" dirty="0" smtClean="0"/>
              <a:t>H</a:t>
            </a:r>
            <a:r>
              <a:rPr lang="zh-CN" altLang="en-US" b="1" dirty="0" smtClean="0"/>
              <a:t>是群</a:t>
            </a:r>
            <a:r>
              <a:rPr lang="en-US" b="1" dirty="0" smtClean="0"/>
              <a:t>G</a:t>
            </a:r>
            <a:r>
              <a:rPr lang="zh-CN" altLang="en-US" b="1" dirty="0" smtClean="0"/>
              <a:t>的一个子群。对于</a:t>
            </a:r>
            <a:r>
              <a:rPr lang="en-US" b="1" dirty="0" smtClean="0"/>
              <a:t>G</a:t>
            </a:r>
            <a:r>
              <a:rPr lang="zh-CN" altLang="en-US" b="1" dirty="0" smtClean="0"/>
              <a:t>中的任意元素</a:t>
            </a:r>
            <a:r>
              <a:rPr lang="en-US" altLang="zh-CN" b="1" i="1" dirty="0" smtClean="0"/>
              <a:t>a</a:t>
            </a:r>
            <a:r>
              <a:rPr lang="zh-CN" altLang="en-US" b="1" dirty="0" smtClean="0"/>
              <a:t>，称集合</a:t>
            </a:r>
            <a:endParaRPr lang="en-US" altLang="zh-CN" b="1" dirty="0" smtClean="0"/>
          </a:p>
          <a:p>
            <a:pPr algn="ctr">
              <a:lnSpc>
                <a:spcPct val="125000"/>
              </a:lnSpc>
              <a:buNone/>
            </a:pPr>
            <a:r>
              <a:rPr lang="en-US" altLang="zh-CN" b="1" dirty="0"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ah|h</a:t>
            </a:r>
            <a:r>
              <a:rPr lang="en-US" altLang="zh-CN" b="1" i="1"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H</a:t>
            </a:r>
            <a:r>
              <a:rPr lang="en-US" altLang="zh-CN" b="1" dirty="0" smtClean="0">
                <a:latin typeface="Times New Roman" panose="02020603050405020304" pitchFamily="18" charset="0"/>
                <a:cs typeface="Times New Roman" panose="02020603050405020304" pitchFamily="18" charset="0"/>
              </a:rPr>
              <a:t>}</a:t>
            </a:r>
            <a:endParaRPr lang="zh-CN" altLang="en-US" b="1" dirty="0" smtClean="0">
              <a:latin typeface="Times New Roman" panose="02020603050405020304" pitchFamily="18" charset="0"/>
              <a:cs typeface="Times New Roman" panose="02020603050405020304" pitchFamily="18" charset="0"/>
            </a:endParaRPr>
          </a:p>
          <a:p>
            <a:pPr>
              <a:lnSpc>
                <a:spcPct val="125000"/>
              </a:lnSpc>
              <a:buNone/>
            </a:pPr>
            <a:r>
              <a:rPr lang="zh-CN" altLang="en-US" b="1" dirty="0" smtClean="0"/>
              <a:t>为</a:t>
            </a:r>
            <a:r>
              <a:rPr lang="en-US" b="1" dirty="0" smtClean="0"/>
              <a:t>H</a:t>
            </a:r>
            <a:r>
              <a:rPr lang="zh-CN" altLang="en-US" b="1" dirty="0" smtClean="0"/>
              <a:t>的一个左陪集，简记为</a:t>
            </a:r>
            <a:r>
              <a:rPr lang="en-US" b="1" dirty="0" smtClean="0"/>
              <a:t> </a:t>
            </a:r>
            <a:r>
              <a:rPr lang="en-US" b="1" i="1" dirty="0" err="1" smtClean="0">
                <a:latin typeface="Times New Roman" panose="02020603050405020304" pitchFamily="18" charset="0"/>
                <a:cs typeface="Times New Roman" panose="02020603050405020304" pitchFamily="18" charset="0"/>
              </a:rPr>
              <a:t>aH</a:t>
            </a:r>
            <a:r>
              <a:rPr lang="zh-CN" altLang="en-US" b="1" dirty="0" smtClean="0"/>
              <a:t>。因为</a:t>
            </a:r>
            <a:r>
              <a:rPr lang="en-US" b="1" dirty="0" smtClean="0"/>
              <a:t>H</a:t>
            </a:r>
            <a:r>
              <a:rPr lang="zh-CN" altLang="en-US" b="1" dirty="0" smtClean="0"/>
              <a:t>中有单位元素，所以</a:t>
            </a:r>
            <a:r>
              <a:rPr lang="en-US" b="1" dirty="0" smtClean="0"/>
              <a:t> </a:t>
            </a:r>
            <a:r>
              <a:rPr lang="en-US" b="1" i="1" dirty="0" smtClean="0">
                <a:latin typeface="Times New Roman" panose="02020603050405020304" pitchFamily="18" charset="0"/>
                <a:cs typeface="Times New Roman" panose="02020603050405020304" pitchFamily="18" charset="0"/>
              </a:rPr>
              <a:t>a</a:t>
            </a:r>
            <a:r>
              <a:rPr lang="en-US" altLang="zh-CN" b="1" dirty="0" smtClean="0">
                <a:latin typeface="Times New Roman" panose="02020603050405020304" pitchFamily="18" charset="0"/>
                <a:cs typeface="Times New Roman" panose="02020603050405020304" pitchFamily="18" charset="0"/>
              </a:rPr>
              <a:t> ∈</a:t>
            </a:r>
            <a:r>
              <a:rPr lang="en-US" altLang="zh-CN" b="1" i="1" dirty="0" err="1" smtClean="0">
                <a:latin typeface="Times New Roman" panose="02020603050405020304" pitchFamily="18" charset="0"/>
                <a:cs typeface="Times New Roman" panose="02020603050405020304" pitchFamily="18" charset="0"/>
              </a:rPr>
              <a:t>aH</a:t>
            </a:r>
            <a:r>
              <a:rPr lang="en-US" altLang="zh-CN" b="1" i="1" dirty="0" smtClean="0">
                <a:latin typeface="Times New Roman" panose="02020603050405020304" pitchFamily="18" charset="0"/>
                <a:cs typeface="Times New Roman" panose="02020603050405020304" pitchFamily="18" charset="0"/>
              </a:rPr>
              <a:t> </a:t>
            </a:r>
            <a:r>
              <a:rPr lang="zh-CN" altLang="en-US" b="1" dirty="0" smtClean="0"/>
              <a:t>。同样可以定义右陪集为</a:t>
            </a:r>
            <a:endParaRPr lang="zh-CN" altLang="en-US" b="1" dirty="0" smtClean="0"/>
          </a:p>
          <a:p>
            <a:pPr algn="ctr">
              <a:lnSpc>
                <a:spcPct val="125000"/>
              </a:lnSpc>
              <a:buNone/>
            </a:pPr>
            <a:r>
              <a:rPr lang="en-US" b="1" i="1" dirty="0" smtClean="0">
                <a:latin typeface="Times New Roman" panose="02020603050405020304" pitchFamily="18" charset="0"/>
                <a:cs typeface="Times New Roman" panose="02020603050405020304" pitchFamily="18" charset="0"/>
              </a:rPr>
              <a:t>Ha=</a:t>
            </a:r>
            <a:r>
              <a:rPr lang="en-US" altLang="zh-CN" b="1" dirty="0"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ha|h</a:t>
            </a:r>
            <a:r>
              <a:rPr lang="en-US" altLang="zh-CN" b="1" i="1" dirty="0" smtClean="0">
                <a:latin typeface="Times New Roman" panose="02020603050405020304" pitchFamily="18" charset="0"/>
                <a:cs typeface="Times New Roman" panose="02020603050405020304" pitchFamily="18" charset="0"/>
              </a:rPr>
              <a:t> </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H</a:t>
            </a:r>
            <a:r>
              <a:rPr lang="en-US" altLang="zh-CN" b="1" dirty="0" smtClean="0">
                <a:latin typeface="Times New Roman" panose="02020603050405020304" pitchFamily="18" charset="0"/>
                <a:cs typeface="Times New Roman" panose="02020603050405020304" pitchFamily="18" charset="0"/>
              </a:rPr>
              <a:t>}</a:t>
            </a:r>
            <a:endParaRPr lang="zh-CN" altLang="en-US" b="1" dirty="0" smtClean="0"/>
          </a:p>
        </p:txBody>
      </p:sp>
      <p:sp>
        <p:nvSpPr>
          <p:cNvPr id="51202"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1204"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0" name="内容占位符 2"/>
          <p:cNvSpPr txBox="1"/>
          <p:nvPr/>
        </p:nvSpPr>
        <p:spPr>
          <a:xfrm>
            <a:off x="457200" y="4368472"/>
            <a:ext cx="8229600" cy="1220768"/>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25000"/>
              </a:lnSpc>
            </a:pPr>
            <a:r>
              <a:rPr lang="zh-CN" altLang="en-US" b="1" smtClean="0"/>
              <a:t>对于任意元素</a:t>
            </a:r>
            <a:r>
              <a:rPr lang="en-US" b="1" i="1" smtClean="0">
                <a:latin typeface="Times New Roman" panose="02020603050405020304" pitchFamily="18" charset="0"/>
                <a:cs typeface="Times New Roman" panose="02020603050405020304" pitchFamily="18" charset="0"/>
              </a:rPr>
              <a:t>a </a:t>
            </a:r>
            <a:r>
              <a:rPr lang="en-US" b="1" smtClean="0">
                <a:latin typeface="Times New Roman" panose="02020603050405020304" pitchFamily="18" charset="0"/>
                <a:cs typeface="Times New Roman" panose="02020603050405020304" pitchFamily="18" charset="0"/>
              </a:rPr>
              <a:t>∈</a:t>
            </a:r>
            <a:r>
              <a:rPr lang="en-US" b="1" i="1" smtClean="0">
                <a:latin typeface="Times New Roman" panose="02020603050405020304" pitchFamily="18" charset="0"/>
                <a:cs typeface="Times New Roman" panose="02020603050405020304" pitchFamily="18" charset="0"/>
              </a:rPr>
              <a:t> </a:t>
            </a:r>
            <a:r>
              <a:rPr lang="en-US" altLang="zh-CN" b="1" i="1" smtClean="0">
                <a:latin typeface="Times New Roman" panose="02020603050405020304" pitchFamily="18" charset="0"/>
                <a:cs typeface="Times New Roman" panose="02020603050405020304" pitchFamily="18" charset="0"/>
              </a:rPr>
              <a:t>G </a:t>
            </a:r>
            <a:r>
              <a:rPr lang="zh-CN" altLang="en-US" b="1" smtClean="0"/>
              <a:t>，</a:t>
            </a:r>
            <a:r>
              <a:rPr lang="en-US" b="1" i="1" smtClean="0">
                <a:latin typeface="Times New Roman" panose="02020603050405020304" pitchFamily="18" charset="0"/>
                <a:cs typeface="Times New Roman" panose="02020603050405020304" pitchFamily="18" charset="0"/>
              </a:rPr>
              <a:t> aH</a:t>
            </a:r>
            <a:r>
              <a:rPr lang="zh-CN" altLang="en-US" b="1" smtClean="0"/>
              <a:t>与</a:t>
            </a:r>
            <a:r>
              <a:rPr lang="en-US" b="1" i="1" smtClean="0">
                <a:latin typeface="Times New Roman" panose="02020603050405020304" pitchFamily="18" charset="0"/>
                <a:cs typeface="Times New Roman" panose="02020603050405020304" pitchFamily="18" charset="0"/>
              </a:rPr>
              <a:t>H</a:t>
            </a:r>
            <a:r>
              <a:rPr lang="zh-CN" altLang="en-US" b="1" smtClean="0"/>
              <a:t>中有相同的元素个数。因为对于任意   </a:t>
            </a:r>
            <a:r>
              <a:rPr lang="en-US" b="1" smtClean="0"/>
              <a:t>            </a:t>
            </a:r>
            <a:r>
              <a:rPr lang="zh-CN" altLang="en-US" b="1" smtClean="0"/>
              <a:t>，由     </a:t>
            </a:r>
            <a:r>
              <a:rPr lang="en-US" b="1" smtClean="0"/>
              <a:t>           </a:t>
            </a:r>
            <a:r>
              <a:rPr lang="zh-CN" altLang="en-US" b="1" smtClean="0"/>
              <a:t>可推导出            。</a:t>
            </a:r>
            <a:endParaRPr lang="zh-CN" altLang="en-US" b="1" dirty="0"/>
          </a:p>
        </p:txBody>
      </p:sp>
      <p:graphicFrame>
        <p:nvGraphicFramePr>
          <p:cNvPr id="11" name="Object 1"/>
          <p:cNvGraphicFramePr>
            <a:graphicFrameLocks noChangeAspect="1"/>
          </p:cNvGraphicFramePr>
          <p:nvPr/>
        </p:nvGraphicFramePr>
        <p:xfrm>
          <a:off x="2857488" y="5013302"/>
          <a:ext cx="1160803" cy="428604"/>
        </p:xfrm>
        <a:graphic>
          <a:graphicData uri="http://schemas.openxmlformats.org/presentationml/2006/ole">
            <mc:AlternateContent xmlns:mc="http://schemas.openxmlformats.org/markup-compatibility/2006">
              <mc:Choice xmlns:v="urn:schemas-microsoft-com:vml" Requires="v">
                <p:oleObj spid="_x0000_s51698" name="Equation" r:id="rId1" imgW="622300" imgH="228600" progId="Equation.DSMT4">
                  <p:embed/>
                </p:oleObj>
              </mc:Choice>
              <mc:Fallback>
                <p:oleObj name="Equation" r:id="rId1" imgW="622300" imgH="228600" progId="Equation.DSMT4">
                  <p:embed/>
                  <p:pic>
                    <p:nvPicPr>
                      <p:cNvPr id="0" name="图片 5169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488" y="5013302"/>
                        <a:ext cx="1160803" cy="428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3"/>
          <p:cNvGraphicFramePr>
            <a:graphicFrameLocks noChangeAspect="1"/>
          </p:cNvGraphicFramePr>
          <p:nvPr/>
        </p:nvGraphicFramePr>
        <p:xfrm>
          <a:off x="4643438" y="4941840"/>
          <a:ext cx="1291779" cy="500043"/>
        </p:xfrm>
        <a:graphic>
          <a:graphicData uri="http://schemas.openxmlformats.org/presentationml/2006/ole">
            <mc:AlternateContent xmlns:mc="http://schemas.openxmlformats.org/markup-compatibility/2006">
              <mc:Choice xmlns:v="urn:schemas-microsoft-com:vml" Requires="v">
                <p:oleObj spid="_x0000_s51699" name="Equation" r:id="rId3" imgW="584200" imgH="228600" progId="Equation.DSMT4">
                  <p:embed/>
                </p:oleObj>
              </mc:Choice>
              <mc:Fallback>
                <p:oleObj name="Equation" r:id="rId3" imgW="584200" imgH="228600" progId="Equation.DSMT4">
                  <p:embed/>
                  <p:pic>
                    <p:nvPicPr>
                      <p:cNvPr id="0" name="图片 516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4941840"/>
                        <a:ext cx="1291779" cy="5000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5"/>
          <p:cNvGraphicFramePr>
            <a:graphicFrameLocks noChangeAspect="1"/>
          </p:cNvGraphicFramePr>
          <p:nvPr/>
        </p:nvGraphicFramePr>
        <p:xfrm>
          <a:off x="7308304" y="4937280"/>
          <a:ext cx="954088" cy="500063"/>
        </p:xfrm>
        <a:graphic>
          <a:graphicData uri="http://schemas.openxmlformats.org/presentationml/2006/ole">
            <mc:AlternateContent xmlns:mc="http://schemas.openxmlformats.org/markup-compatibility/2006">
              <mc:Choice xmlns:v="urn:schemas-microsoft-com:vml" Requires="v">
                <p:oleObj spid="_x0000_s51700" name="Equation" r:id="rId5" imgW="431800" imgH="228600" progId="Equation.DSMT4">
                  <p:embed/>
                </p:oleObj>
              </mc:Choice>
              <mc:Fallback>
                <p:oleObj name="Equation" r:id="rId5" imgW="431800" imgH="228600" progId="Equation.DSMT4">
                  <p:embed/>
                  <p:pic>
                    <p:nvPicPr>
                      <p:cNvPr id="0" name="图片 5169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08304" y="4937280"/>
                        <a:ext cx="954088" cy="50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5396"/>
            <a:ext cx="8229600" cy="833324"/>
          </a:xfrm>
        </p:spPr>
        <p:txBody>
          <a:bodyPr/>
          <a:lstStyle/>
          <a:p>
            <a:r>
              <a:rPr lang="zh-CN" altLang="en-US" dirty="0" smtClean="0"/>
              <a:t>陪集（续）</a:t>
            </a:r>
            <a:endParaRPr lang="zh-CN" altLang="en-US" dirty="0"/>
          </a:p>
        </p:txBody>
      </p:sp>
      <p:sp>
        <p:nvSpPr>
          <p:cNvPr id="3" name="内容占位符 2"/>
          <p:cNvSpPr>
            <a:spLocks noGrp="1"/>
          </p:cNvSpPr>
          <p:nvPr>
            <p:ph idx="1"/>
          </p:nvPr>
        </p:nvSpPr>
        <p:spPr>
          <a:xfrm>
            <a:off x="457200" y="1052736"/>
            <a:ext cx="8229600" cy="1493520"/>
          </a:xfrm>
        </p:spPr>
        <p:txBody>
          <a:bodyPr>
            <a:normAutofit lnSpcReduction="10000"/>
          </a:bodyPr>
          <a:lstStyle/>
          <a:p>
            <a:pPr>
              <a:lnSpc>
                <a:spcPct val="125000"/>
              </a:lnSpc>
            </a:pPr>
            <a:r>
              <a:rPr lang="zh-CN" altLang="en-US" b="1" dirty="0" smtClean="0">
                <a:solidFill>
                  <a:srgbClr val="0070C0"/>
                </a:solidFill>
              </a:rPr>
              <a:t>定理</a:t>
            </a:r>
            <a:r>
              <a:rPr lang="en-US" b="1" dirty="0" smtClean="0">
                <a:solidFill>
                  <a:srgbClr val="0070C0"/>
                </a:solidFill>
              </a:rPr>
              <a:t>4.3.2 </a:t>
            </a:r>
            <a:r>
              <a:rPr lang="zh-CN" altLang="en-US" b="1" dirty="0" smtClean="0"/>
              <a:t>设</a:t>
            </a:r>
            <a:r>
              <a:rPr lang="en-US" b="1" dirty="0" smtClean="0"/>
              <a:t>H</a:t>
            </a:r>
            <a:r>
              <a:rPr lang="zh-CN" altLang="en-US" b="1" dirty="0" smtClean="0"/>
              <a:t>是</a:t>
            </a:r>
            <a:r>
              <a:rPr lang="en-US" b="1" dirty="0" smtClean="0"/>
              <a:t>G</a:t>
            </a:r>
            <a:r>
              <a:rPr lang="zh-CN" altLang="en-US" b="1" dirty="0" smtClean="0"/>
              <a:t>的子群，</a:t>
            </a:r>
            <a:r>
              <a:rPr lang="en-US" b="1" i="1" dirty="0" smtClean="0">
                <a:latin typeface="Times New Roman" panose="02020603050405020304" pitchFamily="18" charset="0"/>
                <a:cs typeface="Times New Roman" panose="02020603050405020304" pitchFamily="18" charset="0"/>
              </a:rPr>
              <a:t> a </a:t>
            </a:r>
            <a:r>
              <a:rPr lang="en-US" b="1" dirty="0" smtClean="0">
                <a:latin typeface="Times New Roman" panose="02020603050405020304" pitchFamily="18" charset="0"/>
                <a:cs typeface="Times New Roman" panose="02020603050405020304" pitchFamily="18" charset="0"/>
              </a:rPr>
              <a:t>∈</a:t>
            </a:r>
            <a:r>
              <a:rPr lang="en-US" b="1" i="1" dirty="0" smtClean="0">
                <a:latin typeface="Times New Roman" panose="02020603050405020304" pitchFamily="18" charset="0"/>
                <a:cs typeface="Times New Roman" panose="02020603050405020304" pitchFamily="18" charset="0"/>
              </a:rPr>
              <a:t> </a:t>
            </a:r>
            <a:r>
              <a:rPr lang="en-US" altLang="zh-CN" b="1" i="1" dirty="0" smtClean="0">
                <a:latin typeface="Times New Roman" panose="02020603050405020304" pitchFamily="18" charset="0"/>
                <a:cs typeface="Times New Roman" panose="02020603050405020304" pitchFamily="18" charset="0"/>
              </a:rPr>
              <a:t>G </a:t>
            </a:r>
            <a:r>
              <a:rPr lang="zh-CN" altLang="en-US" b="1" dirty="0" smtClean="0"/>
              <a:t>，则在等价关系</a:t>
            </a:r>
            <a:r>
              <a:rPr lang="en-US" b="1" dirty="0" smtClean="0"/>
              <a:t>   </a:t>
            </a:r>
            <a:r>
              <a:rPr lang="zh-CN" altLang="en-US" b="1" dirty="0" smtClean="0"/>
              <a:t>下，</a:t>
            </a:r>
            <a:r>
              <a:rPr lang="en-US" b="1" i="1" dirty="0" smtClean="0">
                <a:latin typeface="Times New Roman" panose="02020603050405020304" pitchFamily="18" charset="0"/>
                <a:cs typeface="Times New Roman" panose="02020603050405020304" pitchFamily="18" charset="0"/>
              </a:rPr>
              <a:t> a</a:t>
            </a:r>
            <a:r>
              <a:rPr lang="zh-CN" altLang="en-US" b="1" dirty="0" smtClean="0"/>
              <a:t>的等价类</a:t>
            </a:r>
            <a:r>
              <a:rPr lang="en-US" altLang="zh-CN" b="1" dirty="0" smtClean="0"/>
              <a:t>[</a:t>
            </a:r>
            <a:r>
              <a:rPr lang="en-US" b="1" i="1" dirty="0" smtClean="0">
                <a:latin typeface="Times New Roman" panose="02020603050405020304" pitchFamily="18" charset="0"/>
                <a:cs typeface="Times New Roman" panose="02020603050405020304" pitchFamily="18" charset="0"/>
              </a:rPr>
              <a:t>a</a:t>
            </a:r>
            <a:r>
              <a:rPr lang="en-US" b="1" dirty="0" smtClean="0">
                <a:latin typeface="Times New Roman" panose="02020603050405020304" pitchFamily="18" charset="0"/>
                <a:cs typeface="Times New Roman" panose="02020603050405020304" pitchFamily="18" charset="0"/>
              </a:rPr>
              <a:t>]=</a:t>
            </a:r>
            <a:r>
              <a:rPr lang="en-US" b="1" i="1" dirty="0" err="1" smtClean="0">
                <a:latin typeface="Times New Roman" panose="02020603050405020304" pitchFamily="18" charset="0"/>
                <a:cs typeface="Times New Roman" panose="02020603050405020304" pitchFamily="18" charset="0"/>
              </a:rPr>
              <a:t>aH</a:t>
            </a:r>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r>
              <a:rPr lang="zh-CN" altLang="en-US" b="1" dirty="0" smtClean="0">
                <a:latin typeface="Times New Roman" panose="02020603050405020304" pitchFamily="18" charset="0"/>
                <a:cs typeface="Times New Roman" panose="02020603050405020304" pitchFamily="18" charset="0"/>
              </a:rPr>
              <a:t>证明：</a:t>
            </a:r>
            <a:endParaRPr lang="zh-CN" altLang="en-US" b="1" dirty="0"/>
          </a:p>
        </p:txBody>
      </p:sp>
      <p:graphicFrame>
        <p:nvGraphicFramePr>
          <p:cNvPr id="52226" name="Object 2"/>
          <p:cNvGraphicFramePr>
            <a:graphicFrameLocks noChangeAspect="1"/>
          </p:cNvGraphicFramePr>
          <p:nvPr/>
        </p:nvGraphicFramePr>
        <p:xfrm>
          <a:off x="8172400" y="1052736"/>
          <a:ext cx="500062" cy="522288"/>
        </p:xfrm>
        <a:graphic>
          <a:graphicData uri="http://schemas.openxmlformats.org/presentationml/2006/ole">
            <mc:AlternateContent xmlns:mc="http://schemas.openxmlformats.org/markup-compatibility/2006">
              <mc:Choice xmlns:v="urn:schemas-microsoft-com:vml" Requires="v">
                <p:oleObj spid="_x0000_s52560" name="Equation" r:id="rId1" imgW="215900" imgH="228600" progId="Equation.DSMT4">
                  <p:embed/>
                </p:oleObj>
              </mc:Choice>
              <mc:Fallback>
                <p:oleObj name="Equation" r:id="rId1" imgW="215900" imgH="228600" progId="Equation.DSMT4">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2400" y="1052736"/>
                        <a:ext cx="500062" cy="522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228"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2227" name="Object 3"/>
          <p:cNvGraphicFramePr>
            <a:graphicFrameLocks noChangeAspect="1"/>
          </p:cNvGraphicFramePr>
          <p:nvPr/>
        </p:nvGraphicFramePr>
        <p:xfrm>
          <a:off x="2786050" y="2441978"/>
          <a:ext cx="3495853" cy="2643206"/>
        </p:xfrm>
        <a:graphic>
          <a:graphicData uri="http://schemas.openxmlformats.org/presentationml/2006/ole">
            <mc:AlternateContent xmlns:mc="http://schemas.openxmlformats.org/markup-compatibility/2006">
              <mc:Choice xmlns:v="urn:schemas-microsoft-com:vml" Requires="v">
                <p:oleObj spid="_x0000_s52561" name="Equation" r:id="rId3" imgW="1168400" imgH="889000" progId="Equation.DSMT4">
                  <p:embed/>
                </p:oleObj>
              </mc:Choice>
              <mc:Fallback>
                <p:oleObj name="Equation" r:id="rId3" imgW="1168400" imgH="8890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6050" y="2441978"/>
                        <a:ext cx="3495853" cy="26432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4624"/>
            <a:ext cx="8229600" cy="1143000"/>
          </a:xfrm>
        </p:spPr>
        <p:txBody>
          <a:bodyPr/>
          <a:lstStyle/>
          <a:p>
            <a:r>
              <a:rPr lang="zh-CN" altLang="en-US" dirty="0" smtClean="0"/>
              <a:t>陪集（续）</a:t>
            </a:r>
            <a:endParaRPr lang="zh-CN" altLang="en-US" dirty="0"/>
          </a:p>
        </p:txBody>
      </p:sp>
      <p:sp>
        <p:nvSpPr>
          <p:cNvPr id="3" name="内容占位符 2"/>
          <p:cNvSpPr>
            <a:spLocks noGrp="1"/>
          </p:cNvSpPr>
          <p:nvPr>
            <p:ph idx="1"/>
          </p:nvPr>
        </p:nvSpPr>
        <p:spPr>
          <a:xfrm>
            <a:off x="457200" y="1276016"/>
            <a:ext cx="8229600" cy="1850710"/>
          </a:xfrm>
        </p:spPr>
        <p:txBody>
          <a:bodyPr>
            <a:normAutofit lnSpcReduction="10000"/>
          </a:bodyPr>
          <a:lstStyle/>
          <a:p>
            <a:pPr>
              <a:lnSpc>
                <a:spcPct val="150000"/>
              </a:lnSpc>
            </a:pPr>
            <a:r>
              <a:rPr lang="zh-CN" altLang="en-US" b="1" dirty="0" smtClean="0">
                <a:solidFill>
                  <a:srgbClr val="0070C0"/>
                </a:solidFill>
              </a:rPr>
              <a:t>定理</a:t>
            </a:r>
            <a:r>
              <a:rPr lang="en-US" b="1" dirty="0" smtClean="0">
                <a:solidFill>
                  <a:srgbClr val="0070C0"/>
                </a:solidFill>
              </a:rPr>
              <a:t>4.3.3 </a:t>
            </a:r>
            <a:r>
              <a:rPr lang="zh-CN" altLang="en-US" b="1" dirty="0" smtClean="0"/>
              <a:t>设</a:t>
            </a:r>
            <a:r>
              <a:rPr lang="en-US" b="1" dirty="0" smtClean="0"/>
              <a:t>H</a:t>
            </a:r>
            <a:r>
              <a:rPr lang="zh-CN" altLang="en-US" b="1" dirty="0" smtClean="0"/>
              <a:t>是群</a:t>
            </a:r>
            <a:r>
              <a:rPr lang="en-US" b="1" dirty="0" smtClean="0"/>
              <a:t>G</a:t>
            </a:r>
            <a:r>
              <a:rPr lang="zh-CN" altLang="en-US" b="1" dirty="0" smtClean="0"/>
              <a:t>的一个子群。</a:t>
            </a:r>
            <a:r>
              <a:rPr lang="en-US" b="1" dirty="0" smtClean="0"/>
              <a:t>H</a:t>
            </a:r>
            <a:r>
              <a:rPr lang="zh-CN" altLang="en-US" b="1" dirty="0" smtClean="0"/>
              <a:t>的任意两个左陪集或者相等或者无公共元素。群</a:t>
            </a:r>
            <a:r>
              <a:rPr lang="en-US" b="1" dirty="0" smtClean="0"/>
              <a:t>G</a:t>
            </a:r>
            <a:r>
              <a:rPr lang="zh-CN" altLang="en-US" b="1" dirty="0" smtClean="0"/>
              <a:t>可以表示成</a:t>
            </a:r>
            <a:r>
              <a:rPr lang="en-US" altLang="zh-CN" b="1" dirty="0" smtClean="0"/>
              <a:t>H</a:t>
            </a:r>
            <a:r>
              <a:rPr lang="zh-CN" altLang="en-US" b="1" dirty="0" smtClean="0"/>
              <a:t>的若干个不相交的左陪集之并。</a:t>
            </a:r>
            <a:endParaRPr lang="zh-CN" altLang="en-US" b="1" dirty="0"/>
          </a:p>
        </p:txBody>
      </p:sp>
      <p:sp>
        <p:nvSpPr>
          <p:cNvPr id="5" name="TextBox 4"/>
          <p:cNvSpPr txBox="1"/>
          <p:nvPr/>
        </p:nvSpPr>
        <p:spPr>
          <a:xfrm>
            <a:off x="785786" y="3338989"/>
            <a:ext cx="7674646" cy="1311193"/>
          </a:xfrm>
          <a:prstGeom prst="rect">
            <a:avLst/>
          </a:prstGeom>
          <a:noFill/>
        </p:spPr>
        <p:txBody>
          <a:bodyPr wrap="square" rtlCol="0">
            <a:spAutoFit/>
          </a:bodyPr>
          <a:lstStyle/>
          <a:p>
            <a:pPr>
              <a:lnSpc>
                <a:spcPct val="150000"/>
              </a:lnSpc>
            </a:pPr>
            <a:r>
              <a:rPr lang="zh-CN" altLang="en-US" sz="2800" b="1" dirty="0" smtClean="0"/>
              <a:t>证明思路：假设</a:t>
            </a:r>
            <a:r>
              <a:rPr lang="en-US" altLang="zh-CN" sz="2800" b="1" dirty="0" smtClean="0"/>
              <a:t>H</a:t>
            </a:r>
            <a:r>
              <a:rPr lang="zh-CN" altLang="en-US" sz="2800" b="1" dirty="0" smtClean="0"/>
              <a:t>的两个陪集有公共元素从而推导出这两个陪集相等。</a:t>
            </a:r>
            <a:endParaRPr lang="zh-CN" altLang="en-US" sz="2800" b="1"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764704"/>
            <a:ext cx="8229600" cy="4389120"/>
          </a:xfrm>
        </p:spPr>
        <p:txBody>
          <a:bodyPr>
            <a:normAutofit lnSpcReduction="10000"/>
          </a:bodyPr>
          <a:lstStyle/>
          <a:p>
            <a:pPr>
              <a:buNone/>
            </a:pPr>
            <a:r>
              <a:rPr lang="zh-CN" altLang="en-US" b="1" dirty="0" smtClean="0"/>
              <a:t>证明：</a:t>
            </a:r>
            <a:r>
              <a:rPr lang="en-US" b="1" i="1" dirty="0" err="1" smtClean="0">
                <a:latin typeface="Times New Roman" panose="02020603050405020304" pitchFamily="18" charset="0"/>
                <a:cs typeface="Times New Roman" panose="02020603050405020304" pitchFamily="18" charset="0"/>
              </a:rPr>
              <a:t>aH</a:t>
            </a:r>
            <a:r>
              <a:rPr lang="zh-CN" altLang="en-US" b="1" dirty="0" smtClean="0">
                <a:latin typeface="Times New Roman" panose="02020603050405020304" pitchFamily="18" charset="0"/>
                <a:cs typeface="Times New Roman" panose="02020603050405020304" pitchFamily="18" charset="0"/>
              </a:rPr>
              <a:t>和</a:t>
            </a:r>
            <a:r>
              <a:rPr lang="en-US" altLang="zh-CN" b="1" i="1" dirty="0" err="1" smtClean="0">
                <a:latin typeface="Times New Roman" panose="02020603050405020304" pitchFamily="18" charset="0"/>
                <a:cs typeface="Times New Roman" panose="02020603050405020304" pitchFamily="18" charset="0"/>
              </a:rPr>
              <a:t>bH</a:t>
            </a:r>
            <a:r>
              <a:rPr lang="zh-CN" altLang="en-US" b="1" dirty="0" smtClean="0"/>
              <a:t>是两个左陪集。假如它们有公共元素，即存在   </a:t>
            </a:r>
            <a:r>
              <a:rPr lang="en-US" b="1" dirty="0" smtClean="0"/>
              <a:t>              </a:t>
            </a:r>
            <a:r>
              <a:rPr lang="zh-CN" altLang="en-US" b="1" dirty="0" smtClean="0"/>
              <a:t>，使得</a:t>
            </a:r>
            <a:endParaRPr lang="en-US" altLang="zh-CN" b="1" dirty="0" smtClean="0"/>
          </a:p>
          <a:p>
            <a:pPr>
              <a:buNone/>
            </a:pPr>
            <a:endParaRPr lang="zh-CN" altLang="en-US" b="1" dirty="0" smtClean="0"/>
          </a:p>
          <a:p>
            <a:pPr>
              <a:buNone/>
            </a:pPr>
            <a:endParaRPr lang="en-US" altLang="zh-CN" b="1" dirty="0" smtClean="0"/>
          </a:p>
          <a:p>
            <a:pPr>
              <a:buNone/>
            </a:pPr>
            <a:r>
              <a:rPr lang="zh-CN" altLang="en-US" b="1" dirty="0" smtClean="0"/>
              <a:t>于是有         </a:t>
            </a:r>
            <a:r>
              <a:rPr lang="en-US" b="1" dirty="0" smtClean="0"/>
              <a:t>           </a:t>
            </a:r>
            <a:r>
              <a:rPr lang="zh-CN" altLang="en-US" b="1" dirty="0" smtClean="0"/>
              <a:t>，其中                </a:t>
            </a:r>
            <a:r>
              <a:rPr lang="en-US" b="1" dirty="0" smtClean="0"/>
              <a:t> </a:t>
            </a:r>
            <a:r>
              <a:rPr lang="zh-CN" altLang="en-US" b="1" dirty="0" smtClean="0"/>
              <a:t>。由</a:t>
            </a:r>
            <a:endParaRPr lang="en-US" altLang="zh-CN" b="1" dirty="0" smtClean="0"/>
          </a:p>
          <a:p>
            <a:pPr>
              <a:buNone/>
            </a:pPr>
            <a:endParaRPr lang="zh-CN" altLang="en-US" b="1" dirty="0" smtClean="0"/>
          </a:p>
          <a:p>
            <a:pPr>
              <a:buNone/>
            </a:pPr>
            <a:endParaRPr lang="en-US" altLang="zh-CN" b="1" dirty="0" smtClean="0"/>
          </a:p>
          <a:p>
            <a:pPr>
              <a:buNone/>
            </a:pPr>
            <a:endParaRPr lang="en-US" altLang="zh-CN" b="1" dirty="0" smtClean="0"/>
          </a:p>
          <a:p>
            <a:pPr>
              <a:buNone/>
            </a:pPr>
            <a:r>
              <a:rPr lang="zh-CN" altLang="en-US" b="1" dirty="0" smtClean="0"/>
              <a:t>可知                  。同理可证，</a:t>
            </a:r>
            <a:r>
              <a:rPr lang="en-US" b="1" dirty="0" smtClean="0"/>
              <a:t>               </a:t>
            </a:r>
            <a:r>
              <a:rPr lang="zh-CN" altLang="en-US" b="1" dirty="0" smtClean="0"/>
              <a:t>，即有</a:t>
            </a:r>
            <a:r>
              <a:rPr lang="en-US" b="1" i="1" dirty="0" err="1" smtClean="0">
                <a:latin typeface="Times New Roman" panose="02020603050405020304" pitchFamily="18" charset="0"/>
                <a:cs typeface="Times New Roman" panose="02020603050405020304" pitchFamily="18" charset="0"/>
              </a:rPr>
              <a:t>aH</a:t>
            </a:r>
            <a:r>
              <a:rPr lang="en-US" altLang="zh-CN" b="1" i="1" dirty="0"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bH</a:t>
            </a:r>
            <a:endParaRPr lang="zh-CN" altLang="en-US" b="1" dirty="0" smtClean="0"/>
          </a:p>
          <a:p>
            <a:r>
              <a:rPr lang="zh-CN" altLang="en-US" b="1" dirty="0" smtClean="0"/>
              <a:t>这就证明了第一个结论。</a:t>
            </a:r>
            <a:endParaRPr lang="en-US" altLang="zh-CN" b="1" dirty="0" smtClean="0"/>
          </a:p>
          <a:p>
            <a:endParaRPr lang="zh-CN" altLang="en-US" b="1" dirty="0" smtClean="0"/>
          </a:p>
        </p:txBody>
      </p:sp>
      <p:sp>
        <p:nvSpPr>
          <p:cNvPr id="5325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3249" name="Object 1"/>
          <p:cNvGraphicFramePr>
            <a:graphicFrameLocks noChangeAspect="1"/>
          </p:cNvGraphicFramePr>
          <p:nvPr/>
        </p:nvGraphicFramePr>
        <p:xfrm>
          <a:off x="1860332" y="1186654"/>
          <a:ext cx="1354346" cy="500066"/>
        </p:xfrm>
        <a:graphic>
          <a:graphicData uri="http://schemas.openxmlformats.org/presentationml/2006/ole">
            <mc:AlternateContent xmlns:mc="http://schemas.openxmlformats.org/markup-compatibility/2006">
              <mc:Choice xmlns:v="urn:schemas-microsoft-com:vml" Requires="v">
                <p:oleObj spid="_x0000_s138378" name="Equation" r:id="rId1" imgW="622300" imgH="228600" progId="Equation.DSMT4">
                  <p:embed/>
                </p:oleObj>
              </mc:Choice>
              <mc:Fallback>
                <p:oleObj name="Equation" r:id="rId1" imgW="622300" imgH="2286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0332" y="1186654"/>
                        <a:ext cx="1354346" cy="500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52"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3251" name="Object 3"/>
          <p:cNvGraphicFramePr>
            <a:graphicFrameLocks noChangeAspect="1"/>
          </p:cNvGraphicFramePr>
          <p:nvPr/>
        </p:nvGraphicFramePr>
        <p:xfrm>
          <a:off x="3428992" y="1615282"/>
          <a:ext cx="1580507" cy="642918"/>
        </p:xfrm>
        <a:graphic>
          <a:graphicData uri="http://schemas.openxmlformats.org/presentationml/2006/ole">
            <mc:AlternateContent xmlns:mc="http://schemas.openxmlformats.org/markup-compatibility/2006">
              <mc:Choice xmlns:v="urn:schemas-microsoft-com:vml" Requires="v">
                <p:oleObj spid="_x0000_s138379" name="Equation" r:id="rId3" imgW="571500" imgH="228600" progId="Equation.DSMT4">
                  <p:embed/>
                </p:oleObj>
              </mc:Choice>
              <mc:Fallback>
                <p:oleObj name="Equation" r:id="rId3" imgW="571500" imgH="2286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8992" y="1615282"/>
                        <a:ext cx="1580507" cy="6429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54"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3253" name="Object 5"/>
          <p:cNvGraphicFramePr>
            <a:graphicFrameLocks noChangeAspect="1"/>
          </p:cNvGraphicFramePr>
          <p:nvPr/>
        </p:nvGraphicFramePr>
        <p:xfrm>
          <a:off x="1643042" y="2401100"/>
          <a:ext cx="1428728" cy="525268"/>
        </p:xfrm>
        <a:graphic>
          <a:graphicData uri="http://schemas.openxmlformats.org/presentationml/2006/ole">
            <mc:AlternateContent xmlns:mc="http://schemas.openxmlformats.org/markup-compatibility/2006">
              <mc:Choice xmlns:v="urn:schemas-microsoft-com:vml" Requires="v">
                <p:oleObj spid="_x0000_s138380" name="Equation" r:id="rId5" imgW="647700" imgH="241300" progId="Equation.DSMT4">
                  <p:embed/>
                </p:oleObj>
              </mc:Choice>
              <mc:Fallback>
                <p:oleObj name="Equation" r:id="rId5" imgW="647700" imgH="24130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3042" y="2401100"/>
                        <a:ext cx="1428728" cy="5252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56"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3255" name="Object 7"/>
          <p:cNvGraphicFramePr>
            <a:graphicFrameLocks noChangeAspect="1"/>
          </p:cNvGraphicFramePr>
          <p:nvPr/>
        </p:nvGraphicFramePr>
        <p:xfrm>
          <a:off x="4214810" y="2329662"/>
          <a:ext cx="1340113" cy="500042"/>
        </p:xfrm>
        <a:graphic>
          <a:graphicData uri="http://schemas.openxmlformats.org/presentationml/2006/ole">
            <mc:AlternateContent xmlns:mc="http://schemas.openxmlformats.org/markup-compatibility/2006">
              <mc:Choice xmlns:v="urn:schemas-microsoft-com:vml" Requires="v">
                <p:oleObj spid="_x0000_s138381" name="Equation" r:id="rId7" imgW="635000" imgH="241300" progId="Equation.DSMT4">
                  <p:embed/>
                </p:oleObj>
              </mc:Choice>
              <mc:Fallback>
                <p:oleObj name="Equation" r:id="rId7" imgW="635000" imgH="241300" progId="Equation.DSMT4">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4810" y="2329662"/>
                        <a:ext cx="1340113" cy="5000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58"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3257" name="Object 9"/>
          <p:cNvGraphicFramePr>
            <a:graphicFrameLocks noChangeAspect="1"/>
          </p:cNvGraphicFramePr>
          <p:nvPr/>
        </p:nvGraphicFramePr>
        <p:xfrm>
          <a:off x="3000364" y="3044042"/>
          <a:ext cx="2743104" cy="571480"/>
        </p:xfrm>
        <a:graphic>
          <a:graphicData uri="http://schemas.openxmlformats.org/presentationml/2006/ole">
            <mc:AlternateContent xmlns:mc="http://schemas.openxmlformats.org/markup-compatibility/2006">
              <mc:Choice xmlns:v="urn:schemas-microsoft-com:vml" Requires="v">
                <p:oleObj spid="_x0000_s138382" name="Equation" r:id="rId9" imgW="1143000" imgH="241300" progId="Equation.DSMT4">
                  <p:embed/>
                </p:oleObj>
              </mc:Choice>
              <mc:Fallback>
                <p:oleObj name="Equation" r:id="rId9" imgW="1143000" imgH="241300" progId="Equation.DSMT4">
                  <p:embed/>
                  <p:pic>
                    <p:nvPicPr>
                      <p:cNvPr id="0"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00364" y="3044042"/>
                        <a:ext cx="2743104" cy="571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60" name="Rectangle 1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3259" name="Object 11"/>
          <p:cNvGraphicFramePr>
            <a:graphicFrameLocks noChangeAspect="1"/>
          </p:cNvGraphicFramePr>
          <p:nvPr/>
        </p:nvGraphicFramePr>
        <p:xfrm>
          <a:off x="1285852" y="4115612"/>
          <a:ext cx="1435824" cy="428604"/>
        </p:xfrm>
        <a:graphic>
          <a:graphicData uri="http://schemas.openxmlformats.org/presentationml/2006/ole">
            <mc:AlternateContent xmlns:mc="http://schemas.openxmlformats.org/markup-compatibility/2006">
              <mc:Choice xmlns:v="urn:schemas-microsoft-com:vml" Requires="v">
                <p:oleObj spid="_x0000_s138383" name="Equation" r:id="rId11" imgW="635000" imgH="190500" progId="Equation.DSMT4">
                  <p:embed/>
                </p:oleObj>
              </mc:Choice>
              <mc:Fallback>
                <p:oleObj name="Equation" r:id="rId11" imgW="635000" imgH="190500" progId="Equation.DSMT4">
                  <p:embed/>
                  <p:pic>
                    <p:nvPicPr>
                      <p:cNvPr id="0"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85852" y="4115612"/>
                        <a:ext cx="1435824" cy="428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61" name="Object 13"/>
          <p:cNvGraphicFramePr>
            <a:graphicFrameLocks noChangeAspect="1"/>
          </p:cNvGraphicFramePr>
          <p:nvPr/>
        </p:nvGraphicFramePr>
        <p:xfrm>
          <a:off x="4500562" y="4115612"/>
          <a:ext cx="1435100" cy="428625"/>
        </p:xfrm>
        <a:graphic>
          <a:graphicData uri="http://schemas.openxmlformats.org/presentationml/2006/ole">
            <mc:AlternateContent xmlns:mc="http://schemas.openxmlformats.org/markup-compatibility/2006">
              <mc:Choice xmlns:v="urn:schemas-microsoft-com:vml" Requires="v">
                <p:oleObj spid="_x0000_s138384" name="Equation" r:id="rId13" imgW="635000" imgH="190500" progId="Equation.DSMT4">
                  <p:embed/>
                </p:oleObj>
              </mc:Choice>
              <mc:Fallback>
                <p:oleObj name="Equation" r:id="rId13" imgW="635000" imgH="190500" progId="Equation.DSMT4">
                  <p:embed/>
                  <p:pic>
                    <p:nvPicPr>
                      <p:cNvPr id="0" name="Picture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00562" y="4115612"/>
                        <a:ext cx="1435100"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771382"/>
            <a:ext cx="8229600" cy="4389120"/>
          </a:xfrm>
        </p:spPr>
        <p:txBody>
          <a:bodyPr/>
          <a:lstStyle/>
          <a:p>
            <a:r>
              <a:rPr lang="zh-CN" altLang="en-US" b="1" dirty="0" smtClean="0"/>
              <a:t>因为                </a:t>
            </a:r>
            <a:r>
              <a:rPr lang="en-US" b="1" dirty="0" smtClean="0"/>
              <a:t> </a:t>
            </a:r>
            <a:r>
              <a:rPr lang="zh-CN" altLang="en-US" b="1" dirty="0" smtClean="0"/>
              <a:t>，所以</a:t>
            </a:r>
            <a:endParaRPr lang="en-US" altLang="zh-CN" b="1" dirty="0" smtClean="0"/>
          </a:p>
          <a:p>
            <a:endParaRPr lang="zh-CN" altLang="en-US" b="1" dirty="0" smtClean="0"/>
          </a:p>
          <a:p>
            <a:endParaRPr lang="en-US" altLang="zh-CN" b="1" dirty="0" smtClean="0"/>
          </a:p>
          <a:p>
            <a:r>
              <a:rPr lang="zh-CN" altLang="en-US" b="1" dirty="0" smtClean="0"/>
              <a:t>把其中重复出现的左陪集去掉，即可得</a:t>
            </a:r>
            <a:endParaRPr lang="zh-CN" altLang="en-US" b="1" dirty="0" smtClean="0"/>
          </a:p>
          <a:p>
            <a:endParaRPr lang="en-US" altLang="zh-CN" b="1" dirty="0" smtClean="0"/>
          </a:p>
          <a:p>
            <a:endParaRPr lang="en-US" altLang="zh-CN" b="1" dirty="0" smtClean="0"/>
          </a:p>
          <a:p>
            <a:endParaRPr lang="en-US" altLang="zh-CN" b="1" dirty="0" smtClean="0"/>
          </a:p>
          <a:p>
            <a:r>
              <a:rPr lang="zh-CN" altLang="en-US" b="1" dirty="0" smtClean="0"/>
              <a:t>其中当                时，有           </a:t>
            </a:r>
            <a:r>
              <a:rPr lang="en-US" b="1" dirty="0" smtClean="0"/>
              <a:t>                     </a:t>
            </a:r>
            <a:r>
              <a:rPr lang="zh-CN" altLang="en-US" b="1" dirty="0" smtClean="0"/>
              <a:t>。这就证明了第二点。</a:t>
            </a:r>
            <a:endParaRPr lang="zh-CN" altLang="en-US" b="1" dirty="0"/>
          </a:p>
        </p:txBody>
      </p:sp>
      <p:sp>
        <p:nvSpPr>
          <p:cNvPr id="55298"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5297" name="Object 1"/>
          <p:cNvGraphicFramePr>
            <a:graphicFrameLocks noChangeAspect="1"/>
          </p:cNvGraphicFramePr>
          <p:nvPr/>
        </p:nvGraphicFramePr>
        <p:xfrm>
          <a:off x="1571604" y="764704"/>
          <a:ext cx="1342218" cy="500042"/>
        </p:xfrm>
        <a:graphic>
          <a:graphicData uri="http://schemas.openxmlformats.org/presentationml/2006/ole">
            <mc:AlternateContent xmlns:mc="http://schemas.openxmlformats.org/markup-compatibility/2006">
              <mc:Choice xmlns:v="urn:schemas-microsoft-com:vml" Requires="v">
                <p:oleObj spid="_x0000_s56126" name="Equation" r:id="rId1" imgW="481965" imgH="177800" progId="Equation.DSMT4">
                  <p:embed/>
                </p:oleObj>
              </mc:Choice>
              <mc:Fallback>
                <p:oleObj name="Equation" r:id="rId1" imgW="481965" imgH="1778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604" y="764704"/>
                        <a:ext cx="1342218" cy="5000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00"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5299" name="Object 3"/>
          <p:cNvGraphicFramePr>
            <a:graphicFrameLocks noChangeAspect="1"/>
          </p:cNvGraphicFramePr>
          <p:nvPr/>
        </p:nvGraphicFramePr>
        <p:xfrm>
          <a:off x="3143240" y="1264770"/>
          <a:ext cx="1643042" cy="810567"/>
        </p:xfrm>
        <a:graphic>
          <a:graphicData uri="http://schemas.openxmlformats.org/presentationml/2006/ole">
            <mc:AlternateContent xmlns:mc="http://schemas.openxmlformats.org/markup-compatibility/2006">
              <mc:Choice xmlns:v="urn:schemas-microsoft-com:vml" Requires="v">
                <p:oleObj spid="_x0000_s56127" name="Equation" r:id="rId3" imgW="711200" imgH="342900" progId="Equation.DSMT4">
                  <p:embed/>
                </p:oleObj>
              </mc:Choice>
              <mc:Fallback>
                <p:oleObj name="Equation" r:id="rId3" imgW="711200" imgH="3429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3240" y="1264770"/>
                        <a:ext cx="1643042" cy="8105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02"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5301" name="Object 5"/>
          <p:cNvGraphicFramePr>
            <a:graphicFrameLocks noChangeAspect="1"/>
          </p:cNvGraphicFramePr>
          <p:nvPr/>
        </p:nvGraphicFramePr>
        <p:xfrm>
          <a:off x="3143240" y="2764968"/>
          <a:ext cx="1830358" cy="857256"/>
        </p:xfrm>
        <a:graphic>
          <a:graphicData uri="http://schemas.openxmlformats.org/presentationml/2006/ole">
            <mc:AlternateContent xmlns:mc="http://schemas.openxmlformats.org/markup-compatibility/2006">
              <mc:Choice xmlns:v="urn:schemas-microsoft-com:vml" Requires="v">
                <p:oleObj spid="_x0000_s56128" name="Equation" r:id="rId5" imgW="748665" imgH="342900" progId="Equation.DSMT4">
                  <p:embed/>
                </p:oleObj>
              </mc:Choice>
              <mc:Fallback>
                <p:oleObj name="Equation" r:id="rId5" imgW="748665" imgH="34290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3240" y="2764968"/>
                        <a:ext cx="1830358" cy="857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04"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5303" name="Object 7"/>
          <p:cNvGraphicFramePr>
            <a:graphicFrameLocks noChangeAspect="1"/>
          </p:cNvGraphicFramePr>
          <p:nvPr/>
        </p:nvGraphicFramePr>
        <p:xfrm>
          <a:off x="1857356" y="4050876"/>
          <a:ext cx="1142960" cy="571480"/>
        </p:xfrm>
        <a:graphic>
          <a:graphicData uri="http://schemas.openxmlformats.org/presentationml/2006/ole">
            <mc:AlternateContent xmlns:mc="http://schemas.openxmlformats.org/markup-compatibility/2006">
              <mc:Choice xmlns:v="urn:schemas-microsoft-com:vml" Requires="v">
                <p:oleObj spid="_x0000_s56129" name="Equation" r:id="rId7" imgW="405765" imgH="203200" progId="Equation.DSMT4">
                  <p:embed/>
                </p:oleObj>
              </mc:Choice>
              <mc:Fallback>
                <p:oleObj name="Equation" r:id="rId7" imgW="405765" imgH="203200" progId="Equation.DSMT4">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57356" y="4050876"/>
                        <a:ext cx="1142960" cy="571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06"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5305" name="Object 9"/>
          <p:cNvGraphicFramePr>
            <a:graphicFrameLocks noChangeAspect="1"/>
          </p:cNvGraphicFramePr>
          <p:nvPr/>
        </p:nvGraphicFramePr>
        <p:xfrm>
          <a:off x="4143372" y="4122314"/>
          <a:ext cx="2445934" cy="571480"/>
        </p:xfrm>
        <a:graphic>
          <a:graphicData uri="http://schemas.openxmlformats.org/presentationml/2006/ole">
            <mc:AlternateContent xmlns:mc="http://schemas.openxmlformats.org/markup-compatibility/2006">
              <mc:Choice xmlns:v="urn:schemas-microsoft-com:vml" Requires="v">
                <p:oleObj spid="_x0000_s56130" name="Equation" r:id="rId9" imgW="1028065" imgH="241300" progId="Equation.DSMT4">
                  <p:embed/>
                </p:oleObj>
              </mc:Choice>
              <mc:Fallback>
                <p:oleObj name="Equation" r:id="rId9" imgW="1028065" imgH="241300" progId="Equation.DSMT4">
                  <p:embed/>
                  <p:pic>
                    <p:nvPicPr>
                      <p:cNvPr id="0"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43372" y="4122314"/>
                        <a:ext cx="2445934" cy="571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384"/>
            <a:ext cx="8229600" cy="648072"/>
          </a:xfrm>
        </p:spPr>
        <p:txBody>
          <a:bodyPr>
            <a:normAutofit fontScale="90000"/>
          </a:bodyPr>
          <a:lstStyle/>
          <a:p>
            <a:r>
              <a:rPr lang="zh-CN" altLang="en-US" dirty="0" smtClean="0"/>
              <a:t>指数</a:t>
            </a:r>
            <a:endParaRPr lang="zh-CN" altLang="en-US" dirty="0"/>
          </a:p>
        </p:txBody>
      </p:sp>
      <p:sp>
        <p:nvSpPr>
          <p:cNvPr id="3" name="内容占位符 2"/>
          <p:cNvSpPr>
            <a:spLocks noGrp="1"/>
          </p:cNvSpPr>
          <p:nvPr>
            <p:ph idx="1"/>
          </p:nvPr>
        </p:nvSpPr>
        <p:spPr>
          <a:xfrm>
            <a:off x="428596" y="548680"/>
            <a:ext cx="8229600" cy="1058052"/>
          </a:xfrm>
        </p:spPr>
        <p:txBody>
          <a:bodyPr>
            <a:normAutofit lnSpcReduction="10000"/>
          </a:bodyPr>
          <a:lstStyle/>
          <a:p>
            <a:pPr>
              <a:lnSpc>
                <a:spcPct val="125000"/>
              </a:lnSpc>
            </a:pPr>
            <a:r>
              <a:rPr lang="zh-CN" altLang="en-US" b="1" dirty="0" smtClean="0">
                <a:solidFill>
                  <a:srgbClr val="0070C0"/>
                </a:solidFill>
              </a:rPr>
              <a:t>定义</a:t>
            </a:r>
            <a:r>
              <a:rPr lang="en-US" b="1" dirty="0" smtClean="0">
                <a:solidFill>
                  <a:srgbClr val="0070C0"/>
                </a:solidFill>
              </a:rPr>
              <a:t>4.3.5</a:t>
            </a:r>
            <a:r>
              <a:rPr lang="zh-CN" altLang="en-US" b="1" dirty="0" smtClean="0"/>
              <a:t>群</a:t>
            </a:r>
            <a:r>
              <a:rPr lang="en-US" b="1" dirty="0" smtClean="0"/>
              <a:t>G</a:t>
            </a:r>
            <a:r>
              <a:rPr lang="zh-CN" altLang="en-US" b="1" dirty="0" smtClean="0"/>
              <a:t>关于子群</a:t>
            </a:r>
            <a:r>
              <a:rPr lang="en-US" b="1" dirty="0" smtClean="0"/>
              <a:t>H</a:t>
            </a:r>
            <a:r>
              <a:rPr lang="zh-CN" altLang="en-US" b="1" dirty="0" smtClean="0"/>
              <a:t>的左陪集的个数称为</a:t>
            </a:r>
            <a:r>
              <a:rPr lang="en-US" b="1" dirty="0" smtClean="0"/>
              <a:t>H</a:t>
            </a:r>
            <a:r>
              <a:rPr lang="zh-CN" altLang="en-US" b="1" dirty="0" smtClean="0"/>
              <a:t>在</a:t>
            </a:r>
            <a:r>
              <a:rPr lang="en-US" b="1" dirty="0" smtClean="0"/>
              <a:t>G</a:t>
            </a:r>
            <a:r>
              <a:rPr lang="zh-CN" altLang="en-US" b="1" dirty="0" smtClean="0"/>
              <a:t>中的</a:t>
            </a:r>
            <a:r>
              <a:rPr lang="zh-CN" altLang="en-US" b="1" dirty="0" smtClean="0">
                <a:solidFill>
                  <a:srgbClr val="FF0000"/>
                </a:solidFill>
              </a:rPr>
              <a:t>指数</a:t>
            </a:r>
            <a:r>
              <a:rPr lang="zh-CN" altLang="en-US" b="1" dirty="0" smtClean="0"/>
              <a:t>，记为</a:t>
            </a:r>
            <a:r>
              <a:rPr lang="en-US" b="1" dirty="0" smtClean="0"/>
              <a:t>[G:H]</a:t>
            </a:r>
            <a:r>
              <a:rPr lang="zh-CN" altLang="en-US" b="1" dirty="0" smtClean="0"/>
              <a:t>。</a:t>
            </a:r>
            <a:endParaRPr lang="zh-CN" altLang="en-US" b="1" dirty="0"/>
          </a:p>
        </p:txBody>
      </p:sp>
      <p:sp>
        <p:nvSpPr>
          <p:cNvPr id="4" name="TextBox 3"/>
          <p:cNvSpPr txBox="1"/>
          <p:nvPr/>
        </p:nvSpPr>
        <p:spPr>
          <a:xfrm>
            <a:off x="285720" y="1470534"/>
            <a:ext cx="8643998" cy="1555682"/>
          </a:xfrm>
          <a:prstGeom prst="rect">
            <a:avLst/>
          </a:prstGeom>
          <a:noFill/>
        </p:spPr>
        <p:txBody>
          <a:bodyPr wrap="square" rtlCol="0">
            <a:spAutoFit/>
          </a:bodyPr>
          <a:lstStyle/>
          <a:p>
            <a:pPr>
              <a:lnSpc>
                <a:spcPct val="125000"/>
              </a:lnSpc>
            </a:pPr>
            <a:r>
              <a:rPr lang="zh-CN" altLang="en-US" sz="2600" b="1" dirty="0" smtClean="0"/>
              <a:t>推论</a:t>
            </a:r>
            <a:r>
              <a:rPr lang="en-US" sz="2600" b="1" dirty="0" smtClean="0"/>
              <a:t>4.3.1 </a:t>
            </a:r>
            <a:r>
              <a:rPr lang="zh-CN" altLang="en-US" sz="2600" b="1" dirty="0" smtClean="0"/>
              <a:t>（</a:t>
            </a:r>
            <a:r>
              <a:rPr lang="zh-CN" altLang="en-US" sz="2600" b="1" dirty="0" smtClean="0">
                <a:solidFill>
                  <a:srgbClr val="FF0000"/>
                </a:solidFill>
              </a:rPr>
              <a:t>拉格朗日定理</a:t>
            </a:r>
            <a:r>
              <a:rPr lang="zh-CN" altLang="en-US" sz="2600" b="1" dirty="0" smtClean="0"/>
              <a:t>）设群</a:t>
            </a:r>
            <a:r>
              <a:rPr lang="en-US" sz="2600" b="1" dirty="0" smtClean="0"/>
              <a:t>G</a:t>
            </a:r>
            <a:r>
              <a:rPr lang="zh-CN" altLang="en-US" sz="2600" b="1" dirty="0" smtClean="0"/>
              <a:t>是一个有限群，</a:t>
            </a:r>
            <a:r>
              <a:rPr lang="en-US" sz="2600" b="1" dirty="0" smtClean="0"/>
              <a:t>H</a:t>
            </a:r>
            <a:r>
              <a:rPr lang="zh-CN" altLang="en-US" sz="2600" b="1" dirty="0" smtClean="0"/>
              <a:t>是群</a:t>
            </a:r>
            <a:r>
              <a:rPr lang="en-US" sz="2600" b="1" dirty="0" smtClean="0"/>
              <a:t>G</a:t>
            </a:r>
            <a:r>
              <a:rPr lang="zh-CN" altLang="en-US" sz="2600" b="1" dirty="0" smtClean="0"/>
              <a:t>的一个子群，则</a:t>
            </a:r>
            <a:r>
              <a:rPr lang="en-US" sz="2600" b="1" dirty="0" smtClean="0"/>
              <a:t>H</a:t>
            </a:r>
            <a:r>
              <a:rPr lang="zh-CN" altLang="en-US" sz="2600" b="1" dirty="0" smtClean="0"/>
              <a:t>的阶</a:t>
            </a:r>
            <a:r>
              <a:rPr lang="en-US" sz="2600" b="1" dirty="0" smtClean="0"/>
              <a:t>|H|</a:t>
            </a:r>
            <a:r>
              <a:rPr lang="zh-CN" altLang="en-US" sz="2600" b="1" dirty="0" smtClean="0"/>
              <a:t>是群</a:t>
            </a:r>
            <a:r>
              <a:rPr lang="en-US" sz="2600" b="1" dirty="0" smtClean="0"/>
              <a:t>G</a:t>
            </a:r>
            <a:r>
              <a:rPr lang="zh-CN" altLang="en-US" sz="2600" b="1" dirty="0" smtClean="0"/>
              <a:t>的阶</a:t>
            </a:r>
            <a:r>
              <a:rPr lang="en-US" altLang="zh-CN" sz="2600" b="1" dirty="0" smtClean="0"/>
              <a:t>|G|</a:t>
            </a:r>
            <a:r>
              <a:rPr lang="en-US" sz="2600" b="1" dirty="0" smtClean="0"/>
              <a:t> </a:t>
            </a:r>
            <a:r>
              <a:rPr lang="zh-CN" altLang="en-US" sz="2600" b="1" dirty="0" smtClean="0"/>
              <a:t>的因子，而且</a:t>
            </a:r>
            <a:endParaRPr lang="zh-CN" altLang="en-US" sz="2600" b="1" dirty="0" smtClean="0"/>
          </a:p>
          <a:p>
            <a:pPr>
              <a:lnSpc>
                <a:spcPct val="125000"/>
              </a:lnSpc>
            </a:pPr>
            <a:endParaRPr lang="zh-CN" altLang="en-US" sz="2600" b="1" dirty="0"/>
          </a:p>
        </p:txBody>
      </p:sp>
      <p:sp>
        <p:nvSpPr>
          <p:cNvPr id="56322"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6321" name="Object 1"/>
          <p:cNvGraphicFramePr>
            <a:graphicFrameLocks noChangeAspect="1"/>
          </p:cNvGraphicFramePr>
          <p:nvPr/>
        </p:nvGraphicFramePr>
        <p:xfrm>
          <a:off x="2571737" y="2570628"/>
          <a:ext cx="2504320" cy="650160"/>
        </p:xfrm>
        <a:graphic>
          <a:graphicData uri="http://schemas.openxmlformats.org/presentationml/2006/ole">
            <mc:AlternateContent xmlns:mc="http://schemas.openxmlformats.org/markup-compatibility/2006">
              <mc:Choice xmlns:v="urn:schemas-microsoft-com:vml" Requires="v">
                <p:oleObj spid="_x0000_s56984" name="Equation" r:id="rId1" imgW="989965" imgH="254000" progId="Equation.DSMT4">
                  <p:embed/>
                </p:oleObj>
              </mc:Choice>
              <mc:Fallback>
                <p:oleObj name="Equation" r:id="rId1" imgW="989965" imgH="2540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37" y="2570628"/>
                        <a:ext cx="2504320" cy="650160"/>
                      </a:xfrm>
                      <a:prstGeom prst="rect">
                        <a:avLst/>
                      </a:prstGeom>
                      <a:noFill/>
                    </p:spPr>
                  </p:pic>
                </p:oleObj>
              </mc:Fallback>
            </mc:AlternateContent>
          </a:graphicData>
        </a:graphic>
      </p:graphicFrame>
      <p:sp>
        <p:nvSpPr>
          <p:cNvPr id="7" name="TextBox 6"/>
          <p:cNvSpPr txBox="1"/>
          <p:nvPr/>
        </p:nvSpPr>
        <p:spPr>
          <a:xfrm>
            <a:off x="428596" y="3140968"/>
            <a:ext cx="8358246" cy="2092881"/>
          </a:xfrm>
          <a:prstGeom prst="rect">
            <a:avLst/>
          </a:prstGeom>
          <a:noFill/>
        </p:spPr>
        <p:txBody>
          <a:bodyPr wrap="square" rtlCol="0">
            <a:spAutoFit/>
          </a:bodyPr>
          <a:lstStyle/>
          <a:p>
            <a:pPr>
              <a:lnSpc>
                <a:spcPct val="125000"/>
              </a:lnSpc>
            </a:pPr>
            <a:r>
              <a:rPr lang="zh-CN" altLang="en-US" sz="2600" b="1" dirty="0" smtClean="0">
                <a:solidFill>
                  <a:srgbClr val="0070C0"/>
                </a:solidFill>
              </a:rPr>
              <a:t>证明</a:t>
            </a:r>
            <a:r>
              <a:rPr lang="zh-CN" altLang="en-US" sz="2600" b="1" dirty="0" smtClean="0"/>
              <a:t>：设</a:t>
            </a:r>
            <a:r>
              <a:rPr lang="en-US" altLang="zh-CN" sz="2600" b="1" dirty="0" smtClean="0"/>
              <a:t>|G|=n</a:t>
            </a:r>
            <a:r>
              <a:rPr lang="en-US" sz="2600" b="1" dirty="0" smtClean="0"/>
              <a:t> </a:t>
            </a:r>
            <a:r>
              <a:rPr lang="zh-CN" altLang="en-US" sz="2600" b="1" dirty="0" smtClean="0"/>
              <a:t>，</a:t>
            </a:r>
            <a:r>
              <a:rPr lang="en-US" sz="2600" b="1" dirty="0" smtClean="0"/>
              <a:t>|H|</a:t>
            </a:r>
            <a:r>
              <a:rPr lang="en-US" altLang="zh-CN" sz="2600" b="1" dirty="0" smtClean="0"/>
              <a:t>=m</a:t>
            </a:r>
            <a:r>
              <a:rPr lang="en-US" sz="2600" b="1" dirty="0" smtClean="0"/>
              <a:t> </a:t>
            </a:r>
            <a:r>
              <a:rPr lang="zh-CN" altLang="en-US" sz="2600" b="1" dirty="0" smtClean="0"/>
              <a:t>，</a:t>
            </a:r>
            <a:r>
              <a:rPr lang="en-US" sz="2600" b="1" dirty="0" smtClean="0"/>
              <a:t>[G:H]=t</a:t>
            </a:r>
            <a:r>
              <a:rPr lang="zh-CN" altLang="en-US" sz="2600" b="1" dirty="0" smtClean="0"/>
              <a:t>。由定理</a:t>
            </a:r>
            <a:r>
              <a:rPr lang="en-US" sz="2600" b="1" dirty="0" smtClean="0"/>
              <a:t>4.4.3</a:t>
            </a:r>
            <a:r>
              <a:rPr lang="zh-CN" altLang="en-US" sz="2600" b="1" dirty="0" smtClean="0"/>
              <a:t>可知，</a:t>
            </a:r>
            <a:r>
              <a:rPr lang="en-US" sz="2600" b="1" dirty="0" smtClean="0"/>
              <a:t>G</a:t>
            </a:r>
            <a:r>
              <a:rPr lang="zh-CN" altLang="en-US" sz="2600" b="1" dirty="0" smtClean="0"/>
              <a:t>可以表示成</a:t>
            </a:r>
            <a:r>
              <a:rPr lang="en-US" sz="2600" b="1" dirty="0" smtClean="0"/>
              <a:t>H</a:t>
            </a:r>
            <a:r>
              <a:rPr lang="zh-CN" altLang="en-US" sz="2600" b="1" dirty="0" smtClean="0"/>
              <a:t>的不相交的左陪集之并，即</a:t>
            </a:r>
            <a:endParaRPr lang="en-US" altLang="zh-CN" sz="2600" b="1" dirty="0" smtClean="0"/>
          </a:p>
          <a:p>
            <a:pPr>
              <a:lnSpc>
                <a:spcPct val="125000"/>
              </a:lnSpc>
            </a:pPr>
            <a:endParaRPr lang="en-US" altLang="zh-CN" sz="2600" b="1" dirty="0" smtClean="0"/>
          </a:p>
          <a:p>
            <a:pPr>
              <a:lnSpc>
                <a:spcPct val="125000"/>
              </a:lnSpc>
            </a:pPr>
            <a:r>
              <a:rPr lang="zh-CN" altLang="en-US" sz="2600" b="1" dirty="0" smtClean="0"/>
              <a:t>又因为</a:t>
            </a:r>
            <a:r>
              <a:rPr lang="en-US" sz="2600" b="1" dirty="0" smtClean="0"/>
              <a:t>                        </a:t>
            </a:r>
            <a:r>
              <a:rPr lang="zh-CN" altLang="en-US" sz="2600" b="1" dirty="0" smtClean="0"/>
              <a:t>，所以有</a:t>
            </a:r>
            <a:r>
              <a:rPr lang="en-US" altLang="zh-CN" sz="2600" b="1" dirty="0" smtClean="0"/>
              <a:t>n=</a:t>
            </a:r>
            <a:r>
              <a:rPr lang="en-US" altLang="zh-CN" sz="2600" b="1" dirty="0" err="1" smtClean="0"/>
              <a:t>mt</a:t>
            </a:r>
            <a:r>
              <a:rPr lang="zh-CN" altLang="en-US" sz="2600" b="1" dirty="0" smtClean="0"/>
              <a:t>，即</a:t>
            </a:r>
            <a:endParaRPr lang="zh-CN" altLang="en-US" sz="2600" b="1" dirty="0"/>
          </a:p>
        </p:txBody>
      </p:sp>
      <p:sp>
        <p:nvSpPr>
          <p:cNvPr id="56324"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6323" name="Object 3"/>
          <p:cNvGraphicFramePr>
            <a:graphicFrameLocks noChangeAspect="1"/>
          </p:cNvGraphicFramePr>
          <p:nvPr/>
        </p:nvGraphicFramePr>
        <p:xfrm>
          <a:off x="2843808" y="4183045"/>
          <a:ext cx="2936368" cy="542099"/>
        </p:xfrm>
        <a:graphic>
          <a:graphicData uri="http://schemas.openxmlformats.org/presentationml/2006/ole">
            <mc:AlternateContent xmlns:mc="http://schemas.openxmlformats.org/markup-compatibility/2006">
              <mc:Choice xmlns:v="urn:schemas-microsoft-com:vml" Requires="v">
                <p:oleObj spid="_x0000_s56985" name="Equation" r:id="rId3" imgW="1231265" imgH="228600" progId="Equation.DSMT4">
                  <p:embed/>
                </p:oleObj>
              </mc:Choice>
              <mc:Fallback>
                <p:oleObj name="Equation" r:id="rId3" imgW="1231265" imgH="2286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808" y="4183045"/>
                        <a:ext cx="2936368" cy="542099"/>
                      </a:xfrm>
                      <a:prstGeom prst="rect">
                        <a:avLst/>
                      </a:prstGeom>
                      <a:noFill/>
                    </p:spPr>
                  </p:pic>
                </p:oleObj>
              </mc:Fallback>
            </mc:AlternateContent>
          </a:graphicData>
        </a:graphic>
      </p:graphicFrame>
      <p:sp>
        <p:nvSpPr>
          <p:cNvPr id="56326"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6325" name="Object 5"/>
          <p:cNvGraphicFramePr>
            <a:graphicFrameLocks noChangeAspect="1"/>
          </p:cNvGraphicFramePr>
          <p:nvPr/>
        </p:nvGraphicFramePr>
        <p:xfrm>
          <a:off x="1403648" y="4682336"/>
          <a:ext cx="2095427" cy="571480"/>
        </p:xfrm>
        <a:graphic>
          <a:graphicData uri="http://schemas.openxmlformats.org/presentationml/2006/ole">
            <mc:AlternateContent xmlns:mc="http://schemas.openxmlformats.org/markup-compatibility/2006">
              <mc:Choice xmlns:v="urn:schemas-microsoft-com:vml" Requires="v">
                <p:oleObj spid="_x0000_s56986" name="Equation" r:id="rId5" imgW="939165" imgH="254000" progId="Equation.DSMT4">
                  <p:embed/>
                </p:oleObj>
              </mc:Choice>
              <mc:Fallback>
                <p:oleObj name="Equation" r:id="rId5" imgW="939165" imgH="25400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648" y="4682336"/>
                        <a:ext cx="2095427" cy="571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27" name="Object 7"/>
          <p:cNvGraphicFramePr>
            <a:graphicFrameLocks noChangeAspect="1"/>
          </p:cNvGraphicFramePr>
          <p:nvPr/>
        </p:nvGraphicFramePr>
        <p:xfrm>
          <a:off x="3071802" y="5330408"/>
          <a:ext cx="2292286" cy="595227"/>
        </p:xfrm>
        <a:graphic>
          <a:graphicData uri="http://schemas.openxmlformats.org/presentationml/2006/ole">
            <mc:AlternateContent xmlns:mc="http://schemas.openxmlformats.org/markup-compatibility/2006">
              <mc:Choice xmlns:v="urn:schemas-microsoft-com:vml" Requires="v">
                <p:oleObj spid="_x0000_s56987" name="Equation" r:id="rId7" imgW="989965" imgH="254000" progId="Equation.DSMT4">
                  <p:embed/>
                </p:oleObj>
              </mc:Choice>
              <mc:Fallback>
                <p:oleObj name="Equation" r:id="rId7" imgW="989965" imgH="254000" progId="Equation.DSMT4">
                  <p:embed/>
                  <p:pic>
                    <p:nvPicPr>
                      <p:cNvPr id="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802" y="5330408"/>
                        <a:ext cx="2292286" cy="595227"/>
                      </a:xfrm>
                      <a:prstGeom prst="rect">
                        <a:avLst/>
                      </a:prstGeom>
                      <a:noFill/>
                    </p:spPr>
                  </p:pic>
                </p:oleObj>
              </mc:Fallback>
            </mc:AlternateContent>
          </a:graphicData>
        </a:graphic>
      </p:graphicFrame>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6323"/>
                                        </p:tgtEl>
                                        <p:attrNameLst>
                                          <p:attrName>style.visibility</p:attrName>
                                        </p:attrNameLst>
                                      </p:cBhvr>
                                      <p:to>
                                        <p:strVal val="visible"/>
                                      </p:to>
                                    </p:set>
                                    <p:anim calcmode="lin" valueType="num">
                                      <p:cBhvr additive="base">
                                        <p:cTn id="19" dur="500" fill="hold"/>
                                        <p:tgtEl>
                                          <p:spTgt spid="56323"/>
                                        </p:tgtEl>
                                        <p:attrNameLst>
                                          <p:attrName>ppt_x</p:attrName>
                                        </p:attrNameLst>
                                      </p:cBhvr>
                                      <p:tavLst>
                                        <p:tav tm="0">
                                          <p:val>
                                            <p:strVal val="#ppt_x"/>
                                          </p:val>
                                        </p:tav>
                                        <p:tav tm="100000">
                                          <p:val>
                                            <p:strVal val="#ppt_x"/>
                                          </p:val>
                                        </p:tav>
                                      </p:tavLst>
                                    </p:anim>
                                    <p:anim calcmode="lin" valueType="num">
                                      <p:cBhvr additive="base">
                                        <p:cTn id="20" dur="500" fill="hold"/>
                                        <p:tgtEl>
                                          <p:spTgt spid="56323"/>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6325"/>
                                        </p:tgtEl>
                                        <p:attrNameLst>
                                          <p:attrName>style.visibility</p:attrName>
                                        </p:attrNameLst>
                                      </p:cBhvr>
                                      <p:to>
                                        <p:strVal val="visible"/>
                                      </p:to>
                                    </p:set>
                                    <p:anim calcmode="lin" valueType="num">
                                      <p:cBhvr additive="base">
                                        <p:cTn id="23" dur="500" fill="hold"/>
                                        <p:tgtEl>
                                          <p:spTgt spid="56325"/>
                                        </p:tgtEl>
                                        <p:attrNameLst>
                                          <p:attrName>ppt_x</p:attrName>
                                        </p:attrNameLst>
                                      </p:cBhvr>
                                      <p:tavLst>
                                        <p:tav tm="0">
                                          <p:val>
                                            <p:strVal val="#ppt_x"/>
                                          </p:val>
                                        </p:tav>
                                        <p:tav tm="100000">
                                          <p:val>
                                            <p:strVal val="#ppt_x"/>
                                          </p:val>
                                        </p:tav>
                                      </p:tavLst>
                                    </p:anim>
                                    <p:anim calcmode="lin" valueType="num">
                                      <p:cBhvr additive="base">
                                        <p:cTn id="24" dur="500" fill="hold"/>
                                        <p:tgtEl>
                                          <p:spTgt spid="5632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63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1143000"/>
          </a:xfrm>
        </p:spPr>
        <p:txBody>
          <a:bodyPr/>
          <a:lstStyle/>
          <a:p>
            <a:r>
              <a:rPr lang="zh-CN" altLang="en-US" dirty="0"/>
              <a:t>元素的阶</a:t>
            </a:r>
            <a:endParaRPr lang="zh-CN" altLang="en-US" dirty="0"/>
          </a:p>
        </p:txBody>
      </p:sp>
      <p:sp>
        <p:nvSpPr>
          <p:cNvPr id="3" name="内容占位符 2"/>
          <p:cNvSpPr>
            <a:spLocks noGrp="1"/>
          </p:cNvSpPr>
          <p:nvPr>
            <p:ph idx="1"/>
          </p:nvPr>
        </p:nvSpPr>
        <p:spPr>
          <a:xfrm>
            <a:off x="457200" y="1492040"/>
            <a:ext cx="8229600" cy="4389120"/>
          </a:xfrm>
        </p:spPr>
        <p:txBody>
          <a:bodyPr/>
          <a:lstStyle/>
          <a:p>
            <a:r>
              <a:rPr lang="zh-CN" altLang="en-US" b="1" dirty="0" smtClean="0">
                <a:solidFill>
                  <a:srgbClr val="0070C0"/>
                </a:solidFill>
              </a:rPr>
              <a:t>例</a:t>
            </a:r>
            <a:r>
              <a:rPr lang="en-US" altLang="zh-CN" b="1" dirty="0" smtClean="0">
                <a:solidFill>
                  <a:srgbClr val="0070C0"/>
                </a:solidFill>
              </a:rPr>
              <a:t>4.3.3 </a:t>
            </a:r>
            <a:r>
              <a:rPr lang="zh-CN" altLang="en-US" b="1" dirty="0"/>
              <a:t>设</a:t>
            </a:r>
            <a:r>
              <a:rPr lang="en-US" altLang="zh-CN" b="1" dirty="0"/>
              <a:t>G</a:t>
            </a:r>
            <a:r>
              <a:rPr lang="zh-CN" altLang="en-US" b="1" dirty="0"/>
              <a:t>是群，对于任意</a:t>
            </a:r>
            <a:r>
              <a:rPr lang="en-US" altLang="zh-CN" b="1" dirty="0"/>
              <a:t>             </a:t>
            </a:r>
            <a:r>
              <a:rPr lang="zh-CN" altLang="en-US" b="1" dirty="0"/>
              <a:t>，定义</a:t>
            </a:r>
            <a:r>
              <a:rPr lang="en-US" altLang="zh-CN" b="1" dirty="0"/>
              <a:t> </a:t>
            </a:r>
            <a:endParaRPr lang="en-US" altLang="zh-CN" b="1" dirty="0"/>
          </a:p>
          <a:p>
            <a:pPr>
              <a:buNone/>
            </a:pPr>
            <a:endParaRPr lang="en-US" altLang="zh-CN" b="1" dirty="0"/>
          </a:p>
          <a:p>
            <a:r>
              <a:rPr lang="zh-CN" altLang="en-US" b="1" dirty="0"/>
              <a:t>则</a:t>
            </a:r>
            <a:r>
              <a:rPr lang="en-US" altLang="zh-CN" b="1" dirty="0"/>
              <a:t>       </a:t>
            </a:r>
            <a:r>
              <a:rPr lang="zh-CN" altLang="en-US" b="1" dirty="0"/>
              <a:t>是</a:t>
            </a:r>
            <a:r>
              <a:rPr lang="en-US" altLang="zh-CN" b="1" dirty="0"/>
              <a:t>G</a:t>
            </a:r>
            <a:r>
              <a:rPr lang="zh-CN" altLang="en-US" b="1" dirty="0"/>
              <a:t>的子</a:t>
            </a:r>
            <a:r>
              <a:rPr lang="zh-CN" altLang="en-US" b="1" dirty="0" smtClean="0"/>
              <a:t>群，称为由</a:t>
            </a:r>
            <a:r>
              <a:rPr lang="en-US" altLang="zh-CN" b="1" i="1" dirty="0" smtClean="0">
                <a:latin typeface="Times New Roman" panose="02020603050405020304" pitchFamily="18" charset="0"/>
                <a:cs typeface="Times New Roman" panose="02020603050405020304" pitchFamily="18" charset="0"/>
              </a:rPr>
              <a:t>a</a:t>
            </a:r>
            <a:r>
              <a:rPr lang="zh-CN" altLang="en-US" b="1" dirty="0" smtClean="0"/>
              <a:t>生成的子群。</a:t>
            </a:r>
            <a:endParaRPr lang="en-US" altLang="zh-CN" b="1" dirty="0"/>
          </a:p>
          <a:p>
            <a:endParaRPr lang="en-US" altLang="zh-CN" b="1" dirty="0"/>
          </a:p>
          <a:p>
            <a:r>
              <a:rPr lang="zh-CN" altLang="en-US" b="1" dirty="0"/>
              <a:t>证明思路：根据群的定义逐条验证即可。</a:t>
            </a:r>
            <a:endParaRPr lang="zh-CN" altLang="en-US" b="1" dirty="0"/>
          </a:p>
          <a:p>
            <a:endParaRPr lang="zh-CN" altLang="en-US" dirty="0"/>
          </a:p>
        </p:txBody>
      </p:sp>
      <p:graphicFrame>
        <p:nvGraphicFramePr>
          <p:cNvPr id="4" name="Object 5"/>
          <p:cNvGraphicFramePr>
            <a:graphicFrameLocks noChangeAspect="1"/>
          </p:cNvGraphicFramePr>
          <p:nvPr/>
        </p:nvGraphicFramePr>
        <p:xfrm>
          <a:off x="4932040" y="1511014"/>
          <a:ext cx="902324" cy="428604"/>
        </p:xfrm>
        <a:graphic>
          <a:graphicData uri="http://schemas.openxmlformats.org/presentationml/2006/ole">
            <mc:AlternateContent xmlns:mc="http://schemas.openxmlformats.org/markup-compatibility/2006">
              <mc:Choice xmlns:v="urn:schemas-microsoft-com:vml" Requires="v">
                <p:oleObj spid="_x0000_s106975" name="Equation" r:id="rId1" imgW="380365" imgH="177800" progId="Equation.DSMT4">
                  <p:embed/>
                </p:oleObj>
              </mc:Choice>
              <mc:Fallback>
                <p:oleObj name="Equation" r:id="rId1" imgW="380365" imgH="177800" progId="Equation.DSMT4">
                  <p:embed/>
                  <p:pic>
                    <p:nvPicPr>
                      <p:cNvPr id="0" name="图片 1069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1511014"/>
                        <a:ext cx="902324" cy="428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7"/>
          <p:cNvGraphicFramePr>
            <a:graphicFrameLocks noChangeAspect="1"/>
          </p:cNvGraphicFramePr>
          <p:nvPr/>
        </p:nvGraphicFramePr>
        <p:xfrm>
          <a:off x="3074652" y="1939642"/>
          <a:ext cx="2500330" cy="642942"/>
        </p:xfrm>
        <a:graphic>
          <a:graphicData uri="http://schemas.openxmlformats.org/presentationml/2006/ole">
            <mc:AlternateContent xmlns:mc="http://schemas.openxmlformats.org/markup-compatibility/2006">
              <mc:Choice xmlns:v="urn:schemas-microsoft-com:vml" Requires="v">
                <p:oleObj spid="_x0000_s106976" name="Equation" r:id="rId3" imgW="1002665" imgH="254000" progId="Equation.DSMT4">
                  <p:embed/>
                </p:oleObj>
              </mc:Choice>
              <mc:Fallback>
                <p:oleObj name="Equation" r:id="rId3" imgW="1002665" imgH="254000" progId="Equation.DSMT4">
                  <p:embed/>
                  <p:pic>
                    <p:nvPicPr>
                      <p:cNvPr id="0" name="图片 10697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4652" y="1939642"/>
                        <a:ext cx="2500330" cy="6429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9"/>
          <p:cNvGraphicFramePr>
            <a:graphicFrameLocks noChangeAspect="1"/>
          </p:cNvGraphicFramePr>
          <p:nvPr/>
        </p:nvGraphicFramePr>
        <p:xfrm>
          <a:off x="1217264" y="2368270"/>
          <a:ext cx="571472" cy="617190"/>
        </p:xfrm>
        <a:graphic>
          <a:graphicData uri="http://schemas.openxmlformats.org/presentationml/2006/ole">
            <mc:AlternateContent xmlns:mc="http://schemas.openxmlformats.org/markup-compatibility/2006">
              <mc:Choice xmlns:v="urn:schemas-microsoft-com:vml" Requires="v">
                <p:oleObj spid="_x0000_s106977" name="Equation" r:id="rId5" imgW="241300" imgH="254000" progId="Equation.DSMT4">
                  <p:embed/>
                </p:oleObj>
              </mc:Choice>
              <mc:Fallback>
                <p:oleObj name="Equation" r:id="rId5" imgW="241300" imgH="254000" progId="Equation.DSMT4">
                  <p:embed/>
                  <p:pic>
                    <p:nvPicPr>
                      <p:cNvPr id="0" name="图片 10697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7264" y="2368270"/>
                        <a:ext cx="571472" cy="61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792088"/>
          </a:xfrm>
        </p:spPr>
        <p:txBody>
          <a:bodyPr>
            <a:normAutofit fontScale="90000"/>
          </a:bodyPr>
          <a:lstStyle/>
          <a:p>
            <a:r>
              <a:rPr lang="zh-CN" altLang="en-US" dirty="0" smtClean="0"/>
              <a:t>元素的阶</a:t>
            </a:r>
            <a:endParaRPr lang="zh-CN" altLang="en-US" dirty="0"/>
          </a:p>
        </p:txBody>
      </p:sp>
      <p:sp>
        <p:nvSpPr>
          <p:cNvPr id="3" name="内容占位符 2"/>
          <p:cNvSpPr>
            <a:spLocks noGrp="1"/>
          </p:cNvSpPr>
          <p:nvPr>
            <p:ph idx="1"/>
          </p:nvPr>
        </p:nvSpPr>
        <p:spPr>
          <a:xfrm>
            <a:off x="457200" y="980728"/>
            <a:ext cx="8229600" cy="1350644"/>
          </a:xfrm>
        </p:spPr>
        <p:txBody>
          <a:bodyPr>
            <a:normAutofit fontScale="92500"/>
          </a:bodyPr>
          <a:lstStyle/>
          <a:p>
            <a:pPr>
              <a:lnSpc>
                <a:spcPct val="125000"/>
              </a:lnSpc>
            </a:pPr>
            <a:r>
              <a:rPr lang="zh-CN" altLang="en-US" b="1" dirty="0" smtClean="0"/>
              <a:t>群</a:t>
            </a:r>
            <a:r>
              <a:rPr lang="en-US" b="1" dirty="0" smtClean="0"/>
              <a:t>G</a:t>
            </a:r>
            <a:r>
              <a:rPr lang="zh-CN" altLang="en-US" b="1" dirty="0" smtClean="0"/>
              <a:t>中的任意一个元素</a:t>
            </a:r>
            <a:r>
              <a:rPr lang="en-US" b="1" dirty="0" smtClean="0"/>
              <a:t> </a:t>
            </a:r>
            <a:r>
              <a:rPr lang="en-US" altLang="zh-CN" b="1" i="1" dirty="0" smtClean="0">
                <a:latin typeface="Times New Roman" panose="02020603050405020304" pitchFamily="18" charset="0"/>
                <a:cs typeface="Times New Roman" panose="02020603050405020304" pitchFamily="18" charset="0"/>
              </a:rPr>
              <a:t>a</a:t>
            </a:r>
            <a:r>
              <a:rPr lang="en-US" b="1" dirty="0" smtClean="0"/>
              <a:t> </a:t>
            </a:r>
            <a:r>
              <a:rPr lang="zh-CN" altLang="en-US" b="1" dirty="0" smtClean="0"/>
              <a:t>的全体</a:t>
            </a:r>
            <a:r>
              <a:rPr lang="zh-CN" altLang="en-US" b="1" dirty="0" smtClean="0">
                <a:solidFill>
                  <a:srgbClr val="FF0000"/>
                </a:solidFill>
              </a:rPr>
              <a:t>方幂</a:t>
            </a:r>
            <a:r>
              <a:rPr lang="zh-CN" altLang="en-US" b="1" dirty="0" smtClean="0"/>
              <a:t>构成的集合，对于群</a:t>
            </a:r>
            <a:r>
              <a:rPr lang="en-US" b="1" dirty="0" smtClean="0"/>
              <a:t>G</a:t>
            </a:r>
            <a:r>
              <a:rPr lang="zh-CN" altLang="en-US" b="1" dirty="0" smtClean="0"/>
              <a:t>中的</a:t>
            </a:r>
            <a:r>
              <a:rPr lang="zh-CN" altLang="en-US" b="1" dirty="0" smtClean="0">
                <a:solidFill>
                  <a:srgbClr val="FF0000"/>
                </a:solidFill>
              </a:rPr>
              <a:t>乘法</a:t>
            </a:r>
            <a:r>
              <a:rPr lang="zh-CN" altLang="en-US" b="1" dirty="0" smtClean="0"/>
              <a:t>构成子群，这个子群</a:t>
            </a:r>
            <a:r>
              <a:rPr lang="zh-CN" altLang="en-US" b="1" dirty="0" smtClean="0">
                <a:solidFill>
                  <a:srgbClr val="FF0000"/>
                </a:solidFill>
              </a:rPr>
              <a:t>称为由</a:t>
            </a:r>
            <a:r>
              <a:rPr lang="en-US" altLang="zh-CN" b="1" i="1" dirty="0" smtClean="0">
                <a:solidFill>
                  <a:srgbClr val="FF0000"/>
                </a:solidFill>
                <a:latin typeface="Times New Roman" panose="02020603050405020304" pitchFamily="18" charset="0"/>
                <a:cs typeface="Times New Roman" panose="02020603050405020304" pitchFamily="18" charset="0"/>
              </a:rPr>
              <a:t>a</a:t>
            </a:r>
            <a:r>
              <a:rPr lang="zh-CN" altLang="en-US" b="1" dirty="0" smtClean="0">
                <a:solidFill>
                  <a:srgbClr val="FF0000"/>
                </a:solidFill>
              </a:rPr>
              <a:t>生成的子群，</a:t>
            </a:r>
            <a:r>
              <a:rPr lang="zh-CN" altLang="en-US" b="1" dirty="0" smtClean="0"/>
              <a:t>记为</a:t>
            </a:r>
            <a:endParaRPr lang="zh-CN" altLang="en-US" b="1" dirty="0"/>
          </a:p>
        </p:txBody>
      </p:sp>
      <p:sp>
        <p:nvSpPr>
          <p:cNvPr id="5734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7345" name="Object 1"/>
          <p:cNvGraphicFramePr>
            <a:graphicFrameLocks noChangeAspect="1"/>
          </p:cNvGraphicFramePr>
          <p:nvPr/>
        </p:nvGraphicFramePr>
        <p:xfrm>
          <a:off x="2843808" y="1981584"/>
          <a:ext cx="2222422" cy="571480"/>
        </p:xfrm>
        <a:graphic>
          <a:graphicData uri="http://schemas.openxmlformats.org/presentationml/2006/ole">
            <mc:AlternateContent xmlns:mc="http://schemas.openxmlformats.org/markup-compatibility/2006">
              <mc:Choice xmlns:v="urn:schemas-microsoft-com:vml" Requires="v">
                <p:oleObj spid="_x0000_s57967" name="Equation" r:id="rId1" imgW="1002665" imgH="254000" progId="Equation.DSMT4">
                  <p:embed/>
                </p:oleObj>
              </mc:Choice>
              <mc:Fallback>
                <p:oleObj name="Equation" r:id="rId1" imgW="1002665" imgH="2540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1981584"/>
                        <a:ext cx="2222422" cy="571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714348" y="2402810"/>
            <a:ext cx="7929618" cy="3093154"/>
          </a:xfrm>
          <a:prstGeom prst="rect">
            <a:avLst/>
          </a:prstGeom>
          <a:noFill/>
        </p:spPr>
        <p:txBody>
          <a:bodyPr wrap="square" rtlCol="0">
            <a:spAutoFit/>
          </a:bodyPr>
          <a:lstStyle/>
          <a:p>
            <a:pPr>
              <a:lnSpc>
                <a:spcPct val="125000"/>
              </a:lnSpc>
            </a:pPr>
            <a:r>
              <a:rPr lang="zh-CN" altLang="en-US" sz="2600" b="1" dirty="0" smtClean="0">
                <a:solidFill>
                  <a:srgbClr val="0070C0"/>
                </a:solidFill>
                <a:latin typeface="Times New Roman" panose="02020603050405020304" pitchFamily="18" charset="0"/>
                <a:cs typeface="Times New Roman" panose="02020603050405020304" pitchFamily="18" charset="0"/>
              </a:rPr>
              <a:t>定义</a:t>
            </a:r>
            <a:r>
              <a:rPr lang="en-US" sz="2600" b="1" dirty="0" smtClean="0">
                <a:solidFill>
                  <a:srgbClr val="0070C0"/>
                </a:solidFill>
                <a:latin typeface="Times New Roman" panose="02020603050405020304" pitchFamily="18" charset="0"/>
                <a:cs typeface="Times New Roman" panose="02020603050405020304" pitchFamily="18" charset="0"/>
              </a:rPr>
              <a:t>4.3.6 </a:t>
            </a:r>
            <a:r>
              <a:rPr lang="zh-CN" altLang="en-US" sz="2600" b="1" dirty="0" smtClean="0">
                <a:latin typeface="Times New Roman" panose="02020603050405020304" pitchFamily="18" charset="0"/>
                <a:cs typeface="Times New Roman" panose="02020603050405020304" pitchFamily="18" charset="0"/>
              </a:rPr>
              <a:t>对于群</a:t>
            </a:r>
            <a:r>
              <a:rPr lang="en-US" sz="2600" b="1" dirty="0" smtClean="0">
                <a:latin typeface="Times New Roman" panose="02020603050405020304" pitchFamily="18" charset="0"/>
                <a:cs typeface="Times New Roman" panose="02020603050405020304" pitchFamily="18" charset="0"/>
              </a:rPr>
              <a:t>G</a:t>
            </a:r>
            <a:r>
              <a:rPr lang="zh-CN" altLang="en-US" sz="2600" b="1" dirty="0" smtClean="0">
                <a:latin typeface="Times New Roman" panose="02020603050405020304" pitchFamily="18" charset="0"/>
                <a:cs typeface="Times New Roman" panose="02020603050405020304" pitchFamily="18" charset="0"/>
              </a:rPr>
              <a:t>当中的任一元素</a:t>
            </a:r>
            <a:r>
              <a:rPr lang="en-US" altLang="zh-CN" sz="2600" b="1" i="1" dirty="0" smtClean="0">
                <a:latin typeface="Times New Roman" panose="02020603050405020304" pitchFamily="18" charset="0"/>
                <a:cs typeface="Times New Roman" panose="02020603050405020304" pitchFamily="18" charset="0"/>
              </a:rPr>
              <a:t>a</a:t>
            </a:r>
            <a:r>
              <a:rPr lang="en-US" sz="2600" b="1" dirty="0" smtClean="0"/>
              <a:t> </a:t>
            </a:r>
            <a:r>
              <a:rPr lang="zh-CN" altLang="en-US" sz="2600" b="1" dirty="0" smtClean="0">
                <a:latin typeface="Times New Roman" panose="02020603050405020304" pitchFamily="18" charset="0"/>
                <a:cs typeface="Times New Roman" panose="02020603050405020304" pitchFamily="18" charset="0"/>
              </a:rPr>
              <a:t>，若存在正整数</a:t>
            </a:r>
            <a:r>
              <a:rPr lang="en-US" sz="2600" b="1" i="1" dirty="0" smtClean="0">
                <a:latin typeface="Times New Roman" panose="02020603050405020304" pitchFamily="18" charset="0"/>
                <a:cs typeface="Times New Roman" panose="02020603050405020304" pitchFamily="18" charset="0"/>
              </a:rPr>
              <a:t>k</a:t>
            </a:r>
            <a:r>
              <a:rPr lang="zh-CN" altLang="en-US" sz="2600" b="1" dirty="0" smtClean="0">
                <a:latin typeface="Times New Roman" panose="02020603050405020304" pitchFamily="18" charset="0"/>
                <a:cs typeface="Times New Roman" panose="02020603050405020304" pitchFamily="18" charset="0"/>
              </a:rPr>
              <a:t>，使得</a:t>
            </a:r>
            <a:endParaRPr lang="zh-CN" altLang="en-US" sz="2600" b="1" dirty="0" smtClean="0">
              <a:latin typeface="Times New Roman" panose="02020603050405020304" pitchFamily="18" charset="0"/>
              <a:cs typeface="Times New Roman" panose="02020603050405020304" pitchFamily="18" charset="0"/>
            </a:endParaRPr>
          </a:p>
          <a:p>
            <a:pPr>
              <a:lnSpc>
                <a:spcPct val="125000"/>
              </a:lnSpc>
            </a:pPr>
            <a:endParaRPr lang="zh-CN" altLang="en-US" sz="2600" b="1" dirty="0" smtClean="0">
              <a:latin typeface="Times New Roman" panose="02020603050405020304" pitchFamily="18" charset="0"/>
              <a:cs typeface="Times New Roman" panose="02020603050405020304" pitchFamily="18" charset="0"/>
            </a:endParaRPr>
          </a:p>
          <a:p>
            <a:pPr>
              <a:lnSpc>
                <a:spcPct val="125000"/>
              </a:lnSpc>
            </a:pPr>
            <a:r>
              <a:rPr lang="zh-CN" altLang="en-US" sz="2600" b="1" dirty="0" smtClean="0">
                <a:latin typeface="Times New Roman" panose="02020603050405020304" pitchFamily="18" charset="0"/>
                <a:cs typeface="Times New Roman" panose="02020603050405020304" pitchFamily="18" charset="0"/>
              </a:rPr>
              <a:t>那么，称满足上式的</a:t>
            </a:r>
            <a:r>
              <a:rPr lang="zh-CN" altLang="en-US" sz="2600" b="1" dirty="0" smtClean="0">
                <a:solidFill>
                  <a:srgbClr val="FF0000"/>
                </a:solidFill>
                <a:latin typeface="Times New Roman" panose="02020603050405020304" pitchFamily="18" charset="0"/>
                <a:cs typeface="Times New Roman" panose="02020603050405020304" pitchFamily="18" charset="0"/>
              </a:rPr>
              <a:t>最小正整数</a:t>
            </a:r>
            <a:r>
              <a:rPr lang="en-US" sz="2600" b="1" i="1" dirty="0" smtClean="0">
                <a:latin typeface="Times New Roman" panose="02020603050405020304" pitchFamily="18" charset="0"/>
                <a:cs typeface="Times New Roman" panose="02020603050405020304" pitchFamily="18" charset="0"/>
              </a:rPr>
              <a:t>k</a:t>
            </a:r>
            <a:r>
              <a:rPr lang="zh-CN" altLang="en-US" sz="2600" b="1" dirty="0" smtClean="0">
                <a:latin typeface="Times New Roman" panose="02020603050405020304" pitchFamily="18" charset="0"/>
                <a:cs typeface="Times New Roman" panose="02020603050405020304" pitchFamily="18" charset="0"/>
              </a:rPr>
              <a:t>为</a:t>
            </a:r>
            <a:r>
              <a:rPr lang="zh-CN" altLang="en-US" sz="2600" b="1" dirty="0" smtClean="0">
                <a:solidFill>
                  <a:srgbClr val="FF0000"/>
                </a:solidFill>
                <a:latin typeface="Times New Roman" panose="02020603050405020304" pitchFamily="18" charset="0"/>
                <a:cs typeface="Times New Roman" panose="02020603050405020304" pitchFamily="18" charset="0"/>
              </a:rPr>
              <a:t>元素</a:t>
            </a:r>
            <a:r>
              <a:rPr lang="en-US" altLang="zh-CN" sz="2600" b="1" i="1" dirty="0" smtClean="0">
                <a:solidFill>
                  <a:srgbClr val="FF0000"/>
                </a:solidFill>
                <a:latin typeface="Times New Roman" panose="02020603050405020304" pitchFamily="18" charset="0"/>
                <a:cs typeface="Times New Roman" panose="02020603050405020304" pitchFamily="18" charset="0"/>
              </a:rPr>
              <a:t>a</a:t>
            </a:r>
            <a:r>
              <a:rPr lang="zh-CN" altLang="en-US" sz="2600" b="1" dirty="0" smtClean="0">
                <a:solidFill>
                  <a:srgbClr val="FF0000"/>
                </a:solidFill>
                <a:latin typeface="Times New Roman" panose="02020603050405020304" pitchFamily="18" charset="0"/>
                <a:cs typeface="Times New Roman" panose="02020603050405020304" pitchFamily="18" charset="0"/>
              </a:rPr>
              <a:t>的阶</a:t>
            </a:r>
            <a:r>
              <a:rPr lang="zh-CN" altLang="en-US" sz="2600" b="1" dirty="0" smtClean="0">
                <a:latin typeface="Times New Roman" panose="02020603050405020304" pitchFamily="18" charset="0"/>
                <a:cs typeface="Times New Roman" panose="02020603050405020304" pitchFamily="18" charset="0"/>
              </a:rPr>
              <a:t>，记为</a:t>
            </a:r>
            <a:r>
              <a:rPr lang="en-US" altLang="zh-CN" sz="2600" b="1" i="1" dirty="0">
                <a:solidFill>
                  <a:prstClr val="black"/>
                </a:solidFill>
                <a:latin typeface="Times New Roman" panose="02020603050405020304" pitchFamily="18" charset="0"/>
                <a:cs typeface="Times New Roman" panose="02020603050405020304" pitchFamily="18" charset="0"/>
              </a:rPr>
              <a:t>o</a:t>
            </a:r>
            <a:r>
              <a:rPr lang="en-US" altLang="zh-CN" sz="2600" b="1" dirty="0">
                <a:solidFill>
                  <a:prstClr val="black"/>
                </a:solidFill>
                <a:latin typeface="Times New Roman" panose="02020603050405020304" pitchFamily="18" charset="0"/>
                <a:cs typeface="Times New Roman" panose="02020603050405020304" pitchFamily="18" charset="0"/>
              </a:rPr>
              <a:t>(</a:t>
            </a:r>
            <a:r>
              <a:rPr lang="en-US" altLang="zh-CN" sz="2600" b="1" i="1" dirty="0">
                <a:solidFill>
                  <a:prstClr val="black"/>
                </a:solidFill>
                <a:latin typeface="Times New Roman" panose="02020603050405020304" pitchFamily="18" charset="0"/>
                <a:cs typeface="Times New Roman" panose="02020603050405020304" pitchFamily="18" charset="0"/>
              </a:rPr>
              <a:t>a</a:t>
            </a:r>
            <a:r>
              <a:rPr lang="en-US" altLang="zh-CN" sz="2600" b="1" dirty="0" smtClean="0">
                <a:solidFill>
                  <a:prstClr val="black"/>
                </a:solidFill>
                <a:latin typeface="Times New Roman" panose="02020603050405020304" pitchFamily="18" charset="0"/>
                <a:cs typeface="Times New Roman" panose="02020603050405020304" pitchFamily="18" charset="0"/>
              </a:rPr>
              <a:t>)</a:t>
            </a:r>
            <a:r>
              <a:rPr lang="en-US" sz="2600" b="1" dirty="0" smtClean="0">
                <a:latin typeface="Times New Roman" panose="02020603050405020304" pitchFamily="18" charset="0"/>
                <a:cs typeface="Times New Roman" panose="02020603050405020304" pitchFamily="18" charset="0"/>
              </a:rPr>
              <a:t> </a:t>
            </a:r>
            <a:r>
              <a:rPr lang="zh-CN" altLang="en-US" sz="2600" b="1" dirty="0" smtClean="0">
                <a:latin typeface="Times New Roman" panose="02020603050405020304" pitchFamily="18" charset="0"/>
                <a:cs typeface="Times New Roman" panose="02020603050405020304" pitchFamily="18" charset="0"/>
              </a:rPr>
              <a:t>。等价地，</a:t>
            </a:r>
            <a:r>
              <a:rPr lang="en-US" altLang="zh-CN" sz="2600" b="1" i="1" dirty="0" smtClean="0">
                <a:latin typeface="Times New Roman" panose="02020603050405020304" pitchFamily="18" charset="0"/>
                <a:cs typeface="Times New Roman" panose="02020603050405020304" pitchFamily="18" charset="0"/>
              </a:rPr>
              <a:t>a</a:t>
            </a:r>
            <a:r>
              <a:rPr lang="zh-CN" altLang="en-US" sz="2600" b="1" dirty="0" smtClean="0">
                <a:latin typeface="Times New Roman" panose="02020603050405020304" pitchFamily="18" charset="0"/>
                <a:cs typeface="Times New Roman" panose="02020603050405020304" pitchFamily="18" charset="0"/>
              </a:rPr>
              <a:t>生成的子群的阶也为</a:t>
            </a:r>
            <a:r>
              <a:rPr lang="en-US" sz="2600" b="1" dirty="0" smtClean="0">
                <a:latin typeface="Times New Roman" panose="02020603050405020304" pitchFamily="18" charset="0"/>
                <a:cs typeface="Times New Roman" panose="02020603050405020304" pitchFamily="18" charset="0"/>
              </a:rPr>
              <a:t> </a:t>
            </a:r>
            <a:r>
              <a:rPr lang="en-US" sz="2600" b="1" i="1" dirty="0" smtClean="0">
                <a:latin typeface="Times New Roman" panose="02020603050405020304" pitchFamily="18" charset="0"/>
                <a:cs typeface="Times New Roman" panose="02020603050405020304" pitchFamily="18" charset="0"/>
              </a:rPr>
              <a:t>o</a:t>
            </a:r>
            <a:r>
              <a:rPr lang="en-US" sz="2600" b="1" dirty="0" smtClean="0">
                <a:latin typeface="Times New Roman" panose="02020603050405020304" pitchFamily="18" charset="0"/>
                <a:cs typeface="Times New Roman" panose="02020603050405020304" pitchFamily="18" charset="0"/>
              </a:rPr>
              <a:t>(</a:t>
            </a:r>
            <a:r>
              <a:rPr lang="en-US" sz="2600" b="1" i="1" dirty="0" smtClean="0">
                <a:latin typeface="Times New Roman" panose="02020603050405020304" pitchFamily="18" charset="0"/>
                <a:cs typeface="Times New Roman" panose="02020603050405020304" pitchFamily="18" charset="0"/>
              </a:rPr>
              <a:t>a</a:t>
            </a:r>
            <a:r>
              <a:rPr lang="en-US" sz="2600" b="1" dirty="0" smtClean="0">
                <a:latin typeface="Times New Roman" panose="02020603050405020304" pitchFamily="18" charset="0"/>
                <a:cs typeface="Times New Roman" panose="02020603050405020304" pitchFamily="18" charset="0"/>
              </a:rPr>
              <a:t>)</a:t>
            </a:r>
            <a:r>
              <a:rPr lang="zh-CN" altLang="en-US" sz="2600" b="1" dirty="0" smtClean="0">
                <a:latin typeface="Times New Roman" panose="02020603050405020304" pitchFamily="18" charset="0"/>
                <a:cs typeface="Times New Roman" panose="02020603050405020304" pitchFamily="18" charset="0"/>
              </a:rPr>
              <a:t>。若不存在上述的正整数</a:t>
            </a:r>
            <a:r>
              <a:rPr lang="en-US" sz="2600" b="1" dirty="0" smtClean="0">
                <a:latin typeface="Times New Roman" panose="02020603050405020304" pitchFamily="18" charset="0"/>
                <a:cs typeface="Times New Roman" panose="02020603050405020304" pitchFamily="18" charset="0"/>
              </a:rPr>
              <a:t>k</a:t>
            </a:r>
            <a:r>
              <a:rPr lang="zh-CN" altLang="en-US" sz="2600" b="1" dirty="0" smtClean="0">
                <a:latin typeface="Times New Roman" panose="02020603050405020304" pitchFamily="18" charset="0"/>
                <a:cs typeface="Times New Roman" panose="02020603050405020304" pitchFamily="18" charset="0"/>
              </a:rPr>
              <a:t>，则称</a:t>
            </a:r>
            <a:r>
              <a:rPr lang="en-US" altLang="zh-CN" sz="2600" b="1" i="1" dirty="0" smtClean="0">
                <a:latin typeface="Times New Roman" panose="02020603050405020304" pitchFamily="18" charset="0"/>
                <a:cs typeface="Times New Roman" panose="02020603050405020304" pitchFamily="18" charset="0"/>
              </a:rPr>
              <a:t>a</a:t>
            </a:r>
            <a:r>
              <a:rPr lang="zh-CN" altLang="en-US" sz="2600" b="1" dirty="0" smtClean="0">
                <a:latin typeface="Times New Roman" panose="02020603050405020304" pitchFamily="18" charset="0"/>
                <a:cs typeface="Times New Roman" panose="02020603050405020304" pitchFamily="18" charset="0"/>
              </a:rPr>
              <a:t>是无限阶元，记</a:t>
            </a:r>
            <a:endParaRPr lang="zh-CN" altLang="en-US" sz="2600" b="1" dirty="0">
              <a:latin typeface="Times New Roman" panose="02020603050405020304" pitchFamily="18" charset="0"/>
              <a:cs typeface="Times New Roman" panose="02020603050405020304" pitchFamily="18" charset="0"/>
            </a:endParaRPr>
          </a:p>
        </p:txBody>
      </p:sp>
      <p:sp>
        <p:nvSpPr>
          <p:cNvPr id="57348"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7347" name="Object 3"/>
          <p:cNvGraphicFramePr>
            <a:graphicFrameLocks noChangeAspect="1"/>
          </p:cNvGraphicFramePr>
          <p:nvPr/>
        </p:nvGraphicFramePr>
        <p:xfrm>
          <a:off x="3131840" y="2989696"/>
          <a:ext cx="1047707" cy="500042"/>
        </p:xfrm>
        <a:graphic>
          <a:graphicData uri="http://schemas.openxmlformats.org/presentationml/2006/ole">
            <mc:AlternateContent xmlns:mc="http://schemas.openxmlformats.org/markup-compatibility/2006">
              <mc:Choice xmlns:v="urn:schemas-microsoft-com:vml" Requires="v">
                <p:oleObj spid="_x0000_s57968" name="Equation" r:id="rId3" imgW="419100" imgH="203200" progId="Equation.DSMT4">
                  <p:embed/>
                </p:oleObj>
              </mc:Choice>
              <mc:Fallback>
                <p:oleObj name="Equation" r:id="rId3" imgW="419100" imgH="2032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1840" y="2989696"/>
                        <a:ext cx="1047707" cy="5000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350"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7352"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7351" name="Object 7"/>
          <p:cNvGraphicFramePr>
            <a:graphicFrameLocks noChangeAspect="1"/>
          </p:cNvGraphicFramePr>
          <p:nvPr/>
        </p:nvGraphicFramePr>
        <p:xfrm>
          <a:off x="6588224" y="4941168"/>
          <a:ext cx="1204173" cy="428604"/>
        </p:xfrm>
        <a:graphic>
          <a:graphicData uri="http://schemas.openxmlformats.org/presentationml/2006/ole">
            <mc:AlternateContent xmlns:mc="http://schemas.openxmlformats.org/markup-compatibility/2006">
              <mc:Choice xmlns:v="urn:schemas-microsoft-com:vml" Requires="v">
                <p:oleObj spid="_x0000_s57969" name="Equation" r:id="rId5" imgW="571500" imgH="203200" progId="Equation.DSMT4">
                  <p:embed/>
                </p:oleObj>
              </mc:Choice>
              <mc:Fallback>
                <p:oleObj name="Equation" r:id="rId5" imgW="571500" imgH="203200" progId="Equation.DSMT4">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88224" y="4941168"/>
                        <a:ext cx="1204173" cy="428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73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1375"/>
            <a:ext cx="8229600" cy="4389120"/>
          </a:xfrm>
        </p:spPr>
        <p:txBody>
          <a:bodyPr/>
          <a:lstStyle/>
          <a:p>
            <a:r>
              <a:rPr lang="zh-CN" altLang="en-US" dirty="0"/>
              <a:t>例 </a:t>
            </a:r>
            <a:r>
              <a:rPr lang="en-US" altLang="zh-CN" dirty="0"/>
              <a:t>4.3.7 </a:t>
            </a:r>
            <a:r>
              <a:rPr lang="zh-CN" altLang="en-US" dirty="0" smtClean="0"/>
              <a:t>求        </a:t>
            </a:r>
            <a:r>
              <a:rPr lang="zh-CN" altLang="en-US" dirty="0"/>
              <a:t>中所有元素的阶。</a:t>
            </a:r>
            <a:endParaRPr lang="zh-CN" altLang="en-US" dirty="0"/>
          </a:p>
        </p:txBody>
      </p:sp>
      <p:graphicFrame>
        <p:nvGraphicFramePr>
          <p:cNvPr id="7" name="对象 6"/>
          <p:cNvGraphicFramePr>
            <a:graphicFrameLocks noChangeAspect="1"/>
          </p:cNvGraphicFramePr>
          <p:nvPr/>
        </p:nvGraphicFramePr>
        <p:xfrm>
          <a:off x="2411760" y="1113352"/>
          <a:ext cx="495300" cy="400050"/>
        </p:xfrm>
        <a:graphic>
          <a:graphicData uri="http://schemas.openxmlformats.org/presentationml/2006/ole">
            <mc:AlternateContent xmlns:mc="http://schemas.openxmlformats.org/markup-compatibility/2006">
              <mc:Choice xmlns:v="urn:schemas-microsoft-com:vml" Requires="v">
                <p:oleObj spid="_x0000_s112942" name="Formula" r:id="rId1" imgW="1571625" imgH="1266825" progId="Equation.Ribbit">
                  <p:embed/>
                </p:oleObj>
              </mc:Choice>
              <mc:Fallback>
                <p:oleObj name="Formula" r:id="rId1" imgW="1571625" imgH="1266825" progId="Equation.Ribbit">
                  <p:embed/>
                  <p:pic>
                    <p:nvPicPr>
                      <p:cNvPr id="0" name="图片 112941"/>
                      <p:cNvPicPr/>
                      <p:nvPr/>
                    </p:nvPicPr>
                    <p:blipFill>
                      <a:blip r:embed="rId2"/>
                      <a:stretch>
                        <a:fillRect/>
                      </a:stretch>
                    </p:blipFill>
                    <p:spPr>
                      <a:xfrm>
                        <a:off x="2411760" y="1113352"/>
                        <a:ext cx="495300" cy="40005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1475656" y="1601794"/>
          <a:ext cx="5770782" cy="591678"/>
        </p:xfrm>
        <a:graphic>
          <a:graphicData uri="http://schemas.openxmlformats.org/presentationml/2006/ole">
            <mc:AlternateContent xmlns:mc="http://schemas.openxmlformats.org/markup-compatibility/2006">
              <mc:Choice xmlns:v="urn:schemas-microsoft-com:vml" Requires="v">
                <p:oleObj spid="_x0000_s112943" name="" r:id="rId3" imgW="2387600" imgH="241300" progId="Equation.DSMT4">
                  <p:embed/>
                </p:oleObj>
              </mc:Choice>
              <mc:Fallback>
                <p:oleObj name="" r:id="rId3" imgW="2387600" imgH="2413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656" y="1601794"/>
                        <a:ext cx="5770782" cy="591678"/>
                      </a:xfrm>
                      <a:prstGeom prst="rect">
                        <a:avLst/>
                      </a:prstGeom>
                      <a:noFill/>
                    </p:spPr>
                  </p:pic>
                </p:oleObj>
              </mc:Fallback>
            </mc:AlternateContent>
          </a:graphicData>
        </a:graphic>
      </p:graphicFrame>
      <p:pic>
        <p:nvPicPr>
          <p:cNvPr id="10" name="图片 9"/>
          <p:cNvPicPr/>
          <p:nvPr/>
        </p:nvPicPr>
        <p:blipFill>
          <a:blip r:embed="rId5"/>
          <a:stretch>
            <a:fillRect/>
          </a:stretch>
        </p:blipFill>
        <p:spPr>
          <a:xfrm>
            <a:off x="0" y="2276872"/>
            <a:ext cx="9073007" cy="999494"/>
          </a:xfrm>
          <a:prstGeom prst="rect">
            <a:avLst/>
          </a:prstGeom>
        </p:spPr>
      </p:pic>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548680"/>
            <a:ext cx="8712968" cy="1080120"/>
          </a:xfrm>
        </p:spPr>
        <p:txBody>
          <a:bodyPr>
            <a:normAutofit lnSpcReduction="10000"/>
          </a:bodyPr>
          <a:lstStyle/>
          <a:p>
            <a:pPr>
              <a:lnSpc>
                <a:spcPct val="125000"/>
              </a:lnSpc>
            </a:pPr>
            <a:r>
              <a:rPr lang="zh-CN" altLang="en-US" b="1" dirty="0" smtClean="0">
                <a:solidFill>
                  <a:srgbClr val="0070C0"/>
                </a:solidFill>
              </a:rPr>
              <a:t>推论</a:t>
            </a:r>
            <a:r>
              <a:rPr lang="en-US" b="1" dirty="0" smtClean="0">
                <a:solidFill>
                  <a:srgbClr val="0070C0"/>
                </a:solidFill>
              </a:rPr>
              <a:t>4.3.2 </a:t>
            </a:r>
            <a:r>
              <a:rPr lang="zh-CN" altLang="en-US" b="1" dirty="0" smtClean="0"/>
              <a:t>设</a:t>
            </a:r>
            <a:r>
              <a:rPr lang="en-US" b="1" dirty="0" smtClean="0"/>
              <a:t>G</a:t>
            </a:r>
            <a:r>
              <a:rPr lang="zh-CN" altLang="en-US" b="1" dirty="0" smtClean="0"/>
              <a:t>是一个有限群，则</a:t>
            </a:r>
            <a:r>
              <a:rPr lang="en-US" b="1" dirty="0" smtClean="0"/>
              <a:t>G</a:t>
            </a:r>
            <a:r>
              <a:rPr lang="zh-CN" altLang="en-US" b="1" dirty="0" smtClean="0"/>
              <a:t>中每一个元素的阶一定是</a:t>
            </a:r>
            <a:r>
              <a:rPr lang="en-US" altLang="zh-CN" b="1" dirty="0" smtClean="0"/>
              <a:t>|G|</a:t>
            </a:r>
            <a:r>
              <a:rPr lang="zh-CN" altLang="en-US" b="1" dirty="0" smtClean="0"/>
              <a:t>的因子。设</a:t>
            </a:r>
            <a:r>
              <a:rPr lang="en-US" b="1" dirty="0" smtClean="0"/>
              <a:t> </a:t>
            </a:r>
            <a:r>
              <a:rPr lang="en-US" altLang="zh-CN" b="1" dirty="0" smtClean="0"/>
              <a:t>|G|=n</a:t>
            </a:r>
            <a:r>
              <a:rPr lang="zh-CN" altLang="en-US" b="1" dirty="0" smtClean="0"/>
              <a:t>，对于</a:t>
            </a:r>
            <a:r>
              <a:rPr lang="en-US" b="1" dirty="0" smtClean="0"/>
              <a:t>G</a:t>
            </a:r>
            <a:r>
              <a:rPr lang="zh-CN" altLang="en-US" b="1" dirty="0" smtClean="0"/>
              <a:t>中的每一个元素</a:t>
            </a:r>
            <a:r>
              <a:rPr lang="en-US" b="1" i="1" dirty="0" smtClean="0">
                <a:latin typeface="Times New Roman" panose="02020603050405020304" pitchFamily="18" charset="0"/>
                <a:cs typeface="Times New Roman" panose="02020603050405020304" pitchFamily="18" charset="0"/>
              </a:rPr>
              <a:t>a</a:t>
            </a:r>
            <a:r>
              <a:rPr lang="zh-CN" altLang="en-US" b="1" dirty="0" smtClean="0"/>
              <a:t>，有</a:t>
            </a:r>
            <a:endParaRPr lang="zh-CN" altLang="en-US" b="1" dirty="0" smtClean="0"/>
          </a:p>
        </p:txBody>
      </p:sp>
      <p:sp>
        <p:nvSpPr>
          <p:cNvPr id="5837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8369" name="Object 1"/>
          <p:cNvGraphicFramePr>
            <a:graphicFrameLocks noChangeAspect="1"/>
          </p:cNvGraphicFramePr>
          <p:nvPr/>
        </p:nvGraphicFramePr>
        <p:xfrm>
          <a:off x="3643338" y="1484784"/>
          <a:ext cx="1071538" cy="511416"/>
        </p:xfrm>
        <a:graphic>
          <a:graphicData uri="http://schemas.openxmlformats.org/presentationml/2006/ole">
            <mc:AlternateContent xmlns:mc="http://schemas.openxmlformats.org/markup-compatibility/2006">
              <mc:Choice xmlns:v="urn:schemas-microsoft-com:vml" Requires="v">
                <p:oleObj spid="_x0000_s134456" name="Equation" r:id="rId1" imgW="419100" imgH="203200" progId="Equation.DSMT4">
                  <p:embed/>
                </p:oleObj>
              </mc:Choice>
              <mc:Fallback>
                <p:oleObj name="Equation" r:id="rId1" imgW="419100" imgH="2032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3338" y="1484784"/>
                        <a:ext cx="1071538" cy="5114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714348" y="2060848"/>
            <a:ext cx="8001056" cy="1092607"/>
          </a:xfrm>
          <a:prstGeom prst="rect">
            <a:avLst/>
          </a:prstGeom>
          <a:noFill/>
        </p:spPr>
        <p:txBody>
          <a:bodyPr wrap="square" rtlCol="0">
            <a:spAutoFit/>
          </a:bodyPr>
          <a:lstStyle/>
          <a:p>
            <a:pPr>
              <a:lnSpc>
                <a:spcPct val="125000"/>
              </a:lnSpc>
            </a:pPr>
            <a:r>
              <a:rPr lang="zh-CN" altLang="en-US" sz="2600" b="1" dirty="0" smtClean="0">
                <a:solidFill>
                  <a:srgbClr val="0070C0"/>
                </a:solidFill>
              </a:rPr>
              <a:t>推论</a:t>
            </a:r>
            <a:r>
              <a:rPr lang="en-US" sz="2600" b="1" dirty="0" smtClean="0">
                <a:solidFill>
                  <a:srgbClr val="0070C0"/>
                </a:solidFill>
              </a:rPr>
              <a:t>4.3.3 </a:t>
            </a:r>
            <a:r>
              <a:rPr lang="zh-CN" altLang="en-US" sz="2600" b="1" dirty="0" smtClean="0"/>
              <a:t>（欧拉定理）设</a:t>
            </a:r>
            <a:r>
              <a:rPr lang="en-US" sz="2600" b="1" dirty="0" smtClean="0"/>
              <a:t>m</a:t>
            </a:r>
            <a:r>
              <a:rPr lang="zh-CN" altLang="en-US" sz="2600" b="1" dirty="0" smtClean="0"/>
              <a:t>是正整数，   </a:t>
            </a:r>
            <a:r>
              <a:rPr lang="en-US" sz="2600" b="1" dirty="0" smtClean="0"/>
              <a:t>    </a:t>
            </a:r>
            <a:r>
              <a:rPr lang="zh-CN" altLang="en-US" sz="2600" b="1" dirty="0" smtClean="0"/>
              <a:t>为</a:t>
            </a:r>
            <a:r>
              <a:rPr lang="en-US" sz="2600" b="1" dirty="0" smtClean="0"/>
              <a:t>m</a:t>
            </a:r>
            <a:r>
              <a:rPr lang="zh-CN" altLang="en-US" sz="2600" b="1" dirty="0" smtClean="0"/>
              <a:t>的欧拉函数，       </a:t>
            </a:r>
            <a:r>
              <a:rPr lang="en-US" sz="2600" b="1" dirty="0" smtClean="0"/>
              <a:t> </a:t>
            </a:r>
            <a:r>
              <a:rPr lang="zh-CN" altLang="en-US" sz="2600" b="1" dirty="0" smtClean="0"/>
              <a:t>，若                       </a:t>
            </a:r>
            <a:r>
              <a:rPr lang="en-US" sz="2600" b="1" dirty="0" smtClean="0"/>
              <a:t> </a:t>
            </a:r>
            <a:r>
              <a:rPr lang="zh-CN" altLang="en-US" sz="2600" b="1" dirty="0" smtClean="0"/>
              <a:t>，则</a:t>
            </a:r>
            <a:endParaRPr lang="en-US" altLang="zh-CN" sz="2600" b="1" dirty="0" smtClean="0"/>
          </a:p>
        </p:txBody>
      </p:sp>
      <p:sp>
        <p:nvSpPr>
          <p:cNvPr id="58372"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8371" name="Object 3"/>
          <p:cNvGraphicFramePr>
            <a:graphicFrameLocks noChangeAspect="1"/>
          </p:cNvGraphicFramePr>
          <p:nvPr/>
        </p:nvGraphicFramePr>
        <p:xfrm>
          <a:off x="6372200" y="2079112"/>
          <a:ext cx="755159" cy="428604"/>
        </p:xfrm>
        <a:graphic>
          <a:graphicData uri="http://schemas.openxmlformats.org/presentationml/2006/ole">
            <mc:AlternateContent xmlns:mc="http://schemas.openxmlformats.org/markup-compatibility/2006">
              <mc:Choice xmlns:v="urn:schemas-microsoft-com:vml" Requires="v">
                <p:oleObj spid="_x0000_s134457" name="Equation" r:id="rId3" imgW="355600" imgH="203200" progId="Equation.DSMT4">
                  <p:embed/>
                </p:oleObj>
              </mc:Choice>
              <mc:Fallback>
                <p:oleObj name="Equation" r:id="rId3" imgW="355600" imgH="2032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2200" y="2079112"/>
                        <a:ext cx="755159" cy="428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374"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8373" name="Object 5"/>
          <p:cNvGraphicFramePr>
            <a:graphicFrameLocks noChangeAspect="1"/>
          </p:cNvGraphicFramePr>
          <p:nvPr/>
        </p:nvGraphicFramePr>
        <p:xfrm>
          <a:off x="1907704" y="2635329"/>
          <a:ext cx="910802" cy="520459"/>
        </p:xfrm>
        <a:graphic>
          <a:graphicData uri="http://schemas.openxmlformats.org/presentationml/2006/ole">
            <mc:AlternateContent xmlns:mc="http://schemas.openxmlformats.org/markup-compatibility/2006">
              <mc:Choice xmlns:v="urn:schemas-microsoft-com:vml" Requires="v">
                <p:oleObj spid="_x0000_s134458" name="Equation" r:id="rId5" imgW="419100" imgH="228600" progId="Equation.DSMT4">
                  <p:embed/>
                </p:oleObj>
              </mc:Choice>
              <mc:Fallback>
                <p:oleObj name="Equation" r:id="rId5" imgW="419100" imgH="22860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7704" y="2635329"/>
                        <a:ext cx="910802" cy="5204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376"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8375" name="Object 7"/>
          <p:cNvGraphicFramePr>
            <a:graphicFrameLocks noChangeAspect="1"/>
          </p:cNvGraphicFramePr>
          <p:nvPr/>
        </p:nvGraphicFramePr>
        <p:xfrm>
          <a:off x="3412116" y="2655746"/>
          <a:ext cx="2023980" cy="500042"/>
        </p:xfrm>
        <a:graphic>
          <a:graphicData uri="http://schemas.openxmlformats.org/presentationml/2006/ole">
            <mc:AlternateContent xmlns:mc="http://schemas.openxmlformats.org/markup-compatibility/2006">
              <mc:Choice xmlns:v="urn:schemas-microsoft-com:vml" Requires="v">
                <p:oleObj spid="_x0000_s134459" name="Equation" r:id="rId7" imgW="812165" imgH="203200" progId="Equation.DSMT4">
                  <p:embed/>
                </p:oleObj>
              </mc:Choice>
              <mc:Fallback>
                <p:oleObj name="Equation" r:id="rId7" imgW="812165" imgH="203200" progId="Equation.DSMT4">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2116" y="2655746"/>
                        <a:ext cx="2023980" cy="5000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378"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8377" name="Object 9"/>
          <p:cNvGraphicFramePr>
            <a:graphicFrameLocks noChangeAspect="1"/>
          </p:cNvGraphicFramePr>
          <p:nvPr/>
        </p:nvGraphicFramePr>
        <p:xfrm>
          <a:off x="2786050" y="3140968"/>
          <a:ext cx="2946708" cy="642918"/>
        </p:xfrm>
        <a:graphic>
          <a:graphicData uri="http://schemas.openxmlformats.org/presentationml/2006/ole">
            <mc:AlternateContent xmlns:mc="http://schemas.openxmlformats.org/markup-compatibility/2006">
              <mc:Choice xmlns:v="urn:schemas-microsoft-com:vml" Requires="v">
                <p:oleObj spid="_x0000_s134460" name="Equation" r:id="rId9" imgW="1040765" imgH="228600" progId="Equation.DSMT4">
                  <p:embed/>
                </p:oleObj>
              </mc:Choice>
              <mc:Fallback>
                <p:oleObj name="Equation" r:id="rId9" imgW="1040765" imgH="228600" progId="Equation.DSMT4">
                  <p:embed/>
                  <p:pic>
                    <p:nvPicPr>
                      <p:cNvPr id="0"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86050" y="3140968"/>
                        <a:ext cx="2946708" cy="6429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矩形 14"/>
          <p:cNvSpPr/>
          <p:nvPr/>
        </p:nvSpPr>
        <p:spPr>
          <a:xfrm>
            <a:off x="785786" y="3789040"/>
            <a:ext cx="8072494" cy="892552"/>
          </a:xfrm>
          <a:prstGeom prst="rect">
            <a:avLst/>
          </a:prstGeom>
        </p:spPr>
        <p:txBody>
          <a:bodyPr wrap="square">
            <a:spAutoFit/>
          </a:bodyPr>
          <a:lstStyle/>
          <a:p>
            <a:r>
              <a:rPr lang="zh-CN" altLang="en-US" sz="2600" b="1" dirty="0" smtClean="0"/>
              <a:t>证明：根据例</a:t>
            </a:r>
            <a:r>
              <a:rPr lang="en-US" sz="2600" b="1" dirty="0" smtClean="0"/>
              <a:t>4.2.2</a:t>
            </a:r>
            <a:r>
              <a:rPr lang="zh-CN" altLang="en-US" sz="2600" b="1" dirty="0" smtClean="0"/>
              <a:t>，       </a:t>
            </a:r>
            <a:r>
              <a:rPr lang="en-US" sz="2600" b="1" dirty="0" smtClean="0"/>
              <a:t> </a:t>
            </a:r>
            <a:r>
              <a:rPr lang="zh-CN" altLang="en-US" sz="2600" b="1" dirty="0" smtClean="0"/>
              <a:t>，               </a:t>
            </a:r>
            <a:r>
              <a:rPr lang="en-US" sz="2600" b="1" dirty="0" smtClean="0"/>
              <a:t> </a:t>
            </a:r>
            <a:r>
              <a:rPr lang="zh-CN" altLang="en-US" sz="2600" b="1" dirty="0" smtClean="0"/>
              <a:t>。根据推论</a:t>
            </a:r>
            <a:r>
              <a:rPr lang="en-US" sz="2600" b="1" dirty="0" smtClean="0"/>
              <a:t>4.3.2</a:t>
            </a:r>
            <a:r>
              <a:rPr lang="zh-CN" altLang="en-US" sz="2600" b="1" dirty="0" smtClean="0"/>
              <a:t>，有</a:t>
            </a:r>
            <a:r>
              <a:rPr lang="en-US" sz="2600" b="1" dirty="0" smtClean="0"/>
              <a:t> </a:t>
            </a:r>
            <a:endParaRPr lang="zh-CN" altLang="en-US" sz="2600" b="1" dirty="0"/>
          </a:p>
        </p:txBody>
      </p:sp>
      <p:sp>
        <p:nvSpPr>
          <p:cNvPr id="58380" name="Rectangle 1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8379" name="Object 11"/>
          <p:cNvGraphicFramePr>
            <a:graphicFrameLocks noChangeAspect="1"/>
          </p:cNvGraphicFramePr>
          <p:nvPr/>
        </p:nvGraphicFramePr>
        <p:xfrm>
          <a:off x="3707904" y="3789040"/>
          <a:ext cx="880116" cy="500066"/>
        </p:xfrm>
        <a:graphic>
          <a:graphicData uri="http://schemas.openxmlformats.org/presentationml/2006/ole">
            <mc:AlternateContent xmlns:mc="http://schemas.openxmlformats.org/markup-compatibility/2006">
              <mc:Choice xmlns:v="urn:schemas-microsoft-com:vml" Requires="v">
                <p:oleObj spid="_x0000_s134461" name="Equation" r:id="rId11" imgW="419100" imgH="241300" progId="Equation.DSMT4">
                  <p:embed/>
                </p:oleObj>
              </mc:Choice>
              <mc:Fallback>
                <p:oleObj name="Equation" r:id="rId11" imgW="419100" imgH="241300" progId="Equation.DSMT4">
                  <p:embed/>
                  <p:pic>
                    <p:nvPicPr>
                      <p:cNvPr id="0"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07904" y="3789040"/>
                        <a:ext cx="880116" cy="500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382" name="Rectangle 1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8381" name="Object 13"/>
          <p:cNvGraphicFramePr>
            <a:graphicFrameLocks noChangeAspect="1"/>
          </p:cNvGraphicFramePr>
          <p:nvPr/>
        </p:nvGraphicFramePr>
        <p:xfrm>
          <a:off x="4638798" y="3789064"/>
          <a:ext cx="1517378" cy="571480"/>
        </p:xfrm>
        <a:graphic>
          <a:graphicData uri="http://schemas.openxmlformats.org/presentationml/2006/ole">
            <mc:AlternateContent xmlns:mc="http://schemas.openxmlformats.org/markup-compatibility/2006">
              <mc:Choice xmlns:v="urn:schemas-microsoft-com:vml" Requires="v">
                <p:oleObj spid="_x0000_s134462" name="Equation" r:id="rId13" imgW="736600" imgH="279400" progId="Equation.DSMT4">
                  <p:embed/>
                </p:oleObj>
              </mc:Choice>
              <mc:Fallback>
                <p:oleObj name="Equation" r:id="rId13" imgW="736600" imgH="279400" progId="Equation.DSMT4">
                  <p:embed/>
                  <p:pic>
                    <p:nvPicPr>
                      <p:cNvPr id="0" name="Picture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38798" y="3789064"/>
                        <a:ext cx="1517378" cy="571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383" name="Object 15"/>
          <p:cNvGraphicFramePr>
            <a:graphicFrameLocks noChangeAspect="1"/>
          </p:cNvGraphicFramePr>
          <p:nvPr/>
        </p:nvGraphicFramePr>
        <p:xfrm>
          <a:off x="2714612" y="4789172"/>
          <a:ext cx="2946400" cy="642937"/>
        </p:xfrm>
        <a:graphic>
          <a:graphicData uri="http://schemas.openxmlformats.org/presentationml/2006/ole">
            <mc:AlternateContent xmlns:mc="http://schemas.openxmlformats.org/markup-compatibility/2006">
              <mc:Choice xmlns:v="urn:schemas-microsoft-com:vml" Requires="v">
                <p:oleObj spid="_x0000_s134463" name="Equation" r:id="rId15" imgW="1040765" imgH="228600" progId="Equation.DSMT4">
                  <p:embed/>
                </p:oleObj>
              </mc:Choice>
              <mc:Fallback>
                <p:oleObj name="Equation" r:id="rId15" imgW="1040765" imgH="228600" progId="Equation.DSMT4">
                  <p:embed/>
                  <p:pic>
                    <p:nvPicPr>
                      <p:cNvPr id="0" name="Picture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14612" y="4789172"/>
                        <a:ext cx="2946400" cy="642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8371"/>
                                        </p:tgtEl>
                                        <p:attrNameLst>
                                          <p:attrName>style.visibility</p:attrName>
                                        </p:attrNameLst>
                                      </p:cBhvr>
                                      <p:to>
                                        <p:strVal val="visible"/>
                                      </p:to>
                                    </p:set>
                                    <p:anim calcmode="lin" valueType="num">
                                      <p:cBhvr additive="base">
                                        <p:cTn id="11" dur="500" fill="hold"/>
                                        <p:tgtEl>
                                          <p:spTgt spid="58371"/>
                                        </p:tgtEl>
                                        <p:attrNameLst>
                                          <p:attrName>ppt_x</p:attrName>
                                        </p:attrNameLst>
                                      </p:cBhvr>
                                      <p:tavLst>
                                        <p:tav tm="0">
                                          <p:val>
                                            <p:strVal val="#ppt_x"/>
                                          </p:val>
                                        </p:tav>
                                        <p:tav tm="100000">
                                          <p:val>
                                            <p:strVal val="#ppt_x"/>
                                          </p:val>
                                        </p:tav>
                                      </p:tavLst>
                                    </p:anim>
                                    <p:anim calcmode="lin" valueType="num">
                                      <p:cBhvr additive="base">
                                        <p:cTn id="12" dur="500" fill="hold"/>
                                        <p:tgtEl>
                                          <p:spTgt spid="5837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8373"/>
                                        </p:tgtEl>
                                        <p:attrNameLst>
                                          <p:attrName>style.visibility</p:attrName>
                                        </p:attrNameLst>
                                      </p:cBhvr>
                                      <p:to>
                                        <p:strVal val="visible"/>
                                      </p:to>
                                    </p:set>
                                    <p:anim calcmode="lin" valueType="num">
                                      <p:cBhvr additive="base">
                                        <p:cTn id="15" dur="500" fill="hold"/>
                                        <p:tgtEl>
                                          <p:spTgt spid="58373"/>
                                        </p:tgtEl>
                                        <p:attrNameLst>
                                          <p:attrName>ppt_x</p:attrName>
                                        </p:attrNameLst>
                                      </p:cBhvr>
                                      <p:tavLst>
                                        <p:tav tm="0">
                                          <p:val>
                                            <p:strVal val="#ppt_x"/>
                                          </p:val>
                                        </p:tav>
                                        <p:tav tm="100000">
                                          <p:val>
                                            <p:strVal val="#ppt_x"/>
                                          </p:val>
                                        </p:tav>
                                      </p:tavLst>
                                    </p:anim>
                                    <p:anim calcmode="lin" valueType="num">
                                      <p:cBhvr additive="base">
                                        <p:cTn id="16" dur="500" fill="hold"/>
                                        <p:tgtEl>
                                          <p:spTgt spid="58373"/>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8375"/>
                                        </p:tgtEl>
                                        <p:attrNameLst>
                                          <p:attrName>style.visibility</p:attrName>
                                        </p:attrNameLst>
                                      </p:cBhvr>
                                      <p:to>
                                        <p:strVal val="visible"/>
                                      </p:to>
                                    </p:set>
                                    <p:anim calcmode="lin" valueType="num">
                                      <p:cBhvr additive="base">
                                        <p:cTn id="19" dur="500" fill="hold"/>
                                        <p:tgtEl>
                                          <p:spTgt spid="58375"/>
                                        </p:tgtEl>
                                        <p:attrNameLst>
                                          <p:attrName>ppt_x</p:attrName>
                                        </p:attrNameLst>
                                      </p:cBhvr>
                                      <p:tavLst>
                                        <p:tav tm="0">
                                          <p:val>
                                            <p:strVal val="#ppt_x"/>
                                          </p:val>
                                        </p:tav>
                                        <p:tav tm="100000">
                                          <p:val>
                                            <p:strVal val="#ppt_x"/>
                                          </p:val>
                                        </p:tav>
                                      </p:tavLst>
                                    </p:anim>
                                    <p:anim calcmode="lin" valueType="num">
                                      <p:cBhvr additive="base">
                                        <p:cTn id="20" dur="500" fill="hold"/>
                                        <p:tgtEl>
                                          <p:spTgt spid="5837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8377"/>
                                        </p:tgtEl>
                                        <p:attrNameLst>
                                          <p:attrName>style.visibility</p:attrName>
                                        </p:attrNameLst>
                                      </p:cBhvr>
                                      <p:to>
                                        <p:strVal val="visible"/>
                                      </p:to>
                                    </p:set>
                                    <p:anim calcmode="lin" valueType="num">
                                      <p:cBhvr additive="base">
                                        <p:cTn id="25" dur="500" fill="hold"/>
                                        <p:tgtEl>
                                          <p:spTgt spid="58377"/>
                                        </p:tgtEl>
                                        <p:attrNameLst>
                                          <p:attrName>ppt_x</p:attrName>
                                        </p:attrNameLst>
                                      </p:cBhvr>
                                      <p:tavLst>
                                        <p:tav tm="0">
                                          <p:val>
                                            <p:strVal val="#ppt_x"/>
                                          </p:val>
                                        </p:tav>
                                        <p:tav tm="100000">
                                          <p:val>
                                            <p:strVal val="#ppt_x"/>
                                          </p:val>
                                        </p:tav>
                                      </p:tavLst>
                                    </p:anim>
                                    <p:anim calcmode="lin" valueType="num">
                                      <p:cBhvr additive="base">
                                        <p:cTn id="26" dur="500" fill="hold"/>
                                        <p:tgtEl>
                                          <p:spTgt spid="5837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8379"/>
                                        </p:tgtEl>
                                        <p:attrNameLst>
                                          <p:attrName>style.visibility</p:attrName>
                                        </p:attrNameLst>
                                      </p:cBhvr>
                                      <p:to>
                                        <p:strVal val="visible"/>
                                      </p:to>
                                    </p:set>
                                    <p:anim calcmode="lin" valueType="num">
                                      <p:cBhvr additive="base">
                                        <p:cTn id="35" dur="500" fill="hold"/>
                                        <p:tgtEl>
                                          <p:spTgt spid="58379"/>
                                        </p:tgtEl>
                                        <p:attrNameLst>
                                          <p:attrName>ppt_x</p:attrName>
                                        </p:attrNameLst>
                                      </p:cBhvr>
                                      <p:tavLst>
                                        <p:tav tm="0">
                                          <p:val>
                                            <p:strVal val="#ppt_x"/>
                                          </p:val>
                                        </p:tav>
                                        <p:tav tm="100000">
                                          <p:val>
                                            <p:strVal val="#ppt_x"/>
                                          </p:val>
                                        </p:tav>
                                      </p:tavLst>
                                    </p:anim>
                                    <p:anim calcmode="lin" valueType="num">
                                      <p:cBhvr additive="base">
                                        <p:cTn id="36" dur="500" fill="hold"/>
                                        <p:tgtEl>
                                          <p:spTgt spid="58379"/>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58381"/>
                                        </p:tgtEl>
                                        <p:attrNameLst>
                                          <p:attrName>style.visibility</p:attrName>
                                        </p:attrNameLst>
                                      </p:cBhvr>
                                      <p:to>
                                        <p:strVal val="visible"/>
                                      </p:to>
                                    </p:set>
                                    <p:anim calcmode="lin" valueType="num">
                                      <p:cBhvr additive="base">
                                        <p:cTn id="39" dur="500" fill="hold"/>
                                        <p:tgtEl>
                                          <p:spTgt spid="58381"/>
                                        </p:tgtEl>
                                        <p:attrNameLst>
                                          <p:attrName>ppt_x</p:attrName>
                                        </p:attrNameLst>
                                      </p:cBhvr>
                                      <p:tavLst>
                                        <p:tav tm="0">
                                          <p:val>
                                            <p:strVal val="#ppt_x"/>
                                          </p:val>
                                        </p:tav>
                                        <p:tav tm="100000">
                                          <p:val>
                                            <p:strVal val="#ppt_x"/>
                                          </p:val>
                                        </p:tav>
                                      </p:tavLst>
                                    </p:anim>
                                    <p:anim calcmode="lin" valueType="num">
                                      <p:cBhvr additive="base">
                                        <p:cTn id="40" dur="500" fill="hold"/>
                                        <p:tgtEl>
                                          <p:spTgt spid="58381"/>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58383"/>
                                        </p:tgtEl>
                                        <p:attrNameLst>
                                          <p:attrName>style.visibility</p:attrName>
                                        </p:attrNameLst>
                                      </p:cBhvr>
                                      <p:to>
                                        <p:strVal val="visible"/>
                                      </p:to>
                                    </p:set>
                                    <p:anim calcmode="lin" valueType="num">
                                      <p:cBhvr additive="base">
                                        <p:cTn id="43" dur="500" fill="hold"/>
                                        <p:tgtEl>
                                          <p:spTgt spid="58383"/>
                                        </p:tgtEl>
                                        <p:attrNameLst>
                                          <p:attrName>ppt_x</p:attrName>
                                        </p:attrNameLst>
                                      </p:cBhvr>
                                      <p:tavLst>
                                        <p:tav tm="0">
                                          <p:val>
                                            <p:strVal val="#ppt_x"/>
                                          </p:val>
                                        </p:tav>
                                        <p:tav tm="100000">
                                          <p:val>
                                            <p:strVal val="#ppt_x"/>
                                          </p:val>
                                        </p:tav>
                                      </p:tavLst>
                                    </p:anim>
                                    <p:anim calcmode="lin" valueType="num">
                                      <p:cBhvr additive="base">
                                        <p:cTn id="44" dur="500" fill="hold"/>
                                        <p:tgtEl>
                                          <p:spTgt spid="583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84"/>
            <a:ext cx="8229600" cy="864096"/>
          </a:xfrm>
        </p:spPr>
        <p:txBody>
          <a:bodyPr/>
          <a:lstStyle/>
          <a:p>
            <a:r>
              <a:rPr lang="en-US" altLang="zh-CN" dirty="0" smtClean="0"/>
              <a:t>4.4 </a:t>
            </a:r>
            <a:r>
              <a:rPr lang="zh-CN" altLang="en-US" dirty="0" smtClean="0"/>
              <a:t>正规子群、商群和同态</a:t>
            </a:r>
            <a:endParaRPr lang="zh-CN" altLang="en-US" dirty="0"/>
          </a:p>
        </p:txBody>
      </p:sp>
      <p:sp>
        <p:nvSpPr>
          <p:cNvPr id="3" name="内容占位符 2"/>
          <p:cNvSpPr>
            <a:spLocks noGrp="1"/>
          </p:cNvSpPr>
          <p:nvPr>
            <p:ph idx="1"/>
          </p:nvPr>
        </p:nvSpPr>
        <p:spPr>
          <a:xfrm>
            <a:off x="457200" y="836712"/>
            <a:ext cx="8229600" cy="917456"/>
          </a:xfrm>
        </p:spPr>
        <p:txBody>
          <a:bodyPr>
            <a:normAutofit fontScale="92500" lnSpcReduction="20000"/>
          </a:bodyPr>
          <a:lstStyle/>
          <a:p>
            <a:pPr>
              <a:lnSpc>
                <a:spcPct val="125000"/>
              </a:lnSpc>
            </a:pPr>
            <a:r>
              <a:rPr lang="zh-CN" altLang="zh-CN" b="1" dirty="0" smtClean="0"/>
              <a:t>定义</a:t>
            </a:r>
            <a:r>
              <a:rPr lang="en-US" altLang="zh-CN" b="1" dirty="0" smtClean="0"/>
              <a:t>4.4.1 </a:t>
            </a:r>
            <a:r>
              <a:rPr lang="zh-CN" altLang="zh-CN" b="1" dirty="0" smtClean="0"/>
              <a:t>若</a:t>
            </a:r>
            <a:r>
              <a:rPr lang="en-US" altLang="zh-CN" b="1" dirty="0" smtClean="0"/>
              <a:t>H</a:t>
            </a:r>
            <a:r>
              <a:rPr lang="zh-CN" altLang="zh-CN" b="1" dirty="0" smtClean="0"/>
              <a:t>是</a:t>
            </a:r>
            <a:r>
              <a:rPr lang="en-US" altLang="zh-CN" b="1" dirty="0" smtClean="0"/>
              <a:t>G</a:t>
            </a:r>
            <a:r>
              <a:rPr lang="zh-CN" altLang="zh-CN" b="1" dirty="0" smtClean="0"/>
              <a:t>的子群，且对于任意元素</a:t>
            </a:r>
            <a:r>
              <a:rPr lang="en-US" altLang="zh-CN" b="1" i="1" dirty="0" err="1" smtClean="0">
                <a:latin typeface="Times New Roman" panose="02020603050405020304" pitchFamily="18" charset="0"/>
                <a:cs typeface="Times New Roman" panose="02020603050405020304" pitchFamily="18" charset="0"/>
              </a:rPr>
              <a:t>a∈</a:t>
            </a:r>
            <a:r>
              <a:rPr lang="en-US" altLang="zh-CN" b="1" dirty="0" err="1" smtClean="0">
                <a:latin typeface="Times New Roman" panose="02020603050405020304" pitchFamily="18" charset="0"/>
                <a:cs typeface="Times New Roman" panose="02020603050405020304" pitchFamily="18" charset="0"/>
              </a:rPr>
              <a:t>G</a:t>
            </a:r>
            <a:r>
              <a:rPr lang="zh-CN" altLang="zh-CN" b="1" dirty="0" smtClean="0"/>
              <a:t>，均有</a:t>
            </a:r>
            <a:r>
              <a:rPr lang="en-US" altLang="zh-CN" b="1" i="1" dirty="0" err="1" smtClean="0">
                <a:latin typeface="Times New Roman" panose="02020603050405020304" pitchFamily="18" charset="0"/>
                <a:cs typeface="Times New Roman" panose="02020603050405020304" pitchFamily="18" charset="0"/>
              </a:rPr>
              <a:t>aH</a:t>
            </a:r>
            <a:r>
              <a:rPr lang="en-US" altLang="zh-CN" b="1" i="1" dirty="0" smtClean="0">
                <a:latin typeface="Times New Roman" panose="02020603050405020304" pitchFamily="18" charset="0"/>
                <a:cs typeface="Times New Roman" panose="02020603050405020304" pitchFamily="18" charset="0"/>
              </a:rPr>
              <a:t>=Ha</a:t>
            </a:r>
            <a:r>
              <a:rPr lang="zh-CN" altLang="zh-CN" b="1" dirty="0" smtClean="0"/>
              <a:t>，则称</a:t>
            </a:r>
            <a:r>
              <a:rPr lang="en-US" altLang="zh-CN" b="1" dirty="0" smtClean="0"/>
              <a:t>H</a:t>
            </a:r>
            <a:r>
              <a:rPr lang="zh-CN" altLang="zh-CN" b="1" dirty="0" smtClean="0"/>
              <a:t>是</a:t>
            </a:r>
            <a:r>
              <a:rPr lang="en-US" altLang="zh-CN" b="1" dirty="0" smtClean="0"/>
              <a:t>G</a:t>
            </a:r>
            <a:r>
              <a:rPr lang="zh-CN" altLang="zh-CN" b="1" dirty="0" smtClean="0"/>
              <a:t>的</a:t>
            </a:r>
            <a:r>
              <a:rPr lang="zh-CN" altLang="zh-CN" b="1" dirty="0" smtClean="0">
                <a:solidFill>
                  <a:srgbClr val="FF0000"/>
                </a:solidFill>
              </a:rPr>
              <a:t>正规子群</a:t>
            </a:r>
            <a:r>
              <a:rPr lang="zh-CN" altLang="zh-CN" b="1" dirty="0" smtClean="0"/>
              <a:t>，记为</a:t>
            </a:r>
            <a:r>
              <a:rPr lang="en-US" altLang="zh-CN" b="1" dirty="0" smtClean="0"/>
              <a:t>  </a:t>
            </a:r>
            <a:r>
              <a:rPr lang="en-US" altLang="zh-CN" b="1" i="1" dirty="0" smtClean="0">
                <a:latin typeface="Times New Roman" panose="02020603050405020304" pitchFamily="18" charset="0"/>
                <a:cs typeface="Times New Roman" panose="02020603050405020304" pitchFamily="18" charset="0"/>
              </a:rPr>
              <a:t>         </a:t>
            </a:r>
            <a:r>
              <a:rPr lang="zh-CN" altLang="zh-CN" b="1" dirty="0" smtClean="0"/>
              <a:t>。</a:t>
            </a:r>
            <a:endParaRPr lang="zh-CN" altLang="zh-CN" b="1" dirty="0" smtClean="0"/>
          </a:p>
          <a:p>
            <a:pPr>
              <a:lnSpc>
                <a:spcPct val="125000"/>
              </a:lnSpc>
            </a:pPr>
            <a:endParaRPr lang="zh-CN" altLang="en-US" b="1" dirty="0"/>
          </a:p>
        </p:txBody>
      </p:sp>
      <p:graphicFrame>
        <p:nvGraphicFramePr>
          <p:cNvPr id="4" name="对象 3"/>
          <p:cNvGraphicFramePr>
            <a:graphicFrameLocks noChangeAspect="1"/>
          </p:cNvGraphicFramePr>
          <p:nvPr/>
        </p:nvGraphicFramePr>
        <p:xfrm>
          <a:off x="5940152" y="1342157"/>
          <a:ext cx="896628" cy="358651"/>
        </p:xfrm>
        <a:graphic>
          <a:graphicData uri="http://schemas.openxmlformats.org/presentationml/2006/ole">
            <mc:AlternateContent xmlns:mc="http://schemas.openxmlformats.org/markup-compatibility/2006">
              <mc:Choice xmlns:v="urn:schemas-microsoft-com:vml" Requires="v">
                <p:oleObj spid="_x0000_s60748" name="Equation" r:id="rId1" imgW="443865" imgH="177800" progId="Equation.DSMT4">
                  <p:embed/>
                </p:oleObj>
              </mc:Choice>
              <mc:Fallback>
                <p:oleObj name="Equation" r:id="rId1" imgW="443865" imgH="177800" progId="Equation.DSMT4">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152" y="1342157"/>
                        <a:ext cx="896628" cy="3586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nvSpPr>
        <p:spPr>
          <a:xfrm>
            <a:off x="611560" y="1844824"/>
            <a:ext cx="7776864" cy="1049070"/>
          </a:xfrm>
          <a:prstGeom prst="rect">
            <a:avLst/>
          </a:prstGeom>
          <a:noFill/>
        </p:spPr>
        <p:txBody>
          <a:bodyPr wrap="square" rtlCol="0">
            <a:spAutoFit/>
          </a:bodyPr>
          <a:lstStyle/>
          <a:p>
            <a:pPr>
              <a:lnSpc>
                <a:spcPct val="125000"/>
              </a:lnSpc>
            </a:pPr>
            <a:r>
              <a:rPr lang="zh-CN" altLang="zh-CN" sz="2600" b="1" dirty="0" smtClean="0"/>
              <a:t>交换群的所有子群都是正规子群</a:t>
            </a:r>
            <a:r>
              <a:rPr lang="zh-CN" altLang="en-US" sz="2600" b="1" dirty="0" smtClean="0"/>
              <a:t>；</a:t>
            </a:r>
            <a:r>
              <a:rPr lang="zh-CN" altLang="en-US" sz="2600" b="1" dirty="0" smtClean="0">
                <a:solidFill>
                  <a:srgbClr val="FF0000"/>
                </a:solidFill>
              </a:rPr>
              <a:t>反之？</a:t>
            </a:r>
            <a:r>
              <a:rPr lang="zh-CN" altLang="zh-CN" sz="2600" b="1" dirty="0" smtClean="0"/>
              <a:t>。</a:t>
            </a:r>
            <a:r>
              <a:rPr lang="zh-CN" altLang="en-US" sz="2600" b="1" dirty="0" smtClean="0"/>
              <a:t>例如：</a:t>
            </a:r>
            <a:r>
              <a:rPr lang="zh-CN" altLang="zh-CN" sz="2600" b="1" dirty="0" smtClean="0"/>
              <a:t>整数加法群</a:t>
            </a:r>
            <a:r>
              <a:rPr lang="en-US" altLang="zh-CN" sz="2600" b="1" dirty="0" smtClean="0"/>
              <a:t>Z</a:t>
            </a:r>
            <a:r>
              <a:rPr lang="zh-CN" altLang="zh-CN" sz="2600" b="1" dirty="0" smtClean="0"/>
              <a:t>是交换群，所以它的子群</a:t>
            </a:r>
            <a:r>
              <a:rPr lang="en-US" altLang="zh-CN" sz="2600" b="1" dirty="0" err="1" smtClean="0"/>
              <a:t>nZ</a:t>
            </a:r>
            <a:r>
              <a:rPr lang="zh-CN" altLang="zh-CN" sz="2600" b="1" dirty="0" smtClean="0"/>
              <a:t>是正规子群。</a:t>
            </a:r>
            <a:endParaRPr lang="zh-CN" altLang="en-US" sz="2600" b="1" dirty="0"/>
          </a:p>
        </p:txBody>
      </p:sp>
      <p:sp>
        <p:nvSpPr>
          <p:cNvPr id="6" name="TextBox 5"/>
          <p:cNvSpPr txBox="1"/>
          <p:nvPr/>
        </p:nvSpPr>
        <p:spPr>
          <a:xfrm>
            <a:off x="611560" y="2992303"/>
            <a:ext cx="7920880" cy="2092881"/>
          </a:xfrm>
          <a:prstGeom prst="rect">
            <a:avLst/>
          </a:prstGeom>
          <a:noFill/>
        </p:spPr>
        <p:txBody>
          <a:bodyPr wrap="square" rtlCol="0">
            <a:spAutoFit/>
          </a:bodyPr>
          <a:lstStyle/>
          <a:p>
            <a:pPr>
              <a:lnSpc>
                <a:spcPct val="125000"/>
              </a:lnSpc>
            </a:pPr>
            <a:r>
              <a:rPr lang="zh-CN" altLang="zh-CN" sz="2600" b="1" dirty="0" smtClean="0"/>
              <a:t>例</a:t>
            </a:r>
            <a:r>
              <a:rPr lang="en-US" altLang="zh-CN" sz="2600" b="1" dirty="0" smtClean="0"/>
              <a:t>4.4.1 </a:t>
            </a:r>
            <a:r>
              <a:rPr lang="zh-CN" altLang="zh-CN" sz="2600" b="1" dirty="0" smtClean="0"/>
              <a:t>设</a:t>
            </a:r>
            <a:r>
              <a:rPr lang="en-US" altLang="zh-CN" sz="2600" b="1" dirty="0" smtClean="0"/>
              <a:t>N</a:t>
            </a:r>
            <a:r>
              <a:rPr lang="zh-CN" altLang="zh-CN" sz="2600" b="1" dirty="0" smtClean="0"/>
              <a:t>是群</a:t>
            </a:r>
            <a:r>
              <a:rPr lang="en-US" altLang="zh-CN" sz="2600" b="1" dirty="0" smtClean="0"/>
              <a:t>G</a:t>
            </a:r>
            <a:r>
              <a:rPr lang="zh-CN" altLang="zh-CN" sz="2600" b="1" dirty="0" smtClean="0"/>
              <a:t>中所有满足下列条件的元素构成的集合：</a:t>
            </a:r>
            <a:endParaRPr lang="zh-CN" altLang="zh-CN" sz="2600" b="1" dirty="0" smtClean="0"/>
          </a:p>
          <a:p>
            <a:pPr>
              <a:lnSpc>
                <a:spcPct val="125000"/>
              </a:lnSpc>
            </a:pPr>
            <a:endParaRPr lang="en-US" altLang="zh-CN" sz="2600" b="1" dirty="0" smtClean="0"/>
          </a:p>
          <a:p>
            <a:pPr>
              <a:lnSpc>
                <a:spcPct val="125000"/>
              </a:lnSpc>
            </a:pPr>
            <a:r>
              <a:rPr lang="zh-CN" altLang="zh-CN" sz="2600" b="1" dirty="0" smtClean="0"/>
              <a:t>那么</a:t>
            </a:r>
            <a:r>
              <a:rPr lang="en-US" altLang="zh-CN" sz="2600" b="1" dirty="0" smtClean="0"/>
              <a:t>N</a:t>
            </a:r>
            <a:r>
              <a:rPr lang="zh-CN" altLang="zh-CN" sz="2600" b="1" dirty="0" smtClean="0"/>
              <a:t>是</a:t>
            </a:r>
            <a:r>
              <a:rPr lang="en-US" altLang="zh-CN" sz="2600" b="1" dirty="0" smtClean="0"/>
              <a:t>G</a:t>
            </a:r>
            <a:r>
              <a:rPr lang="zh-CN" altLang="zh-CN" sz="2600" b="1" dirty="0" smtClean="0"/>
              <a:t>的</a:t>
            </a:r>
            <a:r>
              <a:rPr lang="zh-CN" altLang="zh-CN" sz="2600" b="1" dirty="0" smtClean="0">
                <a:solidFill>
                  <a:srgbClr val="FF0000"/>
                </a:solidFill>
              </a:rPr>
              <a:t>正规子群</a:t>
            </a:r>
            <a:r>
              <a:rPr lang="zh-CN" altLang="zh-CN" sz="2600" b="1" dirty="0" smtClean="0"/>
              <a:t>，这个正规子群称为</a:t>
            </a:r>
            <a:r>
              <a:rPr lang="en-US" altLang="zh-CN" sz="2600" b="1" dirty="0" smtClean="0">
                <a:solidFill>
                  <a:srgbClr val="FF0000"/>
                </a:solidFill>
              </a:rPr>
              <a:t>G</a:t>
            </a:r>
            <a:r>
              <a:rPr lang="zh-CN" altLang="zh-CN" sz="2600" b="1" dirty="0" smtClean="0">
                <a:solidFill>
                  <a:srgbClr val="FF0000"/>
                </a:solidFill>
              </a:rPr>
              <a:t>的中心</a:t>
            </a:r>
            <a:r>
              <a:rPr lang="zh-CN" altLang="zh-CN" sz="2600" b="1" dirty="0" smtClean="0"/>
              <a:t>。</a:t>
            </a:r>
            <a:endParaRPr lang="zh-CN" altLang="en-US" sz="2600" b="1" dirty="0"/>
          </a:p>
        </p:txBody>
      </p:sp>
      <p:sp>
        <p:nvSpPr>
          <p:cNvPr id="60420"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0419" name="Object 3"/>
          <p:cNvGraphicFramePr>
            <a:graphicFrameLocks noChangeAspect="1"/>
          </p:cNvGraphicFramePr>
          <p:nvPr/>
        </p:nvGraphicFramePr>
        <p:xfrm>
          <a:off x="3131840" y="3960440"/>
          <a:ext cx="2795655" cy="548680"/>
        </p:xfrm>
        <a:graphic>
          <a:graphicData uri="http://schemas.openxmlformats.org/presentationml/2006/ole">
            <mc:AlternateContent xmlns:mc="http://schemas.openxmlformats.org/markup-compatibility/2006">
              <mc:Choice xmlns:v="urn:schemas-microsoft-com:vml" Requires="v">
                <p:oleObj spid="_x0000_s60749" name="Equation" r:id="rId3" imgW="1016000" imgH="203200" progId="Equation.DSMT4">
                  <p:embed/>
                </p:oleObj>
              </mc:Choice>
              <mc:Fallback>
                <p:oleObj name="Equation" r:id="rId3" imgW="1016000" imgH="2032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1840" y="3960440"/>
                        <a:ext cx="2795655" cy="5486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611560" y="5123707"/>
            <a:ext cx="7920880" cy="548933"/>
          </a:xfrm>
          <a:prstGeom prst="rect">
            <a:avLst/>
          </a:prstGeom>
          <a:noFill/>
        </p:spPr>
        <p:txBody>
          <a:bodyPr wrap="square" rtlCol="0">
            <a:spAutoFit/>
          </a:bodyPr>
          <a:lstStyle/>
          <a:p>
            <a:pPr>
              <a:lnSpc>
                <a:spcPct val="125000"/>
              </a:lnSpc>
            </a:pPr>
            <a:r>
              <a:rPr lang="zh-CN" altLang="en-US" sz="2600" b="1" dirty="0" smtClean="0"/>
              <a:t>证明思路：严格按照</a:t>
            </a:r>
            <a:r>
              <a:rPr lang="zh-CN" altLang="en-US" sz="2600" b="1" dirty="0" smtClean="0">
                <a:solidFill>
                  <a:srgbClr val="FF0000"/>
                </a:solidFill>
              </a:rPr>
              <a:t>子群和正规子群的定义</a:t>
            </a:r>
            <a:r>
              <a:rPr lang="zh-CN" altLang="en-US" sz="2600" b="1" dirty="0" smtClean="0"/>
              <a:t>进行验证。</a:t>
            </a:r>
            <a:endParaRPr lang="zh-CN" altLang="en-US" sz="2600" b="1" dirty="0"/>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4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32656"/>
            <a:ext cx="8229600" cy="636680"/>
          </a:xfrm>
        </p:spPr>
        <p:txBody>
          <a:bodyPr>
            <a:normAutofit fontScale="90000"/>
          </a:bodyPr>
          <a:lstStyle/>
          <a:p>
            <a:r>
              <a:rPr lang="zh-CN" altLang="en-US" dirty="0" smtClean="0"/>
              <a:t>正规子群的等价定义</a:t>
            </a:r>
            <a:endParaRPr lang="zh-CN" altLang="en-US" dirty="0"/>
          </a:p>
        </p:txBody>
      </p:sp>
      <p:sp>
        <p:nvSpPr>
          <p:cNvPr id="3" name="内容占位符 2"/>
          <p:cNvSpPr>
            <a:spLocks noGrp="1"/>
          </p:cNvSpPr>
          <p:nvPr>
            <p:ph idx="1"/>
          </p:nvPr>
        </p:nvSpPr>
        <p:spPr>
          <a:xfrm>
            <a:off x="107504" y="1052736"/>
            <a:ext cx="8856984" cy="3960440"/>
          </a:xfrm>
        </p:spPr>
        <p:txBody>
          <a:bodyPr/>
          <a:lstStyle/>
          <a:p>
            <a:pPr>
              <a:lnSpc>
                <a:spcPct val="125000"/>
              </a:lnSpc>
            </a:pPr>
            <a:r>
              <a:rPr lang="zh-CN" altLang="zh-CN" b="1" dirty="0" smtClean="0">
                <a:solidFill>
                  <a:srgbClr val="0070C0"/>
                </a:solidFill>
              </a:rPr>
              <a:t>定理</a:t>
            </a:r>
            <a:r>
              <a:rPr lang="en-US" altLang="zh-CN" b="1" dirty="0" smtClean="0">
                <a:solidFill>
                  <a:srgbClr val="0070C0"/>
                </a:solidFill>
              </a:rPr>
              <a:t>4.4.1</a:t>
            </a:r>
            <a:r>
              <a:rPr lang="zh-CN" altLang="zh-CN" b="1" dirty="0" smtClean="0"/>
              <a:t>：设</a:t>
            </a:r>
            <a:r>
              <a:rPr lang="en-US" altLang="zh-CN" b="1" dirty="0" smtClean="0"/>
              <a:t>H</a:t>
            </a:r>
            <a:r>
              <a:rPr lang="zh-CN" altLang="zh-CN" b="1" dirty="0" smtClean="0"/>
              <a:t>是</a:t>
            </a:r>
            <a:r>
              <a:rPr lang="en-US" altLang="zh-CN" b="1" dirty="0" smtClean="0"/>
              <a:t>G</a:t>
            </a:r>
            <a:r>
              <a:rPr lang="zh-CN" altLang="zh-CN" b="1" dirty="0" smtClean="0"/>
              <a:t>的子群，</a:t>
            </a:r>
            <a:r>
              <a:rPr lang="en-US" altLang="zh-CN" b="1" i="1" dirty="0" err="1" smtClean="0">
                <a:latin typeface="Times New Roman" panose="02020603050405020304" pitchFamily="18" charset="0"/>
                <a:cs typeface="Times New Roman" panose="02020603050405020304" pitchFamily="18" charset="0"/>
              </a:rPr>
              <a:t>a∈</a:t>
            </a:r>
            <a:r>
              <a:rPr lang="en-US" altLang="zh-CN" b="1" dirty="0" err="1" smtClean="0">
                <a:latin typeface="Times New Roman" panose="02020603050405020304" pitchFamily="18" charset="0"/>
                <a:cs typeface="Times New Roman" panose="02020603050405020304" pitchFamily="18" charset="0"/>
              </a:rPr>
              <a:t>G</a:t>
            </a:r>
            <a:r>
              <a:rPr lang="zh-CN" altLang="zh-CN" b="1" dirty="0" smtClean="0"/>
              <a:t>。令</a:t>
            </a:r>
            <a:r>
              <a:rPr lang="en-US" altLang="zh-CN" b="1" dirty="0" smtClean="0"/>
              <a:t>                                  </a:t>
            </a:r>
            <a:r>
              <a:rPr lang="zh-CN" altLang="zh-CN" b="1" dirty="0" smtClean="0"/>
              <a:t>，则下列条件等价：</a:t>
            </a:r>
            <a:endParaRPr lang="zh-CN" altLang="zh-CN" b="1" dirty="0" smtClean="0"/>
          </a:p>
          <a:p>
            <a:pPr marL="850265" lvl="1" indent="-457200">
              <a:lnSpc>
                <a:spcPct val="125000"/>
              </a:lnSpc>
              <a:buFont typeface="+mj-ea"/>
              <a:buAutoNum type="circleNumDbPlain"/>
            </a:pPr>
            <a:r>
              <a:rPr lang="en-US" altLang="zh-CN" b="1" dirty="0" smtClean="0"/>
              <a:t>H</a:t>
            </a:r>
            <a:r>
              <a:rPr lang="zh-CN" altLang="zh-CN" b="1" dirty="0" smtClean="0"/>
              <a:t>是</a:t>
            </a:r>
            <a:r>
              <a:rPr lang="en-US" altLang="zh-CN" b="1" dirty="0" smtClean="0"/>
              <a:t>G</a:t>
            </a:r>
            <a:r>
              <a:rPr lang="zh-CN" altLang="zh-CN" b="1" dirty="0" smtClean="0"/>
              <a:t>的正规子群；</a:t>
            </a:r>
            <a:endParaRPr lang="zh-CN" altLang="zh-CN" b="1" dirty="0" smtClean="0"/>
          </a:p>
          <a:p>
            <a:pPr marL="850265" lvl="1" indent="-457200">
              <a:lnSpc>
                <a:spcPct val="125000"/>
              </a:lnSpc>
              <a:buFont typeface="+mj-ea"/>
              <a:buAutoNum type="circleNumDbPlain"/>
            </a:pPr>
            <a:r>
              <a:rPr lang="en-US" altLang="zh-CN" b="1" dirty="0" smtClean="0"/>
              <a:t>                  </a:t>
            </a:r>
            <a:r>
              <a:rPr lang="zh-CN" altLang="zh-CN" b="1" dirty="0" smtClean="0"/>
              <a:t>，</a:t>
            </a:r>
            <a:r>
              <a:rPr lang="en-US" altLang="zh-CN" b="1" dirty="0" smtClean="0"/>
              <a:t>                </a:t>
            </a:r>
            <a:r>
              <a:rPr lang="zh-CN" altLang="zh-CN" b="1" dirty="0" smtClean="0"/>
              <a:t>，有</a:t>
            </a:r>
            <a:r>
              <a:rPr lang="en-US" altLang="zh-CN" b="1" dirty="0" smtClean="0"/>
              <a:t>                   </a:t>
            </a:r>
            <a:r>
              <a:rPr lang="zh-CN" altLang="zh-CN" b="1" dirty="0" smtClean="0"/>
              <a:t>；</a:t>
            </a:r>
            <a:endParaRPr lang="zh-CN" altLang="zh-CN" b="1" dirty="0" smtClean="0"/>
          </a:p>
          <a:p>
            <a:pPr marL="850265" lvl="1" indent="-457200">
              <a:lnSpc>
                <a:spcPct val="125000"/>
              </a:lnSpc>
              <a:buFont typeface="+mj-ea"/>
              <a:buAutoNum type="circleNumDbPlain"/>
            </a:pPr>
            <a:r>
              <a:rPr lang="en-US" altLang="zh-CN" b="1" dirty="0" smtClean="0"/>
              <a:t>                  </a:t>
            </a:r>
            <a:r>
              <a:rPr lang="zh-CN" altLang="zh-CN" b="1" dirty="0" smtClean="0"/>
              <a:t>，</a:t>
            </a:r>
            <a:r>
              <a:rPr lang="en-US" altLang="zh-CN" b="1" dirty="0" smtClean="0"/>
              <a:t>                    </a:t>
            </a:r>
            <a:r>
              <a:rPr lang="zh-CN" altLang="zh-CN" b="1" dirty="0" smtClean="0"/>
              <a:t>；</a:t>
            </a:r>
            <a:endParaRPr lang="zh-CN" altLang="zh-CN" b="1" dirty="0" smtClean="0"/>
          </a:p>
          <a:p>
            <a:pPr marL="850265" lvl="1" indent="-457200">
              <a:lnSpc>
                <a:spcPct val="125000"/>
              </a:lnSpc>
              <a:buFont typeface="+mj-ea"/>
              <a:buAutoNum type="circleNumDbPlain"/>
            </a:pPr>
            <a:r>
              <a:rPr lang="en-US" altLang="zh-CN" b="1" dirty="0" smtClean="0"/>
              <a:t>                  </a:t>
            </a:r>
            <a:r>
              <a:rPr lang="zh-CN" altLang="zh-CN" b="1" dirty="0" smtClean="0"/>
              <a:t>，</a:t>
            </a:r>
            <a:r>
              <a:rPr lang="en-US" altLang="zh-CN" b="1" dirty="0" smtClean="0"/>
              <a:t>                    </a:t>
            </a:r>
            <a:r>
              <a:rPr lang="zh-CN" altLang="zh-CN" b="1" dirty="0" smtClean="0"/>
              <a:t>。</a:t>
            </a:r>
            <a:endParaRPr lang="en-US" altLang="zh-CN" b="1" dirty="0" smtClean="0"/>
          </a:p>
          <a:p>
            <a:pPr marL="393065" lvl="1" indent="0">
              <a:lnSpc>
                <a:spcPct val="125000"/>
              </a:lnSpc>
              <a:buNone/>
            </a:pPr>
            <a:r>
              <a:rPr lang="zh-CN" altLang="en-US" b="1" dirty="0" smtClean="0"/>
              <a:t>（</a:t>
            </a:r>
            <a:r>
              <a:rPr lang="zh-CN" altLang="en-US" b="1" dirty="0" smtClean="0">
                <a:solidFill>
                  <a:srgbClr val="FF0000"/>
                </a:solidFill>
              </a:rPr>
              <a:t>证明自学！</a:t>
            </a:r>
            <a:r>
              <a:rPr lang="zh-CN" altLang="en-US" b="1" dirty="0" smtClean="0"/>
              <a:t>）</a:t>
            </a:r>
            <a:endParaRPr lang="zh-CN" altLang="en-US" b="1" dirty="0"/>
          </a:p>
        </p:txBody>
      </p:sp>
      <p:sp>
        <p:nvSpPr>
          <p:cNvPr id="61442"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1441" name="Object 1"/>
          <p:cNvGraphicFramePr>
            <a:graphicFrameLocks noChangeAspect="1"/>
          </p:cNvGraphicFramePr>
          <p:nvPr/>
        </p:nvGraphicFramePr>
        <p:xfrm>
          <a:off x="6022504" y="1106096"/>
          <a:ext cx="2873187" cy="450696"/>
        </p:xfrm>
        <a:graphic>
          <a:graphicData uri="http://schemas.openxmlformats.org/presentationml/2006/ole">
            <mc:AlternateContent xmlns:mc="http://schemas.openxmlformats.org/markup-compatibility/2006">
              <mc:Choice xmlns:v="urn:schemas-microsoft-com:vml" Requires="v">
                <p:oleObj spid="_x0000_s135471" name="Equation" r:id="rId1" imgW="1460500" imgH="228600" progId="Equation.DSMT4">
                  <p:embed/>
                </p:oleObj>
              </mc:Choice>
              <mc:Fallback>
                <p:oleObj name="Equation" r:id="rId1" imgW="1460500" imgH="2286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2504" y="1106096"/>
                        <a:ext cx="2873187" cy="450696"/>
                      </a:xfrm>
                      <a:prstGeom prst="rect">
                        <a:avLst/>
                      </a:prstGeom>
                      <a:noFill/>
                    </p:spPr>
                  </p:pic>
                </p:oleObj>
              </mc:Fallback>
            </mc:AlternateContent>
          </a:graphicData>
        </a:graphic>
      </p:graphicFrame>
      <p:sp>
        <p:nvSpPr>
          <p:cNvPr id="61444"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1443" name="Object 3"/>
          <p:cNvGraphicFramePr>
            <a:graphicFrameLocks noChangeAspect="1"/>
          </p:cNvGraphicFramePr>
          <p:nvPr/>
        </p:nvGraphicFramePr>
        <p:xfrm>
          <a:off x="981944" y="2780928"/>
          <a:ext cx="1049261" cy="390901"/>
        </p:xfrm>
        <a:graphic>
          <a:graphicData uri="http://schemas.openxmlformats.org/presentationml/2006/ole">
            <mc:AlternateContent xmlns:mc="http://schemas.openxmlformats.org/markup-compatibility/2006">
              <mc:Choice xmlns:v="urn:schemas-microsoft-com:vml" Requires="v">
                <p:oleObj spid="_x0000_s135472" name="Equation" r:id="rId3" imgW="481965" imgH="177800" progId="Equation.DSMT4">
                  <p:embed/>
                </p:oleObj>
              </mc:Choice>
              <mc:Fallback>
                <p:oleObj name="Equation" r:id="rId3" imgW="481965" imgH="1778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1944" y="2780928"/>
                        <a:ext cx="1049261" cy="3909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46"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1445" name="Object 5"/>
          <p:cNvGraphicFramePr>
            <a:graphicFrameLocks noChangeAspect="1"/>
          </p:cNvGraphicFramePr>
          <p:nvPr/>
        </p:nvGraphicFramePr>
        <p:xfrm>
          <a:off x="2638128" y="2750067"/>
          <a:ext cx="864097" cy="390901"/>
        </p:xfrm>
        <a:graphic>
          <a:graphicData uri="http://schemas.openxmlformats.org/presentationml/2006/ole">
            <mc:AlternateContent xmlns:mc="http://schemas.openxmlformats.org/markup-compatibility/2006">
              <mc:Choice xmlns:v="urn:schemas-microsoft-com:vml" Requires="v">
                <p:oleObj spid="_x0000_s135473" name="Equation" r:id="rId5" imgW="405765" imgH="177800" progId="Equation.DSMT4">
                  <p:embed/>
                </p:oleObj>
              </mc:Choice>
              <mc:Fallback>
                <p:oleObj name="Equation" r:id="rId5" imgW="405765" imgH="17780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8128" y="2750067"/>
                        <a:ext cx="864097" cy="3909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48"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1447" name="Object 7"/>
          <p:cNvGraphicFramePr>
            <a:graphicFrameLocks noChangeAspect="1"/>
          </p:cNvGraphicFramePr>
          <p:nvPr/>
        </p:nvGraphicFramePr>
        <p:xfrm>
          <a:off x="4438328" y="2708920"/>
          <a:ext cx="1419586" cy="432048"/>
        </p:xfrm>
        <a:graphic>
          <a:graphicData uri="http://schemas.openxmlformats.org/presentationml/2006/ole">
            <mc:AlternateContent xmlns:mc="http://schemas.openxmlformats.org/markup-compatibility/2006">
              <mc:Choice xmlns:v="urn:schemas-microsoft-com:vml" Requires="v">
                <p:oleObj spid="_x0000_s135474" name="Equation" r:id="rId7" imgW="660400" imgH="203200" progId="Equation.DSMT4">
                  <p:embed/>
                </p:oleObj>
              </mc:Choice>
              <mc:Fallback>
                <p:oleObj name="Equation" r:id="rId7" imgW="660400" imgH="203200" progId="Equation.DSMT4">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8328" y="2708920"/>
                        <a:ext cx="1419586"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50"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1449" name="Object 9"/>
          <p:cNvGraphicFramePr>
            <a:graphicFrameLocks noChangeAspect="1"/>
          </p:cNvGraphicFramePr>
          <p:nvPr/>
        </p:nvGraphicFramePr>
        <p:xfrm>
          <a:off x="2494112" y="3284984"/>
          <a:ext cx="1584175" cy="473195"/>
        </p:xfrm>
        <a:graphic>
          <a:graphicData uri="http://schemas.openxmlformats.org/presentationml/2006/ole">
            <mc:AlternateContent xmlns:mc="http://schemas.openxmlformats.org/markup-compatibility/2006">
              <mc:Choice xmlns:v="urn:schemas-microsoft-com:vml" Requires="v">
                <p:oleObj spid="_x0000_s135475" name="Equation" r:id="rId9" imgW="735965" imgH="215900" progId="Equation.DSMT4">
                  <p:embed/>
                </p:oleObj>
              </mc:Choice>
              <mc:Fallback>
                <p:oleObj name="Equation" r:id="rId9" imgW="735965" imgH="215900" progId="Equation.DSMT4">
                  <p:embed/>
                  <p:pic>
                    <p:nvPicPr>
                      <p:cNvPr id="0"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94112" y="3284984"/>
                        <a:ext cx="1584175" cy="4731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52" name="Rectangle 1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1451" name="Object 11"/>
          <p:cNvGraphicFramePr>
            <a:graphicFrameLocks noChangeAspect="1"/>
          </p:cNvGraphicFramePr>
          <p:nvPr/>
        </p:nvGraphicFramePr>
        <p:xfrm>
          <a:off x="2535259" y="3861048"/>
          <a:ext cx="1543029" cy="432048"/>
        </p:xfrm>
        <a:graphic>
          <a:graphicData uri="http://schemas.openxmlformats.org/presentationml/2006/ole">
            <mc:AlternateContent xmlns:mc="http://schemas.openxmlformats.org/markup-compatibility/2006">
              <mc:Choice xmlns:v="urn:schemas-microsoft-com:vml" Requires="v">
                <p:oleObj spid="_x0000_s135476" name="Equation" r:id="rId11" imgW="711200" imgH="203200" progId="Equation.DSMT4">
                  <p:embed/>
                </p:oleObj>
              </mc:Choice>
              <mc:Fallback>
                <p:oleObj name="Equation" r:id="rId11" imgW="711200" imgH="203200" progId="Equation.DSMT4">
                  <p:embed/>
                  <p:pic>
                    <p:nvPicPr>
                      <p:cNvPr id="0"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35259" y="3861048"/>
                        <a:ext cx="1543029"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53" name="Object 13"/>
          <p:cNvGraphicFramePr>
            <a:graphicFrameLocks noChangeAspect="1"/>
          </p:cNvGraphicFramePr>
          <p:nvPr/>
        </p:nvGraphicFramePr>
        <p:xfrm>
          <a:off x="981944" y="3861048"/>
          <a:ext cx="1049261" cy="390901"/>
        </p:xfrm>
        <a:graphic>
          <a:graphicData uri="http://schemas.openxmlformats.org/presentationml/2006/ole">
            <mc:AlternateContent xmlns:mc="http://schemas.openxmlformats.org/markup-compatibility/2006">
              <mc:Choice xmlns:v="urn:schemas-microsoft-com:vml" Requires="v">
                <p:oleObj spid="_x0000_s135477" name="Equation" r:id="rId13" imgW="481965" imgH="177800" progId="Equation.DSMT4">
                  <p:embed/>
                </p:oleObj>
              </mc:Choice>
              <mc:Fallback>
                <p:oleObj name="Equation" r:id="rId13" imgW="481965" imgH="177800" progId="Equation.DSMT4">
                  <p:embed/>
                  <p:pic>
                    <p:nvPicPr>
                      <p:cNvPr id="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1944" y="3861048"/>
                        <a:ext cx="1049261" cy="3909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54" name="Object 14"/>
          <p:cNvGraphicFramePr>
            <a:graphicFrameLocks noChangeAspect="1"/>
          </p:cNvGraphicFramePr>
          <p:nvPr/>
        </p:nvGraphicFramePr>
        <p:xfrm>
          <a:off x="981944" y="3356992"/>
          <a:ext cx="1049261" cy="390901"/>
        </p:xfrm>
        <a:graphic>
          <a:graphicData uri="http://schemas.openxmlformats.org/presentationml/2006/ole">
            <mc:AlternateContent xmlns:mc="http://schemas.openxmlformats.org/markup-compatibility/2006">
              <mc:Choice xmlns:v="urn:schemas-microsoft-com:vml" Requires="v">
                <p:oleObj spid="_x0000_s135478" name="Equation" r:id="rId14" imgW="481965" imgH="177800" progId="Equation.DSMT4">
                  <p:embed/>
                </p:oleObj>
              </mc:Choice>
              <mc:Fallback>
                <p:oleObj name="Equation" r:id="rId14" imgW="481965" imgH="177800" progId="Equation.DSMT4">
                  <p:embed/>
                  <p:pic>
                    <p:nvPicPr>
                      <p:cNvPr id="0"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1944" y="3356992"/>
                        <a:ext cx="1049261" cy="3909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99392"/>
            <a:ext cx="8229600" cy="1143000"/>
          </a:xfrm>
        </p:spPr>
        <p:txBody>
          <a:bodyPr/>
          <a:lstStyle/>
          <a:p>
            <a:r>
              <a:rPr lang="zh-CN" altLang="en-US" dirty="0" smtClean="0"/>
              <a:t>定理</a:t>
            </a:r>
            <a:r>
              <a:rPr lang="en-US" altLang="zh-CN" dirty="0" smtClean="0"/>
              <a:t>4.4.1</a:t>
            </a:r>
            <a:r>
              <a:rPr lang="zh-CN" altLang="en-US" dirty="0" smtClean="0"/>
              <a:t>的证明</a:t>
            </a:r>
            <a:endParaRPr lang="zh-CN" altLang="en-US" dirty="0"/>
          </a:p>
        </p:txBody>
      </p:sp>
      <p:sp>
        <p:nvSpPr>
          <p:cNvPr id="3" name="内容占位符 2"/>
          <p:cNvSpPr>
            <a:spLocks noGrp="1"/>
          </p:cNvSpPr>
          <p:nvPr>
            <p:ph idx="1"/>
          </p:nvPr>
        </p:nvSpPr>
        <p:spPr>
          <a:xfrm>
            <a:off x="457200" y="1132000"/>
            <a:ext cx="8229600" cy="4389120"/>
          </a:xfrm>
        </p:spPr>
        <p:txBody>
          <a:bodyPr/>
          <a:lstStyle/>
          <a:p>
            <a:r>
              <a:rPr lang="zh-CN" altLang="zh-CN" b="1" dirty="0" smtClean="0"/>
              <a:t>证明：</a:t>
            </a:r>
            <a:endParaRPr lang="en-US" altLang="zh-CN" b="1" dirty="0" smtClean="0"/>
          </a:p>
          <a:p>
            <a:r>
              <a:rPr lang="en-US" altLang="zh-CN" b="1" dirty="0" smtClean="0"/>
              <a:t>               </a:t>
            </a:r>
            <a:r>
              <a:rPr lang="zh-CN" altLang="zh-CN" b="1" dirty="0" smtClean="0"/>
              <a:t>：</a:t>
            </a:r>
            <a:r>
              <a:rPr lang="en-US" altLang="zh-CN" b="1" dirty="0" smtClean="0"/>
              <a:t>H</a:t>
            </a:r>
            <a:r>
              <a:rPr lang="zh-CN" altLang="zh-CN" b="1" dirty="0" smtClean="0"/>
              <a:t>是</a:t>
            </a:r>
            <a:r>
              <a:rPr lang="en-US" altLang="zh-CN" b="1" dirty="0" smtClean="0"/>
              <a:t>G</a:t>
            </a:r>
            <a:r>
              <a:rPr lang="zh-CN" altLang="zh-CN" b="1" dirty="0" smtClean="0"/>
              <a:t>的正规子群，所以</a:t>
            </a:r>
            <a:r>
              <a:rPr lang="en-US" altLang="zh-CN" b="1" dirty="0" smtClean="0"/>
              <a:t>           </a:t>
            </a:r>
            <a:r>
              <a:rPr lang="zh-CN" altLang="zh-CN" b="1" dirty="0" smtClean="0"/>
              <a:t>，有</a:t>
            </a:r>
            <a:r>
              <a:rPr lang="en-US" altLang="zh-CN" b="1" i="1" dirty="0" err="1" smtClean="0">
                <a:latin typeface="Times New Roman" panose="02020603050405020304" pitchFamily="18" charset="0"/>
                <a:cs typeface="Times New Roman" panose="02020603050405020304" pitchFamily="18" charset="0"/>
              </a:rPr>
              <a:t>aH</a:t>
            </a:r>
            <a:r>
              <a:rPr lang="en-US" altLang="zh-CN" b="1" i="1" dirty="0" smtClean="0">
                <a:latin typeface="Times New Roman" panose="02020603050405020304" pitchFamily="18" charset="0"/>
                <a:cs typeface="Times New Roman" panose="02020603050405020304" pitchFamily="18" charset="0"/>
              </a:rPr>
              <a:t>=Ha </a:t>
            </a:r>
            <a:r>
              <a:rPr lang="zh-CN" altLang="zh-CN" b="1" dirty="0" smtClean="0"/>
              <a:t>。故</a:t>
            </a:r>
            <a:r>
              <a:rPr lang="en-US" altLang="zh-CN" b="1" dirty="0" smtClean="0"/>
              <a:t>           </a:t>
            </a:r>
            <a:r>
              <a:rPr lang="zh-CN" altLang="zh-CN" b="1" dirty="0" smtClean="0"/>
              <a:t>，</a:t>
            </a:r>
            <a:r>
              <a:rPr lang="en-US" altLang="zh-CN" b="1" dirty="0" smtClean="0"/>
              <a:t>                  </a:t>
            </a:r>
            <a:r>
              <a:rPr lang="zh-CN" altLang="en-US" b="1" dirty="0" smtClean="0"/>
              <a:t>，</a:t>
            </a:r>
            <a:r>
              <a:rPr lang="zh-CN" altLang="zh-CN" b="1" dirty="0" smtClean="0"/>
              <a:t>从而存在</a:t>
            </a:r>
            <a:r>
              <a:rPr lang="en-US" altLang="zh-CN" b="1" dirty="0" smtClean="0"/>
              <a:t>          </a:t>
            </a:r>
            <a:r>
              <a:rPr lang="zh-CN" altLang="zh-CN" b="1" dirty="0" smtClean="0"/>
              <a:t>使得</a:t>
            </a:r>
            <a:r>
              <a:rPr lang="en-US" altLang="zh-CN" b="1" dirty="0" smtClean="0"/>
              <a:t>                 </a:t>
            </a:r>
            <a:r>
              <a:rPr lang="zh-CN" altLang="zh-CN" b="1" dirty="0" smtClean="0"/>
              <a:t>，即</a:t>
            </a:r>
            <a:r>
              <a:rPr lang="en-US" altLang="zh-CN" b="1" dirty="0" smtClean="0"/>
              <a:t>                         </a:t>
            </a:r>
            <a:r>
              <a:rPr lang="zh-CN" altLang="zh-CN" b="1" dirty="0" smtClean="0"/>
              <a:t>。</a:t>
            </a:r>
            <a:endParaRPr lang="zh-CN" altLang="zh-CN" b="1" dirty="0" smtClean="0"/>
          </a:p>
          <a:p>
            <a:r>
              <a:rPr lang="zh-CN" altLang="zh-CN" b="1" dirty="0" smtClean="0"/>
              <a:t>（</a:t>
            </a:r>
            <a:r>
              <a:rPr lang="en-US" altLang="zh-CN" b="1" dirty="0" smtClean="0"/>
              <a:t>2</a:t>
            </a:r>
            <a:r>
              <a:rPr lang="zh-CN" altLang="zh-CN" b="1" dirty="0" smtClean="0"/>
              <a:t>）</a:t>
            </a:r>
            <a:r>
              <a:rPr lang="en-US" altLang="zh-CN" b="1" dirty="0" smtClean="0"/>
              <a:t>=&gt;</a:t>
            </a:r>
            <a:r>
              <a:rPr lang="zh-CN" altLang="zh-CN" b="1" dirty="0" smtClean="0"/>
              <a:t>（</a:t>
            </a:r>
            <a:r>
              <a:rPr lang="en-US" altLang="zh-CN" b="1" dirty="0" smtClean="0"/>
              <a:t>3</a:t>
            </a:r>
            <a:r>
              <a:rPr lang="zh-CN" altLang="zh-CN" b="1" dirty="0" smtClean="0"/>
              <a:t>）：显然。</a:t>
            </a:r>
            <a:endParaRPr lang="zh-CN" altLang="zh-CN" b="1" dirty="0" smtClean="0"/>
          </a:p>
          <a:p>
            <a:r>
              <a:rPr lang="zh-CN" altLang="zh-CN" b="1" dirty="0" smtClean="0"/>
              <a:t>（</a:t>
            </a:r>
            <a:r>
              <a:rPr lang="en-US" altLang="zh-CN" b="1" dirty="0" smtClean="0"/>
              <a:t>3</a:t>
            </a:r>
            <a:r>
              <a:rPr lang="zh-CN" altLang="zh-CN" b="1" dirty="0" smtClean="0"/>
              <a:t>）</a:t>
            </a:r>
            <a:r>
              <a:rPr lang="en-US" altLang="zh-CN" b="1" dirty="0" smtClean="0"/>
              <a:t> =&gt; </a:t>
            </a:r>
            <a:r>
              <a:rPr lang="zh-CN" altLang="zh-CN" b="1" dirty="0" smtClean="0"/>
              <a:t>（</a:t>
            </a:r>
            <a:r>
              <a:rPr lang="en-US" altLang="zh-CN" b="1" dirty="0" smtClean="0"/>
              <a:t>4</a:t>
            </a:r>
            <a:r>
              <a:rPr lang="zh-CN" altLang="zh-CN" b="1" dirty="0" smtClean="0"/>
              <a:t>）</a:t>
            </a:r>
            <a:r>
              <a:rPr lang="en-US" altLang="zh-CN" b="1" dirty="0" smtClean="0"/>
              <a:t>  </a:t>
            </a:r>
            <a:r>
              <a:rPr lang="zh-CN" altLang="zh-CN" b="1" dirty="0" smtClean="0"/>
              <a:t>：</a:t>
            </a:r>
            <a:r>
              <a:rPr lang="en-US" altLang="zh-CN" b="1" dirty="0" smtClean="0"/>
              <a:t>        </a:t>
            </a:r>
            <a:r>
              <a:rPr lang="zh-CN" altLang="zh-CN" b="1" dirty="0" smtClean="0"/>
              <a:t>，有</a:t>
            </a:r>
            <a:r>
              <a:rPr lang="en-US" altLang="zh-CN" b="1" dirty="0" smtClean="0"/>
              <a:t>                </a:t>
            </a:r>
            <a:r>
              <a:rPr lang="zh-CN" altLang="zh-CN" b="1" dirty="0" smtClean="0"/>
              <a:t>。同样</a:t>
            </a:r>
            <a:r>
              <a:rPr lang="en-US" altLang="zh-CN" b="1" dirty="0" smtClean="0"/>
              <a:t>            </a:t>
            </a:r>
            <a:r>
              <a:rPr lang="zh-CN" altLang="zh-CN" b="1" dirty="0" smtClean="0"/>
              <a:t>，也有</a:t>
            </a:r>
            <a:r>
              <a:rPr lang="en-US" altLang="zh-CN" b="1" dirty="0" smtClean="0"/>
              <a:t>                       </a:t>
            </a:r>
            <a:r>
              <a:rPr lang="zh-CN" altLang="zh-CN" b="1" dirty="0" smtClean="0"/>
              <a:t>，即</a:t>
            </a:r>
            <a:r>
              <a:rPr lang="en-US" altLang="zh-CN" b="1" dirty="0" smtClean="0"/>
              <a:t>                  </a:t>
            </a:r>
            <a:r>
              <a:rPr lang="zh-CN" altLang="zh-CN" b="1" dirty="0" smtClean="0"/>
              <a:t>，从而</a:t>
            </a:r>
            <a:r>
              <a:rPr lang="zh-CN" altLang="en-US" b="1" dirty="0" smtClean="0"/>
              <a:t>对于任意        存在           ，使得                 ，即                。所以有               </a:t>
            </a:r>
            <a:r>
              <a:rPr lang="zh-CN" altLang="zh-CN" b="1" dirty="0" smtClean="0"/>
              <a:t>。</a:t>
            </a:r>
            <a:r>
              <a:rPr lang="zh-CN" altLang="en-US" b="1" dirty="0" smtClean="0"/>
              <a:t>综上所述，                  。</a:t>
            </a:r>
            <a:endParaRPr lang="zh-CN" altLang="zh-CN" b="1" dirty="0" smtClean="0"/>
          </a:p>
          <a:p>
            <a:r>
              <a:rPr lang="zh-CN" altLang="zh-CN" b="1" dirty="0" smtClean="0"/>
              <a:t>（</a:t>
            </a:r>
            <a:r>
              <a:rPr lang="en-US" altLang="zh-CN" b="1" dirty="0" smtClean="0"/>
              <a:t>4</a:t>
            </a:r>
            <a:r>
              <a:rPr lang="zh-CN" altLang="zh-CN" b="1" dirty="0" smtClean="0"/>
              <a:t>）</a:t>
            </a:r>
            <a:r>
              <a:rPr lang="en-US" altLang="zh-CN" b="1" dirty="0" smtClean="0"/>
              <a:t> =&gt; </a:t>
            </a:r>
            <a:r>
              <a:rPr lang="zh-CN" altLang="zh-CN" b="1" dirty="0" smtClean="0"/>
              <a:t>（</a:t>
            </a:r>
            <a:r>
              <a:rPr lang="en-US" altLang="zh-CN" b="1" dirty="0" smtClean="0"/>
              <a:t>1</a:t>
            </a:r>
            <a:r>
              <a:rPr lang="zh-CN" altLang="zh-CN" b="1" dirty="0" smtClean="0"/>
              <a:t>）：</a:t>
            </a:r>
            <a:r>
              <a:rPr lang="en-US" altLang="zh-CN" b="1" dirty="0" smtClean="0"/>
              <a:t>                             </a:t>
            </a:r>
            <a:r>
              <a:rPr lang="zh-CN" altLang="zh-CN" b="1" dirty="0" smtClean="0"/>
              <a:t>。</a:t>
            </a:r>
            <a:endParaRPr lang="zh-CN" altLang="en-US" b="1" dirty="0"/>
          </a:p>
        </p:txBody>
      </p:sp>
      <p:sp>
        <p:nvSpPr>
          <p:cNvPr id="62466" name="Rectangle 2"/>
          <p:cNvSpPr>
            <a:spLocks noChangeArrowheads="1"/>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2465" name="Object 1"/>
          <p:cNvGraphicFramePr>
            <a:graphicFrameLocks noChangeAspect="1"/>
          </p:cNvGraphicFramePr>
          <p:nvPr/>
        </p:nvGraphicFramePr>
        <p:xfrm>
          <a:off x="899592" y="1689416"/>
          <a:ext cx="1120464" cy="379512"/>
        </p:xfrm>
        <a:graphic>
          <a:graphicData uri="http://schemas.openxmlformats.org/presentationml/2006/ole">
            <mc:AlternateContent xmlns:mc="http://schemas.openxmlformats.org/markup-compatibility/2006">
              <mc:Choice xmlns:v="urn:schemas-microsoft-com:vml" Requires="v">
                <p:oleObj spid="_x0000_s139323" name="Equation" r:id="rId1" imgW="596900" imgH="203200" progId="Equation.DSMT4">
                  <p:embed/>
                </p:oleObj>
              </mc:Choice>
              <mc:Fallback>
                <p:oleObj name="Equation" r:id="rId1" imgW="596900" imgH="2032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689416"/>
                        <a:ext cx="1120464" cy="379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68"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2467" name="Object 3"/>
          <p:cNvGraphicFramePr>
            <a:graphicFrameLocks noChangeAspect="1"/>
          </p:cNvGraphicFramePr>
          <p:nvPr/>
        </p:nvGraphicFramePr>
        <p:xfrm>
          <a:off x="5868144" y="1689416"/>
          <a:ext cx="892919" cy="332656"/>
        </p:xfrm>
        <a:graphic>
          <a:graphicData uri="http://schemas.openxmlformats.org/presentationml/2006/ole">
            <mc:AlternateContent xmlns:mc="http://schemas.openxmlformats.org/markup-compatibility/2006">
              <mc:Choice xmlns:v="urn:schemas-microsoft-com:vml" Requires="v">
                <p:oleObj spid="_x0000_s139324" name="Equation" r:id="rId3" imgW="481965" imgH="177800" progId="Equation.DSMT4">
                  <p:embed/>
                </p:oleObj>
              </mc:Choice>
              <mc:Fallback>
                <p:oleObj name="Equation" r:id="rId3" imgW="481965" imgH="1778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8144" y="1689416"/>
                        <a:ext cx="892919" cy="3326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0"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2469" name="Object 5"/>
          <p:cNvGraphicFramePr>
            <a:graphicFrameLocks noChangeAspect="1"/>
          </p:cNvGraphicFramePr>
          <p:nvPr/>
        </p:nvGraphicFramePr>
        <p:xfrm>
          <a:off x="1187624" y="2076840"/>
          <a:ext cx="945443" cy="332656"/>
        </p:xfrm>
        <a:graphic>
          <a:graphicData uri="http://schemas.openxmlformats.org/presentationml/2006/ole">
            <mc:AlternateContent xmlns:mc="http://schemas.openxmlformats.org/markup-compatibility/2006">
              <mc:Choice xmlns:v="urn:schemas-microsoft-com:vml" Requires="v">
                <p:oleObj spid="_x0000_s139325" name="Equation" r:id="rId5" imgW="508000" imgH="177800" progId="Equation.DSMT4">
                  <p:embed/>
                </p:oleObj>
              </mc:Choice>
              <mc:Fallback>
                <p:oleObj name="Equation" r:id="rId5" imgW="508000" imgH="17780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624" y="2076840"/>
                        <a:ext cx="945443" cy="3326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2"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2471" name="Object 7"/>
          <p:cNvGraphicFramePr>
            <a:graphicFrameLocks noChangeAspect="1"/>
          </p:cNvGraphicFramePr>
          <p:nvPr/>
        </p:nvGraphicFramePr>
        <p:xfrm>
          <a:off x="2267744" y="2076840"/>
          <a:ext cx="1663280" cy="332656"/>
        </p:xfrm>
        <a:graphic>
          <a:graphicData uri="http://schemas.openxmlformats.org/presentationml/2006/ole">
            <mc:AlternateContent xmlns:mc="http://schemas.openxmlformats.org/markup-compatibility/2006">
              <mc:Choice xmlns:v="urn:schemas-microsoft-com:vml" Requires="v">
                <p:oleObj spid="_x0000_s139326" name="Equation" r:id="rId7" imgW="901065" imgH="177800" progId="Equation.DSMT4">
                  <p:embed/>
                </p:oleObj>
              </mc:Choice>
              <mc:Fallback>
                <p:oleObj name="Equation" r:id="rId7" imgW="901065" imgH="177800" progId="Equation.DSMT4">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7744" y="2076840"/>
                        <a:ext cx="1663280" cy="3326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4"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2473" name="Object 9"/>
          <p:cNvGraphicFramePr>
            <a:graphicFrameLocks noChangeAspect="1"/>
          </p:cNvGraphicFramePr>
          <p:nvPr/>
        </p:nvGraphicFramePr>
        <p:xfrm>
          <a:off x="5436096" y="2076840"/>
          <a:ext cx="822886" cy="332656"/>
        </p:xfrm>
        <a:graphic>
          <a:graphicData uri="http://schemas.openxmlformats.org/presentationml/2006/ole">
            <mc:AlternateContent xmlns:mc="http://schemas.openxmlformats.org/markup-compatibility/2006">
              <mc:Choice xmlns:v="urn:schemas-microsoft-com:vml" Requires="v">
                <p:oleObj spid="_x0000_s139327" name="Equation" r:id="rId9" imgW="443865" imgH="177800" progId="Equation.DSMT4">
                  <p:embed/>
                </p:oleObj>
              </mc:Choice>
              <mc:Fallback>
                <p:oleObj name="Equation" r:id="rId9" imgW="443865" imgH="177800" progId="Equation.DSMT4">
                  <p:embed/>
                  <p:pic>
                    <p:nvPicPr>
                      <p:cNvPr id="0"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36096" y="2076840"/>
                        <a:ext cx="822886" cy="3326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6" name="Rectangle 1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2475" name="Object 11"/>
          <p:cNvGraphicFramePr>
            <a:graphicFrameLocks noChangeAspect="1"/>
          </p:cNvGraphicFramePr>
          <p:nvPr/>
        </p:nvGraphicFramePr>
        <p:xfrm>
          <a:off x="7164288" y="2049455"/>
          <a:ext cx="1152128" cy="384043"/>
        </p:xfrm>
        <a:graphic>
          <a:graphicData uri="http://schemas.openxmlformats.org/presentationml/2006/ole">
            <mc:AlternateContent xmlns:mc="http://schemas.openxmlformats.org/markup-compatibility/2006">
              <mc:Choice xmlns:v="urn:schemas-microsoft-com:vml" Requires="v">
                <p:oleObj spid="_x0000_s139328" name="Equation" r:id="rId11" imgW="545465" imgH="177800" progId="Equation.DSMT4">
                  <p:embed/>
                </p:oleObj>
              </mc:Choice>
              <mc:Fallback>
                <p:oleObj name="Equation" r:id="rId11" imgW="545465" imgH="177800" progId="Equation.DSMT4">
                  <p:embed/>
                  <p:pic>
                    <p:nvPicPr>
                      <p:cNvPr id="0"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64288" y="2049455"/>
                        <a:ext cx="1152128" cy="3840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8" name="Rectangle 1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2477" name="Object 13"/>
          <p:cNvGraphicFramePr>
            <a:graphicFrameLocks noChangeAspect="1"/>
          </p:cNvGraphicFramePr>
          <p:nvPr/>
        </p:nvGraphicFramePr>
        <p:xfrm>
          <a:off x="1259632" y="2409496"/>
          <a:ext cx="2036797" cy="432048"/>
        </p:xfrm>
        <a:graphic>
          <a:graphicData uri="http://schemas.openxmlformats.org/presentationml/2006/ole">
            <mc:AlternateContent xmlns:mc="http://schemas.openxmlformats.org/markup-compatibility/2006">
              <mc:Choice xmlns:v="urn:schemas-microsoft-com:vml" Requires="v">
                <p:oleObj spid="_x0000_s139329" name="Equation" r:id="rId13" imgW="939165" imgH="203200" progId="Equation.DSMT4">
                  <p:embed/>
                </p:oleObj>
              </mc:Choice>
              <mc:Fallback>
                <p:oleObj name="Equation" r:id="rId13" imgW="939165" imgH="203200" progId="Equation.DSMT4">
                  <p:embed/>
                  <p:pic>
                    <p:nvPicPr>
                      <p:cNvPr id="0" name="Picture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59632" y="2409496"/>
                        <a:ext cx="2036797"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80" name="Rectangle 1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2479" name="Object 15"/>
          <p:cNvGraphicFramePr>
            <a:graphicFrameLocks noChangeAspect="1"/>
          </p:cNvGraphicFramePr>
          <p:nvPr/>
        </p:nvGraphicFramePr>
        <p:xfrm>
          <a:off x="3203848" y="3417607"/>
          <a:ext cx="1008112" cy="375571"/>
        </p:xfrm>
        <a:graphic>
          <a:graphicData uri="http://schemas.openxmlformats.org/presentationml/2006/ole">
            <mc:AlternateContent xmlns:mc="http://schemas.openxmlformats.org/markup-compatibility/2006">
              <mc:Choice xmlns:v="urn:schemas-microsoft-com:vml" Requires="v">
                <p:oleObj spid="_x0000_s139330" name="Equation" r:id="rId15" imgW="481965" imgH="177800" progId="Equation.DSMT4">
                  <p:embed/>
                </p:oleObj>
              </mc:Choice>
              <mc:Fallback>
                <p:oleObj name="Equation" r:id="rId15" imgW="481965" imgH="177800" progId="Equation.DSMT4">
                  <p:embed/>
                  <p:pic>
                    <p:nvPicPr>
                      <p:cNvPr id="0"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848" y="3417607"/>
                        <a:ext cx="1008112" cy="3755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82" name="Rectangle 1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2481" name="Object 17"/>
          <p:cNvGraphicFramePr>
            <a:graphicFrameLocks noChangeAspect="1"/>
          </p:cNvGraphicFramePr>
          <p:nvPr/>
        </p:nvGraphicFramePr>
        <p:xfrm>
          <a:off x="4788024" y="3372984"/>
          <a:ext cx="1354745" cy="404664"/>
        </p:xfrm>
        <a:graphic>
          <a:graphicData uri="http://schemas.openxmlformats.org/presentationml/2006/ole">
            <mc:AlternateContent xmlns:mc="http://schemas.openxmlformats.org/markup-compatibility/2006">
              <mc:Choice xmlns:v="urn:schemas-microsoft-com:vml" Requires="v">
                <p:oleObj spid="_x0000_s139331" name="Equation" r:id="rId16" imgW="735965" imgH="215900" progId="Equation.DSMT4">
                  <p:embed/>
                </p:oleObj>
              </mc:Choice>
              <mc:Fallback>
                <p:oleObj name="Equation" r:id="rId16" imgW="735965" imgH="215900" progId="Equation.DSMT4">
                  <p:embed/>
                  <p:pic>
                    <p:nvPicPr>
                      <p:cNvPr id="0" name="Picture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88024" y="3372984"/>
                        <a:ext cx="1354745"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84" name="Rectangle 2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2483" name="Object 19"/>
          <p:cNvGraphicFramePr>
            <a:graphicFrameLocks noChangeAspect="1"/>
          </p:cNvGraphicFramePr>
          <p:nvPr/>
        </p:nvGraphicFramePr>
        <p:xfrm>
          <a:off x="7092280" y="3417608"/>
          <a:ext cx="982127" cy="332656"/>
        </p:xfrm>
        <a:graphic>
          <a:graphicData uri="http://schemas.openxmlformats.org/presentationml/2006/ole">
            <mc:AlternateContent xmlns:mc="http://schemas.openxmlformats.org/markup-compatibility/2006">
              <mc:Choice xmlns:v="urn:schemas-microsoft-com:vml" Requires="v">
                <p:oleObj spid="_x0000_s139332" name="Equation" r:id="rId18" imgW="596900" imgH="203200" progId="Equation.DSMT4">
                  <p:embed/>
                </p:oleObj>
              </mc:Choice>
              <mc:Fallback>
                <p:oleObj name="Equation" r:id="rId18" imgW="596900" imgH="203200" progId="Equation.DSMT4">
                  <p:embed/>
                  <p:pic>
                    <p:nvPicPr>
                      <p:cNvPr id="0" name="Picture 1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092280" y="3417608"/>
                        <a:ext cx="982127" cy="3326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86" name="Rectangle 2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2485" name="Object 21"/>
          <p:cNvGraphicFramePr>
            <a:graphicFrameLocks noChangeAspect="1"/>
          </p:cNvGraphicFramePr>
          <p:nvPr/>
        </p:nvGraphicFramePr>
        <p:xfrm>
          <a:off x="1475656" y="3777648"/>
          <a:ext cx="1888432" cy="404664"/>
        </p:xfrm>
        <a:graphic>
          <a:graphicData uri="http://schemas.openxmlformats.org/presentationml/2006/ole">
            <mc:AlternateContent xmlns:mc="http://schemas.openxmlformats.org/markup-compatibility/2006">
              <mc:Choice xmlns:v="urn:schemas-microsoft-com:vml" Requires="v">
                <p:oleObj spid="_x0000_s139333" name="Equation" r:id="rId20" imgW="1066800" imgH="228600" progId="Equation.DSMT4">
                  <p:embed/>
                </p:oleObj>
              </mc:Choice>
              <mc:Fallback>
                <p:oleObj name="Equation" r:id="rId20" imgW="1066800" imgH="228600" progId="Equation.DSMT4">
                  <p:embed/>
                  <p:pic>
                    <p:nvPicPr>
                      <p:cNvPr id="0" name="Picture 2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475656" y="3777648"/>
                        <a:ext cx="1888432"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88" name="Rectangle 2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2487" name="Object 23"/>
          <p:cNvGraphicFramePr>
            <a:graphicFrameLocks noChangeAspect="1"/>
          </p:cNvGraphicFramePr>
          <p:nvPr/>
        </p:nvGraphicFramePr>
        <p:xfrm>
          <a:off x="4067944" y="3777648"/>
          <a:ext cx="1354745" cy="404664"/>
        </p:xfrm>
        <a:graphic>
          <a:graphicData uri="http://schemas.openxmlformats.org/presentationml/2006/ole">
            <mc:AlternateContent xmlns:mc="http://schemas.openxmlformats.org/markup-compatibility/2006">
              <mc:Choice xmlns:v="urn:schemas-microsoft-com:vml" Requires="v">
                <p:oleObj spid="_x0000_s139334" name="Equation" r:id="rId22" imgW="735965" imgH="215900" progId="Equation.DSMT4">
                  <p:embed/>
                </p:oleObj>
              </mc:Choice>
              <mc:Fallback>
                <p:oleObj name="Equation" r:id="rId22" imgW="735965" imgH="215900" progId="Equation.DSMT4">
                  <p:embed/>
                  <p:pic>
                    <p:nvPicPr>
                      <p:cNvPr id="0" name="Picture 2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067944" y="3777648"/>
                        <a:ext cx="1354745"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对象 27"/>
          <p:cNvGraphicFramePr>
            <a:graphicFrameLocks noChangeAspect="1"/>
          </p:cNvGraphicFramePr>
          <p:nvPr/>
        </p:nvGraphicFramePr>
        <p:xfrm>
          <a:off x="7812360" y="3792128"/>
          <a:ext cx="951954" cy="489576"/>
        </p:xfrm>
        <a:graphic>
          <a:graphicData uri="http://schemas.openxmlformats.org/presentationml/2006/ole">
            <mc:AlternateContent xmlns:mc="http://schemas.openxmlformats.org/markup-compatibility/2006">
              <mc:Choice xmlns:v="urn:schemas-microsoft-com:vml" Requires="v">
                <p:oleObj spid="_x0000_s139335" name="Equation" r:id="rId24" imgW="444500" imgH="228600" progId="Equation.DSMT4">
                  <p:embed/>
                </p:oleObj>
              </mc:Choice>
              <mc:Fallback>
                <p:oleObj name="Equation" r:id="rId24" imgW="444500" imgH="228600" progId="Equation.DSMT4">
                  <p:embed/>
                  <p:pic>
                    <p:nvPicPr>
                      <p:cNvPr id="0" name="Picture 2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812360" y="3792128"/>
                        <a:ext cx="951954" cy="4895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对象 28"/>
          <p:cNvGraphicFramePr>
            <a:graphicFrameLocks noChangeAspect="1"/>
          </p:cNvGraphicFramePr>
          <p:nvPr/>
        </p:nvGraphicFramePr>
        <p:xfrm>
          <a:off x="1475656" y="4209696"/>
          <a:ext cx="886296" cy="443148"/>
        </p:xfrm>
        <a:graphic>
          <a:graphicData uri="http://schemas.openxmlformats.org/presentationml/2006/ole">
            <mc:AlternateContent xmlns:mc="http://schemas.openxmlformats.org/markup-compatibility/2006">
              <mc:Choice xmlns:v="urn:schemas-microsoft-com:vml" Requires="v">
                <p:oleObj spid="_x0000_s139336" name="Equation" r:id="rId26" imgW="457200" imgH="228600" progId="Equation.DSMT4">
                  <p:embed/>
                </p:oleObj>
              </mc:Choice>
              <mc:Fallback>
                <p:oleObj name="Equation" r:id="rId26" imgW="457200" imgH="228600" progId="Equation.DSMT4">
                  <p:embed/>
                  <p:pic>
                    <p:nvPicPr>
                      <p:cNvPr id="0" name="Picture 2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475656" y="4209696"/>
                        <a:ext cx="886296" cy="4431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对象 29"/>
          <p:cNvGraphicFramePr>
            <a:graphicFrameLocks noChangeAspect="1"/>
          </p:cNvGraphicFramePr>
          <p:nvPr/>
        </p:nvGraphicFramePr>
        <p:xfrm>
          <a:off x="3406312" y="4180922"/>
          <a:ext cx="1309704" cy="460822"/>
        </p:xfrm>
        <a:graphic>
          <a:graphicData uri="http://schemas.openxmlformats.org/presentationml/2006/ole">
            <mc:AlternateContent xmlns:mc="http://schemas.openxmlformats.org/markup-compatibility/2006">
              <mc:Choice xmlns:v="urn:schemas-microsoft-com:vml" Requires="v">
                <p:oleObj spid="_x0000_s139337" name="Equation" r:id="rId28" imgW="685800" imgH="241300" progId="Equation.DSMT4">
                  <p:embed/>
                </p:oleObj>
              </mc:Choice>
              <mc:Fallback>
                <p:oleObj name="Equation" r:id="rId28" imgW="685800" imgH="241300" progId="Equation.DSMT4">
                  <p:embed/>
                  <p:pic>
                    <p:nvPicPr>
                      <p:cNvPr id="0" name="Picture 2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406312" y="4180922"/>
                        <a:ext cx="1309704" cy="4608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2492" name="Object 28"/>
          <p:cNvGraphicFramePr>
            <a:graphicFrameLocks noChangeAspect="1"/>
          </p:cNvGraphicFramePr>
          <p:nvPr/>
        </p:nvGraphicFramePr>
        <p:xfrm>
          <a:off x="5364088" y="4137688"/>
          <a:ext cx="1309688" cy="460375"/>
        </p:xfrm>
        <a:graphic>
          <a:graphicData uri="http://schemas.openxmlformats.org/presentationml/2006/ole">
            <mc:AlternateContent xmlns:mc="http://schemas.openxmlformats.org/markup-compatibility/2006">
              <mc:Choice xmlns:v="urn:schemas-microsoft-com:vml" Requires="v">
                <p:oleObj spid="_x0000_s139338" name="Equation" r:id="rId30" imgW="685800" imgH="241300" progId="Equation.DSMT4">
                  <p:embed/>
                </p:oleObj>
              </mc:Choice>
              <mc:Fallback>
                <p:oleObj name="Equation" r:id="rId30" imgW="685800" imgH="241300" progId="Equation.DSMT4">
                  <p:embed/>
                  <p:pic>
                    <p:nvPicPr>
                      <p:cNvPr id="0" name="Picture 28"/>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364088" y="4137688"/>
                        <a:ext cx="1309688"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94" name="Rectangle 3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2493" name="Object 29"/>
          <p:cNvGraphicFramePr>
            <a:graphicFrameLocks noChangeAspect="1"/>
          </p:cNvGraphicFramePr>
          <p:nvPr/>
        </p:nvGraphicFramePr>
        <p:xfrm>
          <a:off x="1187624" y="4641744"/>
          <a:ext cx="1187624" cy="354745"/>
        </p:xfrm>
        <a:graphic>
          <a:graphicData uri="http://schemas.openxmlformats.org/presentationml/2006/ole">
            <mc:AlternateContent xmlns:mc="http://schemas.openxmlformats.org/markup-compatibility/2006">
              <mc:Choice xmlns:v="urn:schemas-microsoft-com:vml" Requires="v">
                <p:oleObj spid="_x0000_s139339" name="Equation" r:id="rId32" imgW="735965" imgH="215900" progId="Equation.DSMT4">
                  <p:embed/>
                </p:oleObj>
              </mc:Choice>
              <mc:Fallback>
                <p:oleObj name="Equation" r:id="rId32" imgW="735965" imgH="215900" progId="Equation.DSMT4">
                  <p:embed/>
                  <p:pic>
                    <p:nvPicPr>
                      <p:cNvPr id="0" name="Picture 29"/>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187624" y="4641744"/>
                        <a:ext cx="1187624" cy="3547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96" name="Rectangle 3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2495" name="Object 31"/>
          <p:cNvGraphicFramePr>
            <a:graphicFrameLocks noChangeAspect="1"/>
          </p:cNvGraphicFramePr>
          <p:nvPr/>
        </p:nvGraphicFramePr>
        <p:xfrm>
          <a:off x="4355976" y="4569736"/>
          <a:ext cx="1445229" cy="404664"/>
        </p:xfrm>
        <a:graphic>
          <a:graphicData uri="http://schemas.openxmlformats.org/presentationml/2006/ole">
            <mc:AlternateContent xmlns:mc="http://schemas.openxmlformats.org/markup-compatibility/2006">
              <mc:Choice xmlns:v="urn:schemas-microsoft-com:vml" Requires="v">
                <p:oleObj spid="_x0000_s139340" name="Equation" r:id="rId34" imgW="711200" imgH="203200" progId="Equation.DSMT4">
                  <p:embed/>
                </p:oleObj>
              </mc:Choice>
              <mc:Fallback>
                <p:oleObj name="Equation" r:id="rId34" imgW="711200" imgH="203200" progId="Equation.DSMT4">
                  <p:embed/>
                  <p:pic>
                    <p:nvPicPr>
                      <p:cNvPr id="0" name="Picture 31"/>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355976" y="4569736"/>
                        <a:ext cx="1445229"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98" name="Rectangle 3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2497" name="Object 33"/>
          <p:cNvGraphicFramePr>
            <a:graphicFrameLocks noChangeAspect="1"/>
          </p:cNvGraphicFramePr>
          <p:nvPr/>
        </p:nvGraphicFramePr>
        <p:xfrm>
          <a:off x="3275856" y="5001784"/>
          <a:ext cx="2447254" cy="404664"/>
        </p:xfrm>
        <a:graphic>
          <a:graphicData uri="http://schemas.openxmlformats.org/presentationml/2006/ole">
            <mc:AlternateContent xmlns:mc="http://schemas.openxmlformats.org/markup-compatibility/2006">
              <mc:Choice xmlns:v="urn:schemas-microsoft-com:vml" Requires="v">
                <p:oleObj spid="_x0000_s139341" name="Equation" r:id="rId36" imgW="1206500" imgH="203200" progId="Equation.DSMT4">
                  <p:embed/>
                </p:oleObj>
              </mc:Choice>
              <mc:Fallback>
                <p:oleObj name="Equation" r:id="rId36" imgW="1206500" imgH="203200" progId="Equation.DSMT4">
                  <p:embed/>
                  <p:pic>
                    <p:nvPicPr>
                      <p:cNvPr id="0" name="Picture 33"/>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3275856" y="5001784"/>
                        <a:ext cx="2447254"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46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247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246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247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247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247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247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248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248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248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248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249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249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249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249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648072"/>
          </a:xfrm>
        </p:spPr>
        <p:txBody>
          <a:bodyPr>
            <a:normAutofit fontScale="90000"/>
          </a:bodyPr>
          <a:lstStyle/>
          <a:p>
            <a:pPr algn="ctr"/>
            <a:r>
              <a:rPr lang="zh-CN" altLang="en-US" dirty="0" smtClean="0"/>
              <a:t>商群</a:t>
            </a:r>
            <a:endParaRPr lang="zh-CN" altLang="en-US" dirty="0"/>
          </a:p>
        </p:txBody>
      </p:sp>
      <p:sp>
        <p:nvSpPr>
          <p:cNvPr id="3" name="内容占位符 2"/>
          <p:cNvSpPr>
            <a:spLocks noGrp="1"/>
          </p:cNvSpPr>
          <p:nvPr>
            <p:ph idx="1"/>
          </p:nvPr>
        </p:nvSpPr>
        <p:spPr>
          <a:xfrm>
            <a:off x="107504" y="764704"/>
            <a:ext cx="8579296" cy="2573640"/>
          </a:xfrm>
        </p:spPr>
        <p:txBody>
          <a:bodyPr>
            <a:normAutofit lnSpcReduction="10000"/>
          </a:bodyPr>
          <a:lstStyle/>
          <a:p>
            <a:pPr>
              <a:lnSpc>
                <a:spcPct val="125000"/>
              </a:lnSpc>
            </a:pPr>
            <a:r>
              <a:rPr lang="zh-CN" altLang="zh-CN" b="1" dirty="0" smtClean="0">
                <a:solidFill>
                  <a:schemeClr val="accent1"/>
                </a:solidFill>
              </a:rPr>
              <a:t>定理</a:t>
            </a:r>
            <a:r>
              <a:rPr lang="en-US" altLang="zh-CN" b="1" dirty="0" smtClean="0">
                <a:solidFill>
                  <a:schemeClr val="accent1"/>
                </a:solidFill>
              </a:rPr>
              <a:t>4.4.2 </a:t>
            </a:r>
            <a:r>
              <a:rPr lang="zh-CN" altLang="zh-CN" b="1" dirty="0" smtClean="0"/>
              <a:t>设</a:t>
            </a:r>
            <a:r>
              <a:rPr lang="en-US" altLang="zh-CN" b="1" dirty="0" smtClean="0"/>
              <a:t>H</a:t>
            </a:r>
            <a:r>
              <a:rPr lang="zh-CN" altLang="zh-CN" b="1" dirty="0" smtClean="0"/>
              <a:t>是</a:t>
            </a:r>
            <a:r>
              <a:rPr lang="en-US" altLang="zh-CN" b="1" dirty="0" smtClean="0"/>
              <a:t>G</a:t>
            </a:r>
            <a:r>
              <a:rPr lang="zh-CN" altLang="zh-CN" b="1" dirty="0" smtClean="0"/>
              <a:t>的正规子群，记</a:t>
            </a:r>
            <a:r>
              <a:rPr lang="en-US" altLang="zh-CN" b="1" dirty="0" smtClean="0"/>
              <a:t> </a:t>
            </a:r>
            <a:r>
              <a:rPr lang="en-US" altLang="zh-CN" b="1" i="1" dirty="0" smtClean="0">
                <a:solidFill>
                  <a:srgbClr val="FF0000"/>
                </a:solidFill>
                <a:latin typeface="Times New Roman" panose="02020603050405020304" pitchFamily="18" charset="0"/>
                <a:cs typeface="Times New Roman" panose="02020603050405020304" pitchFamily="18" charset="0"/>
              </a:rPr>
              <a:t>G/H</a:t>
            </a:r>
            <a:r>
              <a:rPr lang="en-US" altLang="zh-CN" b="1" i="1" dirty="0"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aH|a</a:t>
            </a:r>
            <a:r>
              <a:rPr lang="en-US" altLang="zh-CN" b="1" i="1" dirty="0" smtClean="0">
                <a:latin typeface="Times New Roman" panose="02020603050405020304" pitchFamily="18" charset="0"/>
                <a:cs typeface="Times New Roman" panose="02020603050405020304" pitchFamily="18" charset="0"/>
              </a:rPr>
              <a:t> ∈ G}</a:t>
            </a:r>
            <a:r>
              <a:rPr lang="zh-CN" altLang="zh-CN" b="1" dirty="0" smtClean="0"/>
              <a:t>，在集合记</a:t>
            </a:r>
            <a:r>
              <a:rPr lang="en-US" altLang="zh-CN" b="1" dirty="0" smtClean="0"/>
              <a:t> </a:t>
            </a:r>
            <a:r>
              <a:rPr lang="en-US" altLang="zh-CN" b="1" i="1" dirty="0" smtClean="0">
                <a:latin typeface="Times New Roman" panose="02020603050405020304" pitchFamily="18" charset="0"/>
                <a:cs typeface="Times New Roman" panose="02020603050405020304" pitchFamily="18" charset="0"/>
              </a:rPr>
              <a:t>G/H</a:t>
            </a:r>
            <a:r>
              <a:rPr lang="zh-CN" altLang="zh-CN" b="1" dirty="0" smtClean="0"/>
              <a:t>上定义运算：</a:t>
            </a:r>
            <a:endParaRPr lang="en-US" altLang="zh-CN" b="1" dirty="0" smtClean="0"/>
          </a:p>
          <a:p>
            <a:pPr algn="ctr">
              <a:lnSpc>
                <a:spcPct val="125000"/>
              </a:lnSpc>
              <a:buNone/>
            </a:pPr>
            <a:r>
              <a:rPr lang="en-US" altLang="zh-CN" b="1" dirty="0"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aH</a:t>
            </a:r>
            <a:r>
              <a:rPr lang="en-US" altLang="zh-CN" b="1" dirty="0" smtClean="0">
                <a:latin typeface="Times New Roman" panose="02020603050405020304" pitchFamily="18" charset="0"/>
                <a:cs typeface="Times New Roman" panose="02020603050405020304" pitchFamily="18" charset="0"/>
              </a:rPr>
              <a:t>) </a:t>
            </a:r>
            <a:r>
              <a:rPr lang="en-US" altLang="zh-CN" b="1" i="1" dirty="0" smtClean="0">
                <a:latin typeface="Times New Roman" panose="02020603050405020304" pitchFamily="18" charset="0"/>
                <a:cs typeface="Times New Roman" panose="02020603050405020304" pitchFamily="18" charset="0"/>
              </a:rPr>
              <a:t>·</a:t>
            </a:r>
            <a:r>
              <a:rPr lang="en-US" altLang="zh-CN" b="1" dirty="0"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bH</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a:t>
            </a:r>
            <a:r>
              <a:rPr lang="en-US" altLang="zh-CN" b="1" dirty="0" smtClean="0">
                <a:latin typeface="Times New Roman" panose="02020603050405020304" pitchFamily="18" charset="0"/>
                <a:cs typeface="Times New Roman" panose="02020603050405020304" pitchFamily="18" charset="0"/>
              </a:rPr>
              <a:t>(</a:t>
            </a:r>
            <a:r>
              <a:rPr lang="en-US" altLang="zh-CN" b="1" i="1" dirty="0" err="1" smtClean="0">
                <a:latin typeface="Times New Roman" panose="02020603050405020304" pitchFamily="18" charset="0"/>
                <a:cs typeface="Times New Roman" panose="02020603050405020304" pitchFamily="18" charset="0"/>
              </a:rPr>
              <a:t>ab</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H</a:t>
            </a:r>
            <a:endParaRPr lang="zh-CN" altLang="zh-CN" b="1" i="1" dirty="0" smtClean="0">
              <a:latin typeface="Times New Roman" panose="02020603050405020304" pitchFamily="18" charset="0"/>
              <a:cs typeface="Times New Roman" panose="02020603050405020304" pitchFamily="18" charset="0"/>
            </a:endParaRPr>
          </a:p>
          <a:p>
            <a:pPr>
              <a:lnSpc>
                <a:spcPct val="125000"/>
              </a:lnSpc>
            </a:pPr>
            <a:r>
              <a:rPr lang="zh-CN" altLang="zh-CN" b="1" dirty="0" smtClean="0"/>
              <a:t>则上述定义的运算给出了</a:t>
            </a:r>
            <a:r>
              <a:rPr lang="zh-CN" altLang="en-US" b="1" dirty="0" smtClean="0"/>
              <a:t>集合</a:t>
            </a:r>
            <a:r>
              <a:rPr lang="en-US" altLang="zh-CN" b="1" dirty="0" smtClean="0"/>
              <a:t> </a:t>
            </a:r>
            <a:r>
              <a:rPr lang="en-US" altLang="zh-CN" b="1" i="1" dirty="0" smtClean="0">
                <a:latin typeface="Times New Roman" panose="02020603050405020304" pitchFamily="18" charset="0"/>
                <a:cs typeface="Times New Roman" panose="02020603050405020304" pitchFamily="18" charset="0"/>
              </a:rPr>
              <a:t>G/H</a:t>
            </a:r>
            <a:r>
              <a:rPr lang="zh-CN" altLang="zh-CN" b="1" dirty="0" smtClean="0"/>
              <a:t>上的一个乘法，且</a:t>
            </a:r>
            <a:r>
              <a:rPr lang="en-US" altLang="zh-CN" b="1" i="1" dirty="0" smtClean="0">
                <a:solidFill>
                  <a:srgbClr val="FF0000"/>
                </a:solidFill>
                <a:latin typeface="Times New Roman" panose="02020603050405020304" pitchFamily="18" charset="0"/>
                <a:cs typeface="Times New Roman" panose="02020603050405020304" pitchFamily="18" charset="0"/>
              </a:rPr>
              <a:t>G/H</a:t>
            </a:r>
            <a:r>
              <a:rPr lang="zh-CN" altLang="zh-CN" b="1" dirty="0" smtClean="0"/>
              <a:t>在这个乘法下构成群</a:t>
            </a:r>
            <a:r>
              <a:rPr lang="zh-CN" altLang="en-US" b="1" dirty="0" smtClean="0"/>
              <a:t>，称为</a:t>
            </a:r>
            <a:r>
              <a:rPr lang="en-US" altLang="zh-CN" b="1" dirty="0" smtClean="0"/>
              <a:t>G</a:t>
            </a:r>
            <a:r>
              <a:rPr lang="zh-CN" altLang="en-US" b="1" dirty="0" smtClean="0"/>
              <a:t>关于正规子群</a:t>
            </a:r>
            <a:r>
              <a:rPr lang="en-US" altLang="zh-CN" b="1" dirty="0" smtClean="0"/>
              <a:t>H</a:t>
            </a:r>
            <a:r>
              <a:rPr lang="zh-CN" altLang="en-US" b="1" dirty="0" smtClean="0"/>
              <a:t>的</a:t>
            </a:r>
            <a:r>
              <a:rPr lang="zh-CN" altLang="en-US" b="1" dirty="0" smtClean="0">
                <a:solidFill>
                  <a:srgbClr val="FF0000"/>
                </a:solidFill>
              </a:rPr>
              <a:t>商群</a:t>
            </a:r>
            <a:r>
              <a:rPr lang="zh-CN" altLang="en-US" b="1" dirty="0" smtClean="0"/>
              <a:t>。</a:t>
            </a:r>
            <a:endParaRPr lang="zh-CN" altLang="en-US" b="1" dirty="0"/>
          </a:p>
        </p:txBody>
      </p:sp>
      <p:sp>
        <p:nvSpPr>
          <p:cNvPr id="4" name="TextBox 3"/>
          <p:cNvSpPr txBox="1"/>
          <p:nvPr/>
        </p:nvSpPr>
        <p:spPr>
          <a:xfrm>
            <a:off x="323528" y="3558495"/>
            <a:ext cx="8640960" cy="2593018"/>
          </a:xfrm>
          <a:prstGeom prst="rect">
            <a:avLst/>
          </a:prstGeom>
          <a:noFill/>
        </p:spPr>
        <p:txBody>
          <a:bodyPr wrap="square" rtlCol="0">
            <a:spAutoFit/>
          </a:bodyPr>
          <a:lstStyle/>
          <a:p>
            <a:pPr>
              <a:lnSpc>
                <a:spcPct val="125000"/>
              </a:lnSpc>
            </a:pPr>
            <a:r>
              <a:rPr lang="zh-CN" altLang="en-US" sz="2600" b="1" dirty="0" smtClean="0">
                <a:solidFill>
                  <a:schemeClr val="accent1"/>
                </a:solidFill>
              </a:rPr>
              <a:t>证明思路：</a:t>
            </a:r>
            <a:r>
              <a:rPr lang="zh-CN" altLang="zh-CN" sz="2600" b="1" dirty="0" smtClean="0"/>
              <a:t>首先，要证明定理中定义的运算不依赖陪集</a:t>
            </a:r>
            <a:r>
              <a:rPr lang="zh-CN" altLang="zh-CN" sz="2600" b="1" dirty="0" smtClean="0">
                <a:solidFill>
                  <a:srgbClr val="FF0000"/>
                </a:solidFill>
              </a:rPr>
              <a:t>代表元</a:t>
            </a:r>
            <a:r>
              <a:rPr lang="zh-CN" altLang="zh-CN" sz="2600" b="1" dirty="0" smtClean="0"/>
              <a:t>的选择。</a:t>
            </a:r>
            <a:r>
              <a:rPr lang="en-US" altLang="zh-CN" sz="2600" b="1" dirty="0" smtClean="0"/>
              <a:t>(</a:t>
            </a:r>
            <a:r>
              <a:rPr lang="zh-CN" altLang="en-US" sz="2600" b="1" dirty="0" smtClean="0"/>
              <a:t>等价类划分</a:t>
            </a:r>
            <a:r>
              <a:rPr lang="en-US" altLang="zh-CN" sz="2600" b="1" dirty="0" smtClean="0"/>
              <a:t>)</a:t>
            </a:r>
            <a:endParaRPr lang="en-US" altLang="zh-CN" sz="2600" b="1" dirty="0" smtClean="0"/>
          </a:p>
          <a:p>
            <a:pPr>
              <a:lnSpc>
                <a:spcPct val="125000"/>
              </a:lnSpc>
            </a:pPr>
            <a:r>
              <a:rPr lang="zh-CN" altLang="en-US" sz="2600" b="1" dirty="0" smtClean="0"/>
              <a:t>其次，要证明</a:t>
            </a:r>
            <a:r>
              <a:rPr lang="en-US" altLang="zh-CN" sz="2600" b="1" i="1" dirty="0" smtClean="0">
                <a:latin typeface="Times New Roman" panose="02020603050405020304" pitchFamily="18" charset="0"/>
                <a:cs typeface="Times New Roman" panose="02020603050405020304" pitchFamily="18" charset="0"/>
              </a:rPr>
              <a:t>G/H</a:t>
            </a:r>
            <a:r>
              <a:rPr lang="zh-CN" altLang="zh-CN" sz="2600" b="1" dirty="0" smtClean="0"/>
              <a:t>在这个乘法下构成群</a:t>
            </a:r>
            <a:r>
              <a:rPr lang="zh-CN" altLang="en-US" sz="2600" b="1" dirty="0" smtClean="0"/>
              <a:t>。</a:t>
            </a:r>
            <a:r>
              <a:rPr lang="en-US" altLang="zh-CN" sz="2600" b="1" dirty="0" smtClean="0"/>
              <a:t>(</a:t>
            </a:r>
            <a:r>
              <a:rPr lang="zh-CN" altLang="en-US" sz="2600" b="1" dirty="0" smtClean="0">
                <a:solidFill>
                  <a:srgbClr val="FF0000"/>
                </a:solidFill>
              </a:rPr>
              <a:t>封闭性、单位元、逆元</a:t>
            </a:r>
            <a:r>
              <a:rPr lang="en-US" altLang="zh-CN" sz="2600" b="1" dirty="0" smtClean="0"/>
              <a:t>)</a:t>
            </a:r>
            <a:endParaRPr lang="en-US" altLang="zh-CN" sz="2600" b="1" dirty="0" smtClean="0"/>
          </a:p>
          <a:p>
            <a:pPr>
              <a:lnSpc>
                <a:spcPct val="125000"/>
              </a:lnSpc>
            </a:pPr>
            <a:r>
              <a:rPr lang="en-US" altLang="zh-CN" sz="2600" b="1" dirty="0" smtClean="0"/>
              <a:t> ----</a:t>
            </a:r>
            <a:r>
              <a:rPr lang="zh-CN" altLang="en-US" sz="2600" b="1" dirty="0" smtClean="0"/>
              <a:t>与</a:t>
            </a:r>
            <a:r>
              <a:rPr lang="zh-CN" altLang="en-US" sz="2600" b="1" dirty="0" smtClean="0">
                <a:solidFill>
                  <a:srgbClr val="FF0000"/>
                </a:solidFill>
              </a:rPr>
              <a:t>剩余类</a:t>
            </a:r>
            <a:r>
              <a:rPr lang="zh-CN" altLang="en-US" sz="2600" b="1" dirty="0" smtClean="0"/>
              <a:t>进行类比</a:t>
            </a:r>
            <a:r>
              <a:rPr lang="zh-CN" altLang="en-US" sz="2600" b="1" dirty="0" smtClean="0"/>
              <a:t>：整数加群与模</a:t>
            </a:r>
            <a:r>
              <a:rPr lang="en-US" altLang="zh-CN" sz="2600" b="1" dirty="0" smtClean="0"/>
              <a:t>m</a:t>
            </a:r>
            <a:r>
              <a:rPr lang="zh-CN" altLang="en-US" sz="2600" b="1" dirty="0" smtClean="0"/>
              <a:t>加群。</a:t>
            </a:r>
            <a:endParaRPr lang="zh-CN" altLang="en-US" sz="2600" b="1"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548680"/>
            <a:ext cx="8229600" cy="5256584"/>
          </a:xfrm>
        </p:spPr>
        <p:txBody>
          <a:bodyPr>
            <a:normAutofit/>
          </a:bodyPr>
          <a:lstStyle/>
          <a:p>
            <a:pPr>
              <a:lnSpc>
                <a:spcPct val="125000"/>
              </a:lnSpc>
            </a:pPr>
            <a:r>
              <a:rPr lang="zh-CN" altLang="en-US" b="1" dirty="0" smtClean="0"/>
              <a:t>证明：首先证明当</a:t>
            </a:r>
            <a:r>
              <a:rPr lang="en-US" altLang="zh-CN" b="1" i="1" dirty="0" smtClean="0">
                <a:latin typeface="Times New Roman" panose="02020603050405020304" pitchFamily="18" charset="0"/>
                <a:cs typeface="Times New Roman" panose="02020603050405020304" pitchFamily="18" charset="0"/>
              </a:rPr>
              <a:t>a</a:t>
            </a:r>
            <a:r>
              <a:rPr lang="en-US" altLang="zh-CN" b="1" baseline="-25000" dirty="0" smtClean="0">
                <a:latin typeface="Times New Roman" panose="02020603050405020304" pitchFamily="18" charset="0"/>
                <a:cs typeface="Times New Roman" panose="02020603050405020304" pitchFamily="18" charset="0"/>
              </a:rPr>
              <a:t>1</a:t>
            </a:r>
            <a:r>
              <a:rPr lang="en-US" altLang="zh-CN" b="1" i="1" dirty="0" smtClean="0">
                <a:latin typeface="Times New Roman" panose="02020603050405020304" pitchFamily="18" charset="0"/>
                <a:cs typeface="Times New Roman" panose="02020603050405020304" pitchFamily="18" charset="0"/>
              </a:rPr>
              <a:t>H</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a</a:t>
            </a:r>
            <a:r>
              <a:rPr lang="en-US" altLang="zh-CN" b="1" i="1" baseline="-25000" dirty="0" smtClean="0">
                <a:latin typeface="Times New Roman" panose="02020603050405020304" pitchFamily="18" charset="0"/>
                <a:cs typeface="Times New Roman" panose="02020603050405020304" pitchFamily="18" charset="0"/>
              </a:rPr>
              <a:t>2</a:t>
            </a:r>
            <a:r>
              <a:rPr lang="en-US" altLang="zh-CN" b="1" i="1" dirty="0" smtClean="0">
                <a:latin typeface="Times New Roman" panose="02020603050405020304" pitchFamily="18" charset="0"/>
                <a:cs typeface="Times New Roman" panose="02020603050405020304" pitchFamily="18" charset="0"/>
              </a:rPr>
              <a:t>H</a:t>
            </a:r>
            <a:r>
              <a:rPr lang="zh-CN" altLang="en-US"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b</a:t>
            </a:r>
            <a:r>
              <a:rPr lang="en-US" altLang="zh-CN" b="1" i="1" baseline="-25000" dirty="0" smtClean="0">
                <a:latin typeface="Times New Roman" panose="02020603050405020304" pitchFamily="18" charset="0"/>
                <a:cs typeface="Times New Roman" panose="02020603050405020304" pitchFamily="18" charset="0"/>
              </a:rPr>
              <a:t>1</a:t>
            </a:r>
            <a:r>
              <a:rPr lang="en-US" altLang="zh-CN" b="1" i="1" dirty="0" smtClean="0">
                <a:latin typeface="Times New Roman" panose="02020603050405020304" pitchFamily="18" charset="0"/>
                <a:cs typeface="Times New Roman" panose="02020603050405020304" pitchFamily="18" charset="0"/>
              </a:rPr>
              <a:t>H=b</a:t>
            </a:r>
            <a:r>
              <a:rPr lang="en-US" altLang="zh-CN" b="1" i="1" baseline="-25000" dirty="0" smtClean="0">
                <a:latin typeface="Times New Roman" panose="02020603050405020304" pitchFamily="18" charset="0"/>
                <a:cs typeface="Times New Roman" panose="02020603050405020304" pitchFamily="18" charset="0"/>
              </a:rPr>
              <a:t>2</a:t>
            </a:r>
            <a:r>
              <a:rPr lang="en-US" altLang="zh-CN" b="1" i="1" dirty="0" smtClean="0">
                <a:latin typeface="Times New Roman" panose="02020603050405020304" pitchFamily="18" charset="0"/>
                <a:cs typeface="Times New Roman" panose="02020603050405020304" pitchFamily="18" charset="0"/>
              </a:rPr>
              <a:t>H</a:t>
            </a:r>
            <a:r>
              <a:rPr lang="zh-CN" altLang="en-US" b="1" dirty="0" smtClean="0">
                <a:latin typeface="Times New Roman" panose="02020603050405020304" pitchFamily="18" charset="0"/>
                <a:cs typeface="Times New Roman" panose="02020603050405020304" pitchFamily="18" charset="0"/>
              </a:rPr>
              <a:t>时，有</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a</a:t>
            </a:r>
            <a:r>
              <a:rPr lang="en-US" altLang="zh-CN" b="1" baseline="-25000" dirty="0" smtClean="0">
                <a:latin typeface="Times New Roman" panose="02020603050405020304" pitchFamily="18" charset="0"/>
                <a:cs typeface="Times New Roman" panose="02020603050405020304" pitchFamily="18" charset="0"/>
              </a:rPr>
              <a:t>1</a:t>
            </a:r>
            <a:r>
              <a:rPr lang="en-US" altLang="zh-CN" b="1" i="1" dirty="0">
                <a:latin typeface="Times New Roman" panose="02020603050405020304" pitchFamily="18" charset="0"/>
                <a:cs typeface="Times New Roman" panose="02020603050405020304" pitchFamily="18" charset="0"/>
              </a:rPr>
              <a:t>b</a:t>
            </a:r>
            <a:r>
              <a:rPr lang="en-US" altLang="zh-CN" b="1" baseline="-25000" dirty="0">
                <a:latin typeface="Times New Roman" panose="02020603050405020304" pitchFamily="18" charset="0"/>
                <a:cs typeface="Times New Roman" panose="02020603050405020304" pitchFamily="18" charset="0"/>
              </a:rPr>
              <a:t>1</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H</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a</a:t>
            </a:r>
            <a:r>
              <a:rPr lang="en-US" altLang="zh-CN" b="1" i="1" baseline="-25000" dirty="0" smtClean="0">
                <a:latin typeface="Times New Roman" panose="02020603050405020304" pitchFamily="18" charset="0"/>
                <a:cs typeface="Times New Roman" panose="02020603050405020304" pitchFamily="18" charset="0"/>
              </a:rPr>
              <a:t>2</a:t>
            </a:r>
            <a:r>
              <a:rPr lang="en-US" altLang="zh-CN" b="1" i="1" dirty="0" smtClean="0">
                <a:latin typeface="Times New Roman" panose="02020603050405020304" pitchFamily="18" charset="0"/>
                <a:cs typeface="Times New Roman" panose="02020603050405020304" pitchFamily="18" charset="0"/>
              </a:rPr>
              <a:t>b</a:t>
            </a:r>
            <a:r>
              <a:rPr lang="en-US" altLang="zh-CN" b="1" i="1" baseline="-25000" dirty="0" smtClean="0">
                <a:latin typeface="Times New Roman" panose="02020603050405020304" pitchFamily="18" charset="0"/>
                <a:cs typeface="Times New Roman" panose="02020603050405020304" pitchFamily="18" charset="0"/>
              </a:rPr>
              <a:t>2</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H</a:t>
            </a:r>
            <a:r>
              <a:rPr lang="zh-CN" altLang="en-US" b="1" i="1" dirty="0" smtClean="0">
                <a:latin typeface="Times New Roman" panose="02020603050405020304" pitchFamily="18" charset="0"/>
                <a:cs typeface="Times New Roman" panose="02020603050405020304" pitchFamily="18" charset="0"/>
              </a:rPr>
              <a:t>。</a:t>
            </a:r>
            <a:endParaRPr lang="en-US" altLang="zh-CN" b="1" i="1" dirty="0" smtClean="0">
              <a:latin typeface="Times New Roman" panose="02020603050405020304" pitchFamily="18" charset="0"/>
              <a:cs typeface="Times New Roman" panose="02020603050405020304" pitchFamily="18" charset="0"/>
            </a:endParaRPr>
          </a:p>
          <a:p>
            <a:pPr>
              <a:lnSpc>
                <a:spcPct val="125000"/>
              </a:lnSpc>
              <a:buNone/>
            </a:pPr>
            <a:r>
              <a:rPr lang="en-US" altLang="zh-CN" b="1" i="1" dirty="0" smtClean="0">
                <a:latin typeface="Times New Roman" panose="02020603050405020304" pitchFamily="18" charset="0"/>
                <a:cs typeface="Times New Roman" panose="02020603050405020304" pitchFamily="18" charset="0"/>
              </a:rPr>
              <a:t>a</a:t>
            </a:r>
            <a:r>
              <a:rPr lang="en-US" altLang="zh-CN" b="1" baseline="-25000" dirty="0" smtClean="0">
                <a:latin typeface="Times New Roman" panose="02020603050405020304" pitchFamily="18" charset="0"/>
                <a:cs typeface="Times New Roman" panose="02020603050405020304" pitchFamily="18" charset="0"/>
              </a:rPr>
              <a:t>1</a:t>
            </a:r>
            <a:r>
              <a:rPr lang="en-US" altLang="zh-CN" b="1" i="1" dirty="0" smtClean="0">
                <a:latin typeface="Times New Roman" panose="02020603050405020304" pitchFamily="18" charset="0"/>
                <a:cs typeface="Times New Roman" panose="02020603050405020304" pitchFamily="18" charset="0"/>
              </a:rPr>
              <a:t>H</a:t>
            </a:r>
            <a:r>
              <a:rPr lang="en-US" altLang="zh-CN"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a</a:t>
            </a:r>
            <a:r>
              <a:rPr lang="en-US" altLang="zh-CN" b="1" i="1" baseline="-25000" dirty="0" smtClean="0">
                <a:latin typeface="Times New Roman" panose="02020603050405020304" pitchFamily="18" charset="0"/>
                <a:cs typeface="Times New Roman" panose="02020603050405020304" pitchFamily="18" charset="0"/>
              </a:rPr>
              <a:t>2</a:t>
            </a:r>
            <a:r>
              <a:rPr lang="en-US" altLang="zh-CN" b="1" i="1" dirty="0" smtClean="0">
                <a:latin typeface="Times New Roman" panose="02020603050405020304" pitchFamily="18" charset="0"/>
                <a:cs typeface="Times New Roman" panose="02020603050405020304" pitchFamily="18" charset="0"/>
              </a:rPr>
              <a:t>H</a:t>
            </a:r>
            <a:r>
              <a:rPr lang="zh-CN" altLang="en-US" b="1" dirty="0" smtClean="0">
                <a:latin typeface="Times New Roman" panose="02020603050405020304" pitchFamily="18" charset="0"/>
                <a:cs typeface="Times New Roman" panose="02020603050405020304" pitchFamily="18" charset="0"/>
              </a:rPr>
              <a:t>，</a:t>
            </a:r>
            <a:r>
              <a:rPr lang="en-US" altLang="zh-CN" b="1" i="1" dirty="0" smtClean="0">
                <a:latin typeface="Times New Roman" panose="02020603050405020304" pitchFamily="18" charset="0"/>
                <a:cs typeface="Times New Roman" panose="02020603050405020304" pitchFamily="18" charset="0"/>
              </a:rPr>
              <a:t>b</a:t>
            </a:r>
            <a:r>
              <a:rPr lang="en-US" altLang="zh-CN" b="1" i="1" baseline="-25000" dirty="0" smtClean="0">
                <a:latin typeface="Times New Roman" panose="02020603050405020304" pitchFamily="18" charset="0"/>
                <a:cs typeface="Times New Roman" panose="02020603050405020304" pitchFamily="18" charset="0"/>
              </a:rPr>
              <a:t>1</a:t>
            </a:r>
            <a:r>
              <a:rPr lang="en-US" altLang="zh-CN" b="1" i="1" dirty="0" smtClean="0">
                <a:latin typeface="Times New Roman" panose="02020603050405020304" pitchFamily="18" charset="0"/>
                <a:cs typeface="Times New Roman" panose="02020603050405020304" pitchFamily="18" charset="0"/>
              </a:rPr>
              <a:t>H=b</a:t>
            </a:r>
            <a:r>
              <a:rPr lang="en-US" altLang="zh-CN" b="1" i="1" baseline="-25000" dirty="0" smtClean="0">
                <a:latin typeface="Times New Roman" panose="02020603050405020304" pitchFamily="18" charset="0"/>
                <a:cs typeface="Times New Roman" panose="02020603050405020304" pitchFamily="18" charset="0"/>
              </a:rPr>
              <a:t>2</a:t>
            </a:r>
            <a:r>
              <a:rPr lang="en-US" altLang="zh-CN" b="1" i="1" dirty="0" smtClean="0">
                <a:latin typeface="Times New Roman" panose="02020603050405020304" pitchFamily="18" charset="0"/>
                <a:cs typeface="Times New Roman" panose="02020603050405020304" pitchFamily="18" charset="0"/>
              </a:rPr>
              <a:t>H </a:t>
            </a:r>
            <a:r>
              <a:rPr lang="en-US" altLang="zh-CN" b="1" dirty="0" smtClean="0">
                <a:latin typeface="Times New Roman" panose="02020603050405020304" pitchFamily="18" charset="0"/>
                <a:cs typeface="Times New Roman" panose="02020603050405020304" pitchFamily="18" charset="0"/>
              </a:rPr>
              <a:t>=&gt;</a:t>
            </a:r>
            <a:endParaRPr lang="en-US" altLang="zh-CN" b="1" dirty="0" smtClean="0">
              <a:latin typeface="Times New Roman" panose="02020603050405020304" pitchFamily="18" charset="0"/>
              <a:cs typeface="Times New Roman" panose="02020603050405020304" pitchFamily="18" charset="0"/>
            </a:endParaRPr>
          </a:p>
          <a:p>
            <a:pPr>
              <a:lnSpc>
                <a:spcPct val="125000"/>
              </a:lnSpc>
              <a:buNone/>
            </a:pPr>
            <a:r>
              <a:rPr lang="zh-CN" altLang="en-US" b="1" dirty="0" smtClean="0">
                <a:latin typeface="Times New Roman" panose="02020603050405020304" pitchFamily="18" charset="0"/>
                <a:cs typeface="Times New Roman" panose="02020603050405020304" pitchFamily="18" charset="0"/>
              </a:rPr>
              <a:t>而</a:t>
            </a:r>
            <a:endParaRPr lang="en-US" altLang="zh-CN" b="1" dirty="0" smtClean="0">
              <a:latin typeface="Times New Roman" panose="02020603050405020304" pitchFamily="18" charset="0"/>
              <a:cs typeface="Times New Roman" panose="02020603050405020304" pitchFamily="18" charset="0"/>
            </a:endParaRPr>
          </a:p>
          <a:p>
            <a:pPr>
              <a:lnSpc>
                <a:spcPct val="125000"/>
              </a:lnSpc>
              <a:buNone/>
            </a:pPr>
            <a:endParaRPr lang="en-US" altLang="zh-CN" b="1" dirty="0" smtClean="0">
              <a:latin typeface="Times New Roman" panose="02020603050405020304" pitchFamily="18" charset="0"/>
              <a:cs typeface="Times New Roman" panose="02020603050405020304" pitchFamily="18" charset="0"/>
            </a:endParaRPr>
          </a:p>
          <a:p>
            <a:pPr>
              <a:lnSpc>
                <a:spcPct val="125000"/>
              </a:lnSpc>
              <a:buNone/>
            </a:pPr>
            <a:r>
              <a:rPr lang="zh-CN" altLang="en-US" b="1" dirty="0" smtClean="0"/>
              <a:t>又</a:t>
            </a:r>
            <a:r>
              <a:rPr lang="en-US" altLang="zh-CN" b="1" dirty="0" smtClean="0"/>
              <a:t>H</a:t>
            </a:r>
            <a:r>
              <a:rPr lang="zh-CN" altLang="en-US" b="1" dirty="0" smtClean="0"/>
              <a:t>是正规子群，所以</a:t>
            </a:r>
            <a:endParaRPr lang="en-US" altLang="zh-CN" b="1" dirty="0" smtClean="0"/>
          </a:p>
          <a:p>
            <a:pPr>
              <a:lnSpc>
                <a:spcPct val="125000"/>
              </a:lnSpc>
              <a:buNone/>
            </a:pPr>
            <a:r>
              <a:rPr lang="zh-CN" altLang="en-US" b="1" dirty="0" smtClean="0"/>
              <a:t>从而                              ，即有</a:t>
            </a:r>
            <a:endParaRPr lang="en-US" altLang="zh-CN" b="1" dirty="0" smtClean="0"/>
          </a:p>
          <a:p>
            <a:pPr>
              <a:lnSpc>
                <a:spcPct val="125000"/>
              </a:lnSpc>
              <a:buNone/>
            </a:pPr>
            <a:r>
              <a:rPr lang="zh-CN" altLang="en-US" b="1" dirty="0" smtClean="0"/>
              <a:t>其次，验证</a:t>
            </a:r>
            <a:r>
              <a:rPr lang="en-US" altLang="zh-CN" b="1" i="1" dirty="0" smtClean="0">
                <a:latin typeface="Times New Roman" panose="02020603050405020304" pitchFamily="18" charset="0"/>
                <a:cs typeface="Times New Roman" panose="02020603050405020304" pitchFamily="18" charset="0"/>
              </a:rPr>
              <a:t>G/H</a:t>
            </a:r>
            <a:r>
              <a:rPr lang="zh-CN" altLang="zh-CN" b="1" dirty="0" smtClean="0"/>
              <a:t>在这个乘法下构成群</a:t>
            </a:r>
            <a:r>
              <a:rPr lang="zh-CN" altLang="en-US" b="1" dirty="0" smtClean="0"/>
              <a:t>。根据群的定义很容易验证其乘法满足结合律，有单位元，有逆元。</a:t>
            </a:r>
            <a:endParaRPr lang="en-US" altLang="zh-CN" b="1" dirty="0" smtClean="0"/>
          </a:p>
        </p:txBody>
      </p:sp>
      <p:sp>
        <p:nvSpPr>
          <p:cNvPr id="6349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3489" name="Object 1"/>
          <p:cNvGraphicFramePr>
            <a:graphicFrameLocks noChangeAspect="1"/>
          </p:cNvGraphicFramePr>
          <p:nvPr/>
        </p:nvGraphicFramePr>
        <p:xfrm>
          <a:off x="3923928" y="1837568"/>
          <a:ext cx="2668645" cy="512471"/>
        </p:xfrm>
        <a:graphic>
          <a:graphicData uri="http://schemas.openxmlformats.org/presentationml/2006/ole">
            <mc:AlternateContent xmlns:mc="http://schemas.openxmlformats.org/markup-compatibility/2006">
              <mc:Choice xmlns:v="urn:schemas-microsoft-com:vml" Requires="v">
                <p:oleObj spid="_x0000_s64318" name="Equation" r:id="rId1" imgW="1244600" imgH="241300" progId="Equation.DSMT4">
                  <p:embed/>
                </p:oleObj>
              </mc:Choice>
              <mc:Fallback>
                <p:oleObj name="Equation" r:id="rId1" imgW="1244600" imgH="2413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1837568"/>
                        <a:ext cx="2668645" cy="512471"/>
                      </a:xfrm>
                      <a:prstGeom prst="rect">
                        <a:avLst/>
                      </a:prstGeom>
                      <a:noFill/>
                    </p:spPr>
                  </p:pic>
                </p:oleObj>
              </mc:Fallback>
            </mc:AlternateContent>
          </a:graphicData>
        </a:graphic>
      </p:graphicFrame>
      <p:sp>
        <p:nvSpPr>
          <p:cNvPr id="63492"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3491" name="Object 3"/>
          <p:cNvGraphicFramePr>
            <a:graphicFrameLocks noChangeAspect="1"/>
          </p:cNvGraphicFramePr>
          <p:nvPr/>
        </p:nvGraphicFramePr>
        <p:xfrm>
          <a:off x="1331640" y="2701664"/>
          <a:ext cx="5270986" cy="432048"/>
        </p:xfrm>
        <a:graphic>
          <a:graphicData uri="http://schemas.openxmlformats.org/presentationml/2006/ole">
            <mc:AlternateContent xmlns:mc="http://schemas.openxmlformats.org/markup-compatibility/2006">
              <mc:Choice xmlns:v="urn:schemas-microsoft-com:vml" Requires="v">
                <p:oleObj spid="_x0000_s64319" name="Equation" r:id="rId3" imgW="2895600" imgH="241300" progId="Equation.DSMT4">
                  <p:embed/>
                </p:oleObj>
              </mc:Choice>
              <mc:Fallback>
                <p:oleObj name="Equation" r:id="rId3" imgW="2895600" imgH="2413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2701664"/>
                        <a:ext cx="5270986"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494"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3493" name="Object 5"/>
          <p:cNvGraphicFramePr>
            <a:graphicFrameLocks noChangeAspect="1"/>
          </p:cNvGraphicFramePr>
          <p:nvPr/>
        </p:nvGraphicFramePr>
        <p:xfrm>
          <a:off x="4067944" y="3421744"/>
          <a:ext cx="2040156" cy="476672"/>
        </p:xfrm>
        <a:graphic>
          <a:graphicData uri="http://schemas.openxmlformats.org/presentationml/2006/ole">
            <mc:AlternateContent xmlns:mc="http://schemas.openxmlformats.org/markup-compatibility/2006">
              <mc:Choice xmlns:v="urn:schemas-microsoft-com:vml" Requires="v">
                <p:oleObj spid="_x0000_s64320" name="Equation" r:id="rId5" imgW="1028065" imgH="241300" progId="Equation.DSMT4">
                  <p:embed/>
                </p:oleObj>
              </mc:Choice>
              <mc:Fallback>
                <p:oleObj name="Equation" r:id="rId5" imgW="1028065" imgH="24130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7944" y="3421744"/>
                        <a:ext cx="2040156" cy="4766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496"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3495" name="Object 7"/>
          <p:cNvGraphicFramePr>
            <a:graphicFrameLocks noChangeAspect="1"/>
          </p:cNvGraphicFramePr>
          <p:nvPr/>
        </p:nvGraphicFramePr>
        <p:xfrm>
          <a:off x="1259632" y="3997808"/>
          <a:ext cx="2230825" cy="476672"/>
        </p:xfrm>
        <a:graphic>
          <a:graphicData uri="http://schemas.openxmlformats.org/presentationml/2006/ole">
            <mc:AlternateContent xmlns:mc="http://schemas.openxmlformats.org/markup-compatibility/2006">
              <mc:Choice xmlns:v="urn:schemas-microsoft-com:vml" Requires="v">
                <p:oleObj spid="_x0000_s64321" name="Equation" r:id="rId7" imgW="1117600" imgH="241300" progId="Equation.DSMT4">
                  <p:embed/>
                </p:oleObj>
              </mc:Choice>
              <mc:Fallback>
                <p:oleObj name="Equation" r:id="rId7" imgW="1117600" imgH="241300" progId="Equation.DSMT4">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9632" y="3997808"/>
                        <a:ext cx="2230825" cy="4766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498"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3497" name="Object 9"/>
          <p:cNvGraphicFramePr>
            <a:graphicFrameLocks noChangeAspect="1"/>
          </p:cNvGraphicFramePr>
          <p:nvPr/>
        </p:nvGraphicFramePr>
        <p:xfrm>
          <a:off x="4573916" y="3997808"/>
          <a:ext cx="2201863" cy="433388"/>
        </p:xfrm>
        <a:graphic>
          <a:graphicData uri="http://schemas.openxmlformats.org/presentationml/2006/ole">
            <mc:AlternateContent xmlns:mc="http://schemas.openxmlformats.org/markup-compatibility/2006">
              <mc:Choice xmlns:v="urn:schemas-microsoft-com:vml" Requires="v">
                <p:oleObj spid="_x0000_s64322" name="Equation" r:id="rId9" imgW="28041600" imgH="5486400" progId="Equation.DSMT4">
                  <p:embed/>
                </p:oleObj>
              </mc:Choice>
              <mc:Fallback>
                <p:oleObj name="Equation" r:id="rId9" imgW="28041600" imgH="5486400" progId="Equation.DSMT4">
                  <p:embed/>
                  <p:pic>
                    <p:nvPicPr>
                      <p:cNvPr id="0" name="Picture 9"/>
                      <p:cNvPicPr>
                        <a:picLocks noChangeAspect="1" noChangeArrowheads="1"/>
                      </p:cNvPicPr>
                      <p:nvPr/>
                    </p:nvPicPr>
                    <p:blipFill>
                      <a:blip r:embed="rId10"/>
                      <a:srcRect/>
                      <a:stretch>
                        <a:fillRect/>
                      </a:stretch>
                    </p:blipFill>
                    <p:spPr bwMode="auto">
                      <a:xfrm>
                        <a:off x="4573916" y="3997808"/>
                        <a:ext cx="2201863"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92696"/>
            <a:ext cx="8229600" cy="5044448"/>
          </a:xfrm>
        </p:spPr>
        <p:txBody>
          <a:bodyPr>
            <a:normAutofit/>
          </a:bodyPr>
          <a:lstStyle/>
          <a:p>
            <a:pPr>
              <a:lnSpc>
                <a:spcPct val="125000"/>
              </a:lnSpc>
            </a:pPr>
            <a:r>
              <a:rPr lang="zh-CN" altLang="zh-CN" b="1" dirty="0" smtClean="0">
                <a:solidFill>
                  <a:srgbClr val="0070C0"/>
                </a:solidFill>
              </a:rPr>
              <a:t>例</a:t>
            </a:r>
            <a:r>
              <a:rPr lang="en-US" altLang="zh-CN" b="1" dirty="0" smtClean="0">
                <a:solidFill>
                  <a:srgbClr val="0070C0"/>
                </a:solidFill>
              </a:rPr>
              <a:t>4.4.2 </a:t>
            </a:r>
            <a:r>
              <a:rPr lang="zh-CN" altLang="zh-CN" b="1" dirty="0" smtClean="0"/>
              <a:t>对于正整数</a:t>
            </a:r>
            <a:r>
              <a:rPr lang="en-US" altLang="zh-CN" b="1" dirty="0" smtClean="0"/>
              <a:t>m</a:t>
            </a:r>
            <a:r>
              <a:rPr lang="zh-CN" altLang="zh-CN" b="1" dirty="0" smtClean="0"/>
              <a:t>，</a:t>
            </a:r>
            <a:r>
              <a:rPr lang="en-US" altLang="zh-CN" b="1" dirty="0" err="1" smtClean="0"/>
              <a:t>mZ</a:t>
            </a:r>
            <a:r>
              <a:rPr lang="zh-CN" altLang="zh-CN" b="1" dirty="0" smtClean="0"/>
              <a:t>是整数加法群</a:t>
            </a:r>
            <a:r>
              <a:rPr lang="en-US" altLang="zh-CN" b="1" dirty="0" smtClean="0"/>
              <a:t>Z</a:t>
            </a:r>
            <a:r>
              <a:rPr lang="zh-CN" altLang="zh-CN" b="1" dirty="0" smtClean="0"/>
              <a:t>的正规子群，其所有加法陪集为 </a:t>
            </a:r>
            <a:endParaRPr lang="en-US" altLang="zh-CN" b="1" dirty="0" smtClean="0"/>
          </a:p>
          <a:p>
            <a:pPr>
              <a:lnSpc>
                <a:spcPct val="125000"/>
              </a:lnSpc>
              <a:buNone/>
            </a:pPr>
            <a:endParaRPr lang="zh-CN" altLang="zh-CN" b="1" dirty="0" smtClean="0"/>
          </a:p>
          <a:p>
            <a:pPr>
              <a:lnSpc>
                <a:spcPct val="125000"/>
              </a:lnSpc>
            </a:pPr>
            <a:r>
              <a:rPr lang="zh-CN" altLang="zh-CN" b="1" dirty="0" smtClean="0"/>
              <a:t>可分别用</a:t>
            </a:r>
            <a:r>
              <a:rPr lang="en-US" altLang="zh-CN" b="1" dirty="0" smtClean="0"/>
              <a:t>[0]</a:t>
            </a:r>
            <a:r>
              <a:rPr lang="zh-CN" altLang="zh-CN" b="1" dirty="0" smtClean="0"/>
              <a:t>，</a:t>
            </a:r>
            <a:r>
              <a:rPr lang="en-US" altLang="zh-CN" b="1" dirty="0" smtClean="0"/>
              <a:t>[1]</a:t>
            </a:r>
            <a:r>
              <a:rPr lang="zh-CN" altLang="zh-CN" b="1" dirty="0" smtClean="0"/>
              <a:t>，…，</a:t>
            </a:r>
            <a:r>
              <a:rPr lang="en-US" altLang="zh-CN" b="1" dirty="0" smtClean="0"/>
              <a:t>[m-1]</a:t>
            </a:r>
            <a:r>
              <a:rPr lang="zh-CN" altLang="zh-CN" b="1" dirty="0" smtClean="0"/>
              <a:t>表示这</a:t>
            </a:r>
            <a:r>
              <a:rPr lang="en-US" altLang="zh-CN" b="1" dirty="0" smtClean="0"/>
              <a:t>m</a:t>
            </a:r>
            <a:r>
              <a:rPr lang="zh-CN" altLang="zh-CN" b="1" dirty="0" smtClean="0"/>
              <a:t>个陪集</a:t>
            </a:r>
            <a:r>
              <a:rPr lang="en-US" altLang="zh-CN" b="1" dirty="0" smtClean="0"/>
              <a:t>: </a:t>
            </a:r>
            <a:endParaRPr lang="en-US" altLang="zh-CN" b="1" dirty="0" smtClean="0"/>
          </a:p>
          <a:p>
            <a:pPr>
              <a:lnSpc>
                <a:spcPct val="125000"/>
              </a:lnSpc>
            </a:pPr>
            <a:endParaRPr lang="en-US" altLang="zh-CN" b="1" dirty="0" smtClean="0"/>
          </a:p>
          <a:p>
            <a:pPr>
              <a:lnSpc>
                <a:spcPct val="125000"/>
              </a:lnSpc>
            </a:pPr>
            <a:r>
              <a:rPr lang="zh-CN" altLang="zh-CN" b="1" dirty="0" smtClean="0"/>
              <a:t>定义加法</a:t>
            </a:r>
            <a:r>
              <a:rPr lang="en-US" altLang="zh-CN" b="1" dirty="0" smtClean="0"/>
              <a:t>:</a:t>
            </a:r>
            <a:endParaRPr lang="zh-CN" altLang="zh-CN" b="1" dirty="0" smtClean="0"/>
          </a:p>
          <a:p>
            <a:pPr>
              <a:lnSpc>
                <a:spcPct val="125000"/>
              </a:lnSpc>
              <a:spcBef>
                <a:spcPts val="1200"/>
              </a:spcBef>
            </a:pPr>
            <a:r>
              <a:rPr lang="zh-CN" altLang="zh-CN" b="1" dirty="0" smtClean="0"/>
              <a:t>显然，在这个运算下，</a:t>
            </a:r>
            <a:r>
              <a:rPr lang="en-US" altLang="zh-CN" b="1" dirty="0" smtClean="0"/>
              <a:t> Z/(</a:t>
            </a:r>
            <a:r>
              <a:rPr lang="en-US" altLang="zh-CN" b="1" dirty="0" err="1" smtClean="0"/>
              <a:t>mZ</a:t>
            </a:r>
            <a:r>
              <a:rPr lang="en-US" altLang="zh-CN" b="1" dirty="0" smtClean="0"/>
              <a:t>)</a:t>
            </a:r>
            <a:r>
              <a:rPr lang="zh-CN" altLang="zh-CN" b="1" dirty="0" smtClean="0"/>
              <a:t>构成一个加群。由于</a:t>
            </a:r>
            <a:r>
              <a:rPr lang="en-US" altLang="zh-CN" b="1" dirty="0" smtClean="0"/>
              <a:t>[</a:t>
            </a:r>
            <a:r>
              <a:rPr lang="en-US" altLang="zh-CN" b="1" i="1" dirty="0" smtClean="0"/>
              <a:t>a</a:t>
            </a:r>
            <a:r>
              <a:rPr lang="en-US" altLang="zh-CN" b="1" dirty="0" smtClean="0"/>
              <a:t>] </a:t>
            </a:r>
            <a:r>
              <a:rPr lang="zh-CN" altLang="zh-CN" b="1" dirty="0" smtClean="0"/>
              <a:t>又表示</a:t>
            </a:r>
            <a:r>
              <a:rPr lang="en-US" altLang="zh-CN" b="1" i="1" dirty="0" smtClean="0"/>
              <a:t>a</a:t>
            </a:r>
            <a:r>
              <a:rPr lang="zh-CN" altLang="zh-CN" b="1" dirty="0" smtClean="0"/>
              <a:t>这个整数所在的剩余类，因此，</a:t>
            </a:r>
            <a:r>
              <a:rPr lang="en-US" altLang="zh-CN" b="1" dirty="0" smtClean="0"/>
              <a:t> Z/(</a:t>
            </a:r>
            <a:r>
              <a:rPr lang="en-US" altLang="zh-CN" b="1" dirty="0" err="1" smtClean="0"/>
              <a:t>mZ</a:t>
            </a:r>
            <a:r>
              <a:rPr lang="en-US" altLang="zh-CN" b="1" dirty="0" smtClean="0"/>
              <a:t>)</a:t>
            </a:r>
            <a:r>
              <a:rPr lang="zh-CN" altLang="zh-CN" b="1" dirty="0" smtClean="0"/>
              <a:t>又称为</a:t>
            </a:r>
            <a:r>
              <a:rPr lang="zh-CN" altLang="zh-CN" b="1" dirty="0" smtClean="0">
                <a:solidFill>
                  <a:srgbClr val="FF0000"/>
                </a:solidFill>
              </a:rPr>
              <a:t>剩余类群</a:t>
            </a:r>
            <a:r>
              <a:rPr lang="zh-CN" altLang="zh-CN" b="1" dirty="0" smtClean="0"/>
              <a:t>。</a:t>
            </a:r>
            <a:endParaRPr lang="zh-CN" altLang="en-US" b="1" dirty="0"/>
          </a:p>
        </p:txBody>
      </p:sp>
      <p:sp>
        <p:nvSpPr>
          <p:cNvPr id="65538"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5537" name="Object 1"/>
          <p:cNvGraphicFramePr>
            <a:graphicFrameLocks noChangeAspect="1"/>
          </p:cNvGraphicFramePr>
          <p:nvPr/>
        </p:nvGraphicFramePr>
        <p:xfrm>
          <a:off x="2555776" y="1772816"/>
          <a:ext cx="4393495" cy="404664"/>
        </p:xfrm>
        <a:graphic>
          <a:graphicData uri="http://schemas.openxmlformats.org/presentationml/2006/ole">
            <mc:AlternateContent xmlns:mc="http://schemas.openxmlformats.org/markup-compatibility/2006">
              <mc:Choice xmlns:v="urn:schemas-microsoft-com:vml" Requires="v">
                <p:oleObj spid="_x0000_s66034" name="Equation" r:id="rId1" imgW="2171700" imgH="203200" progId="Equation.DSMT4">
                  <p:embed/>
                </p:oleObj>
              </mc:Choice>
              <mc:Fallback>
                <p:oleObj name="Equation" r:id="rId1" imgW="2171700" imgH="2032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1772816"/>
                        <a:ext cx="4393495"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540"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5539" name="Object 3"/>
          <p:cNvGraphicFramePr>
            <a:graphicFrameLocks noChangeAspect="1"/>
          </p:cNvGraphicFramePr>
          <p:nvPr/>
        </p:nvGraphicFramePr>
        <p:xfrm>
          <a:off x="2339752" y="2924944"/>
          <a:ext cx="3584167" cy="404664"/>
        </p:xfrm>
        <a:graphic>
          <a:graphicData uri="http://schemas.openxmlformats.org/presentationml/2006/ole">
            <mc:AlternateContent xmlns:mc="http://schemas.openxmlformats.org/markup-compatibility/2006">
              <mc:Choice xmlns:v="urn:schemas-microsoft-com:vml" Requires="v">
                <p:oleObj spid="_x0000_s66035" name="Equation" r:id="rId3" imgW="1765300" imgH="203200" progId="Equation.DSMT4">
                  <p:embed/>
                </p:oleObj>
              </mc:Choice>
              <mc:Fallback>
                <p:oleObj name="Equation" r:id="rId3" imgW="1765300" imgH="2032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752" y="2924944"/>
                        <a:ext cx="3584167"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542"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5541" name="Object 5"/>
          <p:cNvGraphicFramePr>
            <a:graphicFrameLocks noChangeAspect="1"/>
          </p:cNvGraphicFramePr>
          <p:nvPr/>
        </p:nvGraphicFramePr>
        <p:xfrm>
          <a:off x="2987824" y="3600252"/>
          <a:ext cx="2187575" cy="404812"/>
        </p:xfrm>
        <a:graphic>
          <a:graphicData uri="http://schemas.openxmlformats.org/presentationml/2006/ole">
            <mc:AlternateContent xmlns:mc="http://schemas.openxmlformats.org/markup-compatibility/2006">
              <mc:Choice xmlns:v="urn:schemas-microsoft-com:vml" Requires="v">
                <p:oleObj spid="_x0000_s66036" name="Equation" r:id="rId5" imgW="25908000" imgH="4876800" progId="Equation.DSMT4">
                  <p:embed/>
                </p:oleObj>
              </mc:Choice>
              <mc:Fallback>
                <p:oleObj name="Equation" r:id="rId5" imgW="25908000" imgH="4876800" progId="Equation.DSMT4">
                  <p:embed/>
                  <p:pic>
                    <p:nvPicPr>
                      <p:cNvPr id="0" name="Picture 5"/>
                      <p:cNvPicPr>
                        <a:picLocks noChangeAspect="1" noChangeArrowheads="1"/>
                      </p:cNvPicPr>
                      <p:nvPr/>
                    </p:nvPicPr>
                    <p:blipFill>
                      <a:blip r:embed="rId6"/>
                      <a:srcRect/>
                      <a:stretch>
                        <a:fillRect/>
                      </a:stretch>
                    </p:blipFill>
                    <p:spPr bwMode="auto">
                      <a:xfrm>
                        <a:off x="2987824" y="3600252"/>
                        <a:ext cx="2187575" cy="404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5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55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84"/>
            <a:ext cx="8229600" cy="792088"/>
          </a:xfrm>
        </p:spPr>
        <p:txBody>
          <a:bodyPr>
            <a:normAutofit fontScale="90000"/>
          </a:bodyPr>
          <a:lstStyle/>
          <a:p>
            <a:r>
              <a:rPr lang="zh-CN" altLang="en-US" dirty="0" smtClean="0"/>
              <a:t>同态与同构</a:t>
            </a:r>
            <a:endParaRPr lang="zh-CN" altLang="en-US" dirty="0"/>
          </a:p>
        </p:txBody>
      </p:sp>
      <p:sp>
        <p:nvSpPr>
          <p:cNvPr id="3" name="内容占位符 2"/>
          <p:cNvSpPr>
            <a:spLocks noGrp="1"/>
          </p:cNvSpPr>
          <p:nvPr>
            <p:ph idx="1"/>
          </p:nvPr>
        </p:nvSpPr>
        <p:spPr>
          <a:xfrm>
            <a:off x="457200" y="980728"/>
            <a:ext cx="8229600" cy="5328592"/>
          </a:xfrm>
        </p:spPr>
        <p:txBody>
          <a:bodyPr>
            <a:normAutofit fontScale="92500" lnSpcReduction="20000"/>
          </a:bodyPr>
          <a:lstStyle/>
          <a:p>
            <a:pPr>
              <a:lnSpc>
                <a:spcPct val="120000"/>
              </a:lnSpc>
              <a:spcBef>
                <a:spcPts val="1200"/>
              </a:spcBef>
            </a:pPr>
            <a:r>
              <a:rPr lang="zh-CN" altLang="zh-CN" b="1" dirty="0" smtClean="0"/>
              <a:t>定义</a:t>
            </a:r>
            <a:r>
              <a:rPr lang="en-US" altLang="zh-CN" b="1" dirty="0" smtClean="0"/>
              <a:t>4.4.3 </a:t>
            </a:r>
            <a:r>
              <a:rPr lang="zh-CN" altLang="zh-CN" b="1" dirty="0" smtClean="0"/>
              <a:t>设</a:t>
            </a:r>
            <a:r>
              <a:rPr lang="en-US" altLang="zh-CN" b="1" dirty="0" smtClean="0"/>
              <a:t>G</a:t>
            </a:r>
            <a:r>
              <a:rPr lang="zh-CN" altLang="zh-CN" b="1" dirty="0" smtClean="0"/>
              <a:t>和</a:t>
            </a:r>
            <a:r>
              <a:rPr lang="en-US" altLang="zh-CN" b="1" dirty="0" smtClean="0"/>
              <a:t>G’</a:t>
            </a:r>
            <a:r>
              <a:rPr lang="zh-CN" altLang="zh-CN" b="1" dirty="0" smtClean="0"/>
              <a:t>是两个群。</a:t>
            </a:r>
            <a:r>
              <a:rPr lang="en-US" altLang="zh-CN" b="1" i="1" dirty="0" smtClean="0"/>
              <a:t>f</a:t>
            </a:r>
            <a:r>
              <a:rPr lang="zh-CN" altLang="zh-CN" b="1" dirty="0" smtClean="0"/>
              <a:t>是群</a:t>
            </a:r>
            <a:r>
              <a:rPr lang="en-US" altLang="zh-CN" b="1" dirty="0" smtClean="0"/>
              <a:t>G</a:t>
            </a:r>
            <a:r>
              <a:rPr lang="zh-CN" altLang="zh-CN" b="1" dirty="0" smtClean="0"/>
              <a:t>到群</a:t>
            </a:r>
            <a:r>
              <a:rPr lang="en-US" altLang="zh-CN" b="1" dirty="0" smtClean="0"/>
              <a:t>G’</a:t>
            </a:r>
            <a:r>
              <a:rPr lang="zh-CN" altLang="zh-CN" b="1" dirty="0" smtClean="0"/>
              <a:t>的一个映射。如果</a:t>
            </a:r>
            <a:r>
              <a:rPr lang="zh-CN" altLang="en-US" b="1" dirty="0" smtClean="0"/>
              <a:t>对于任意</a:t>
            </a:r>
            <a:r>
              <a:rPr lang="en-US" altLang="zh-CN" b="1" i="1" dirty="0" smtClean="0"/>
              <a:t>a </a:t>
            </a:r>
            <a:r>
              <a:rPr lang="en-US" altLang="zh-CN" b="1" dirty="0" smtClean="0"/>
              <a:t>∈ </a:t>
            </a:r>
            <a:r>
              <a:rPr lang="en-US" altLang="zh-CN" b="1" i="1" dirty="0" smtClean="0"/>
              <a:t>G</a:t>
            </a:r>
            <a:r>
              <a:rPr lang="zh-CN" altLang="zh-CN" b="1" dirty="0" smtClean="0"/>
              <a:t>，映射</a:t>
            </a:r>
            <a:r>
              <a:rPr lang="en-US" altLang="zh-CN" b="1" i="1" dirty="0" smtClean="0"/>
              <a:t>f</a:t>
            </a:r>
            <a:r>
              <a:rPr lang="zh-CN" altLang="zh-CN" b="1" dirty="0" smtClean="0"/>
              <a:t>满足</a:t>
            </a:r>
            <a:endParaRPr lang="en-US" altLang="zh-CN" b="1" dirty="0" smtClean="0"/>
          </a:p>
          <a:p>
            <a:pPr algn="ctr">
              <a:lnSpc>
                <a:spcPct val="120000"/>
              </a:lnSpc>
              <a:spcBef>
                <a:spcPts val="1200"/>
              </a:spcBef>
              <a:buNone/>
            </a:pPr>
            <a:r>
              <a:rPr lang="en-US" altLang="zh-CN" b="1" i="1" dirty="0" smtClean="0"/>
              <a:t>f(</a:t>
            </a:r>
            <a:r>
              <a:rPr lang="en-US" altLang="zh-CN" b="1" i="1" dirty="0" err="1" smtClean="0"/>
              <a:t>ab</a:t>
            </a:r>
            <a:r>
              <a:rPr lang="en-US" altLang="zh-CN" b="1" i="1" dirty="0" smtClean="0"/>
              <a:t>)=f(a)f(b)</a:t>
            </a:r>
            <a:endParaRPr lang="zh-CN" altLang="zh-CN" b="1" i="1" dirty="0" smtClean="0"/>
          </a:p>
          <a:p>
            <a:pPr>
              <a:lnSpc>
                <a:spcPct val="120000"/>
              </a:lnSpc>
              <a:spcBef>
                <a:spcPts val="1200"/>
              </a:spcBef>
            </a:pPr>
            <a:r>
              <a:rPr lang="zh-CN" altLang="zh-CN" b="1" dirty="0" smtClean="0"/>
              <a:t>则称</a:t>
            </a:r>
            <a:r>
              <a:rPr lang="en-US" altLang="zh-CN" b="1" i="1" dirty="0" smtClean="0"/>
              <a:t>f</a:t>
            </a:r>
            <a:r>
              <a:rPr lang="zh-CN" altLang="zh-CN" b="1" dirty="0" smtClean="0"/>
              <a:t>是群</a:t>
            </a:r>
            <a:r>
              <a:rPr lang="en-US" altLang="zh-CN" b="1" dirty="0" smtClean="0"/>
              <a:t>G</a:t>
            </a:r>
            <a:r>
              <a:rPr lang="zh-CN" altLang="zh-CN" b="1" dirty="0" smtClean="0"/>
              <a:t>到群</a:t>
            </a:r>
            <a:r>
              <a:rPr lang="en-US" altLang="zh-CN" b="1" dirty="0" smtClean="0"/>
              <a:t>G’</a:t>
            </a:r>
            <a:r>
              <a:rPr lang="zh-CN" altLang="zh-CN" b="1" dirty="0" smtClean="0"/>
              <a:t>的一个</a:t>
            </a:r>
            <a:r>
              <a:rPr lang="zh-CN" altLang="zh-CN" b="1" dirty="0" smtClean="0">
                <a:solidFill>
                  <a:srgbClr val="FF0000"/>
                </a:solidFill>
              </a:rPr>
              <a:t>同态映射</a:t>
            </a:r>
            <a:r>
              <a:rPr lang="zh-CN" altLang="zh-CN" b="1" dirty="0" smtClean="0"/>
              <a:t>。</a:t>
            </a:r>
            <a:endParaRPr lang="en-US" altLang="zh-CN" b="1" dirty="0" smtClean="0"/>
          </a:p>
          <a:p>
            <a:pPr>
              <a:lnSpc>
                <a:spcPct val="120000"/>
              </a:lnSpc>
              <a:spcBef>
                <a:spcPts val="1200"/>
              </a:spcBef>
            </a:pPr>
            <a:r>
              <a:rPr lang="zh-CN" altLang="zh-CN" b="1" dirty="0" smtClean="0"/>
              <a:t>当该映射是满射时，称</a:t>
            </a:r>
            <a:r>
              <a:rPr lang="en-US" altLang="zh-CN" b="1" i="1" dirty="0" smtClean="0"/>
              <a:t>f</a:t>
            </a:r>
            <a:r>
              <a:rPr lang="zh-CN" altLang="zh-CN" b="1" dirty="0" smtClean="0"/>
              <a:t>是群</a:t>
            </a:r>
            <a:r>
              <a:rPr lang="en-US" altLang="zh-CN" b="1" dirty="0" smtClean="0"/>
              <a:t>G</a:t>
            </a:r>
            <a:r>
              <a:rPr lang="zh-CN" altLang="zh-CN" b="1" dirty="0" smtClean="0"/>
              <a:t>到群</a:t>
            </a:r>
            <a:r>
              <a:rPr lang="en-US" altLang="zh-CN" b="1" dirty="0" smtClean="0"/>
              <a:t>G’</a:t>
            </a:r>
            <a:r>
              <a:rPr lang="zh-CN" altLang="zh-CN" b="1" dirty="0" smtClean="0"/>
              <a:t>的一个</a:t>
            </a:r>
            <a:r>
              <a:rPr lang="zh-CN" altLang="zh-CN" b="1" dirty="0" smtClean="0">
                <a:solidFill>
                  <a:srgbClr val="FF0000"/>
                </a:solidFill>
              </a:rPr>
              <a:t>满同态映射</a:t>
            </a:r>
            <a:r>
              <a:rPr lang="zh-CN" altLang="zh-CN" b="1" dirty="0" smtClean="0"/>
              <a:t>。</a:t>
            </a:r>
            <a:endParaRPr lang="en-US" altLang="zh-CN" b="1" dirty="0" smtClean="0"/>
          </a:p>
          <a:p>
            <a:pPr>
              <a:lnSpc>
                <a:spcPct val="120000"/>
              </a:lnSpc>
              <a:spcBef>
                <a:spcPts val="1200"/>
              </a:spcBef>
            </a:pPr>
            <a:r>
              <a:rPr lang="zh-CN" altLang="zh-CN" b="1" dirty="0" smtClean="0"/>
              <a:t>若该映射是一一映射，则称</a:t>
            </a:r>
            <a:r>
              <a:rPr lang="en-US" altLang="zh-CN" b="1" i="1" dirty="0" smtClean="0"/>
              <a:t>f</a:t>
            </a:r>
            <a:r>
              <a:rPr lang="zh-CN" altLang="zh-CN" b="1" dirty="0" smtClean="0"/>
              <a:t>是群</a:t>
            </a:r>
            <a:r>
              <a:rPr lang="en-US" altLang="zh-CN" b="1" dirty="0" smtClean="0"/>
              <a:t>G</a:t>
            </a:r>
            <a:r>
              <a:rPr lang="zh-CN" altLang="zh-CN" b="1" dirty="0" smtClean="0"/>
              <a:t>到群</a:t>
            </a:r>
            <a:r>
              <a:rPr lang="en-US" altLang="zh-CN" b="1" dirty="0" smtClean="0"/>
              <a:t>G’</a:t>
            </a:r>
            <a:r>
              <a:rPr lang="zh-CN" altLang="zh-CN" b="1" dirty="0" smtClean="0"/>
              <a:t>的一个</a:t>
            </a:r>
            <a:r>
              <a:rPr lang="zh-CN" altLang="zh-CN" b="1" dirty="0" smtClean="0">
                <a:solidFill>
                  <a:srgbClr val="FF0000"/>
                </a:solidFill>
              </a:rPr>
              <a:t>同构映射</a:t>
            </a:r>
            <a:r>
              <a:rPr lang="zh-CN" altLang="zh-CN" b="1" dirty="0" smtClean="0"/>
              <a:t>。</a:t>
            </a:r>
            <a:endParaRPr lang="en-US" altLang="zh-CN" b="1" dirty="0" smtClean="0"/>
          </a:p>
          <a:p>
            <a:pPr>
              <a:lnSpc>
                <a:spcPct val="120000"/>
              </a:lnSpc>
              <a:spcBef>
                <a:spcPts val="1200"/>
              </a:spcBef>
            </a:pPr>
            <a:r>
              <a:rPr lang="zh-CN" altLang="zh-CN" b="1" dirty="0" smtClean="0"/>
              <a:t>若群</a:t>
            </a:r>
            <a:r>
              <a:rPr lang="en-US" altLang="zh-CN" b="1" dirty="0" smtClean="0"/>
              <a:t>G</a:t>
            </a:r>
            <a:r>
              <a:rPr lang="zh-CN" altLang="zh-CN" b="1" dirty="0" smtClean="0"/>
              <a:t>和群</a:t>
            </a:r>
            <a:r>
              <a:rPr lang="en-US" altLang="zh-CN" b="1" dirty="0" smtClean="0"/>
              <a:t>G’</a:t>
            </a:r>
            <a:r>
              <a:rPr lang="zh-CN" altLang="zh-CN" b="1" dirty="0" smtClean="0"/>
              <a:t>之间存在同态（同构）映射，则称群</a:t>
            </a:r>
            <a:r>
              <a:rPr lang="en-US" altLang="zh-CN" b="1" dirty="0" smtClean="0"/>
              <a:t>G</a:t>
            </a:r>
            <a:r>
              <a:rPr lang="zh-CN" altLang="zh-CN" b="1" dirty="0" smtClean="0"/>
              <a:t>和群</a:t>
            </a:r>
            <a:r>
              <a:rPr lang="en-US" altLang="zh-CN" b="1" dirty="0" smtClean="0"/>
              <a:t>G’</a:t>
            </a:r>
            <a:r>
              <a:rPr lang="zh-CN" altLang="zh-CN" b="1" dirty="0" smtClean="0">
                <a:solidFill>
                  <a:srgbClr val="FF0000"/>
                </a:solidFill>
              </a:rPr>
              <a:t>同态（同构）</a:t>
            </a:r>
            <a:r>
              <a:rPr lang="zh-CN" altLang="zh-CN" b="1" dirty="0" smtClean="0"/>
              <a:t>。用符号</a:t>
            </a:r>
            <a:r>
              <a:rPr lang="en-US" altLang="zh-CN" b="1" dirty="0" smtClean="0"/>
              <a:t>            </a:t>
            </a:r>
            <a:r>
              <a:rPr lang="zh-CN" altLang="zh-CN" b="1" dirty="0" smtClean="0"/>
              <a:t>表示群</a:t>
            </a:r>
            <a:r>
              <a:rPr lang="en-US" altLang="zh-CN" b="1" dirty="0" smtClean="0"/>
              <a:t>G</a:t>
            </a:r>
            <a:r>
              <a:rPr lang="zh-CN" altLang="zh-CN" b="1" dirty="0" smtClean="0"/>
              <a:t>和群</a:t>
            </a:r>
            <a:r>
              <a:rPr lang="en-US" altLang="zh-CN" b="1" dirty="0" smtClean="0"/>
              <a:t>G’</a:t>
            </a:r>
            <a:r>
              <a:rPr lang="zh-CN" altLang="zh-CN" b="1" dirty="0" smtClean="0"/>
              <a:t>同构。</a:t>
            </a:r>
            <a:endParaRPr lang="en-US" altLang="zh-CN" b="1" dirty="0" smtClean="0"/>
          </a:p>
          <a:p>
            <a:pPr>
              <a:lnSpc>
                <a:spcPct val="120000"/>
              </a:lnSpc>
              <a:spcBef>
                <a:spcPts val="1200"/>
              </a:spcBef>
            </a:pPr>
            <a:r>
              <a:rPr lang="en-US" altLang="zh-CN" b="1" dirty="0" smtClean="0"/>
              <a:t>G</a:t>
            </a:r>
            <a:r>
              <a:rPr lang="zh-CN" altLang="zh-CN" b="1" dirty="0" smtClean="0"/>
              <a:t>到</a:t>
            </a:r>
            <a:r>
              <a:rPr lang="en-US" altLang="zh-CN" b="1" dirty="0" smtClean="0"/>
              <a:t>G</a:t>
            </a:r>
            <a:r>
              <a:rPr lang="zh-CN" altLang="zh-CN" b="1" dirty="0" smtClean="0"/>
              <a:t>自身的同构称为</a:t>
            </a:r>
            <a:r>
              <a:rPr lang="zh-CN" altLang="zh-CN" b="1" dirty="0" smtClean="0">
                <a:solidFill>
                  <a:srgbClr val="FF0000"/>
                </a:solidFill>
              </a:rPr>
              <a:t>内自同构</a:t>
            </a:r>
            <a:r>
              <a:rPr lang="zh-CN" altLang="zh-CN" b="1" dirty="0" smtClean="0"/>
              <a:t>。</a:t>
            </a:r>
            <a:endParaRPr lang="zh-CN" altLang="zh-CN" b="1" dirty="0" smtClean="0"/>
          </a:p>
          <a:p>
            <a:pPr>
              <a:lnSpc>
                <a:spcPct val="120000"/>
              </a:lnSpc>
              <a:spcBef>
                <a:spcPts val="1200"/>
              </a:spcBef>
            </a:pPr>
            <a:r>
              <a:rPr lang="zh-CN" altLang="zh-CN" b="1" dirty="0" smtClean="0"/>
              <a:t>在满同态映射下，单位元映射到单位元，逆元映射到映射象的逆元。</a:t>
            </a:r>
            <a:r>
              <a:rPr lang="zh-CN" altLang="en-US" b="1" dirty="0" smtClean="0"/>
              <a:t>（</a:t>
            </a:r>
            <a:r>
              <a:rPr lang="zh-CN" altLang="en-US" b="1" dirty="0" smtClean="0">
                <a:solidFill>
                  <a:srgbClr val="FF0000"/>
                </a:solidFill>
              </a:rPr>
              <a:t>反之？</a:t>
            </a:r>
            <a:r>
              <a:rPr lang="zh-CN" altLang="en-US" b="1" dirty="0" smtClean="0"/>
              <a:t>）</a:t>
            </a:r>
            <a:endParaRPr lang="zh-CN" altLang="en-US" b="1" dirty="0"/>
          </a:p>
        </p:txBody>
      </p:sp>
      <p:sp>
        <p:nvSpPr>
          <p:cNvPr id="66562"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6561" name="Object 1"/>
          <p:cNvGraphicFramePr>
            <a:graphicFrameLocks noChangeAspect="1"/>
          </p:cNvGraphicFramePr>
          <p:nvPr/>
        </p:nvGraphicFramePr>
        <p:xfrm>
          <a:off x="3923928" y="4365104"/>
          <a:ext cx="857902" cy="332656"/>
        </p:xfrm>
        <a:graphic>
          <a:graphicData uri="http://schemas.openxmlformats.org/presentationml/2006/ole">
            <mc:AlternateContent xmlns:mc="http://schemas.openxmlformats.org/markup-compatibility/2006">
              <mc:Choice xmlns:v="urn:schemas-microsoft-com:vml" Requires="v">
                <p:oleObj spid="_x0000_s66725" name="Equation" r:id="rId1" imgW="469900" imgH="177800" progId="Equation.DSMT4">
                  <p:embed/>
                </p:oleObj>
              </mc:Choice>
              <mc:Fallback>
                <p:oleObj name="Equation" r:id="rId1" imgW="469900" imgH="1778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4365104"/>
                        <a:ext cx="857902" cy="3326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6561"/>
                                        </p:tgtEl>
                                        <p:attrNameLst>
                                          <p:attrName>style.visibility</p:attrName>
                                        </p:attrNameLst>
                                      </p:cBhvr>
                                      <p:to>
                                        <p:strVal val="visible"/>
                                      </p:to>
                                    </p:set>
                                    <p:anim calcmode="lin" valueType="num">
                                      <p:cBhvr additive="base">
                                        <p:cTn id="19" dur="500" fill="hold"/>
                                        <p:tgtEl>
                                          <p:spTgt spid="66561"/>
                                        </p:tgtEl>
                                        <p:attrNameLst>
                                          <p:attrName>ppt_x</p:attrName>
                                        </p:attrNameLst>
                                      </p:cBhvr>
                                      <p:tavLst>
                                        <p:tav tm="0">
                                          <p:val>
                                            <p:strVal val="#ppt_x"/>
                                          </p:val>
                                        </p:tav>
                                        <p:tav tm="100000">
                                          <p:val>
                                            <p:strVal val="#ppt_x"/>
                                          </p:val>
                                        </p:tav>
                                      </p:tavLst>
                                    </p:anim>
                                    <p:anim calcmode="lin" valueType="num">
                                      <p:cBhvr additive="base">
                                        <p:cTn id="20" dur="500" fill="hold"/>
                                        <p:tgtEl>
                                          <p:spTgt spid="6656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4624"/>
            <a:ext cx="8229600" cy="1143000"/>
          </a:xfrm>
        </p:spPr>
        <p:txBody>
          <a:bodyPr/>
          <a:lstStyle/>
          <a:p>
            <a:r>
              <a:rPr lang="zh-CN" altLang="en-US" dirty="0" smtClean="0"/>
              <a:t>同态</a:t>
            </a:r>
            <a:endParaRPr lang="zh-CN" altLang="en-US" dirty="0"/>
          </a:p>
        </p:txBody>
      </p:sp>
      <p:sp>
        <p:nvSpPr>
          <p:cNvPr id="3" name="内容占位符 2"/>
          <p:cNvSpPr>
            <a:spLocks noGrp="1"/>
          </p:cNvSpPr>
          <p:nvPr>
            <p:ph idx="1"/>
          </p:nvPr>
        </p:nvSpPr>
        <p:spPr>
          <a:xfrm>
            <a:off x="457200" y="1276016"/>
            <a:ext cx="8229600" cy="629424"/>
          </a:xfrm>
        </p:spPr>
        <p:txBody>
          <a:bodyPr/>
          <a:lstStyle/>
          <a:p>
            <a:r>
              <a:rPr lang="zh-CN" altLang="zh-CN" b="1" dirty="0" smtClean="0">
                <a:solidFill>
                  <a:schemeClr val="accent1"/>
                </a:solidFill>
              </a:rPr>
              <a:t>例</a:t>
            </a:r>
            <a:r>
              <a:rPr lang="en-US" altLang="zh-CN" b="1" dirty="0" smtClean="0">
                <a:solidFill>
                  <a:schemeClr val="accent1"/>
                </a:solidFill>
              </a:rPr>
              <a:t>4.4.3 </a:t>
            </a:r>
            <a:r>
              <a:rPr lang="zh-CN" altLang="zh-CN" b="1" dirty="0" smtClean="0"/>
              <a:t>整数加法群</a:t>
            </a:r>
            <a:r>
              <a:rPr lang="en-US" altLang="zh-CN" b="1" dirty="0" smtClean="0"/>
              <a:t>Z</a:t>
            </a:r>
            <a:r>
              <a:rPr lang="zh-CN" altLang="zh-CN" b="1" dirty="0" smtClean="0"/>
              <a:t>与商群</a:t>
            </a:r>
            <a:r>
              <a:rPr lang="en-US" altLang="zh-CN" b="1" dirty="0" smtClean="0"/>
              <a:t>Z/</a:t>
            </a:r>
            <a:r>
              <a:rPr lang="en-US" altLang="zh-CN" b="1" dirty="0" err="1" smtClean="0"/>
              <a:t>mZ</a:t>
            </a:r>
            <a:r>
              <a:rPr lang="zh-CN" altLang="zh-CN" b="1" dirty="0" smtClean="0"/>
              <a:t>同态。</a:t>
            </a:r>
            <a:endParaRPr lang="zh-CN" altLang="en-US" b="1" dirty="0"/>
          </a:p>
        </p:txBody>
      </p:sp>
      <p:sp>
        <p:nvSpPr>
          <p:cNvPr id="4" name="TextBox 3"/>
          <p:cNvSpPr txBox="1"/>
          <p:nvPr/>
        </p:nvSpPr>
        <p:spPr>
          <a:xfrm>
            <a:off x="611560" y="2121464"/>
            <a:ext cx="7632848" cy="3593291"/>
          </a:xfrm>
          <a:prstGeom prst="rect">
            <a:avLst/>
          </a:prstGeom>
          <a:noFill/>
        </p:spPr>
        <p:txBody>
          <a:bodyPr wrap="square" rtlCol="0">
            <a:spAutoFit/>
          </a:bodyPr>
          <a:lstStyle/>
          <a:p>
            <a:pPr>
              <a:lnSpc>
                <a:spcPct val="125000"/>
              </a:lnSpc>
            </a:pPr>
            <a:r>
              <a:rPr lang="zh-CN" altLang="zh-CN" sz="2600" b="1" dirty="0" smtClean="0">
                <a:solidFill>
                  <a:schemeClr val="accent1"/>
                </a:solidFill>
              </a:rPr>
              <a:t>证明：</a:t>
            </a:r>
            <a:r>
              <a:rPr lang="zh-CN" altLang="zh-CN" sz="2600" b="1" dirty="0" smtClean="0"/>
              <a:t>定义映射</a:t>
            </a:r>
            <a:r>
              <a:rPr lang="en-US" altLang="zh-CN" sz="2600" b="1" dirty="0" smtClean="0"/>
              <a:t>        </a:t>
            </a:r>
            <a:endParaRPr lang="en-US" altLang="zh-CN" sz="2600" b="1" dirty="0" smtClean="0"/>
          </a:p>
          <a:p>
            <a:pPr>
              <a:lnSpc>
                <a:spcPct val="125000"/>
              </a:lnSpc>
            </a:pPr>
            <a:endParaRPr lang="zh-CN" altLang="zh-CN" sz="2600" b="1" dirty="0" smtClean="0"/>
          </a:p>
          <a:p>
            <a:pPr>
              <a:lnSpc>
                <a:spcPct val="125000"/>
              </a:lnSpc>
            </a:pPr>
            <a:r>
              <a:rPr lang="zh-CN" altLang="zh-CN" sz="2600" b="1" dirty="0" smtClean="0"/>
              <a:t>显然，这是一个满射。根据对于</a:t>
            </a:r>
            <a:r>
              <a:rPr lang="en-US" altLang="zh-CN" sz="2600" b="1" dirty="0" smtClean="0"/>
              <a:t>Z</a:t>
            </a:r>
            <a:r>
              <a:rPr lang="zh-CN" altLang="zh-CN" sz="2600" b="1" dirty="0" smtClean="0"/>
              <a:t>中任意两个整数</a:t>
            </a:r>
            <a:r>
              <a:rPr lang="en-US" altLang="zh-CN" sz="2600" b="1" i="1" dirty="0" err="1" smtClean="0"/>
              <a:t>a,b</a:t>
            </a:r>
            <a:r>
              <a:rPr lang="zh-CN" altLang="zh-CN" sz="2600" b="1" dirty="0" smtClean="0"/>
              <a:t>，有</a:t>
            </a:r>
            <a:endParaRPr lang="en-US" altLang="zh-CN" sz="2600" b="1" dirty="0" smtClean="0"/>
          </a:p>
          <a:p>
            <a:pPr>
              <a:lnSpc>
                <a:spcPct val="125000"/>
              </a:lnSpc>
            </a:pPr>
            <a:endParaRPr lang="en-US" altLang="zh-CN" sz="2600" b="1" dirty="0" smtClean="0"/>
          </a:p>
          <a:p>
            <a:pPr>
              <a:lnSpc>
                <a:spcPct val="125000"/>
              </a:lnSpc>
            </a:pPr>
            <a:r>
              <a:rPr lang="zh-CN" altLang="zh-CN" sz="2600" b="1" dirty="0" smtClean="0"/>
              <a:t>所以，</a:t>
            </a:r>
            <a:r>
              <a:rPr lang="en-US" altLang="zh-CN" sz="2600" b="1" i="1" dirty="0" smtClean="0"/>
              <a:t>f</a:t>
            </a:r>
            <a:r>
              <a:rPr lang="zh-CN" altLang="zh-CN" sz="2600" b="1" dirty="0" smtClean="0"/>
              <a:t>是整数加法群</a:t>
            </a:r>
            <a:r>
              <a:rPr lang="en-US" altLang="zh-CN" sz="2600" b="1" dirty="0" smtClean="0"/>
              <a:t>Z</a:t>
            </a:r>
            <a:r>
              <a:rPr lang="zh-CN" altLang="zh-CN" sz="2600" b="1" dirty="0" smtClean="0"/>
              <a:t>到商群</a:t>
            </a:r>
            <a:r>
              <a:rPr lang="en-US" altLang="zh-CN" sz="2600" b="1" dirty="0" smtClean="0"/>
              <a:t>Z/</a:t>
            </a:r>
            <a:r>
              <a:rPr lang="en-US" altLang="zh-CN" sz="2600" b="1" dirty="0" err="1" smtClean="0"/>
              <a:t>mZ</a:t>
            </a:r>
            <a:r>
              <a:rPr lang="zh-CN" altLang="zh-CN" sz="2600" b="1" dirty="0" smtClean="0"/>
              <a:t>的一个同态映射，即整数加法群</a:t>
            </a:r>
            <a:r>
              <a:rPr lang="en-US" altLang="zh-CN" sz="2600" b="1" dirty="0" smtClean="0"/>
              <a:t>Z</a:t>
            </a:r>
            <a:r>
              <a:rPr lang="zh-CN" altLang="zh-CN" sz="2600" b="1" dirty="0" smtClean="0"/>
              <a:t>与商群</a:t>
            </a:r>
            <a:r>
              <a:rPr lang="en-US" altLang="zh-CN" sz="2600" b="1" dirty="0" smtClean="0"/>
              <a:t>Z/</a:t>
            </a:r>
            <a:r>
              <a:rPr lang="en-US" altLang="zh-CN" sz="2600" b="1" dirty="0" err="1" smtClean="0"/>
              <a:t>mZ</a:t>
            </a:r>
            <a:r>
              <a:rPr lang="zh-CN" altLang="zh-CN" sz="2600" b="1" dirty="0" smtClean="0"/>
              <a:t>同态。</a:t>
            </a:r>
            <a:endParaRPr lang="zh-CN" altLang="zh-CN" sz="2600" b="1" dirty="0" smtClean="0"/>
          </a:p>
        </p:txBody>
      </p:sp>
      <p:sp>
        <p:nvSpPr>
          <p:cNvPr id="6758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7585" name="Object 1"/>
          <p:cNvGraphicFramePr>
            <a:graphicFrameLocks noChangeAspect="1"/>
          </p:cNvGraphicFramePr>
          <p:nvPr/>
        </p:nvGraphicFramePr>
        <p:xfrm>
          <a:off x="3202360" y="2204864"/>
          <a:ext cx="2017712" cy="404812"/>
        </p:xfrm>
        <a:graphic>
          <a:graphicData uri="http://schemas.openxmlformats.org/presentationml/2006/ole">
            <mc:AlternateContent xmlns:mc="http://schemas.openxmlformats.org/markup-compatibility/2006">
              <mc:Choice xmlns:v="urn:schemas-microsoft-com:vml" Requires="v">
                <p:oleObj spid="_x0000_s68252" name="Equation" r:id="rId1" imgW="24079200" imgH="4876800" progId="Equation.DSMT4">
                  <p:embed/>
                </p:oleObj>
              </mc:Choice>
              <mc:Fallback>
                <p:oleObj name="Equation" r:id="rId1" imgW="24079200" imgH="4876800" progId="Equation.DSMT4">
                  <p:embed/>
                  <p:pic>
                    <p:nvPicPr>
                      <p:cNvPr id="0" name="Picture 1"/>
                      <p:cNvPicPr>
                        <a:picLocks noChangeAspect="1" noChangeArrowheads="1"/>
                      </p:cNvPicPr>
                      <p:nvPr/>
                    </p:nvPicPr>
                    <p:blipFill>
                      <a:blip r:embed="rId2"/>
                      <a:srcRect/>
                      <a:stretch>
                        <a:fillRect/>
                      </a:stretch>
                    </p:blipFill>
                    <p:spPr bwMode="auto">
                      <a:xfrm>
                        <a:off x="3202360" y="2204864"/>
                        <a:ext cx="2017712" cy="404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588"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7587" name="Object 3"/>
          <p:cNvGraphicFramePr>
            <a:graphicFrameLocks noChangeAspect="1"/>
          </p:cNvGraphicFramePr>
          <p:nvPr/>
        </p:nvGraphicFramePr>
        <p:xfrm>
          <a:off x="5335265" y="2232248"/>
          <a:ext cx="892919" cy="332656"/>
        </p:xfrm>
        <a:graphic>
          <a:graphicData uri="http://schemas.openxmlformats.org/presentationml/2006/ole">
            <mc:AlternateContent xmlns:mc="http://schemas.openxmlformats.org/markup-compatibility/2006">
              <mc:Choice xmlns:v="urn:schemas-microsoft-com:vml" Requires="v">
                <p:oleObj spid="_x0000_s68253" name="Equation" r:id="rId3" imgW="481965" imgH="177800" progId="Equation.DSMT4">
                  <p:embed/>
                </p:oleObj>
              </mc:Choice>
              <mc:Fallback>
                <p:oleObj name="Equation" r:id="rId3" imgW="481965" imgH="1778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5265" y="2232248"/>
                        <a:ext cx="892919" cy="3326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590"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7589" name="Object 5"/>
          <p:cNvGraphicFramePr>
            <a:graphicFrameLocks noChangeAspect="1"/>
          </p:cNvGraphicFramePr>
          <p:nvPr/>
        </p:nvGraphicFramePr>
        <p:xfrm>
          <a:off x="3405833" y="2779517"/>
          <a:ext cx="1187624" cy="361451"/>
        </p:xfrm>
        <a:graphic>
          <a:graphicData uri="http://schemas.openxmlformats.org/presentationml/2006/ole">
            <mc:AlternateContent xmlns:mc="http://schemas.openxmlformats.org/markup-compatibility/2006">
              <mc:Choice xmlns:v="urn:schemas-microsoft-com:vml" Requires="v">
                <p:oleObj spid="_x0000_s68254" name="Equation" r:id="rId5" imgW="660400" imgH="203200" progId="Equation.DSMT4">
                  <p:embed/>
                </p:oleObj>
              </mc:Choice>
              <mc:Fallback>
                <p:oleObj name="Equation" r:id="rId5" imgW="660400" imgH="20320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5833" y="2779517"/>
                        <a:ext cx="1187624" cy="3614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592"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7591" name="Object 7"/>
          <p:cNvGraphicFramePr>
            <a:graphicFrameLocks noChangeAspect="1"/>
          </p:cNvGraphicFramePr>
          <p:nvPr/>
        </p:nvGraphicFramePr>
        <p:xfrm>
          <a:off x="1979712" y="3921664"/>
          <a:ext cx="3430009" cy="404664"/>
        </p:xfrm>
        <a:graphic>
          <a:graphicData uri="http://schemas.openxmlformats.org/presentationml/2006/ole">
            <mc:AlternateContent xmlns:mc="http://schemas.openxmlformats.org/markup-compatibility/2006">
              <mc:Choice xmlns:v="urn:schemas-microsoft-com:vml" Requires="v">
                <p:oleObj spid="_x0000_s68255" name="Equation" r:id="rId7" imgW="1701800" imgH="203200" progId="Equation.DSMT4">
                  <p:embed/>
                </p:oleObj>
              </mc:Choice>
              <mc:Fallback>
                <p:oleObj name="Equation" r:id="rId7" imgW="1701800" imgH="203200" progId="Equation.DSMT4">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9712" y="3921664"/>
                        <a:ext cx="3430009"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7585"/>
                                        </p:tgtEl>
                                        <p:attrNameLst>
                                          <p:attrName>style.visibility</p:attrName>
                                        </p:attrNameLst>
                                      </p:cBhvr>
                                      <p:to>
                                        <p:strVal val="visible"/>
                                      </p:to>
                                    </p:set>
                                    <p:anim calcmode="lin" valueType="num">
                                      <p:cBhvr additive="base">
                                        <p:cTn id="11" dur="500" fill="hold"/>
                                        <p:tgtEl>
                                          <p:spTgt spid="67585"/>
                                        </p:tgtEl>
                                        <p:attrNameLst>
                                          <p:attrName>ppt_x</p:attrName>
                                        </p:attrNameLst>
                                      </p:cBhvr>
                                      <p:tavLst>
                                        <p:tav tm="0">
                                          <p:val>
                                            <p:strVal val="#ppt_x"/>
                                          </p:val>
                                        </p:tav>
                                        <p:tav tm="100000">
                                          <p:val>
                                            <p:strVal val="#ppt_x"/>
                                          </p:val>
                                        </p:tav>
                                      </p:tavLst>
                                    </p:anim>
                                    <p:anim calcmode="lin" valueType="num">
                                      <p:cBhvr additive="base">
                                        <p:cTn id="12" dur="500" fill="hold"/>
                                        <p:tgtEl>
                                          <p:spTgt spid="6758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7587"/>
                                        </p:tgtEl>
                                        <p:attrNameLst>
                                          <p:attrName>style.visibility</p:attrName>
                                        </p:attrNameLst>
                                      </p:cBhvr>
                                      <p:to>
                                        <p:strVal val="visible"/>
                                      </p:to>
                                    </p:set>
                                    <p:anim calcmode="lin" valueType="num">
                                      <p:cBhvr additive="base">
                                        <p:cTn id="15" dur="500" fill="hold"/>
                                        <p:tgtEl>
                                          <p:spTgt spid="67587"/>
                                        </p:tgtEl>
                                        <p:attrNameLst>
                                          <p:attrName>ppt_x</p:attrName>
                                        </p:attrNameLst>
                                      </p:cBhvr>
                                      <p:tavLst>
                                        <p:tav tm="0">
                                          <p:val>
                                            <p:strVal val="#ppt_x"/>
                                          </p:val>
                                        </p:tav>
                                        <p:tav tm="100000">
                                          <p:val>
                                            <p:strVal val="#ppt_x"/>
                                          </p:val>
                                        </p:tav>
                                      </p:tavLst>
                                    </p:anim>
                                    <p:anim calcmode="lin" valueType="num">
                                      <p:cBhvr additive="base">
                                        <p:cTn id="16" dur="500" fill="hold"/>
                                        <p:tgtEl>
                                          <p:spTgt spid="6758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758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759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84"/>
            <a:ext cx="8229600" cy="1143000"/>
          </a:xfrm>
        </p:spPr>
        <p:txBody>
          <a:bodyPr/>
          <a:lstStyle/>
          <a:p>
            <a:r>
              <a:rPr lang="zh-CN" altLang="en-US" dirty="0" smtClean="0"/>
              <a:t>自然同态</a:t>
            </a:r>
            <a:endParaRPr lang="zh-CN" altLang="en-US" dirty="0"/>
          </a:p>
        </p:txBody>
      </p:sp>
      <p:sp>
        <p:nvSpPr>
          <p:cNvPr id="3" name="内容占位符 2"/>
          <p:cNvSpPr>
            <a:spLocks noGrp="1"/>
          </p:cNvSpPr>
          <p:nvPr>
            <p:ph idx="1"/>
          </p:nvPr>
        </p:nvSpPr>
        <p:spPr>
          <a:xfrm>
            <a:off x="457200" y="1204008"/>
            <a:ext cx="8229600" cy="989464"/>
          </a:xfrm>
        </p:spPr>
        <p:txBody>
          <a:bodyPr/>
          <a:lstStyle/>
          <a:p>
            <a:r>
              <a:rPr lang="zh-CN" altLang="zh-CN" b="1" dirty="0" smtClean="0">
                <a:solidFill>
                  <a:schemeClr val="accent1"/>
                </a:solidFill>
              </a:rPr>
              <a:t>定理</a:t>
            </a:r>
            <a:r>
              <a:rPr lang="en-US" altLang="zh-CN" b="1" dirty="0" smtClean="0">
                <a:solidFill>
                  <a:schemeClr val="accent1"/>
                </a:solidFill>
              </a:rPr>
              <a:t>4.4.3 </a:t>
            </a:r>
            <a:r>
              <a:rPr lang="zh-CN" altLang="zh-CN" b="1" dirty="0" smtClean="0"/>
              <a:t>（</a:t>
            </a:r>
            <a:r>
              <a:rPr lang="zh-CN" altLang="zh-CN" b="1" dirty="0" smtClean="0">
                <a:solidFill>
                  <a:srgbClr val="FF0000"/>
                </a:solidFill>
              </a:rPr>
              <a:t>自然同态</a:t>
            </a:r>
            <a:r>
              <a:rPr lang="zh-CN" altLang="zh-CN" b="1" dirty="0" smtClean="0"/>
              <a:t>）一个群</a:t>
            </a:r>
            <a:r>
              <a:rPr lang="en-US" altLang="zh-CN" b="1" dirty="0" smtClean="0"/>
              <a:t>G</a:t>
            </a:r>
            <a:r>
              <a:rPr lang="zh-CN" altLang="zh-CN" b="1" dirty="0" smtClean="0"/>
              <a:t>与它的每一个商群</a:t>
            </a:r>
            <a:r>
              <a:rPr lang="en-US" altLang="zh-CN" b="1" dirty="0" smtClean="0"/>
              <a:t>G/H</a:t>
            </a:r>
            <a:r>
              <a:rPr lang="zh-CN" altLang="zh-CN" b="1" dirty="0" smtClean="0"/>
              <a:t>同态。</a:t>
            </a:r>
            <a:endParaRPr lang="zh-CN" altLang="en-US" b="1" dirty="0"/>
          </a:p>
        </p:txBody>
      </p:sp>
      <p:sp>
        <p:nvSpPr>
          <p:cNvPr id="4" name="TextBox 3"/>
          <p:cNvSpPr txBox="1"/>
          <p:nvPr/>
        </p:nvSpPr>
        <p:spPr>
          <a:xfrm>
            <a:off x="395536" y="2193472"/>
            <a:ext cx="8496944" cy="2893100"/>
          </a:xfrm>
          <a:prstGeom prst="rect">
            <a:avLst/>
          </a:prstGeom>
          <a:noFill/>
        </p:spPr>
        <p:txBody>
          <a:bodyPr wrap="square" rtlCol="0">
            <a:spAutoFit/>
          </a:bodyPr>
          <a:lstStyle/>
          <a:p>
            <a:r>
              <a:rPr lang="zh-CN" altLang="zh-CN" sz="2600" b="1" dirty="0" smtClean="0"/>
              <a:t>证明：设</a:t>
            </a:r>
            <a:r>
              <a:rPr lang="en-US" altLang="zh-CN" sz="2600" b="1" dirty="0" smtClean="0"/>
              <a:t>H</a:t>
            </a:r>
            <a:r>
              <a:rPr lang="zh-CN" altLang="zh-CN" sz="2600" b="1" dirty="0" smtClean="0"/>
              <a:t>是</a:t>
            </a:r>
            <a:r>
              <a:rPr lang="en-US" altLang="zh-CN" sz="2600" b="1" dirty="0" smtClean="0"/>
              <a:t>G</a:t>
            </a:r>
            <a:r>
              <a:rPr lang="zh-CN" altLang="zh-CN" sz="2600" b="1" dirty="0" smtClean="0"/>
              <a:t>的正规子群。定义映射</a:t>
            </a:r>
            <a:r>
              <a:rPr lang="en-US" altLang="zh-CN" sz="2600" b="1" dirty="0" smtClean="0"/>
              <a:t>                           </a:t>
            </a:r>
            <a:r>
              <a:rPr lang="zh-CN" altLang="zh-CN" sz="2600" b="1" dirty="0" smtClean="0"/>
              <a:t>为：</a:t>
            </a:r>
            <a:endParaRPr lang="en-US" altLang="zh-CN" sz="2600" b="1" dirty="0" smtClean="0"/>
          </a:p>
          <a:p>
            <a:endParaRPr lang="en-US" altLang="zh-CN" sz="2600" b="1" dirty="0" smtClean="0"/>
          </a:p>
          <a:p>
            <a:endParaRPr lang="zh-CN" altLang="zh-CN" sz="2600" b="1" dirty="0" smtClean="0"/>
          </a:p>
          <a:p>
            <a:r>
              <a:rPr lang="zh-CN" altLang="zh-CN" sz="2600" b="1" dirty="0" smtClean="0"/>
              <a:t>根据定理</a:t>
            </a:r>
            <a:r>
              <a:rPr lang="en-US" altLang="zh-CN" sz="2600" b="1" dirty="0" smtClean="0"/>
              <a:t>4.4.2</a:t>
            </a:r>
            <a:r>
              <a:rPr lang="zh-CN" altLang="zh-CN" sz="2600" b="1" dirty="0" smtClean="0"/>
              <a:t>很容易证明这个结论</a:t>
            </a:r>
            <a:r>
              <a:rPr lang="zh-CN" altLang="en-US" sz="2600" b="1" dirty="0" smtClean="0"/>
              <a:t>。</a:t>
            </a:r>
            <a:endParaRPr lang="en-US" altLang="zh-CN" sz="2600" b="1" dirty="0" smtClean="0"/>
          </a:p>
          <a:p>
            <a:endParaRPr lang="zh-CN" altLang="zh-CN" sz="2600" b="1" dirty="0" smtClean="0"/>
          </a:p>
          <a:p>
            <a:r>
              <a:rPr lang="zh-CN" altLang="zh-CN" sz="2600" b="1" dirty="0" smtClean="0"/>
              <a:t>上述定理证明过程中定义的映射</a:t>
            </a:r>
            <a:r>
              <a:rPr lang="en-US" altLang="zh-CN" sz="2600" b="1" dirty="0" smtClean="0"/>
              <a:t>    </a:t>
            </a:r>
            <a:r>
              <a:rPr lang="zh-CN" altLang="zh-CN" sz="2600" b="1" dirty="0" smtClean="0"/>
              <a:t>为群</a:t>
            </a:r>
            <a:r>
              <a:rPr lang="en-US" altLang="zh-CN" sz="2600" b="1" dirty="0" smtClean="0"/>
              <a:t>G</a:t>
            </a:r>
            <a:r>
              <a:rPr lang="zh-CN" altLang="zh-CN" sz="2600" b="1" dirty="0" smtClean="0"/>
              <a:t>到它的商群的</a:t>
            </a:r>
            <a:r>
              <a:rPr lang="zh-CN" altLang="zh-CN" sz="2600" b="1" dirty="0" smtClean="0">
                <a:solidFill>
                  <a:srgbClr val="FF0000"/>
                </a:solidFill>
              </a:rPr>
              <a:t>自然同态</a:t>
            </a:r>
            <a:r>
              <a:rPr lang="zh-CN" altLang="en-US" sz="2600" b="1" dirty="0" smtClean="0">
                <a:solidFill>
                  <a:srgbClr val="FF0000"/>
                </a:solidFill>
              </a:rPr>
              <a:t>映射</a:t>
            </a:r>
            <a:r>
              <a:rPr lang="zh-CN" altLang="zh-CN" sz="2600" b="1" dirty="0" smtClean="0"/>
              <a:t>。</a:t>
            </a:r>
            <a:endParaRPr lang="zh-CN" altLang="zh-CN" sz="2600" b="1" dirty="0" smtClean="0"/>
          </a:p>
        </p:txBody>
      </p:sp>
      <p:sp>
        <p:nvSpPr>
          <p:cNvPr id="6861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8609" name="Object 1"/>
          <p:cNvGraphicFramePr>
            <a:graphicFrameLocks noChangeAspect="1"/>
          </p:cNvGraphicFramePr>
          <p:nvPr/>
        </p:nvGraphicFramePr>
        <p:xfrm>
          <a:off x="6197761" y="2210454"/>
          <a:ext cx="1830623" cy="404664"/>
        </p:xfrm>
        <a:graphic>
          <a:graphicData uri="http://schemas.openxmlformats.org/presentationml/2006/ole">
            <mc:AlternateContent xmlns:mc="http://schemas.openxmlformats.org/markup-compatibility/2006">
              <mc:Choice xmlns:v="urn:schemas-microsoft-com:vml" Requires="v">
                <p:oleObj spid="_x0000_s69106" name="Equation" r:id="rId1" imgW="901065" imgH="203200" progId="Equation.DSMT4">
                  <p:embed/>
                </p:oleObj>
              </mc:Choice>
              <mc:Fallback>
                <p:oleObj name="Equation" r:id="rId1" imgW="901065" imgH="2032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7761" y="2210454"/>
                        <a:ext cx="1830623"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12"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8611" name="Object 3"/>
          <p:cNvGraphicFramePr>
            <a:graphicFrameLocks noChangeAspect="1"/>
          </p:cNvGraphicFramePr>
          <p:nvPr/>
        </p:nvGraphicFramePr>
        <p:xfrm>
          <a:off x="2483768" y="2913552"/>
          <a:ext cx="1387419" cy="404664"/>
        </p:xfrm>
        <a:graphic>
          <a:graphicData uri="http://schemas.openxmlformats.org/presentationml/2006/ole">
            <mc:AlternateContent xmlns:mc="http://schemas.openxmlformats.org/markup-compatibility/2006">
              <mc:Choice xmlns:v="urn:schemas-microsoft-com:vml" Requires="v">
                <p:oleObj spid="_x0000_s69107" name="Equation" r:id="rId3" imgW="685800" imgH="203200" progId="Equation.DSMT4">
                  <p:embed/>
                </p:oleObj>
              </mc:Choice>
              <mc:Fallback>
                <p:oleObj name="Equation" r:id="rId3" imgW="685800" imgH="2032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3768" y="2913552"/>
                        <a:ext cx="1387419"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14"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8613" name="Object 5"/>
          <p:cNvGraphicFramePr>
            <a:graphicFrameLocks noChangeAspect="1"/>
          </p:cNvGraphicFramePr>
          <p:nvPr/>
        </p:nvGraphicFramePr>
        <p:xfrm>
          <a:off x="5148064" y="4221088"/>
          <a:ext cx="395536" cy="480294"/>
        </p:xfrm>
        <a:graphic>
          <a:graphicData uri="http://schemas.openxmlformats.org/presentationml/2006/ole">
            <mc:AlternateContent xmlns:mc="http://schemas.openxmlformats.org/markup-compatibility/2006">
              <mc:Choice xmlns:v="urn:schemas-microsoft-com:vml" Requires="v">
                <p:oleObj spid="_x0000_s69108" name="Equation" r:id="rId5" imgW="139700" imgH="165100" progId="Equation.DSMT4">
                  <p:embed/>
                </p:oleObj>
              </mc:Choice>
              <mc:Fallback>
                <p:oleObj name="Equation" r:id="rId5" imgW="139700" imgH="16510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8064" y="4221088"/>
                        <a:ext cx="395536" cy="4802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8609"/>
                                        </p:tgtEl>
                                        <p:attrNameLst>
                                          <p:attrName>style.visibility</p:attrName>
                                        </p:attrNameLst>
                                      </p:cBhvr>
                                      <p:to>
                                        <p:strVal val="visible"/>
                                      </p:to>
                                    </p:set>
                                    <p:anim calcmode="lin" valueType="num">
                                      <p:cBhvr additive="base">
                                        <p:cTn id="11" dur="500" fill="hold"/>
                                        <p:tgtEl>
                                          <p:spTgt spid="68609"/>
                                        </p:tgtEl>
                                        <p:attrNameLst>
                                          <p:attrName>ppt_x</p:attrName>
                                        </p:attrNameLst>
                                      </p:cBhvr>
                                      <p:tavLst>
                                        <p:tav tm="0">
                                          <p:val>
                                            <p:strVal val="#ppt_x"/>
                                          </p:val>
                                        </p:tav>
                                        <p:tav tm="100000">
                                          <p:val>
                                            <p:strVal val="#ppt_x"/>
                                          </p:val>
                                        </p:tav>
                                      </p:tavLst>
                                    </p:anim>
                                    <p:anim calcmode="lin" valueType="num">
                                      <p:cBhvr additive="base">
                                        <p:cTn id="12" dur="500" fill="hold"/>
                                        <p:tgtEl>
                                          <p:spTgt spid="6860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8611"/>
                                        </p:tgtEl>
                                        <p:attrNameLst>
                                          <p:attrName>style.visibility</p:attrName>
                                        </p:attrNameLst>
                                      </p:cBhvr>
                                      <p:to>
                                        <p:strVal val="visible"/>
                                      </p:to>
                                    </p:set>
                                    <p:anim calcmode="lin" valueType="num">
                                      <p:cBhvr additive="base">
                                        <p:cTn id="15" dur="500" fill="hold"/>
                                        <p:tgtEl>
                                          <p:spTgt spid="68611"/>
                                        </p:tgtEl>
                                        <p:attrNameLst>
                                          <p:attrName>ppt_x</p:attrName>
                                        </p:attrNameLst>
                                      </p:cBhvr>
                                      <p:tavLst>
                                        <p:tav tm="0">
                                          <p:val>
                                            <p:strVal val="#ppt_x"/>
                                          </p:val>
                                        </p:tav>
                                        <p:tav tm="100000">
                                          <p:val>
                                            <p:strVal val="#ppt_x"/>
                                          </p:val>
                                        </p:tav>
                                      </p:tavLst>
                                    </p:anim>
                                    <p:anim calcmode="lin" valueType="num">
                                      <p:cBhvr additive="base">
                                        <p:cTn id="16" dur="500" fill="hold"/>
                                        <p:tgtEl>
                                          <p:spTgt spid="6861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8613"/>
                                        </p:tgtEl>
                                        <p:attrNameLst>
                                          <p:attrName>style.visibility</p:attrName>
                                        </p:attrNameLst>
                                      </p:cBhvr>
                                      <p:to>
                                        <p:strVal val="visible"/>
                                      </p:to>
                                    </p:set>
                                    <p:anim calcmode="lin" valueType="num">
                                      <p:cBhvr additive="base">
                                        <p:cTn id="19" dur="500" fill="hold"/>
                                        <p:tgtEl>
                                          <p:spTgt spid="68613"/>
                                        </p:tgtEl>
                                        <p:attrNameLst>
                                          <p:attrName>ppt_x</p:attrName>
                                        </p:attrNameLst>
                                      </p:cBhvr>
                                      <p:tavLst>
                                        <p:tav tm="0">
                                          <p:val>
                                            <p:strVal val="#ppt_x"/>
                                          </p:val>
                                        </p:tav>
                                        <p:tav tm="100000">
                                          <p:val>
                                            <p:strVal val="#ppt_x"/>
                                          </p:val>
                                        </p:tav>
                                      </p:tavLst>
                                    </p:anim>
                                    <p:anim calcmode="lin" valueType="num">
                                      <p:cBhvr additive="base">
                                        <p:cTn id="20" dur="500" fill="hold"/>
                                        <p:tgtEl>
                                          <p:spTgt spid="686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99392"/>
            <a:ext cx="8229600" cy="1143000"/>
          </a:xfrm>
        </p:spPr>
        <p:txBody>
          <a:bodyPr/>
          <a:lstStyle/>
          <a:p>
            <a:r>
              <a:rPr lang="zh-CN" altLang="en-US" dirty="0" smtClean="0"/>
              <a:t>同态的象与核</a:t>
            </a:r>
            <a:endParaRPr lang="zh-CN" altLang="en-US" dirty="0"/>
          </a:p>
        </p:txBody>
      </p:sp>
      <p:sp>
        <p:nvSpPr>
          <p:cNvPr id="3" name="内容占位符 2"/>
          <p:cNvSpPr>
            <a:spLocks noGrp="1"/>
          </p:cNvSpPr>
          <p:nvPr>
            <p:ph idx="1"/>
          </p:nvPr>
        </p:nvSpPr>
        <p:spPr>
          <a:xfrm>
            <a:off x="457200" y="1132000"/>
            <a:ext cx="8229600" cy="3581752"/>
          </a:xfrm>
        </p:spPr>
        <p:txBody>
          <a:bodyPr>
            <a:normAutofit lnSpcReduction="10000"/>
          </a:bodyPr>
          <a:lstStyle/>
          <a:p>
            <a:pPr>
              <a:spcBef>
                <a:spcPts val="1200"/>
              </a:spcBef>
            </a:pPr>
            <a:r>
              <a:rPr lang="zh-CN" altLang="zh-CN" b="1" dirty="0" smtClean="0">
                <a:solidFill>
                  <a:schemeClr val="accent1"/>
                </a:solidFill>
              </a:rPr>
              <a:t>定义</a:t>
            </a:r>
            <a:r>
              <a:rPr lang="en-US" altLang="zh-CN" b="1" dirty="0" smtClean="0">
                <a:solidFill>
                  <a:schemeClr val="accent1"/>
                </a:solidFill>
              </a:rPr>
              <a:t>4.4.4 </a:t>
            </a:r>
            <a:r>
              <a:rPr lang="zh-CN" altLang="zh-CN" b="1" dirty="0" smtClean="0"/>
              <a:t>设</a:t>
            </a:r>
            <a:r>
              <a:rPr lang="en-US" altLang="zh-CN" b="1" i="1" dirty="0" smtClean="0"/>
              <a:t>f</a:t>
            </a:r>
            <a:r>
              <a:rPr lang="zh-CN" altLang="zh-CN" b="1" dirty="0" smtClean="0"/>
              <a:t>是群</a:t>
            </a:r>
            <a:r>
              <a:rPr lang="en-US" altLang="zh-CN" b="1" dirty="0" smtClean="0"/>
              <a:t>G</a:t>
            </a:r>
            <a:r>
              <a:rPr lang="zh-CN" altLang="zh-CN" b="1" dirty="0" smtClean="0"/>
              <a:t>到群</a:t>
            </a:r>
            <a:r>
              <a:rPr lang="en-US" altLang="zh-CN" b="1" dirty="0" smtClean="0"/>
              <a:t>G’</a:t>
            </a:r>
            <a:r>
              <a:rPr lang="zh-CN" altLang="zh-CN" b="1" dirty="0" smtClean="0"/>
              <a:t>的一个同态映射，称</a:t>
            </a:r>
            <a:endParaRPr lang="en-US" altLang="zh-CN" b="1" dirty="0" smtClean="0"/>
          </a:p>
          <a:p>
            <a:pPr>
              <a:spcBef>
                <a:spcPts val="1200"/>
              </a:spcBef>
            </a:pPr>
            <a:endParaRPr lang="en-US" altLang="zh-CN" b="1" dirty="0" smtClean="0"/>
          </a:p>
          <a:p>
            <a:pPr>
              <a:spcBef>
                <a:spcPts val="1200"/>
              </a:spcBef>
              <a:buNone/>
            </a:pPr>
            <a:r>
              <a:rPr lang="zh-CN" altLang="zh-CN" b="1" dirty="0" smtClean="0"/>
              <a:t>为</a:t>
            </a:r>
            <a:r>
              <a:rPr lang="zh-CN" altLang="zh-CN" b="1" dirty="0" smtClean="0">
                <a:solidFill>
                  <a:srgbClr val="FF0000"/>
                </a:solidFill>
              </a:rPr>
              <a:t>同态</a:t>
            </a:r>
            <a:r>
              <a:rPr lang="en-US" altLang="zh-CN" b="1" i="1" dirty="0" smtClean="0">
                <a:solidFill>
                  <a:srgbClr val="FF0000"/>
                </a:solidFill>
              </a:rPr>
              <a:t>f</a:t>
            </a:r>
            <a:r>
              <a:rPr lang="zh-CN" altLang="zh-CN" b="1" dirty="0" smtClean="0">
                <a:solidFill>
                  <a:srgbClr val="FF0000"/>
                </a:solidFill>
              </a:rPr>
              <a:t>的象</a:t>
            </a:r>
            <a:r>
              <a:rPr lang="zh-CN" altLang="zh-CN" b="1" dirty="0" smtClean="0"/>
              <a:t>。对于任意</a:t>
            </a:r>
            <a:r>
              <a:rPr lang="en-US" altLang="zh-CN" b="1" dirty="0" smtClean="0"/>
              <a:t>           </a:t>
            </a:r>
            <a:r>
              <a:rPr lang="zh-CN" altLang="zh-CN" b="1" dirty="0" smtClean="0"/>
              <a:t>，集合：</a:t>
            </a:r>
            <a:endParaRPr lang="en-US" altLang="zh-CN" b="1" dirty="0" smtClean="0"/>
          </a:p>
          <a:p>
            <a:pPr>
              <a:spcBef>
                <a:spcPts val="1200"/>
              </a:spcBef>
              <a:buNone/>
            </a:pPr>
            <a:endParaRPr lang="zh-CN" altLang="zh-CN" b="1" dirty="0" smtClean="0"/>
          </a:p>
          <a:p>
            <a:pPr>
              <a:spcBef>
                <a:spcPts val="1200"/>
              </a:spcBef>
              <a:buNone/>
            </a:pPr>
            <a:r>
              <a:rPr lang="zh-CN" altLang="zh-CN" b="1" dirty="0" smtClean="0"/>
              <a:t>称为元素</a:t>
            </a:r>
            <a:r>
              <a:rPr lang="en-US" altLang="zh-CN" b="1" i="1" dirty="0" smtClean="0">
                <a:latin typeface="Times New Roman" panose="02020603050405020304" pitchFamily="18" charset="0"/>
                <a:cs typeface="Times New Roman" panose="02020603050405020304" pitchFamily="18" charset="0"/>
              </a:rPr>
              <a:t>a’</a:t>
            </a:r>
            <a:r>
              <a:rPr lang="zh-CN" altLang="zh-CN" b="1" dirty="0" smtClean="0"/>
              <a:t>的</a:t>
            </a:r>
            <a:r>
              <a:rPr lang="zh-CN" altLang="zh-CN" b="1" dirty="0" smtClean="0">
                <a:solidFill>
                  <a:srgbClr val="FF0000"/>
                </a:solidFill>
              </a:rPr>
              <a:t>完全逆象</a:t>
            </a:r>
            <a:r>
              <a:rPr lang="zh-CN" altLang="zh-CN" b="1" dirty="0" smtClean="0"/>
              <a:t>，记为</a:t>
            </a:r>
            <a:r>
              <a:rPr lang="en-US" altLang="zh-CN" b="1" dirty="0" smtClean="0"/>
              <a:t>           </a:t>
            </a:r>
            <a:r>
              <a:rPr lang="zh-CN" altLang="zh-CN" b="1" dirty="0" smtClean="0"/>
              <a:t>。</a:t>
            </a:r>
            <a:endParaRPr lang="en-US" altLang="zh-CN" b="1" dirty="0" smtClean="0"/>
          </a:p>
          <a:p>
            <a:pPr>
              <a:spcBef>
                <a:spcPts val="1200"/>
              </a:spcBef>
              <a:buNone/>
            </a:pPr>
            <a:r>
              <a:rPr lang="zh-CN" altLang="zh-CN" b="1" dirty="0" smtClean="0"/>
              <a:t>单位元素</a:t>
            </a:r>
            <a:r>
              <a:rPr lang="en-US" altLang="zh-CN" b="1" dirty="0" smtClean="0"/>
              <a:t>          </a:t>
            </a:r>
            <a:r>
              <a:rPr lang="zh-CN" altLang="zh-CN" b="1" dirty="0" smtClean="0"/>
              <a:t>的完全</a:t>
            </a:r>
            <a:r>
              <a:rPr lang="zh-CN" altLang="zh-CN" b="1" dirty="0" smtClean="0">
                <a:solidFill>
                  <a:srgbClr val="FF0000"/>
                </a:solidFill>
              </a:rPr>
              <a:t>逆象</a:t>
            </a:r>
            <a:r>
              <a:rPr lang="en-US" altLang="zh-CN" b="1" dirty="0" smtClean="0"/>
              <a:t>           </a:t>
            </a:r>
            <a:r>
              <a:rPr lang="zh-CN" altLang="zh-CN" b="1" dirty="0" smtClean="0"/>
              <a:t>称为同态</a:t>
            </a:r>
            <a:r>
              <a:rPr lang="en-US" altLang="zh-CN" b="1" i="1" dirty="0" smtClean="0"/>
              <a:t>f </a:t>
            </a:r>
            <a:r>
              <a:rPr lang="zh-CN" altLang="zh-CN" b="1" dirty="0" smtClean="0"/>
              <a:t>的</a:t>
            </a:r>
            <a:r>
              <a:rPr lang="zh-CN" altLang="zh-CN" b="1" dirty="0" smtClean="0">
                <a:solidFill>
                  <a:srgbClr val="FF0000"/>
                </a:solidFill>
              </a:rPr>
              <a:t>核</a:t>
            </a:r>
            <a:r>
              <a:rPr lang="zh-CN" altLang="zh-CN" b="1" dirty="0" smtClean="0"/>
              <a:t>，记为</a:t>
            </a:r>
            <a:r>
              <a:rPr lang="en-US" altLang="zh-CN" b="1" dirty="0" smtClean="0"/>
              <a:t> </a:t>
            </a:r>
            <a:r>
              <a:rPr lang="en-US" altLang="zh-CN" b="1" dirty="0" err="1" smtClean="0"/>
              <a:t>ker</a:t>
            </a:r>
            <a:r>
              <a:rPr lang="en-US" altLang="zh-CN" b="1" dirty="0" smtClean="0"/>
              <a:t>(</a:t>
            </a:r>
            <a:r>
              <a:rPr lang="en-US" altLang="zh-CN" b="1" i="1" dirty="0" smtClean="0"/>
              <a:t>f</a:t>
            </a:r>
            <a:r>
              <a:rPr lang="en-US" altLang="zh-CN" b="1" dirty="0" smtClean="0"/>
              <a:t>)</a:t>
            </a:r>
            <a:r>
              <a:rPr lang="zh-CN" altLang="zh-CN" b="1" dirty="0" smtClean="0"/>
              <a:t>。</a:t>
            </a:r>
            <a:endParaRPr lang="zh-CN" altLang="en-US" b="1" dirty="0"/>
          </a:p>
        </p:txBody>
      </p:sp>
      <p:sp>
        <p:nvSpPr>
          <p:cNvPr id="6963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9633" name="Object 1"/>
          <p:cNvGraphicFramePr>
            <a:graphicFrameLocks noChangeAspect="1"/>
          </p:cNvGraphicFramePr>
          <p:nvPr/>
        </p:nvGraphicFramePr>
        <p:xfrm>
          <a:off x="2699792" y="1617408"/>
          <a:ext cx="3200512" cy="476672"/>
        </p:xfrm>
        <a:graphic>
          <a:graphicData uri="http://schemas.openxmlformats.org/presentationml/2006/ole">
            <mc:AlternateContent xmlns:mc="http://schemas.openxmlformats.org/markup-compatibility/2006">
              <mc:Choice xmlns:v="urn:schemas-microsoft-com:vml" Requires="v">
                <p:oleObj spid="_x0000_s70628" name="Equation" r:id="rId1" imgW="1346200" imgH="203200" progId="Equation.DSMT4">
                  <p:embed/>
                </p:oleObj>
              </mc:Choice>
              <mc:Fallback>
                <p:oleObj name="Equation" r:id="rId1" imgW="1346200" imgH="2032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1617408"/>
                        <a:ext cx="3200512" cy="4766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9636"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9635" name="Object 3"/>
          <p:cNvGraphicFramePr>
            <a:graphicFrameLocks noChangeAspect="1"/>
          </p:cNvGraphicFramePr>
          <p:nvPr/>
        </p:nvGraphicFramePr>
        <p:xfrm>
          <a:off x="4074138" y="2148848"/>
          <a:ext cx="857902" cy="332656"/>
        </p:xfrm>
        <a:graphic>
          <a:graphicData uri="http://schemas.openxmlformats.org/presentationml/2006/ole">
            <mc:AlternateContent xmlns:mc="http://schemas.openxmlformats.org/markup-compatibility/2006">
              <mc:Choice xmlns:v="urn:schemas-microsoft-com:vml" Requires="v">
                <p:oleObj spid="_x0000_s70629" name="Equation" r:id="rId3" imgW="469900" imgH="177800" progId="Equation.DSMT4">
                  <p:embed/>
                </p:oleObj>
              </mc:Choice>
              <mc:Fallback>
                <p:oleObj name="Equation" r:id="rId3" imgW="469900" imgH="1778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4138" y="2148848"/>
                        <a:ext cx="857902" cy="3326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9638"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9637" name="Object 5"/>
          <p:cNvGraphicFramePr>
            <a:graphicFrameLocks noChangeAspect="1"/>
          </p:cNvGraphicFramePr>
          <p:nvPr/>
        </p:nvGraphicFramePr>
        <p:xfrm>
          <a:off x="2987824" y="2664296"/>
          <a:ext cx="2331635" cy="404664"/>
        </p:xfrm>
        <a:graphic>
          <a:graphicData uri="http://schemas.openxmlformats.org/presentationml/2006/ole">
            <mc:AlternateContent xmlns:mc="http://schemas.openxmlformats.org/markup-compatibility/2006">
              <mc:Choice xmlns:v="urn:schemas-microsoft-com:vml" Requires="v">
                <p:oleObj spid="_x0000_s70630" name="Equation" r:id="rId5" imgW="1155700" imgH="203200" progId="Equation.DSMT4">
                  <p:embed/>
                </p:oleObj>
              </mc:Choice>
              <mc:Fallback>
                <p:oleObj name="Equation" r:id="rId5" imgW="1155700" imgH="20320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824" y="2664296"/>
                        <a:ext cx="2331635"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9640" name="Rectangle 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9639" name="Object 7"/>
          <p:cNvGraphicFramePr>
            <a:graphicFrameLocks noChangeAspect="1"/>
          </p:cNvGraphicFramePr>
          <p:nvPr/>
        </p:nvGraphicFramePr>
        <p:xfrm>
          <a:off x="4788024" y="3140968"/>
          <a:ext cx="918102" cy="432048"/>
        </p:xfrm>
        <a:graphic>
          <a:graphicData uri="http://schemas.openxmlformats.org/presentationml/2006/ole">
            <mc:AlternateContent xmlns:mc="http://schemas.openxmlformats.org/markup-compatibility/2006">
              <mc:Choice xmlns:v="urn:schemas-microsoft-com:vml" Requires="v">
                <p:oleObj spid="_x0000_s70631" name="Equation" r:id="rId7" imgW="482600" imgH="228600" progId="Equation.DSMT4">
                  <p:embed/>
                </p:oleObj>
              </mc:Choice>
              <mc:Fallback>
                <p:oleObj name="Equation" r:id="rId7" imgW="482600" imgH="228600" progId="Equation.DSMT4">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8024" y="3140968"/>
                        <a:ext cx="918102"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9642"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9641" name="Object 9"/>
          <p:cNvGraphicFramePr>
            <a:graphicFrameLocks noChangeAspect="1"/>
          </p:cNvGraphicFramePr>
          <p:nvPr/>
        </p:nvGraphicFramePr>
        <p:xfrm>
          <a:off x="4355039" y="3672408"/>
          <a:ext cx="826189" cy="404664"/>
        </p:xfrm>
        <a:graphic>
          <a:graphicData uri="http://schemas.openxmlformats.org/presentationml/2006/ole">
            <mc:AlternateContent xmlns:mc="http://schemas.openxmlformats.org/markup-compatibility/2006">
              <mc:Choice xmlns:v="urn:schemas-microsoft-com:vml" Requires="v">
                <p:oleObj spid="_x0000_s70632" name="Equation" r:id="rId9" imgW="469900" imgH="228600" progId="Equation.DSMT4">
                  <p:embed/>
                </p:oleObj>
              </mc:Choice>
              <mc:Fallback>
                <p:oleObj name="Equation" r:id="rId9" imgW="469900" imgH="228600" progId="Equation.DSMT4">
                  <p:embed/>
                  <p:pic>
                    <p:nvPicPr>
                      <p:cNvPr id="0"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55039" y="3672408"/>
                        <a:ext cx="826189"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9644" name="Rectangle 1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69643" name="Object 11"/>
          <p:cNvGraphicFramePr>
            <a:graphicFrameLocks noChangeAspect="1"/>
          </p:cNvGraphicFramePr>
          <p:nvPr/>
        </p:nvGraphicFramePr>
        <p:xfrm>
          <a:off x="1859398" y="3744416"/>
          <a:ext cx="840394" cy="332656"/>
        </p:xfrm>
        <a:graphic>
          <a:graphicData uri="http://schemas.openxmlformats.org/presentationml/2006/ole">
            <mc:AlternateContent xmlns:mc="http://schemas.openxmlformats.org/markup-compatibility/2006">
              <mc:Choice xmlns:v="urn:schemas-microsoft-com:vml" Requires="v">
                <p:oleObj spid="_x0000_s70633" name="Equation" r:id="rId11" imgW="457200" imgH="177800" progId="Equation.DSMT4">
                  <p:embed/>
                </p:oleObj>
              </mc:Choice>
              <mc:Fallback>
                <p:oleObj name="Equation" r:id="rId11" imgW="457200" imgH="177800" progId="Equation.DSMT4">
                  <p:embed/>
                  <p:pic>
                    <p:nvPicPr>
                      <p:cNvPr id="0"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59398" y="3744416"/>
                        <a:ext cx="840394" cy="3326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792088"/>
          </a:xfrm>
        </p:spPr>
        <p:txBody>
          <a:bodyPr>
            <a:normAutofit fontScale="90000"/>
          </a:bodyPr>
          <a:lstStyle/>
          <a:p>
            <a:r>
              <a:rPr lang="zh-CN" altLang="en-US" dirty="0" smtClean="0"/>
              <a:t>同态基本定理</a:t>
            </a:r>
            <a:endParaRPr lang="zh-CN" altLang="en-US" dirty="0"/>
          </a:p>
        </p:txBody>
      </p:sp>
      <p:sp>
        <p:nvSpPr>
          <p:cNvPr id="3" name="内容占位符 2"/>
          <p:cNvSpPr>
            <a:spLocks noGrp="1"/>
          </p:cNvSpPr>
          <p:nvPr>
            <p:ph idx="1"/>
          </p:nvPr>
        </p:nvSpPr>
        <p:spPr>
          <a:xfrm>
            <a:off x="457200" y="1052736"/>
            <a:ext cx="8229600" cy="4457240"/>
          </a:xfrm>
        </p:spPr>
        <p:txBody>
          <a:bodyPr>
            <a:normAutofit/>
          </a:bodyPr>
          <a:lstStyle/>
          <a:p>
            <a:pPr>
              <a:lnSpc>
                <a:spcPct val="125000"/>
              </a:lnSpc>
            </a:pPr>
            <a:r>
              <a:rPr lang="zh-CN" altLang="zh-CN" b="1" dirty="0" smtClean="0">
                <a:solidFill>
                  <a:schemeClr val="accent1"/>
                </a:solidFill>
              </a:rPr>
              <a:t>定理</a:t>
            </a:r>
            <a:r>
              <a:rPr lang="en-US" altLang="zh-CN" b="1" dirty="0" smtClean="0">
                <a:solidFill>
                  <a:schemeClr val="accent1"/>
                </a:solidFill>
              </a:rPr>
              <a:t>4.4.4</a:t>
            </a:r>
            <a:r>
              <a:rPr lang="zh-CN" altLang="zh-CN" b="1" dirty="0" smtClean="0"/>
              <a:t>（</a:t>
            </a:r>
            <a:r>
              <a:rPr lang="zh-CN" altLang="zh-CN" b="1" dirty="0" smtClean="0">
                <a:solidFill>
                  <a:srgbClr val="FF0000"/>
                </a:solidFill>
              </a:rPr>
              <a:t>群同态基本定理</a:t>
            </a:r>
            <a:r>
              <a:rPr lang="zh-CN" altLang="zh-CN" b="1" dirty="0" smtClean="0"/>
              <a:t>）设</a:t>
            </a:r>
            <a:r>
              <a:rPr lang="en-US" altLang="zh-CN" b="1" i="1" dirty="0" smtClean="0"/>
              <a:t>f</a:t>
            </a:r>
            <a:r>
              <a:rPr lang="zh-CN" altLang="zh-CN" b="1" dirty="0" smtClean="0"/>
              <a:t>是群</a:t>
            </a:r>
            <a:r>
              <a:rPr lang="en-US" altLang="zh-CN" b="1" dirty="0" smtClean="0"/>
              <a:t>G</a:t>
            </a:r>
            <a:r>
              <a:rPr lang="zh-CN" altLang="zh-CN" b="1" dirty="0" smtClean="0"/>
              <a:t>到群</a:t>
            </a:r>
            <a:r>
              <a:rPr lang="en-US" altLang="zh-CN" b="1" dirty="0" smtClean="0"/>
              <a:t>G’</a:t>
            </a:r>
            <a:r>
              <a:rPr lang="zh-CN" altLang="zh-CN" b="1" dirty="0" smtClean="0"/>
              <a:t>的一个满同态映射，</a:t>
            </a:r>
            <a:r>
              <a:rPr lang="en-US" altLang="zh-CN" b="1" dirty="0" smtClean="0"/>
              <a:t>N</a:t>
            </a:r>
            <a:r>
              <a:rPr lang="zh-CN" altLang="zh-CN" b="1" dirty="0" smtClean="0"/>
              <a:t>为</a:t>
            </a:r>
            <a:r>
              <a:rPr lang="en-US" altLang="zh-CN" b="1" i="1" dirty="0" smtClean="0"/>
              <a:t>f</a:t>
            </a:r>
            <a:r>
              <a:rPr lang="zh-CN" altLang="zh-CN" b="1" dirty="0" smtClean="0"/>
              <a:t>的核，则</a:t>
            </a:r>
            <a:r>
              <a:rPr lang="en-US" altLang="zh-CN" b="1" dirty="0" smtClean="0"/>
              <a:t>N</a:t>
            </a:r>
            <a:r>
              <a:rPr lang="zh-CN" altLang="zh-CN" b="1" dirty="0" smtClean="0"/>
              <a:t>是</a:t>
            </a:r>
            <a:r>
              <a:rPr lang="en-US" altLang="zh-CN" b="1" dirty="0" smtClean="0"/>
              <a:t>G</a:t>
            </a:r>
            <a:r>
              <a:rPr lang="zh-CN" altLang="zh-CN" b="1" dirty="0" smtClean="0"/>
              <a:t>的一个正规子群，且</a:t>
            </a:r>
            <a:endParaRPr lang="en-US" altLang="zh-CN" b="1" dirty="0" smtClean="0"/>
          </a:p>
          <a:p>
            <a:pPr>
              <a:lnSpc>
                <a:spcPct val="125000"/>
              </a:lnSpc>
            </a:pPr>
            <a:endParaRPr lang="en-US" altLang="zh-CN" b="1" dirty="0" smtClean="0"/>
          </a:p>
          <a:p>
            <a:pPr>
              <a:lnSpc>
                <a:spcPct val="125000"/>
              </a:lnSpc>
            </a:pPr>
            <a:r>
              <a:rPr lang="zh-CN" altLang="en-US" b="1" dirty="0" smtClean="0"/>
              <a:t>证明思路</a:t>
            </a:r>
            <a:r>
              <a:rPr lang="en-US" altLang="zh-CN" b="1" dirty="0" smtClean="0">
                <a:sym typeface="Wingdings" panose="05000000000000000000" pitchFamily="2" charset="2"/>
              </a:rPr>
              <a:t>:(1)</a:t>
            </a:r>
            <a:r>
              <a:rPr lang="zh-CN" altLang="en-US" b="1" dirty="0" smtClean="0"/>
              <a:t>利用正规子群的等价定义</a:t>
            </a:r>
            <a:r>
              <a:rPr lang="en-US" altLang="zh-CN" b="1" dirty="0" err="1">
                <a:solidFill>
                  <a:srgbClr val="0070C0"/>
                </a:solidFill>
              </a:rPr>
              <a:t>aH</a:t>
            </a:r>
            <a:r>
              <a:rPr lang="en-US" altLang="zh-CN" b="1" dirty="0">
                <a:solidFill>
                  <a:srgbClr val="0070C0"/>
                </a:solidFill>
              </a:rPr>
              <a:t>=Ha</a:t>
            </a:r>
            <a:r>
              <a:rPr lang="zh-CN" altLang="en-US" b="1" dirty="0" smtClean="0"/>
              <a:t>证明</a:t>
            </a:r>
            <a:r>
              <a:rPr lang="en-US" altLang="zh-CN" b="1" dirty="0" smtClean="0"/>
              <a:t>N</a:t>
            </a:r>
            <a:r>
              <a:rPr lang="zh-CN" altLang="en-US" b="1" dirty="0" smtClean="0"/>
              <a:t>是</a:t>
            </a:r>
            <a:r>
              <a:rPr lang="en-US" altLang="zh-CN" b="1" dirty="0" smtClean="0"/>
              <a:t>G</a:t>
            </a:r>
            <a:r>
              <a:rPr lang="zh-CN" altLang="en-US" b="1" dirty="0" smtClean="0"/>
              <a:t>的正规子群。</a:t>
            </a:r>
            <a:endParaRPr lang="en-US" altLang="zh-CN" b="1" dirty="0" smtClean="0"/>
          </a:p>
          <a:p>
            <a:pPr>
              <a:lnSpc>
                <a:spcPct val="125000"/>
              </a:lnSpc>
              <a:buNone/>
            </a:pPr>
            <a:r>
              <a:rPr lang="en-US" altLang="zh-CN" b="1" dirty="0" smtClean="0"/>
              <a:t>(2)</a:t>
            </a:r>
            <a:r>
              <a:rPr lang="zh-CN" altLang="en-US" b="1" dirty="0" smtClean="0"/>
              <a:t>构造</a:t>
            </a:r>
            <a:r>
              <a:rPr lang="en-US" altLang="zh-CN" b="1" dirty="0" smtClean="0"/>
              <a:t>G/</a:t>
            </a:r>
            <a:r>
              <a:rPr lang="en-US" altLang="zh-CN" b="1" dirty="0" err="1" smtClean="0"/>
              <a:t>H与G’之间的同构映射</a:t>
            </a:r>
            <a:r>
              <a:rPr lang="zh-CN" altLang="en-US" b="1" dirty="0" smtClean="0"/>
              <a:t>（一一映射）</a:t>
            </a:r>
            <a:endParaRPr lang="en-US" altLang="zh-CN" b="1" dirty="0" smtClean="0"/>
          </a:p>
          <a:p>
            <a:pPr>
              <a:lnSpc>
                <a:spcPct val="125000"/>
              </a:lnSpc>
              <a:buNone/>
            </a:pPr>
            <a:r>
              <a:rPr lang="en-US" altLang="zh-CN" b="1" dirty="0"/>
              <a:t> </a:t>
            </a:r>
            <a:r>
              <a:rPr lang="en-US" altLang="zh-CN" b="1" dirty="0" smtClean="0"/>
              <a:t> </a:t>
            </a:r>
            <a:r>
              <a:rPr lang="zh-CN" altLang="en-US" b="1" dirty="0" smtClean="0"/>
              <a:t>（</a:t>
            </a:r>
            <a:r>
              <a:rPr lang="zh-CN" altLang="en-US" b="1" dirty="0" smtClean="0">
                <a:solidFill>
                  <a:srgbClr val="FF0000"/>
                </a:solidFill>
              </a:rPr>
              <a:t>证明自学</a:t>
            </a:r>
            <a:r>
              <a:rPr lang="zh-CN" altLang="en-US" b="1" dirty="0" smtClean="0"/>
              <a:t>）</a:t>
            </a:r>
            <a:endParaRPr lang="zh-CN" altLang="en-US" b="1" dirty="0"/>
          </a:p>
        </p:txBody>
      </p:sp>
      <p:sp>
        <p:nvSpPr>
          <p:cNvPr id="70658"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70657" name="Object 1"/>
          <p:cNvGraphicFramePr>
            <a:graphicFrameLocks noChangeAspect="1"/>
          </p:cNvGraphicFramePr>
          <p:nvPr/>
        </p:nvGraphicFramePr>
        <p:xfrm>
          <a:off x="3347864" y="2369008"/>
          <a:ext cx="1554762" cy="404664"/>
        </p:xfrm>
        <a:graphic>
          <a:graphicData uri="http://schemas.openxmlformats.org/presentationml/2006/ole">
            <mc:AlternateContent xmlns:mc="http://schemas.openxmlformats.org/markup-compatibility/2006">
              <mc:Choice xmlns:v="urn:schemas-microsoft-com:vml" Requires="v">
                <p:oleObj spid="_x0000_s70821" name="Equation" r:id="rId1" imgW="698500" imgH="177800" progId="Equation.DSMT4">
                  <p:embed/>
                </p:oleObj>
              </mc:Choice>
              <mc:Fallback>
                <p:oleObj name="Equation" r:id="rId1" imgW="698500" imgH="1778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864" y="2369008"/>
                        <a:ext cx="1554762"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467544" y="908348"/>
          <a:ext cx="8080375" cy="3960812"/>
        </p:xfrm>
        <a:graphic>
          <a:graphicData uri="http://schemas.openxmlformats.org/presentationml/2006/ole">
            <mc:AlternateContent xmlns:mc="http://schemas.openxmlformats.org/markup-compatibility/2006">
              <mc:Choice xmlns:v="urn:schemas-microsoft-com:vml" Requires="v">
                <p:oleObj spid="_x0000_s71845" name="文档" r:id="rId1" imgW="8062595" imgH="3955415" progId="Word.Document.12">
                  <p:embed/>
                </p:oleObj>
              </mc:Choice>
              <mc:Fallback>
                <p:oleObj name="文档" r:id="rId1" imgW="8062595" imgH="3955415" progId="Word.Document.12">
                  <p:embed/>
                  <p:pic>
                    <p:nvPicPr>
                      <p:cNvPr id="0" name="Picture 2"/>
                      <p:cNvPicPr>
                        <a:picLocks noChangeAspect="1" noChangeArrowheads="1"/>
                      </p:cNvPicPr>
                      <p:nvPr/>
                    </p:nvPicPr>
                    <p:blipFill>
                      <a:blip r:embed="rId2"/>
                      <a:srcRect/>
                      <a:stretch>
                        <a:fillRect/>
                      </a:stretch>
                    </p:blipFill>
                    <p:spPr bwMode="auto">
                      <a:xfrm>
                        <a:off x="467544" y="908348"/>
                        <a:ext cx="8080375" cy="3960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395536" y="764704"/>
          <a:ext cx="8047038" cy="4746625"/>
        </p:xfrm>
        <a:graphic>
          <a:graphicData uri="http://schemas.openxmlformats.org/presentationml/2006/ole">
            <mc:AlternateContent xmlns:mc="http://schemas.openxmlformats.org/markup-compatibility/2006">
              <mc:Choice xmlns:v="urn:schemas-microsoft-com:vml" Requires="v">
                <p:oleObj spid="_x0000_s72869" name="文档" r:id="rId1" imgW="8068310" imgH="4747260" progId="Word.Document.12">
                  <p:embed/>
                </p:oleObj>
              </mc:Choice>
              <mc:Fallback>
                <p:oleObj name="文档" r:id="rId1" imgW="8068310" imgH="4747260" progId="Word.Document.12">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764704"/>
                        <a:ext cx="8047038" cy="474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4624"/>
            <a:ext cx="8229600" cy="936104"/>
          </a:xfrm>
        </p:spPr>
        <p:txBody>
          <a:bodyPr/>
          <a:lstStyle/>
          <a:p>
            <a:pPr algn="ctr"/>
            <a:r>
              <a:rPr lang="en-US" altLang="zh-CN" dirty="0" smtClean="0"/>
              <a:t>4.5 </a:t>
            </a:r>
            <a:r>
              <a:rPr lang="zh-CN" altLang="en-US" dirty="0" smtClean="0"/>
              <a:t>循环群</a:t>
            </a:r>
            <a:endParaRPr lang="zh-CN" altLang="en-US" dirty="0"/>
          </a:p>
        </p:txBody>
      </p:sp>
      <p:sp>
        <p:nvSpPr>
          <p:cNvPr id="3" name="内容占位符 2"/>
          <p:cNvSpPr>
            <a:spLocks noGrp="1"/>
          </p:cNvSpPr>
          <p:nvPr>
            <p:ph idx="1"/>
          </p:nvPr>
        </p:nvSpPr>
        <p:spPr>
          <a:xfrm>
            <a:off x="323528" y="1052736"/>
            <a:ext cx="8496944" cy="1440160"/>
          </a:xfrm>
        </p:spPr>
        <p:txBody>
          <a:bodyPr>
            <a:normAutofit/>
          </a:bodyPr>
          <a:lstStyle/>
          <a:p>
            <a:pPr>
              <a:lnSpc>
                <a:spcPct val="150000"/>
              </a:lnSpc>
            </a:pPr>
            <a:r>
              <a:rPr lang="zh-CN" altLang="en-US" b="1" dirty="0" smtClean="0"/>
              <a:t>循环群在密码学应用中起到重要作用，本节介绍循环群的相关性质以及生成元的寻到算法。</a:t>
            </a:r>
            <a:endParaRPr lang="en-US" altLang="zh-CN" b="1" dirty="0" smtClean="0"/>
          </a:p>
        </p:txBody>
      </p:sp>
      <p:sp>
        <p:nvSpPr>
          <p:cNvPr id="7373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73732"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73734"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2" name="内容占位符 2"/>
          <p:cNvSpPr txBox="1"/>
          <p:nvPr/>
        </p:nvSpPr>
        <p:spPr>
          <a:xfrm>
            <a:off x="323528" y="2787606"/>
            <a:ext cx="8496944" cy="1505490"/>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50000"/>
              </a:lnSpc>
              <a:spcBef>
                <a:spcPts val="1200"/>
              </a:spcBef>
            </a:pPr>
            <a:r>
              <a:rPr lang="zh-CN" altLang="en-US" b="1" dirty="0" smtClean="0">
                <a:solidFill>
                  <a:srgbClr val="0070C0"/>
                </a:solidFill>
              </a:rPr>
              <a:t>例</a:t>
            </a:r>
            <a:r>
              <a:rPr lang="en-US" altLang="zh-CN" b="1" dirty="0" smtClean="0">
                <a:solidFill>
                  <a:srgbClr val="0070C0"/>
                </a:solidFill>
              </a:rPr>
              <a:t>4.3.3 </a:t>
            </a:r>
            <a:r>
              <a:rPr lang="zh-CN" altLang="en-US" b="1" dirty="0" smtClean="0"/>
              <a:t>设</a:t>
            </a:r>
            <a:r>
              <a:rPr lang="en-US" altLang="zh-CN" b="1" dirty="0" smtClean="0"/>
              <a:t>G</a:t>
            </a:r>
            <a:r>
              <a:rPr lang="zh-CN" altLang="en-US" b="1" dirty="0" smtClean="0"/>
              <a:t>是群，对于任意</a:t>
            </a:r>
            <a:r>
              <a:rPr lang="en-US" altLang="zh-CN" b="1" dirty="0" smtClean="0"/>
              <a:t>a</a:t>
            </a:r>
            <a:r>
              <a:rPr lang="en-US" altLang="zh-CN" sz="2400" b="1" dirty="0" smtClean="0"/>
              <a:t> ∈G</a:t>
            </a:r>
            <a:r>
              <a:rPr lang="zh-CN" altLang="en-US" sz="2400" b="1" dirty="0" smtClean="0"/>
              <a:t>，定义                              ，</a:t>
            </a:r>
            <a:endParaRPr lang="en-US" altLang="zh-CN" sz="2400" b="1" dirty="0" smtClean="0"/>
          </a:p>
          <a:p>
            <a:pPr marL="0" indent="0">
              <a:lnSpc>
                <a:spcPct val="150000"/>
              </a:lnSpc>
              <a:spcBef>
                <a:spcPts val="1200"/>
              </a:spcBef>
              <a:buNone/>
            </a:pPr>
            <a:r>
              <a:rPr lang="en-US" altLang="zh-CN" sz="2400" b="1" dirty="0"/>
              <a:t> </a:t>
            </a:r>
            <a:r>
              <a:rPr lang="en-US" altLang="zh-CN" sz="2400" b="1" dirty="0" smtClean="0"/>
              <a:t>                                      </a:t>
            </a:r>
            <a:r>
              <a:rPr lang="zh-CN" altLang="en-US" b="1" dirty="0" smtClean="0"/>
              <a:t>是</a:t>
            </a:r>
            <a:r>
              <a:rPr lang="en-US" altLang="zh-CN" b="1" dirty="0" smtClean="0"/>
              <a:t>G</a:t>
            </a:r>
            <a:r>
              <a:rPr lang="zh-CN" altLang="en-US" b="1" dirty="0" smtClean="0"/>
              <a:t>的子群。</a:t>
            </a:r>
            <a:endParaRPr lang="zh-CN" altLang="en-US" b="1" dirty="0" smtClean="0"/>
          </a:p>
        </p:txBody>
      </p:sp>
      <p:graphicFrame>
        <p:nvGraphicFramePr>
          <p:cNvPr id="13" name="对象 12"/>
          <p:cNvGraphicFramePr>
            <a:graphicFrameLocks noChangeAspect="1"/>
          </p:cNvGraphicFramePr>
          <p:nvPr/>
        </p:nvGraphicFramePr>
        <p:xfrm>
          <a:off x="6372200" y="2929508"/>
          <a:ext cx="2230437" cy="571500"/>
        </p:xfrm>
        <a:graphic>
          <a:graphicData uri="http://schemas.openxmlformats.org/presentationml/2006/ole">
            <mc:AlternateContent xmlns:mc="http://schemas.openxmlformats.org/markup-compatibility/2006">
              <mc:Choice xmlns:v="urn:schemas-microsoft-com:vml" Requires="v">
                <p:oleObj spid="_x0000_s74169" name="Equation" r:id="rId1" imgW="24079200" imgH="6096000" progId="Equation.DSMT4">
                  <p:embed/>
                </p:oleObj>
              </mc:Choice>
              <mc:Fallback>
                <p:oleObj name="Equation" r:id="rId1" imgW="24079200" imgH="6096000" progId="Equation.DSMT4">
                  <p:embed/>
                  <p:pic>
                    <p:nvPicPr>
                      <p:cNvPr id="0" name="图片 74168"/>
                      <p:cNvPicPr>
                        <a:picLocks noChangeAspect="1" noChangeArrowheads="1"/>
                      </p:cNvPicPr>
                      <p:nvPr/>
                    </p:nvPicPr>
                    <p:blipFill>
                      <a:blip r:embed="rId2"/>
                      <a:srcRect/>
                      <a:stretch>
                        <a:fillRect/>
                      </a:stretch>
                    </p:blipFill>
                    <p:spPr bwMode="auto">
                      <a:xfrm>
                        <a:off x="6372200" y="2929508"/>
                        <a:ext cx="22304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nvGraphicFramePr>
        <p:xfrm>
          <a:off x="973411" y="3645024"/>
          <a:ext cx="2230437" cy="571500"/>
        </p:xfrm>
        <a:graphic>
          <a:graphicData uri="http://schemas.openxmlformats.org/presentationml/2006/ole">
            <mc:AlternateContent xmlns:mc="http://schemas.openxmlformats.org/markup-compatibility/2006">
              <mc:Choice xmlns:v="urn:schemas-microsoft-com:vml" Requires="v">
                <p:oleObj spid="_x0000_s74170" name="Equation" r:id="rId3" imgW="1002665" imgH="254000" progId="Equation.DSMT4">
                  <p:embed/>
                </p:oleObj>
              </mc:Choice>
              <mc:Fallback>
                <p:oleObj name="Equation" r:id="rId3" imgW="1002665" imgH="254000" progId="Equation.DSMT4">
                  <p:embed/>
                  <p:pic>
                    <p:nvPicPr>
                      <p:cNvPr id="0" name="图片 7416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3411" y="3645024"/>
                        <a:ext cx="22304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4624"/>
            <a:ext cx="8229600" cy="936104"/>
          </a:xfrm>
        </p:spPr>
        <p:txBody>
          <a:bodyPr/>
          <a:lstStyle/>
          <a:p>
            <a:pPr algn="ctr"/>
            <a:r>
              <a:rPr lang="en-US" altLang="zh-CN" dirty="0" smtClean="0"/>
              <a:t>4.5 </a:t>
            </a:r>
            <a:r>
              <a:rPr lang="zh-CN" altLang="en-US" dirty="0" smtClean="0"/>
              <a:t>循环群</a:t>
            </a:r>
            <a:endParaRPr lang="zh-CN" altLang="en-US" dirty="0"/>
          </a:p>
        </p:txBody>
      </p:sp>
      <p:sp>
        <p:nvSpPr>
          <p:cNvPr id="3" name="内容占位符 2"/>
          <p:cNvSpPr>
            <a:spLocks noGrp="1"/>
          </p:cNvSpPr>
          <p:nvPr>
            <p:ph idx="1"/>
          </p:nvPr>
        </p:nvSpPr>
        <p:spPr>
          <a:xfrm>
            <a:off x="323528" y="1052736"/>
            <a:ext cx="8496944" cy="2376264"/>
          </a:xfrm>
        </p:spPr>
        <p:txBody>
          <a:bodyPr>
            <a:normAutofit lnSpcReduction="10000"/>
          </a:bodyPr>
          <a:lstStyle/>
          <a:p>
            <a:pPr>
              <a:lnSpc>
                <a:spcPct val="150000"/>
              </a:lnSpc>
            </a:pPr>
            <a:r>
              <a:rPr lang="zh-CN" altLang="zh-CN" b="1" dirty="0" smtClean="0">
                <a:solidFill>
                  <a:schemeClr val="accent1"/>
                </a:solidFill>
              </a:rPr>
              <a:t>定义</a:t>
            </a:r>
            <a:r>
              <a:rPr lang="en-US" altLang="zh-CN" b="1" dirty="0" smtClean="0">
                <a:solidFill>
                  <a:schemeClr val="accent1"/>
                </a:solidFill>
              </a:rPr>
              <a:t>4.5.1 </a:t>
            </a:r>
            <a:r>
              <a:rPr lang="zh-CN" altLang="zh-CN" b="1" dirty="0" smtClean="0"/>
              <a:t>设</a:t>
            </a:r>
            <a:r>
              <a:rPr lang="en-US" altLang="zh-CN" b="1" dirty="0" smtClean="0"/>
              <a:t>G</a:t>
            </a:r>
            <a:r>
              <a:rPr lang="zh-CN" altLang="zh-CN" b="1" dirty="0" smtClean="0"/>
              <a:t>是一个群，若存在一个元素</a:t>
            </a:r>
            <a:r>
              <a:rPr lang="en-US" altLang="zh-CN" b="1" i="1" dirty="0" smtClean="0"/>
              <a:t>a</a:t>
            </a:r>
            <a:r>
              <a:rPr lang="zh-CN" altLang="zh-CN" b="1" dirty="0" smtClean="0"/>
              <a:t>，使得</a:t>
            </a:r>
            <a:r>
              <a:rPr lang="en-US" altLang="zh-CN" b="1" dirty="0" smtClean="0"/>
              <a:t>           </a:t>
            </a:r>
            <a:r>
              <a:rPr lang="zh-CN" altLang="zh-CN" b="1" dirty="0" smtClean="0"/>
              <a:t>，则称</a:t>
            </a:r>
            <a:r>
              <a:rPr lang="en-US" altLang="zh-CN" b="1" dirty="0" smtClean="0"/>
              <a:t>G</a:t>
            </a:r>
            <a:r>
              <a:rPr lang="zh-CN" altLang="zh-CN" b="1" dirty="0" smtClean="0"/>
              <a:t>为</a:t>
            </a:r>
            <a:r>
              <a:rPr lang="zh-CN" altLang="zh-CN" b="1" dirty="0" smtClean="0">
                <a:solidFill>
                  <a:srgbClr val="FF0000"/>
                </a:solidFill>
              </a:rPr>
              <a:t>循环群</a:t>
            </a:r>
            <a:r>
              <a:rPr lang="zh-CN" altLang="zh-CN" b="1" dirty="0" smtClean="0"/>
              <a:t>。元素</a:t>
            </a:r>
            <a:r>
              <a:rPr lang="en-US" altLang="zh-CN" b="1" i="1" dirty="0" smtClean="0"/>
              <a:t>a</a:t>
            </a:r>
            <a:r>
              <a:rPr lang="zh-CN" altLang="zh-CN" b="1" dirty="0" smtClean="0"/>
              <a:t>称为</a:t>
            </a:r>
            <a:r>
              <a:rPr lang="en-US" altLang="zh-CN" b="1" dirty="0" smtClean="0"/>
              <a:t>G</a:t>
            </a:r>
            <a:r>
              <a:rPr lang="zh-CN" altLang="zh-CN" b="1" dirty="0" smtClean="0"/>
              <a:t>的</a:t>
            </a:r>
            <a:r>
              <a:rPr lang="zh-CN" altLang="zh-CN" b="1" dirty="0" smtClean="0">
                <a:solidFill>
                  <a:srgbClr val="FF0000"/>
                </a:solidFill>
              </a:rPr>
              <a:t>生成元</a:t>
            </a:r>
            <a:r>
              <a:rPr lang="zh-CN" altLang="zh-CN" b="1" dirty="0" smtClean="0"/>
              <a:t>。</a:t>
            </a:r>
            <a:r>
              <a:rPr lang="zh-CN" altLang="zh-CN" b="1" dirty="0" smtClean="0"/>
              <a:t>若</a:t>
            </a:r>
            <a:r>
              <a:rPr lang="zh-CN" altLang="en-US" b="1" dirty="0"/>
              <a:t>阶</a:t>
            </a:r>
            <a:r>
              <a:rPr lang="en-US" altLang="zh-CN" b="1" dirty="0" smtClean="0"/>
              <a:t>              </a:t>
            </a:r>
            <a:r>
              <a:rPr lang="zh-CN" altLang="zh-CN" b="1" dirty="0" smtClean="0"/>
              <a:t>，</a:t>
            </a:r>
            <a:r>
              <a:rPr lang="en-US" altLang="zh-CN" b="1" dirty="0" smtClean="0"/>
              <a:t>G</a:t>
            </a:r>
            <a:r>
              <a:rPr lang="zh-CN" altLang="zh-CN" b="1" dirty="0" smtClean="0"/>
              <a:t>称为</a:t>
            </a:r>
            <a:r>
              <a:rPr lang="zh-CN" altLang="zh-CN" b="1" dirty="0" smtClean="0">
                <a:solidFill>
                  <a:srgbClr val="FF0000"/>
                </a:solidFill>
              </a:rPr>
              <a:t>无限循环群</a:t>
            </a:r>
            <a:r>
              <a:rPr lang="zh-CN" altLang="zh-CN" b="1" dirty="0" smtClean="0"/>
              <a:t>；若</a:t>
            </a:r>
            <a:r>
              <a:rPr lang="en-US" altLang="zh-CN" b="1" dirty="0" smtClean="0"/>
              <a:t>             </a:t>
            </a:r>
            <a:r>
              <a:rPr lang="zh-CN" altLang="zh-CN" b="1" dirty="0" smtClean="0"/>
              <a:t>，</a:t>
            </a:r>
            <a:r>
              <a:rPr lang="en-US" altLang="zh-CN" b="1" dirty="0" smtClean="0"/>
              <a:t>n</a:t>
            </a:r>
            <a:r>
              <a:rPr lang="zh-CN" altLang="zh-CN" b="1" dirty="0" smtClean="0"/>
              <a:t>是某个正整数，则</a:t>
            </a:r>
            <a:r>
              <a:rPr lang="en-US" altLang="zh-CN" b="1" dirty="0" smtClean="0"/>
              <a:t>G</a:t>
            </a:r>
            <a:r>
              <a:rPr lang="zh-CN" altLang="zh-CN" b="1" dirty="0" smtClean="0"/>
              <a:t>称为</a:t>
            </a:r>
            <a:r>
              <a:rPr lang="zh-CN" altLang="zh-CN" b="1" dirty="0" smtClean="0">
                <a:solidFill>
                  <a:srgbClr val="FF0000"/>
                </a:solidFill>
              </a:rPr>
              <a:t>有限循环群</a:t>
            </a:r>
            <a:r>
              <a:rPr lang="zh-CN" altLang="zh-CN" b="1" dirty="0" smtClean="0"/>
              <a:t>。</a:t>
            </a:r>
            <a:endParaRPr lang="zh-CN" altLang="en-US" b="1" dirty="0"/>
          </a:p>
        </p:txBody>
      </p:sp>
      <p:sp>
        <p:nvSpPr>
          <p:cNvPr id="7373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73729" name="Object 1"/>
          <p:cNvGraphicFramePr>
            <a:graphicFrameLocks noChangeAspect="1"/>
          </p:cNvGraphicFramePr>
          <p:nvPr/>
        </p:nvGraphicFramePr>
        <p:xfrm>
          <a:off x="7939136" y="1224136"/>
          <a:ext cx="809328" cy="404664"/>
        </p:xfrm>
        <a:graphic>
          <a:graphicData uri="http://schemas.openxmlformats.org/presentationml/2006/ole">
            <mc:AlternateContent xmlns:mc="http://schemas.openxmlformats.org/markup-compatibility/2006">
              <mc:Choice xmlns:v="urn:schemas-microsoft-com:vml" Requires="v">
                <p:oleObj spid="_x0000_s128197" name="Equation" r:id="rId1" imgW="508000" imgH="254000" progId="Equation.DSMT4">
                  <p:embed/>
                </p:oleObj>
              </mc:Choice>
              <mc:Fallback>
                <p:oleObj name="Equation" r:id="rId1" imgW="508000" imgH="254000" progId="Equation.DSMT4">
                  <p:embed/>
                  <p:pic>
                    <p:nvPicPr>
                      <p:cNvPr id="0" name="图片 12819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9136" y="1224136"/>
                        <a:ext cx="809328"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2"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73731" name="Object 3"/>
          <p:cNvGraphicFramePr>
            <a:graphicFrameLocks noChangeAspect="1"/>
          </p:cNvGraphicFramePr>
          <p:nvPr/>
        </p:nvGraphicFramePr>
        <p:xfrm>
          <a:off x="7395527" y="1772816"/>
          <a:ext cx="1136913" cy="404664"/>
        </p:xfrm>
        <a:graphic>
          <a:graphicData uri="http://schemas.openxmlformats.org/presentationml/2006/ole">
            <mc:AlternateContent xmlns:mc="http://schemas.openxmlformats.org/markup-compatibility/2006">
              <mc:Choice xmlns:v="urn:schemas-microsoft-com:vml" Requires="v">
                <p:oleObj spid="_x0000_s128198" name="Equation" r:id="rId3" imgW="571500" imgH="203200" progId="Equation.DSMT4">
                  <p:embed/>
                </p:oleObj>
              </mc:Choice>
              <mc:Fallback>
                <p:oleObj name="Equation" r:id="rId3" imgW="571500" imgH="203200" progId="Equation.DSMT4">
                  <p:embed/>
                  <p:pic>
                    <p:nvPicPr>
                      <p:cNvPr id="0" name="图片 12819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5527" y="1772816"/>
                        <a:ext cx="1136913"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4"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73733" name="Object 5"/>
          <p:cNvGraphicFramePr>
            <a:graphicFrameLocks noChangeAspect="1"/>
          </p:cNvGraphicFramePr>
          <p:nvPr/>
        </p:nvGraphicFramePr>
        <p:xfrm>
          <a:off x="3905674" y="2276872"/>
          <a:ext cx="1098374" cy="404664"/>
        </p:xfrm>
        <a:graphic>
          <a:graphicData uri="http://schemas.openxmlformats.org/presentationml/2006/ole">
            <mc:AlternateContent xmlns:mc="http://schemas.openxmlformats.org/markup-compatibility/2006">
              <mc:Choice xmlns:v="urn:schemas-microsoft-com:vml" Requires="v">
                <p:oleObj spid="_x0000_s128199" name="Equation" r:id="rId5" imgW="545465" imgH="203200" progId="Equation.DSMT4">
                  <p:embed/>
                </p:oleObj>
              </mc:Choice>
              <mc:Fallback>
                <p:oleObj name="Equation" r:id="rId5" imgW="545465" imgH="203200" progId="Equation.DSMT4">
                  <p:embed/>
                  <p:pic>
                    <p:nvPicPr>
                      <p:cNvPr id="0" name="图片 12819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05674" y="2276872"/>
                        <a:ext cx="1098374"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179512" y="3702511"/>
            <a:ext cx="8640960" cy="1692771"/>
          </a:xfrm>
          <a:prstGeom prst="rect">
            <a:avLst/>
          </a:prstGeom>
          <a:noFill/>
        </p:spPr>
        <p:txBody>
          <a:bodyPr wrap="square" rtlCol="0">
            <a:spAutoFit/>
          </a:bodyPr>
          <a:lstStyle/>
          <a:p>
            <a:r>
              <a:rPr lang="zh-CN" altLang="zh-CN" sz="2600" b="1" dirty="0" smtClean="0">
                <a:solidFill>
                  <a:schemeClr val="accent1"/>
                </a:solidFill>
              </a:rPr>
              <a:t>例</a:t>
            </a:r>
            <a:r>
              <a:rPr lang="en-US" altLang="zh-CN" sz="2600" b="1" dirty="0" smtClean="0">
                <a:solidFill>
                  <a:schemeClr val="accent1"/>
                </a:solidFill>
              </a:rPr>
              <a:t>4.5.1 </a:t>
            </a:r>
            <a:r>
              <a:rPr lang="zh-CN" altLang="zh-CN" sz="2600" b="1" dirty="0" smtClean="0"/>
              <a:t>（</a:t>
            </a:r>
            <a:r>
              <a:rPr lang="en-US" altLang="zh-CN" sz="2600" b="1" dirty="0" smtClean="0"/>
              <a:t>1</a:t>
            </a:r>
            <a:r>
              <a:rPr lang="zh-CN" altLang="zh-CN" sz="2600" b="1" dirty="0" smtClean="0"/>
              <a:t>）整数加法群</a:t>
            </a:r>
            <a:r>
              <a:rPr lang="en-US" altLang="zh-CN" sz="2600" b="1" dirty="0" smtClean="0"/>
              <a:t>Z</a:t>
            </a:r>
            <a:r>
              <a:rPr lang="zh-CN" altLang="zh-CN" sz="2600" b="1" dirty="0" smtClean="0"/>
              <a:t>是循环群，其生成元为</a:t>
            </a:r>
            <a:r>
              <a:rPr lang="en-US" altLang="zh-CN" sz="2600" b="1" dirty="0" smtClean="0"/>
              <a:t>1</a:t>
            </a:r>
            <a:r>
              <a:rPr lang="zh-CN" altLang="zh-CN" sz="2600" b="1" dirty="0" smtClean="0"/>
              <a:t>或</a:t>
            </a:r>
            <a:r>
              <a:rPr lang="en-US" altLang="zh-CN" sz="2600" b="1" dirty="0" smtClean="0"/>
              <a:t>-1</a:t>
            </a:r>
            <a:r>
              <a:rPr lang="zh-CN" altLang="zh-CN" sz="2600" b="1" dirty="0" smtClean="0"/>
              <a:t>。</a:t>
            </a:r>
            <a:endParaRPr lang="en-US" altLang="zh-CN" sz="2600" b="1" dirty="0" smtClean="0"/>
          </a:p>
          <a:p>
            <a:endParaRPr lang="zh-CN" altLang="zh-CN" sz="2600" b="1" dirty="0" smtClean="0"/>
          </a:p>
          <a:p>
            <a:r>
              <a:rPr lang="en-US" altLang="zh-CN" sz="2600" b="1" dirty="0" smtClean="0"/>
              <a:t>       </a:t>
            </a:r>
            <a:r>
              <a:rPr lang="zh-CN" altLang="zh-CN" sz="2600" b="1" dirty="0" smtClean="0"/>
              <a:t>（</a:t>
            </a:r>
            <a:r>
              <a:rPr lang="en-US" altLang="zh-CN" sz="2600" b="1" dirty="0" smtClean="0"/>
              <a:t>2</a:t>
            </a:r>
            <a:r>
              <a:rPr lang="zh-CN" altLang="zh-CN" sz="2600" b="1" dirty="0" smtClean="0"/>
              <a:t>）模整数</a:t>
            </a:r>
            <a:r>
              <a:rPr lang="en-US" altLang="zh-CN" sz="2600" b="1" dirty="0" smtClean="0"/>
              <a:t>m</a:t>
            </a:r>
            <a:r>
              <a:rPr lang="zh-CN" altLang="zh-CN" sz="2600" b="1" dirty="0" smtClean="0"/>
              <a:t>剩余类加群</a:t>
            </a:r>
            <a:r>
              <a:rPr lang="en-US" altLang="zh-CN" sz="2600" b="1" dirty="0" err="1" smtClean="0"/>
              <a:t>Z</a:t>
            </a:r>
            <a:r>
              <a:rPr lang="en-US" altLang="zh-CN" sz="2600" b="1" baseline="-25000" dirty="0" err="1" smtClean="0"/>
              <a:t>m</a:t>
            </a:r>
            <a:r>
              <a:rPr lang="zh-CN" altLang="zh-CN" sz="2600" b="1" dirty="0" smtClean="0"/>
              <a:t>是循环群，其生成元为</a:t>
            </a:r>
            <a:r>
              <a:rPr lang="en-US" altLang="zh-CN" sz="2600" b="1" dirty="0" smtClean="0"/>
              <a:t>[1]</a:t>
            </a:r>
            <a:r>
              <a:rPr lang="zh-CN" altLang="zh-CN" sz="2600" b="1" dirty="0" smtClean="0"/>
              <a:t>。</a:t>
            </a:r>
            <a:endParaRPr lang="zh-CN" altLang="zh-CN" sz="2600" b="1" dirty="0" smtClean="0"/>
          </a:p>
          <a:p>
            <a:endParaRPr lang="zh-CN" altLang="en-US" sz="2600" b="1"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84"/>
            <a:ext cx="8229600" cy="1008112"/>
          </a:xfrm>
        </p:spPr>
        <p:txBody>
          <a:bodyPr/>
          <a:lstStyle/>
          <a:p>
            <a:r>
              <a:rPr lang="zh-CN" altLang="en-US" dirty="0" smtClean="0"/>
              <a:t>循环群的生成元</a:t>
            </a:r>
            <a:endParaRPr lang="zh-CN" altLang="en-US" dirty="0"/>
          </a:p>
        </p:txBody>
      </p:sp>
      <p:sp>
        <p:nvSpPr>
          <p:cNvPr id="3" name="内容占位符 2"/>
          <p:cNvSpPr>
            <a:spLocks noGrp="1"/>
          </p:cNvSpPr>
          <p:nvPr>
            <p:ph idx="1"/>
          </p:nvPr>
        </p:nvSpPr>
        <p:spPr>
          <a:xfrm>
            <a:off x="457200" y="1204008"/>
            <a:ext cx="8229600" cy="917456"/>
          </a:xfrm>
        </p:spPr>
        <p:txBody>
          <a:bodyPr/>
          <a:lstStyle/>
          <a:p>
            <a:r>
              <a:rPr lang="zh-CN" altLang="zh-CN" b="1" dirty="0" smtClean="0">
                <a:solidFill>
                  <a:schemeClr val="accent1"/>
                </a:solidFill>
              </a:rPr>
              <a:t>定理</a:t>
            </a:r>
            <a:r>
              <a:rPr lang="en-US" altLang="zh-CN" b="1" dirty="0" smtClean="0">
                <a:solidFill>
                  <a:schemeClr val="accent1"/>
                </a:solidFill>
              </a:rPr>
              <a:t>4.5.1 </a:t>
            </a:r>
            <a:r>
              <a:rPr lang="zh-CN" altLang="zh-CN" b="1" dirty="0" smtClean="0"/>
              <a:t>设</a:t>
            </a:r>
            <a:r>
              <a:rPr lang="en-US" altLang="zh-CN" b="1" dirty="0" smtClean="0"/>
              <a:t>         </a:t>
            </a:r>
            <a:r>
              <a:rPr lang="zh-CN" altLang="zh-CN" b="1" dirty="0" smtClean="0"/>
              <a:t>是无限循环群，则</a:t>
            </a:r>
            <a:r>
              <a:rPr lang="en-US" altLang="zh-CN" b="1" dirty="0" smtClean="0"/>
              <a:t>G</a:t>
            </a:r>
            <a:r>
              <a:rPr lang="zh-CN" altLang="zh-CN" b="1" dirty="0" smtClean="0"/>
              <a:t>只有两个生成元为</a:t>
            </a:r>
            <a:r>
              <a:rPr lang="en-US" altLang="zh-CN" b="1" dirty="0" smtClean="0"/>
              <a:t>      </a:t>
            </a:r>
            <a:r>
              <a:rPr lang="zh-CN" altLang="zh-CN" b="1" dirty="0" smtClean="0"/>
              <a:t>和</a:t>
            </a:r>
            <a:r>
              <a:rPr lang="en-US" altLang="zh-CN" b="1" dirty="0" smtClean="0"/>
              <a:t>      </a:t>
            </a:r>
            <a:r>
              <a:rPr lang="zh-CN" altLang="zh-CN" b="1" dirty="0" smtClean="0"/>
              <a:t>。</a:t>
            </a:r>
            <a:endParaRPr lang="zh-CN" altLang="en-US" b="1" dirty="0"/>
          </a:p>
        </p:txBody>
      </p:sp>
      <p:sp>
        <p:nvSpPr>
          <p:cNvPr id="7475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74753" name="Object 1"/>
          <p:cNvGraphicFramePr>
            <a:graphicFrameLocks noChangeAspect="1"/>
          </p:cNvGraphicFramePr>
          <p:nvPr/>
        </p:nvGraphicFramePr>
        <p:xfrm>
          <a:off x="2483768" y="1257368"/>
          <a:ext cx="827584" cy="413792"/>
        </p:xfrm>
        <a:graphic>
          <a:graphicData uri="http://schemas.openxmlformats.org/presentationml/2006/ole">
            <mc:AlternateContent xmlns:mc="http://schemas.openxmlformats.org/markup-compatibility/2006">
              <mc:Choice xmlns:v="urn:schemas-microsoft-com:vml" Requires="v">
                <p:oleObj spid="_x0000_s75420" name="Equation" r:id="rId1" imgW="508000" imgH="254000" progId="Equation.DSMT4">
                  <p:embed/>
                </p:oleObj>
              </mc:Choice>
              <mc:Fallback>
                <p:oleObj name="Equation" r:id="rId1" imgW="508000" imgH="2540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1257368"/>
                        <a:ext cx="827584" cy="4137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756"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74755" name="Object 3"/>
          <p:cNvGraphicFramePr>
            <a:graphicFrameLocks noChangeAspect="1"/>
          </p:cNvGraphicFramePr>
          <p:nvPr/>
        </p:nvGraphicFramePr>
        <p:xfrm>
          <a:off x="1259632" y="1689416"/>
          <a:ext cx="323528" cy="323528"/>
        </p:xfrm>
        <a:graphic>
          <a:graphicData uri="http://schemas.openxmlformats.org/presentationml/2006/ole">
            <mc:AlternateContent xmlns:mc="http://schemas.openxmlformats.org/markup-compatibility/2006">
              <mc:Choice xmlns:v="urn:schemas-microsoft-com:vml" Requires="v">
                <p:oleObj spid="_x0000_s75421" name="Equation" r:id="rId3" imgW="127000" imgH="139700" progId="Equation.DSMT4">
                  <p:embed/>
                </p:oleObj>
              </mc:Choice>
              <mc:Fallback>
                <p:oleObj name="Equation" r:id="rId3" imgW="127000" imgH="1397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1689416"/>
                        <a:ext cx="323528" cy="3235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758"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74757" name="Object 5"/>
          <p:cNvGraphicFramePr>
            <a:graphicFrameLocks noChangeAspect="1"/>
          </p:cNvGraphicFramePr>
          <p:nvPr/>
        </p:nvGraphicFramePr>
        <p:xfrm>
          <a:off x="2016223" y="1545400"/>
          <a:ext cx="473195" cy="432048"/>
        </p:xfrm>
        <a:graphic>
          <a:graphicData uri="http://schemas.openxmlformats.org/presentationml/2006/ole">
            <mc:AlternateContent xmlns:mc="http://schemas.openxmlformats.org/markup-compatibility/2006">
              <mc:Choice xmlns:v="urn:schemas-microsoft-com:vml" Requires="v">
                <p:oleObj spid="_x0000_s75422" name="Equation" r:id="rId5" imgW="215900" imgH="203200" progId="Equation.DSMT4">
                  <p:embed/>
                </p:oleObj>
              </mc:Choice>
              <mc:Fallback>
                <p:oleObj name="Equation" r:id="rId5" imgW="215900" imgH="20320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16223" y="1545400"/>
                        <a:ext cx="473195"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nvGraphicFramePr>
        <p:xfrm>
          <a:off x="808038" y="2316163"/>
          <a:ext cx="7497762" cy="3444875"/>
        </p:xfrm>
        <a:graphic>
          <a:graphicData uri="http://schemas.openxmlformats.org/presentationml/2006/ole">
            <mc:AlternateContent xmlns:mc="http://schemas.openxmlformats.org/markup-compatibility/2006">
              <mc:Choice xmlns:v="urn:schemas-microsoft-com:vml" Requires="v">
                <p:oleObj spid="_x0000_s75423" name="文档" r:id="rId7" imgW="6092190" imgH="2796540" progId="Word.Document.12">
                  <p:embed/>
                </p:oleObj>
              </mc:Choice>
              <mc:Fallback>
                <p:oleObj name="文档" r:id="rId7" imgW="6092190" imgH="2796540" progId="Word.Document.12">
                  <p:embed/>
                  <p:pic>
                    <p:nvPicPr>
                      <p:cNvPr id="0" name="Picture 7"/>
                      <p:cNvPicPr>
                        <a:picLocks noChangeAspect="1" noChangeArrowheads="1"/>
                      </p:cNvPicPr>
                      <p:nvPr/>
                    </p:nvPicPr>
                    <p:blipFill>
                      <a:blip r:embed="rId8"/>
                      <a:srcRect/>
                      <a:stretch>
                        <a:fillRect/>
                      </a:stretch>
                    </p:blipFill>
                    <p:spPr bwMode="auto">
                      <a:xfrm>
                        <a:off x="808038" y="2316163"/>
                        <a:ext cx="7497762" cy="3444875"/>
                      </a:xfrm>
                      <a:prstGeom prst="rect">
                        <a:avLst/>
                      </a:prstGeom>
                      <a:noFill/>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55360"/>
            <a:ext cx="8229600" cy="989464"/>
          </a:xfrm>
        </p:spPr>
        <p:txBody>
          <a:bodyPr/>
          <a:lstStyle/>
          <a:p>
            <a:r>
              <a:rPr lang="zh-CN" altLang="zh-CN" b="1" dirty="0" smtClean="0"/>
              <a:t>设</a:t>
            </a:r>
            <a:r>
              <a:rPr lang="en-US" altLang="zh-CN" b="1" dirty="0" smtClean="0"/>
              <a:t>            </a:t>
            </a:r>
            <a:r>
              <a:rPr lang="zh-CN" altLang="zh-CN" b="1" dirty="0" smtClean="0"/>
              <a:t>是</a:t>
            </a:r>
            <a:r>
              <a:rPr lang="en-US" altLang="zh-CN" b="1" dirty="0" smtClean="0"/>
              <a:t>n</a:t>
            </a:r>
            <a:r>
              <a:rPr lang="zh-CN" altLang="zh-CN" b="1" dirty="0" smtClean="0"/>
              <a:t>阶循环群，则群</a:t>
            </a:r>
            <a:r>
              <a:rPr lang="en-US" altLang="zh-CN" b="1" dirty="0" smtClean="0"/>
              <a:t>G</a:t>
            </a:r>
            <a:r>
              <a:rPr lang="zh-CN" altLang="zh-CN" b="1" dirty="0" smtClean="0"/>
              <a:t>中的元素都是</a:t>
            </a:r>
            <a:r>
              <a:rPr lang="en-US" altLang="zh-CN" b="1" dirty="0" smtClean="0"/>
              <a:t>    </a:t>
            </a:r>
            <a:r>
              <a:rPr lang="zh-CN" altLang="zh-CN" b="1" dirty="0" smtClean="0"/>
              <a:t>的形式，其中</a:t>
            </a:r>
            <a:r>
              <a:rPr lang="en-US" altLang="zh-CN" b="1" dirty="0" smtClean="0"/>
              <a:t>               </a:t>
            </a:r>
            <a:r>
              <a:rPr lang="zh-CN" altLang="zh-CN" b="1" dirty="0" smtClean="0"/>
              <a:t>。</a:t>
            </a:r>
            <a:endParaRPr lang="zh-CN" altLang="en-US" b="1" dirty="0"/>
          </a:p>
        </p:txBody>
      </p:sp>
      <p:sp>
        <p:nvSpPr>
          <p:cNvPr id="75778"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75777" name="Object 1"/>
          <p:cNvGraphicFramePr>
            <a:graphicFrameLocks noChangeAspect="1"/>
          </p:cNvGraphicFramePr>
          <p:nvPr/>
        </p:nvGraphicFramePr>
        <p:xfrm>
          <a:off x="1224136" y="890972"/>
          <a:ext cx="899592" cy="449796"/>
        </p:xfrm>
        <a:graphic>
          <a:graphicData uri="http://schemas.openxmlformats.org/presentationml/2006/ole">
            <mc:AlternateContent xmlns:mc="http://schemas.openxmlformats.org/markup-compatibility/2006">
              <mc:Choice xmlns:v="urn:schemas-microsoft-com:vml" Requires="v">
                <p:oleObj spid="_x0000_s76770" name="Equation" r:id="rId1" imgW="508000" imgH="254000" progId="Equation.DSMT4">
                  <p:embed/>
                </p:oleObj>
              </mc:Choice>
              <mc:Fallback>
                <p:oleObj name="Equation" r:id="rId1" imgW="508000" imgH="2540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4136" y="890972"/>
                        <a:ext cx="899592" cy="4497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5780"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75779" name="Object 3"/>
          <p:cNvGraphicFramePr>
            <a:graphicFrameLocks noChangeAspect="1"/>
          </p:cNvGraphicFramePr>
          <p:nvPr/>
        </p:nvGraphicFramePr>
        <p:xfrm>
          <a:off x="7164288" y="836712"/>
          <a:ext cx="395536" cy="437171"/>
        </p:xfrm>
        <a:graphic>
          <a:graphicData uri="http://schemas.openxmlformats.org/presentationml/2006/ole">
            <mc:AlternateContent xmlns:mc="http://schemas.openxmlformats.org/markup-compatibility/2006">
              <mc:Choice xmlns:v="urn:schemas-microsoft-com:vml" Requires="v">
                <p:oleObj spid="_x0000_s76771" name="Equation" r:id="rId3" imgW="177800" imgH="203200" progId="Equation.DSMT4">
                  <p:embed/>
                </p:oleObj>
              </mc:Choice>
              <mc:Fallback>
                <p:oleObj name="Equation" r:id="rId3" imgW="177800" imgH="2032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4288" y="836712"/>
                        <a:ext cx="395536" cy="4371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5782"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75781" name="Object 5"/>
          <p:cNvGraphicFramePr>
            <a:graphicFrameLocks noChangeAspect="1"/>
          </p:cNvGraphicFramePr>
          <p:nvPr/>
        </p:nvGraphicFramePr>
        <p:xfrm>
          <a:off x="1447800" y="1269380"/>
          <a:ext cx="1312863" cy="404813"/>
        </p:xfrm>
        <a:graphic>
          <a:graphicData uri="http://schemas.openxmlformats.org/presentationml/2006/ole">
            <mc:AlternateContent xmlns:mc="http://schemas.openxmlformats.org/markup-compatibility/2006">
              <mc:Choice xmlns:v="urn:schemas-microsoft-com:vml" Requires="v">
                <p:oleObj spid="_x0000_s76772" name="Equation" r:id="rId5" imgW="583565" imgH="177800" progId="Equation.DSMT4">
                  <p:embed/>
                </p:oleObj>
              </mc:Choice>
              <mc:Fallback>
                <p:oleObj name="Equation" r:id="rId5" imgW="583565" imgH="17780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1269380"/>
                        <a:ext cx="1312863" cy="404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611560" y="2348880"/>
            <a:ext cx="7488832" cy="954107"/>
          </a:xfrm>
          <a:prstGeom prst="rect">
            <a:avLst/>
          </a:prstGeom>
          <a:noFill/>
        </p:spPr>
        <p:txBody>
          <a:bodyPr wrap="square" rtlCol="0">
            <a:spAutoFit/>
          </a:bodyPr>
          <a:lstStyle/>
          <a:p>
            <a:r>
              <a:rPr lang="zh-CN" altLang="zh-CN" sz="2800" b="1" dirty="0" smtClean="0">
                <a:solidFill>
                  <a:schemeClr val="accent1"/>
                </a:solidFill>
              </a:rPr>
              <a:t>定理</a:t>
            </a:r>
            <a:r>
              <a:rPr lang="en-US" altLang="zh-CN" sz="2800" b="1" dirty="0" smtClean="0">
                <a:solidFill>
                  <a:schemeClr val="accent1"/>
                </a:solidFill>
              </a:rPr>
              <a:t>4.5.2 </a:t>
            </a:r>
            <a:r>
              <a:rPr lang="zh-CN" altLang="zh-CN" sz="2800" b="1" dirty="0" smtClean="0"/>
              <a:t>设</a:t>
            </a:r>
            <a:r>
              <a:rPr lang="en-US" altLang="zh-CN" sz="2800" b="1" dirty="0" smtClean="0"/>
              <a:t>           </a:t>
            </a:r>
            <a:r>
              <a:rPr lang="zh-CN" altLang="zh-CN" sz="2800" b="1" dirty="0" smtClean="0"/>
              <a:t>是</a:t>
            </a:r>
            <a:r>
              <a:rPr lang="en-US" altLang="zh-CN" sz="2800" b="1" dirty="0" smtClean="0"/>
              <a:t>n</a:t>
            </a:r>
            <a:r>
              <a:rPr lang="zh-CN" altLang="zh-CN" sz="2800" b="1" dirty="0" smtClean="0"/>
              <a:t>阶循环群，</a:t>
            </a:r>
            <a:r>
              <a:rPr lang="en-US" altLang="zh-CN" sz="2800" b="1" dirty="0" smtClean="0"/>
              <a:t>   </a:t>
            </a:r>
            <a:r>
              <a:rPr lang="zh-CN" altLang="zh-CN" sz="2800" b="1" dirty="0" smtClean="0"/>
              <a:t>是</a:t>
            </a:r>
            <a:r>
              <a:rPr lang="en-US" altLang="zh-CN" sz="2800" b="1" dirty="0" smtClean="0"/>
              <a:t>G</a:t>
            </a:r>
            <a:r>
              <a:rPr lang="zh-CN" altLang="zh-CN" sz="2800" b="1" dirty="0" smtClean="0"/>
              <a:t>的</a:t>
            </a:r>
            <a:r>
              <a:rPr lang="zh-CN" altLang="zh-CN" sz="2800" b="1" dirty="0" smtClean="0">
                <a:solidFill>
                  <a:srgbClr val="FF0000"/>
                </a:solidFill>
              </a:rPr>
              <a:t>生成元</a:t>
            </a:r>
            <a:r>
              <a:rPr lang="zh-CN" altLang="zh-CN" sz="2800" b="1" dirty="0" smtClean="0"/>
              <a:t>的充要条件是</a:t>
            </a:r>
            <a:r>
              <a:rPr lang="en-US" altLang="zh-CN" sz="2800" b="1" dirty="0" smtClean="0"/>
              <a:t> </a:t>
            </a:r>
            <a:r>
              <a:rPr lang="en-US" altLang="zh-CN" sz="2800" b="1" dirty="0" err="1" smtClean="0"/>
              <a:t>gcd</a:t>
            </a:r>
            <a:r>
              <a:rPr lang="en-US" altLang="zh-CN" sz="2800" b="1" dirty="0" smtClean="0"/>
              <a:t>(</a:t>
            </a:r>
            <a:r>
              <a:rPr lang="en-US" altLang="zh-CN" sz="2800" b="1" dirty="0" err="1" smtClean="0"/>
              <a:t>k,n</a:t>
            </a:r>
            <a:r>
              <a:rPr lang="en-US" altLang="zh-CN" sz="2800" b="1" dirty="0" smtClean="0"/>
              <a:t>)=1 </a:t>
            </a:r>
            <a:r>
              <a:rPr lang="zh-CN" altLang="zh-CN" sz="2800" b="1" dirty="0" smtClean="0"/>
              <a:t>。</a:t>
            </a:r>
            <a:r>
              <a:rPr lang="en-US" altLang="zh-CN" sz="2800" b="1" dirty="0" smtClean="0"/>
              <a:t>(</a:t>
            </a:r>
            <a:r>
              <a:rPr lang="zh-CN" altLang="en-US" sz="2000" b="1" dirty="0" smtClean="0">
                <a:solidFill>
                  <a:srgbClr val="FF0000"/>
                </a:solidFill>
              </a:rPr>
              <a:t>如何找不同生成元</a:t>
            </a:r>
            <a:r>
              <a:rPr lang="en-US" altLang="zh-CN" sz="2800" b="1" dirty="0" smtClean="0"/>
              <a:t>)</a:t>
            </a:r>
            <a:endParaRPr lang="zh-CN" altLang="zh-CN" sz="2800" b="1" dirty="0" smtClean="0"/>
          </a:p>
        </p:txBody>
      </p:sp>
      <p:graphicFrame>
        <p:nvGraphicFramePr>
          <p:cNvPr id="75783" name="Object 7"/>
          <p:cNvGraphicFramePr>
            <a:graphicFrameLocks noChangeAspect="1"/>
          </p:cNvGraphicFramePr>
          <p:nvPr/>
        </p:nvGraphicFramePr>
        <p:xfrm>
          <a:off x="2555776" y="2403673"/>
          <a:ext cx="900112" cy="449263"/>
        </p:xfrm>
        <a:graphic>
          <a:graphicData uri="http://schemas.openxmlformats.org/presentationml/2006/ole">
            <mc:AlternateContent xmlns:mc="http://schemas.openxmlformats.org/markup-compatibility/2006">
              <mc:Choice xmlns:v="urn:schemas-microsoft-com:vml" Requires="v">
                <p:oleObj spid="_x0000_s76773" name="Equation" r:id="rId7" imgW="508000" imgH="254000" progId="Equation.DSMT4">
                  <p:embed/>
                </p:oleObj>
              </mc:Choice>
              <mc:Fallback>
                <p:oleObj name="Equation" r:id="rId7" imgW="508000" imgH="254000" progId="Equation.DSMT4">
                  <p:embed/>
                  <p:pic>
                    <p:nvPicPr>
                      <p:cNvPr id="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2403673"/>
                        <a:ext cx="900112" cy="44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5784" name="Object 8"/>
          <p:cNvGraphicFramePr>
            <a:graphicFrameLocks noChangeAspect="1"/>
          </p:cNvGraphicFramePr>
          <p:nvPr/>
        </p:nvGraphicFramePr>
        <p:xfrm>
          <a:off x="5724128" y="2348880"/>
          <a:ext cx="395287" cy="438150"/>
        </p:xfrm>
        <a:graphic>
          <a:graphicData uri="http://schemas.openxmlformats.org/presentationml/2006/ole">
            <mc:AlternateContent xmlns:mc="http://schemas.openxmlformats.org/markup-compatibility/2006">
              <mc:Choice xmlns:v="urn:schemas-microsoft-com:vml" Requires="v">
                <p:oleObj spid="_x0000_s76774" name="Equation" r:id="rId8" imgW="177800" imgH="203200" progId="Equation.DSMT4">
                  <p:embed/>
                </p:oleObj>
              </mc:Choice>
              <mc:Fallback>
                <p:oleObj name="Equation" r:id="rId8" imgW="177800" imgH="203200" progId="Equation.DSMT4">
                  <p:embed/>
                  <p:pic>
                    <p:nvPicPr>
                      <p:cNvPr id="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2348880"/>
                        <a:ext cx="395287"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Box 12"/>
          <p:cNvSpPr txBox="1"/>
          <p:nvPr/>
        </p:nvSpPr>
        <p:spPr>
          <a:xfrm>
            <a:off x="539552" y="3645024"/>
            <a:ext cx="7992888" cy="954107"/>
          </a:xfrm>
          <a:prstGeom prst="rect">
            <a:avLst/>
          </a:prstGeom>
          <a:noFill/>
        </p:spPr>
        <p:txBody>
          <a:bodyPr wrap="square" rtlCol="0">
            <a:spAutoFit/>
          </a:bodyPr>
          <a:lstStyle/>
          <a:p>
            <a:r>
              <a:rPr lang="zh-CN" altLang="en-US" sz="2800" b="1" dirty="0" smtClean="0"/>
              <a:t>证明思路</a:t>
            </a:r>
            <a:r>
              <a:rPr lang="en-US" altLang="zh-CN" sz="2800" b="1" dirty="0" smtClean="0"/>
              <a:t>(</a:t>
            </a:r>
            <a:r>
              <a:rPr lang="zh-CN" altLang="en-US" sz="2800" b="1" dirty="0" smtClean="0">
                <a:solidFill>
                  <a:srgbClr val="FF0000"/>
                </a:solidFill>
              </a:rPr>
              <a:t>略！</a:t>
            </a:r>
            <a:r>
              <a:rPr lang="en-US" altLang="zh-CN" sz="2800" b="1" dirty="0" smtClean="0"/>
              <a:t>)</a:t>
            </a:r>
            <a:r>
              <a:rPr lang="zh-CN" altLang="en-US" sz="2800" b="1" dirty="0" smtClean="0"/>
              <a:t>：证明满足</a:t>
            </a:r>
            <a:r>
              <a:rPr lang="zh-CN" altLang="zh-CN" sz="2800" b="1" dirty="0" smtClean="0"/>
              <a:t>是</a:t>
            </a:r>
            <a:r>
              <a:rPr lang="en-US" altLang="zh-CN" sz="2800" b="1" dirty="0" smtClean="0"/>
              <a:t> </a:t>
            </a:r>
            <a:r>
              <a:rPr lang="en-US" altLang="zh-CN" sz="2800" b="1" dirty="0" err="1" smtClean="0"/>
              <a:t>gcd</a:t>
            </a:r>
            <a:r>
              <a:rPr lang="en-US" altLang="zh-CN" sz="2800" b="1" dirty="0" smtClean="0"/>
              <a:t>(</a:t>
            </a:r>
            <a:r>
              <a:rPr lang="en-US" altLang="zh-CN" sz="2800" b="1" dirty="0" err="1" smtClean="0"/>
              <a:t>k,n</a:t>
            </a:r>
            <a:r>
              <a:rPr lang="en-US" altLang="zh-CN" sz="2800" b="1" dirty="0" smtClean="0"/>
              <a:t>)=1</a:t>
            </a:r>
            <a:r>
              <a:rPr lang="zh-CN" altLang="en-US" sz="2800" b="1" dirty="0" smtClean="0"/>
              <a:t> 的     的阶为</a:t>
            </a:r>
            <a:r>
              <a:rPr lang="en-US" altLang="zh-CN" sz="2800" b="1" dirty="0" smtClean="0"/>
              <a:t>n</a:t>
            </a:r>
            <a:r>
              <a:rPr lang="zh-CN" altLang="en-US" sz="2800" b="1" dirty="0" smtClean="0"/>
              <a:t>，注意要抓住阶的定义中的“</a:t>
            </a:r>
            <a:r>
              <a:rPr lang="zh-CN" altLang="en-US" sz="2800" b="1" dirty="0" smtClean="0">
                <a:solidFill>
                  <a:srgbClr val="FF0000"/>
                </a:solidFill>
              </a:rPr>
              <a:t>最小正整数</a:t>
            </a:r>
            <a:r>
              <a:rPr lang="zh-CN" altLang="en-US" sz="2800" b="1" dirty="0" smtClean="0"/>
              <a:t>”。</a:t>
            </a:r>
            <a:endParaRPr lang="en-US" altLang="zh-CN" sz="2800" b="1" dirty="0" smtClean="0"/>
          </a:p>
        </p:txBody>
      </p:sp>
      <p:graphicFrame>
        <p:nvGraphicFramePr>
          <p:cNvPr id="75785" name="Object 9"/>
          <p:cNvGraphicFramePr>
            <a:graphicFrameLocks noChangeAspect="1"/>
          </p:cNvGraphicFramePr>
          <p:nvPr/>
        </p:nvGraphicFramePr>
        <p:xfrm>
          <a:off x="7417072" y="3645024"/>
          <a:ext cx="395288" cy="438150"/>
        </p:xfrm>
        <a:graphic>
          <a:graphicData uri="http://schemas.openxmlformats.org/presentationml/2006/ole">
            <mc:AlternateContent xmlns:mc="http://schemas.openxmlformats.org/markup-compatibility/2006">
              <mc:Choice xmlns:v="urn:schemas-microsoft-com:vml" Requires="v">
                <p:oleObj spid="_x0000_s76775" name="Equation" r:id="rId9" imgW="177800" imgH="203200" progId="Equation.DSMT4">
                  <p:embed/>
                </p:oleObj>
              </mc:Choice>
              <mc:Fallback>
                <p:oleObj name="Equation" r:id="rId9" imgW="177800" imgH="203200" progId="Equation.DSMT4">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7072" y="3645024"/>
                        <a:ext cx="395288"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107504" y="620688"/>
          <a:ext cx="8636000" cy="1560512"/>
        </p:xfrm>
        <a:graphic>
          <a:graphicData uri="http://schemas.openxmlformats.org/presentationml/2006/ole">
            <mc:AlternateContent xmlns:mc="http://schemas.openxmlformats.org/markup-compatibility/2006">
              <mc:Choice xmlns:v="urn:schemas-microsoft-com:vml" Requires="v">
                <p:oleObj spid="_x0000_s77455" name="文档" r:id="rId1" imgW="20488275" imgH="3724275" progId="Word.Document.12">
                  <p:embed/>
                </p:oleObj>
              </mc:Choice>
              <mc:Fallback>
                <p:oleObj name="文档" r:id="rId1" imgW="20488275" imgH="3724275" progId="Word.Document.12">
                  <p:embed/>
                  <p:pic>
                    <p:nvPicPr>
                      <p:cNvPr id="0" name="Picture 2"/>
                      <p:cNvPicPr>
                        <a:picLocks noChangeAspect="1" noChangeArrowheads="1"/>
                      </p:cNvPicPr>
                      <p:nvPr/>
                    </p:nvPicPr>
                    <p:blipFill>
                      <a:blip r:embed="rId2"/>
                      <a:srcRect/>
                      <a:stretch>
                        <a:fillRect/>
                      </a:stretch>
                    </p:blipFill>
                    <p:spPr bwMode="auto">
                      <a:xfrm>
                        <a:off x="107504" y="620688"/>
                        <a:ext cx="8636000" cy="1560512"/>
                      </a:xfrm>
                      <a:prstGeom prst="rect">
                        <a:avLst/>
                      </a:prstGeom>
                      <a:noFill/>
                    </p:spPr>
                  </p:pic>
                </p:oleObj>
              </mc:Fallback>
            </mc:AlternateContent>
          </a:graphicData>
        </a:graphic>
      </p:graphicFrame>
      <p:graphicFrame>
        <p:nvGraphicFramePr>
          <p:cNvPr id="76812" name="Object 12"/>
          <p:cNvGraphicFramePr>
            <a:graphicFrameLocks noChangeAspect="1"/>
          </p:cNvGraphicFramePr>
          <p:nvPr/>
        </p:nvGraphicFramePr>
        <p:xfrm>
          <a:off x="113978" y="2345011"/>
          <a:ext cx="9227486" cy="1660053"/>
        </p:xfrm>
        <a:graphic>
          <a:graphicData uri="http://schemas.openxmlformats.org/presentationml/2006/ole">
            <mc:AlternateContent xmlns:mc="http://schemas.openxmlformats.org/markup-compatibility/2006">
              <mc:Choice xmlns:v="urn:schemas-microsoft-com:vml" Requires="v">
                <p:oleObj spid="_x0000_s77456" name="文档" r:id="rId3" imgW="6577965" imgH="1394460" progId="Word.Document.12">
                  <p:embed/>
                </p:oleObj>
              </mc:Choice>
              <mc:Fallback>
                <p:oleObj name="文档" r:id="rId3" imgW="6577965" imgH="1394460" progId="Word.Document.12">
                  <p:embed/>
                  <p:pic>
                    <p:nvPicPr>
                      <p:cNvPr id="0" name="Picture 12"/>
                      <p:cNvPicPr>
                        <a:picLocks noChangeAspect="1" noChangeArrowheads="1"/>
                      </p:cNvPicPr>
                      <p:nvPr/>
                    </p:nvPicPr>
                    <p:blipFill>
                      <a:blip r:embed="rId4"/>
                      <a:srcRect/>
                      <a:stretch>
                        <a:fillRect/>
                      </a:stretch>
                    </p:blipFill>
                    <p:spPr bwMode="auto">
                      <a:xfrm>
                        <a:off x="113978" y="2345011"/>
                        <a:ext cx="9227486" cy="1660053"/>
                      </a:xfrm>
                      <a:prstGeom prst="rect">
                        <a:avLst/>
                      </a:prstGeom>
                      <a:noFill/>
                    </p:spPr>
                  </p:pic>
                </p:oleObj>
              </mc:Fallback>
            </mc:AlternateContent>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内容占位符 2"/>
          <p:cNvSpPr>
            <a:spLocks noGrp="1"/>
          </p:cNvSpPr>
          <p:nvPr>
            <p:ph idx="1"/>
          </p:nvPr>
        </p:nvSpPr>
        <p:spPr>
          <a:xfrm>
            <a:off x="158824" y="3933056"/>
            <a:ext cx="8229600" cy="1220768"/>
          </a:xfrm>
        </p:spPr>
        <p:txBody>
          <a:bodyPr/>
          <a:lstStyle/>
          <a:p>
            <a:r>
              <a:rPr lang="zh-CN" altLang="en-US" b="1" dirty="0" smtClean="0">
                <a:solidFill>
                  <a:schemeClr val="bg2">
                    <a:lumMod val="25000"/>
                  </a:schemeClr>
                </a:solidFill>
              </a:rPr>
              <a:t>定义</a:t>
            </a:r>
            <a:r>
              <a:rPr lang="en-US" altLang="zh-CN" b="1" dirty="0" smtClean="0">
                <a:solidFill>
                  <a:schemeClr val="bg2">
                    <a:lumMod val="25000"/>
                  </a:schemeClr>
                </a:solidFill>
              </a:rPr>
              <a:t>4.5.2 </a:t>
            </a:r>
            <a:r>
              <a:rPr lang="zh-CN" altLang="en-US" b="1" dirty="0" smtClean="0">
                <a:solidFill>
                  <a:schemeClr val="bg2">
                    <a:lumMod val="25000"/>
                  </a:schemeClr>
                </a:solidFill>
              </a:rPr>
              <a:t>设                 ，若    的阶为           则称     为      的生成元或原根。</a:t>
            </a:r>
            <a:endParaRPr lang="en-US" altLang="zh-CN" b="1" dirty="0" smtClean="0">
              <a:solidFill>
                <a:schemeClr val="bg2">
                  <a:lumMod val="25000"/>
                </a:schemeClr>
              </a:solidFill>
            </a:endParaRPr>
          </a:p>
        </p:txBody>
      </p:sp>
      <p:graphicFrame>
        <p:nvGraphicFramePr>
          <p:cNvPr id="6" name="对象 5"/>
          <p:cNvGraphicFramePr>
            <a:graphicFrameLocks noChangeAspect="1"/>
          </p:cNvGraphicFramePr>
          <p:nvPr/>
        </p:nvGraphicFramePr>
        <p:xfrm>
          <a:off x="2401416" y="3986416"/>
          <a:ext cx="1105397" cy="389072"/>
        </p:xfrm>
        <a:graphic>
          <a:graphicData uri="http://schemas.openxmlformats.org/presentationml/2006/ole">
            <mc:AlternateContent xmlns:mc="http://schemas.openxmlformats.org/markup-compatibility/2006">
              <mc:Choice xmlns:v="urn:schemas-microsoft-com:vml" Requires="v">
                <p:oleObj spid="_x0000_s77457" name="Formula" r:id="rId5" imgW="3619500" imgH="1266825" progId="Equation.Ribbit">
                  <p:embed/>
                </p:oleObj>
              </mc:Choice>
              <mc:Fallback>
                <p:oleObj name="Formula" r:id="rId5" imgW="3619500" imgH="1266825" progId="Equation.Ribbit">
                  <p:embed/>
                  <p:pic>
                    <p:nvPicPr>
                      <p:cNvPr id="0" name="图片 77456"/>
                      <p:cNvPicPr/>
                      <p:nvPr/>
                    </p:nvPicPr>
                    <p:blipFill>
                      <a:blip r:embed="rId6"/>
                      <a:stretch>
                        <a:fillRect/>
                      </a:stretch>
                    </p:blipFill>
                    <p:spPr>
                      <a:xfrm>
                        <a:off x="2401416" y="3986416"/>
                        <a:ext cx="1105397" cy="389072"/>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4345632" y="4102438"/>
          <a:ext cx="225425" cy="273050"/>
        </p:xfrm>
        <a:graphic>
          <a:graphicData uri="http://schemas.openxmlformats.org/presentationml/2006/ole">
            <mc:AlternateContent xmlns:mc="http://schemas.openxmlformats.org/markup-compatibility/2006">
              <mc:Choice xmlns:v="urn:schemas-microsoft-com:vml" Requires="v">
                <p:oleObj spid="_x0000_s77458" name="Formula" r:id="rId7" imgW="733425" imgH="895350" progId="Equation.Ribbit">
                  <p:embed/>
                </p:oleObj>
              </mc:Choice>
              <mc:Fallback>
                <p:oleObj name="Formula" r:id="rId7" imgW="733425" imgH="895350" progId="Equation.Ribbit">
                  <p:embed/>
                  <p:pic>
                    <p:nvPicPr>
                      <p:cNvPr id="0" name="图片 77457"/>
                      <p:cNvPicPr/>
                      <p:nvPr/>
                    </p:nvPicPr>
                    <p:blipFill>
                      <a:blip r:embed="rId8"/>
                      <a:stretch>
                        <a:fillRect/>
                      </a:stretch>
                    </p:blipFill>
                    <p:spPr>
                      <a:xfrm>
                        <a:off x="4345632" y="4102438"/>
                        <a:ext cx="225425" cy="27305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5588074" y="3978776"/>
          <a:ext cx="766763" cy="403225"/>
        </p:xfrm>
        <a:graphic>
          <a:graphicData uri="http://schemas.openxmlformats.org/presentationml/2006/ole">
            <mc:AlternateContent xmlns:mc="http://schemas.openxmlformats.org/markup-compatibility/2006">
              <mc:Choice xmlns:v="urn:schemas-microsoft-com:vml" Requires="v">
                <p:oleObj spid="_x0000_s77459" name="Formula" r:id="rId9" imgW="2514600" imgH="1323975" progId="Equation.Ribbit">
                  <p:embed/>
                </p:oleObj>
              </mc:Choice>
              <mc:Fallback>
                <p:oleObj name="Formula" r:id="rId9" imgW="2514600" imgH="1323975" progId="Equation.Ribbit">
                  <p:embed/>
                  <p:pic>
                    <p:nvPicPr>
                      <p:cNvPr id="0" name="图片 77458"/>
                      <p:cNvPicPr/>
                      <p:nvPr/>
                    </p:nvPicPr>
                    <p:blipFill>
                      <a:blip r:embed="rId10"/>
                      <a:stretch>
                        <a:fillRect/>
                      </a:stretch>
                    </p:blipFill>
                    <p:spPr>
                      <a:xfrm>
                        <a:off x="5588074" y="3978776"/>
                        <a:ext cx="766763" cy="403225"/>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7200216" y="4070922"/>
          <a:ext cx="225425" cy="273050"/>
        </p:xfrm>
        <a:graphic>
          <a:graphicData uri="http://schemas.openxmlformats.org/presentationml/2006/ole">
            <mc:AlternateContent xmlns:mc="http://schemas.openxmlformats.org/markup-compatibility/2006">
              <mc:Choice xmlns:v="urn:schemas-microsoft-com:vml" Requires="v">
                <p:oleObj spid="_x0000_s77460" name="Formula" r:id="rId11" imgW="733425" imgH="895350" progId="Equation.Ribbit">
                  <p:embed/>
                </p:oleObj>
              </mc:Choice>
              <mc:Fallback>
                <p:oleObj name="Formula" r:id="rId11" imgW="733425" imgH="895350" progId="Equation.Ribbit">
                  <p:embed/>
                  <p:pic>
                    <p:nvPicPr>
                      <p:cNvPr id="0" name="图片 77459"/>
                      <p:cNvPicPr/>
                      <p:nvPr/>
                    </p:nvPicPr>
                    <p:blipFill>
                      <a:blip r:embed="rId8"/>
                      <a:stretch>
                        <a:fillRect/>
                      </a:stretch>
                    </p:blipFill>
                    <p:spPr>
                      <a:xfrm>
                        <a:off x="7200216" y="4070922"/>
                        <a:ext cx="225425" cy="27305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7912943" y="4013701"/>
          <a:ext cx="465137" cy="388938"/>
        </p:xfrm>
        <a:graphic>
          <a:graphicData uri="http://schemas.openxmlformats.org/presentationml/2006/ole">
            <mc:AlternateContent xmlns:mc="http://schemas.openxmlformats.org/markup-compatibility/2006">
              <mc:Choice xmlns:v="urn:schemas-microsoft-com:vml" Requires="v">
                <p:oleObj spid="_x0000_s77461" name="Formula" r:id="rId12" imgW="1524000" imgH="1266825" progId="Equation.Ribbit">
                  <p:embed/>
                </p:oleObj>
              </mc:Choice>
              <mc:Fallback>
                <p:oleObj name="Formula" r:id="rId12" imgW="1524000" imgH="1266825" progId="Equation.Ribbit">
                  <p:embed/>
                  <p:pic>
                    <p:nvPicPr>
                      <p:cNvPr id="0" name="图片 77460"/>
                      <p:cNvPicPr/>
                      <p:nvPr/>
                    </p:nvPicPr>
                    <p:blipFill>
                      <a:blip r:embed="rId13"/>
                      <a:stretch>
                        <a:fillRect/>
                      </a:stretch>
                    </p:blipFill>
                    <p:spPr>
                      <a:xfrm>
                        <a:off x="7912943" y="4013701"/>
                        <a:ext cx="465137" cy="388938"/>
                      </a:xfrm>
                      <a:prstGeom prst="rect">
                        <a:avLst/>
                      </a:prstGeom>
                    </p:spPr>
                  </p:pic>
                </p:oleObj>
              </mc:Fallback>
            </mc:AlternateContent>
          </a:graphicData>
        </a:graphic>
      </p:graphicFrame>
      <p:sp>
        <p:nvSpPr>
          <p:cNvPr id="17" name="内容占位符 2"/>
          <p:cNvSpPr txBox="1"/>
          <p:nvPr/>
        </p:nvSpPr>
        <p:spPr>
          <a:xfrm>
            <a:off x="251520" y="5099842"/>
            <a:ext cx="8229600" cy="993454"/>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lang="zh-CN" altLang="en-US" b="1" dirty="0" smtClean="0">
                <a:solidFill>
                  <a:schemeClr val="accent1"/>
                </a:solidFill>
              </a:rPr>
              <a:t>定理</a:t>
            </a:r>
            <a:r>
              <a:rPr lang="en-US" b="1" dirty="0" smtClean="0">
                <a:solidFill>
                  <a:schemeClr val="accent1"/>
                </a:solidFill>
              </a:rPr>
              <a:t>4.5.4 </a:t>
            </a:r>
            <a:r>
              <a:rPr lang="zh-CN" altLang="en-US" b="1" dirty="0" smtClean="0"/>
              <a:t>循环群的子群是循环群。循环群的商群也是循环群。</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8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 calcmode="lin" valueType="num">
                                      <p:cBhvr additive="base">
                                        <p:cTn id="11"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ppt_x"/>
                                          </p:val>
                                        </p:tav>
                                        <p:tav tm="100000">
                                          <p:val>
                                            <p:strVal val="#ppt_x"/>
                                          </p:val>
                                        </p:tav>
                                      </p:tavLst>
                                    </p:anim>
                                    <p:anim calcmode="lin" valueType="num">
                                      <p:cBhvr additive="base">
                                        <p:cTn id="3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7" grpId="0"/>
    </p:bld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99392"/>
            <a:ext cx="8229600" cy="1143000"/>
          </a:xfrm>
        </p:spPr>
        <p:txBody>
          <a:bodyPr/>
          <a:lstStyle/>
          <a:p>
            <a:r>
              <a:rPr lang="zh-CN" altLang="en-US" dirty="0" smtClean="0"/>
              <a:t>引理</a:t>
            </a:r>
            <a:r>
              <a:rPr lang="en-US" altLang="zh-CN" dirty="0" smtClean="0"/>
              <a:t>4.5.1</a:t>
            </a:r>
            <a:r>
              <a:rPr lang="zh-CN" altLang="en-US" dirty="0" smtClean="0"/>
              <a:t>的证明</a:t>
            </a:r>
            <a:endParaRPr lang="zh-CN" altLang="en-US" dirty="0"/>
          </a:p>
        </p:txBody>
      </p:sp>
      <p:graphicFrame>
        <p:nvGraphicFramePr>
          <p:cNvPr id="4" name="对象 3"/>
          <p:cNvGraphicFramePr>
            <a:graphicFrameLocks noChangeAspect="1"/>
          </p:cNvGraphicFramePr>
          <p:nvPr/>
        </p:nvGraphicFramePr>
        <p:xfrm>
          <a:off x="966788" y="1184070"/>
          <a:ext cx="6794500" cy="4530725"/>
        </p:xfrm>
        <a:graphic>
          <a:graphicData uri="http://schemas.openxmlformats.org/presentationml/2006/ole">
            <mc:AlternateContent xmlns:mc="http://schemas.openxmlformats.org/markup-compatibility/2006">
              <mc:Choice xmlns:v="urn:schemas-microsoft-com:vml" Requires="v">
                <p:oleObj spid="_x0000_s77990" name="文档" r:id="rId1" imgW="6104255" imgH="4079875" progId="Word.Document.12">
                  <p:embed/>
                </p:oleObj>
              </mc:Choice>
              <mc:Fallback>
                <p:oleObj name="文档" r:id="rId1" imgW="6104255" imgH="4079875" progId="Word.Document.12">
                  <p:embed/>
                  <p:pic>
                    <p:nvPicPr>
                      <p:cNvPr id="0" name="Picture 2"/>
                      <p:cNvPicPr>
                        <a:picLocks noChangeAspect="1" noChangeArrowheads="1"/>
                      </p:cNvPicPr>
                      <p:nvPr/>
                    </p:nvPicPr>
                    <p:blipFill>
                      <a:blip r:embed="rId2"/>
                      <a:srcRect/>
                      <a:stretch>
                        <a:fillRect/>
                      </a:stretch>
                    </p:blipFill>
                    <p:spPr bwMode="auto">
                      <a:xfrm>
                        <a:off x="966788" y="1184070"/>
                        <a:ext cx="6794500" cy="453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0"/>
            <a:ext cx="8229600" cy="908720"/>
          </a:xfrm>
        </p:spPr>
        <p:txBody>
          <a:bodyPr/>
          <a:lstStyle/>
          <a:p>
            <a:r>
              <a:rPr lang="zh-CN" altLang="en-US" dirty="0" smtClean="0"/>
              <a:t>引理</a:t>
            </a:r>
            <a:r>
              <a:rPr lang="en-US" altLang="zh-CN" dirty="0" smtClean="0"/>
              <a:t>4.5.2</a:t>
            </a:r>
            <a:r>
              <a:rPr lang="zh-CN" altLang="en-US" dirty="0" smtClean="0"/>
              <a:t>的证明</a:t>
            </a:r>
            <a:endParaRPr lang="zh-CN" altLang="en-US" dirty="0"/>
          </a:p>
        </p:txBody>
      </p:sp>
      <p:graphicFrame>
        <p:nvGraphicFramePr>
          <p:cNvPr id="5" name="对象 4"/>
          <p:cNvGraphicFramePr>
            <a:graphicFrameLocks noChangeAspect="1"/>
          </p:cNvGraphicFramePr>
          <p:nvPr/>
        </p:nvGraphicFramePr>
        <p:xfrm>
          <a:off x="1498600" y="908720"/>
          <a:ext cx="6029325" cy="4902200"/>
        </p:xfrm>
        <a:graphic>
          <a:graphicData uri="http://schemas.openxmlformats.org/presentationml/2006/ole">
            <mc:AlternateContent xmlns:mc="http://schemas.openxmlformats.org/markup-compatibility/2006">
              <mc:Choice xmlns:v="urn:schemas-microsoft-com:vml" Requires="v">
                <p:oleObj spid="_x0000_s80037" name="文档" r:id="rId1" imgW="6104255" imgH="4972685" progId="Word.Document.12">
                  <p:embed/>
                </p:oleObj>
              </mc:Choice>
              <mc:Fallback>
                <p:oleObj name="文档" r:id="rId1" imgW="6104255" imgH="4972685" progId="Word.Document.12">
                  <p:embed/>
                  <p:pic>
                    <p:nvPicPr>
                      <p:cNvPr id="0" name="Picture 2"/>
                      <p:cNvPicPr>
                        <a:picLocks noChangeAspect="1" noChangeArrowheads="1"/>
                      </p:cNvPicPr>
                      <p:nvPr/>
                    </p:nvPicPr>
                    <p:blipFill>
                      <a:blip r:embed="rId2"/>
                      <a:srcRect/>
                      <a:stretch>
                        <a:fillRect/>
                      </a:stretch>
                    </p:blipFill>
                    <p:spPr bwMode="auto">
                      <a:xfrm>
                        <a:off x="1498600" y="908720"/>
                        <a:ext cx="6029325" cy="4902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0"/>
            <a:ext cx="8229600" cy="908720"/>
          </a:xfrm>
        </p:spPr>
        <p:txBody>
          <a:bodyPr/>
          <a:lstStyle/>
          <a:p>
            <a:r>
              <a:rPr lang="zh-CN" altLang="en-US" dirty="0" smtClean="0"/>
              <a:t>引理</a:t>
            </a:r>
            <a:r>
              <a:rPr lang="en-US" altLang="zh-CN" dirty="0" smtClean="0"/>
              <a:t>4.5.2</a:t>
            </a:r>
            <a:r>
              <a:rPr lang="zh-CN" altLang="en-US" dirty="0" smtClean="0"/>
              <a:t>的证明</a:t>
            </a:r>
            <a:endParaRPr lang="zh-CN" altLang="en-US" dirty="0"/>
          </a:p>
        </p:txBody>
      </p:sp>
      <p:graphicFrame>
        <p:nvGraphicFramePr>
          <p:cNvPr id="5" name="对象 4"/>
          <p:cNvGraphicFramePr>
            <a:graphicFrameLocks noChangeAspect="1"/>
          </p:cNvGraphicFramePr>
          <p:nvPr/>
        </p:nvGraphicFramePr>
        <p:xfrm>
          <a:off x="1552575" y="764704"/>
          <a:ext cx="6027738" cy="3360738"/>
        </p:xfrm>
        <a:graphic>
          <a:graphicData uri="http://schemas.openxmlformats.org/presentationml/2006/ole">
            <mc:AlternateContent xmlns:mc="http://schemas.openxmlformats.org/markup-compatibility/2006">
              <mc:Choice xmlns:v="urn:schemas-microsoft-com:vml" Requires="v">
                <p:oleObj spid="_x0000_s79341" name="文档" r:id="rId1" imgW="6104255" imgH="3406775" progId="Word.Document.12">
                  <p:embed/>
                </p:oleObj>
              </mc:Choice>
              <mc:Fallback>
                <p:oleObj name="文档" r:id="rId1" imgW="6104255" imgH="3406775" progId="Word.Document.12">
                  <p:embed/>
                  <p:pic>
                    <p:nvPicPr>
                      <p:cNvPr id="0" name="Picture 3"/>
                      <p:cNvPicPr>
                        <a:picLocks noChangeAspect="1" noChangeArrowheads="1"/>
                      </p:cNvPicPr>
                      <p:nvPr/>
                    </p:nvPicPr>
                    <p:blipFill>
                      <a:blip r:embed="rId2"/>
                      <a:srcRect/>
                      <a:stretch>
                        <a:fillRect/>
                      </a:stretch>
                    </p:blipFill>
                    <p:spPr bwMode="auto">
                      <a:xfrm>
                        <a:off x="1552575" y="764704"/>
                        <a:ext cx="6027738" cy="3360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251520" y="4005064"/>
            <a:ext cx="8424936" cy="1815882"/>
          </a:xfrm>
          <a:prstGeom prst="rect">
            <a:avLst/>
          </a:prstGeom>
          <a:noFill/>
        </p:spPr>
        <p:txBody>
          <a:bodyPr wrap="square" rtlCol="0">
            <a:spAutoFit/>
          </a:bodyPr>
          <a:lstStyle/>
          <a:p>
            <a:pPr>
              <a:buFont typeface="Arial" panose="020B0604020202020204" pitchFamily="34" charset="0"/>
              <a:buChar char="•"/>
            </a:pPr>
            <a:r>
              <a:rPr lang="zh-CN" altLang="zh-CN" sz="2800" b="1" dirty="0" smtClean="0"/>
              <a:t>根据</a:t>
            </a:r>
            <a:r>
              <a:rPr lang="zh-CN" altLang="zh-CN" sz="2800" b="1" dirty="0" smtClean="0">
                <a:solidFill>
                  <a:schemeClr val="accent1"/>
                </a:solidFill>
              </a:rPr>
              <a:t>引理</a:t>
            </a:r>
            <a:r>
              <a:rPr lang="en-US" altLang="zh-CN" sz="2800" b="1" dirty="0" smtClean="0">
                <a:solidFill>
                  <a:schemeClr val="accent1"/>
                </a:solidFill>
              </a:rPr>
              <a:t>4.5.2</a:t>
            </a:r>
            <a:r>
              <a:rPr lang="zh-CN" altLang="zh-CN" sz="2800" b="1" dirty="0" smtClean="0"/>
              <a:t>的结论，很容易得出定理</a:t>
            </a:r>
            <a:r>
              <a:rPr lang="en-US" altLang="zh-CN" sz="2800" b="1" dirty="0" smtClean="0"/>
              <a:t>4.5.1</a:t>
            </a:r>
            <a:r>
              <a:rPr lang="zh-CN" altLang="zh-CN" sz="2800" b="1" dirty="0" smtClean="0"/>
              <a:t>的结论。</a:t>
            </a:r>
            <a:endParaRPr lang="en-US" altLang="zh-CN" sz="2800" b="1" dirty="0" smtClean="0"/>
          </a:p>
          <a:p>
            <a:pPr>
              <a:buFont typeface="Arial" panose="020B0604020202020204" pitchFamily="34" charset="0"/>
              <a:buChar char="•"/>
            </a:pPr>
            <a:r>
              <a:rPr lang="zh-CN" altLang="zh-CN" sz="2800" b="1" dirty="0" smtClean="0"/>
              <a:t>根据</a:t>
            </a:r>
            <a:r>
              <a:rPr lang="zh-CN" altLang="zh-CN" sz="2800" b="1" dirty="0" smtClean="0">
                <a:solidFill>
                  <a:schemeClr val="accent1"/>
                </a:solidFill>
              </a:rPr>
              <a:t>定理</a:t>
            </a:r>
            <a:r>
              <a:rPr lang="en-US" altLang="zh-CN" sz="2800" b="1" dirty="0" smtClean="0">
                <a:solidFill>
                  <a:schemeClr val="accent1"/>
                </a:solidFill>
              </a:rPr>
              <a:t>4.5.1</a:t>
            </a:r>
            <a:r>
              <a:rPr lang="zh-CN" altLang="zh-CN" sz="2800" b="1" dirty="0" smtClean="0"/>
              <a:t>，</a:t>
            </a:r>
            <a:r>
              <a:rPr lang="en-US" altLang="zh-CN" sz="2800" b="1" dirty="0" smtClean="0"/>
              <a:t>n</a:t>
            </a:r>
            <a:r>
              <a:rPr lang="zh-CN" altLang="zh-CN" sz="2800" b="1" dirty="0" smtClean="0"/>
              <a:t>阶循环群</a:t>
            </a:r>
            <a:r>
              <a:rPr lang="en-US" altLang="zh-CN" sz="2800" b="1" dirty="0" smtClean="0"/>
              <a:t> </a:t>
            </a:r>
            <a:r>
              <a:rPr lang="zh-CN" altLang="zh-CN" sz="2800" b="1" dirty="0" smtClean="0"/>
              <a:t>的生成元的个数为</a:t>
            </a:r>
            <a:r>
              <a:rPr lang="en-US" altLang="zh-CN" sz="2800" b="1" dirty="0" smtClean="0"/>
              <a:t>       </a:t>
            </a:r>
            <a:r>
              <a:rPr lang="zh-CN" altLang="zh-CN" sz="2800" b="1" dirty="0" smtClean="0"/>
              <a:t>。</a:t>
            </a:r>
            <a:endParaRPr lang="en-US" altLang="zh-CN" sz="2800" b="1" dirty="0" smtClean="0"/>
          </a:p>
          <a:p>
            <a:pPr>
              <a:buFont typeface="Arial" panose="020B0604020202020204" pitchFamily="34" charset="0"/>
              <a:buChar char="•"/>
            </a:pPr>
            <a:r>
              <a:rPr lang="zh-CN" altLang="zh-CN" sz="2800" b="1" dirty="0" smtClean="0"/>
              <a:t>根据</a:t>
            </a:r>
            <a:r>
              <a:rPr lang="zh-CN" altLang="zh-CN" sz="2800" b="1" dirty="0" smtClean="0">
                <a:solidFill>
                  <a:schemeClr val="accent1"/>
                </a:solidFill>
              </a:rPr>
              <a:t>定理</a:t>
            </a:r>
            <a:r>
              <a:rPr lang="en-US" altLang="zh-CN" sz="2800" b="1" dirty="0" smtClean="0">
                <a:solidFill>
                  <a:schemeClr val="accent1"/>
                </a:solidFill>
              </a:rPr>
              <a:t>4.5.1</a:t>
            </a:r>
            <a:r>
              <a:rPr lang="zh-CN" altLang="zh-CN" sz="2800" b="1" dirty="0" smtClean="0"/>
              <a:t>可知，模整数</a:t>
            </a:r>
            <a:r>
              <a:rPr lang="en-US" altLang="zh-CN" sz="2800" b="1" dirty="0" smtClean="0"/>
              <a:t>m</a:t>
            </a:r>
            <a:r>
              <a:rPr lang="zh-CN" altLang="zh-CN" sz="2800" b="1" dirty="0" smtClean="0"/>
              <a:t>的剩余类加群中的生成元有</a:t>
            </a:r>
            <a:r>
              <a:rPr lang="en-US" altLang="zh-CN" sz="2800" b="1" dirty="0" smtClean="0"/>
              <a:t>        </a:t>
            </a:r>
            <a:r>
              <a:rPr lang="zh-CN" altLang="zh-CN" sz="2800" b="1" dirty="0" smtClean="0"/>
              <a:t>，其生成元</a:t>
            </a:r>
            <a:r>
              <a:rPr lang="en-US" altLang="zh-CN" sz="2800" b="1" i="1" dirty="0" smtClean="0"/>
              <a:t>a</a:t>
            </a:r>
            <a:r>
              <a:rPr lang="zh-CN" altLang="zh-CN" sz="2800" b="1" dirty="0" smtClean="0"/>
              <a:t>满足</a:t>
            </a:r>
            <a:r>
              <a:rPr lang="en-US" altLang="zh-CN" sz="2800" b="1" dirty="0" err="1" smtClean="0">
                <a:solidFill>
                  <a:srgbClr val="FF0000"/>
                </a:solidFill>
              </a:rPr>
              <a:t>gcd</a:t>
            </a:r>
            <a:r>
              <a:rPr lang="en-US" altLang="zh-CN" sz="2800" b="1" dirty="0" smtClean="0">
                <a:solidFill>
                  <a:srgbClr val="FF0000"/>
                </a:solidFill>
              </a:rPr>
              <a:t>(</a:t>
            </a:r>
            <a:r>
              <a:rPr lang="en-US" altLang="zh-CN" sz="2800" b="1" i="1" dirty="0" err="1" smtClean="0">
                <a:solidFill>
                  <a:srgbClr val="FF0000"/>
                </a:solidFill>
              </a:rPr>
              <a:t>a,m</a:t>
            </a:r>
            <a:r>
              <a:rPr lang="en-US" altLang="zh-CN" sz="2800" b="1" dirty="0" smtClean="0">
                <a:solidFill>
                  <a:srgbClr val="FF0000"/>
                </a:solidFill>
              </a:rPr>
              <a:t>)=1</a:t>
            </a:r>
            <a:r>
              <a:rPr lang="zh-CN" altLang="zh-CN" sz="2800" b="1" dirty="0" smtClean="0"/>
              <a:t>。</a:t>
            </a:r>
            <a:endParaRPr lang="zh-CN" altLang="en-US" sz="2800" b="1" dirty="0"/>
          </a:p>
        </p:txBody>
      </p:sp>
      <p:sp>
        <p:nvSpPr>
          <p:cNvPr id="78853" name="Rectangle 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78852" name="Object 4"/>
          <p:cNvGraphicFramePr>
            <a:graphicFrameLocks noChangeAspect="1"/>
          </p:cNvGraphicFramePr>
          <p:nvPr/>
        </p:nvGraphicFramePr>
        <p:xfrm>
          <a:off x="7524328" y="4524802"/>
          <a:ext cx="648072" cy="400280"/>
        </p:xfrm>
        <a:graphic>
          <a:graphicData uri="http://schemas.openxmlformats.org/presentationml/2006/ole">
            <mc:AlternateContent xmlns:mc="http://schemas.openxmlformats.org/markup-compatibility/2006">
              <mc:Choice xmlns:v="urn:schemas-microsoft-com:vml" Requires="v">
                <p:oleObj spid="_x0000_s79342" name="Equation" r:id="rId3" imgW="330200" imgH="203200" progId="Equation.DSMT4">
                  <p:embed/>
                </p:oleObj>
              </mc:Choice>
              <mc:Fallback>
                <p:oleObj name="Equation" r:id="rId3" imgW="330200" imgH="203200" progId="Equation.DSMT4">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4328" y="4524802"/>
                        <a:ext cx="648072" cy="4002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8854" name="Object 6"/>
          <p:cNvGraphicFramePr>
            <a:graphicFrameLocks noChangeAspect="1"/>
          </p:cNvGraphicFramePr>
          <p:nvPr/>
        </p:nvGraphicFramePr>
        <p:xfrm>
          <a:off x="1475656" y="5388898"/>
          <a:ext cx="579437" cy="333375"/>
        </p:xfrm>
        <a:graphic>
          <a:graphicData uri="http://schemas.openxmlformats.org/presentationml/2006/ole">
            <mc:AlternateContent xmlns:mc="http://schemas.openxmlformats.org/markup-compatibility/2006">
              <mc:Choice xmlns:v="urn:schemas-microsoft-com:vml" Requires="v">
                <p:oleObj spid="_x0000_s79343" name="Equation" r:id="rId5" imgW="355600" imgH="203200" progId="Equation.DSMT4">
                  <p:embed/>
                </p:oleObj>
              </mc:Choice>
              <mc:Fallback>
                <p:oleObj name="Equation" r:id="rId5" imgW="355600" imgH="203200" progId="Equation.DSMT4">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5656" y="5388898"/>
                        <a:ext cx="579437" cy="333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332656"/>
            <a:ext cx="8229600" cy="648072"/>
          </a:xfrm>
        </p:spPr>
        <p:txBody>
          <a:bodyPr>
            <a:normAutofit fontScale="90000"/>
          </a:bodyPr>
          <a:lstStyle/>
          <a:p>
            <a:pPr algn="ctr"/>
            <a:r>
              <a:rPr lang="zh-CN" altLang="en-US" dirty="0" smtClean="0"/>
              <a:t>原根</a:t>
            </a:r>
            <a:endParaRPr lang="zh-CN" altLang="en-US" dirty="0"/>
          </a:p>
        </p:txBody>
      </p:sp>
      <p:sp>
        <p:nvSpPr>
          <p:cNvPr id="3" name="内容占位符 2"/>
          <p:cNvSpPr>
            <a:spLocks noGrp="1"/>
          </p:cNvSpPr>
          <p:nvPr>
            <p:ph idx="1"/>
          </p:nvPr>
        </p:nvSpPr>
        <p:spPr>
          <a:xfrm>
            <a:off x="457200" y="1132000"/>
            <a:ext cx="8229600" cy="4389120"/>
          </a:xfrm>
        </p:spPr>
        <p:txBody>
          <a:bodyPr/>
          <a:lstStyle/>
          <a:p>
            <a:r>
              <a:rPr lang="zh-CN" altLang="en-US" b="1" dirty="0" smtClean="0">
                <a:solidFill>
                  <a:schemeClr val="bg2">
                    <a:lumMod val="25000"/>
                  </a:schemeClr>
                </a:solidFill>
              </a:rPr>
              <a:t>定义</a:t>
            </a:r>
            <a:r>
              <a:rPr lang="en-US" altLang="zh-CN" b="1" dirty="0" smtClean="0">
                <a:solidFill>
                  <a:schemeClr val="bg2">
                    <a:lumMod val="25000"/>
                  </a:schemeClr>
                </a:solidFill>
              </a:rPr>
              <a:t>4.5.2 </a:t>
            </a:r>
            <a:r>
              <a:rPr lang="zh-CN" altLang="en-US" b="1" dirty="0" smtClean="0">
                <a:solidFill>
                  <a:schemeClr val="bg2">
                    <a:lumMod val="25000"/>
                  </a:schemeClr>
                </a:solidFill>
              </a:rPr>
              <a:t>设                 ，若    的阶为           则称     为      的生成元或原根。</a:t>
            </a:r>
            <a:endParaRPr lang="en-US" altLang="zh-CN" b="1" dirty="0" smtClean="0">
              <a:solidFill>
                <a:schemeClr val="bg2">
                  <a:lumMod val="25000"/>
                </a:schemeClr>
              </a:solidFill>
            </a:endParaRPr>
          </a:p>
          <a:p>
            <a:endParaRPr lang="en-US" altLang="zh-CN" b="1" dirty="0">
              <a:solidFill>
                <a:schemeClr val="bg2">
                  <a:lumMod val="25000"/>
                </a:schemeClr>
              </a:solidFill>
            </a:endParaRPr>
          </a:p>
          <a:p>
            <a:r>
              <a:rPr lang="zh-CN" altLang="en-US" b="1" dirty="0" smtClean="0">
                <a:solidFill>
                  <a:schemeClr val="bg2">
                    <a:lumMod val="25000"/>
                  </a:schemeClr>
                </a:solidFill>
              </a:rPr>
              <a:t>定理 </a:t>
            </a:r>
            <a:r>
              <a:rPr lang="en-US" altLang="zh-CN" b="1" dirty="0" smtClean="0">
                <a:solidFill>
                  <a:schemeClr val="bg2">
                    <a:lumMod val="25000"/>
                  </a:schemeClr>
                </a:solidFill>
              </a:rPr>
              <a:t>4.5.3 </a:t>
            </a:r>
            <a:r>
              <a:rPr lang="zh-CN" altLang="en-US" b="1" dirty="0" smtClean="0">
                <a:solidFill>
                  <a:schemeClr val="bg2">
                    <a:lumMod val="25000"/>
                  </a:schemeClr>
                </a:solidFill>
              </a:rPr>
              <a:t>（原根的存在性）       有生成元当且仅当      </a:t>
            </a:r>
            <a:endParaRPr lang="en-US" altLang="zh-CN" b="1" dirty="0" smtClean="0">
              <a:solidFill>
                <a:schemeClr val="bg2">
                  <a:lumMod val="25000"/>
                </a:schemeClr>
              </a:solidFill>
            </a:endParaRPr>
          </a:p>
          <a:p>
            <a:pPr marL="0" indent="0">
              <a:buNone/>
            </a:pPr>
            <a:r>
              <a:rPr lang="en-US" altLang="zh-CN" b="1" dirty="0">
                <a:solidFill>
                  <a:schemeClr val="bg2">
                    <a:lumMod val="25000"/>
                  </a:schemeClr>
                </a:solidFill>
              </a:rPr>
              <a:t> </a:t>
            </a:r>
            <a:r>
              <a:rPr lang="en-US" altLang="zh-CN" b="1" dirty="0" smtClean="0">
                <a:solidFill>
                  <a:schemeClr val="bg2">
                    <a:lumMod val="25000"/>
                  </a:schemeClr>
                </a:solidFill>
              </a:rPr>
              <a:t>                                 </a:t>
            </a:r>
            <a:r>
              <a:rPr lang="zh-CN" altLang="en-US" b="1" dirty="0" smtClean="0">
                <a:solidFill>
                  <a:schemeClr val="bg2">
                    <a:lumMod val="25000"/>
                  </a:schemeClr>
                </a:solidFill>
              </a:rPr>
              <a:t>，其中</a:t>
            </a:r>
            <a:r>
              <a:rPr lang="en-US" altLang="zh-CN" i="1" dirty="0" smtClean="0">
                <a:solidFill>
                  <a:schemeClr val="bg2">
                    <a:lumMod val="25000"/>
                  </a:schemeClr>
                </a:solidFill>
                <a:latin typeface="Times New Roman" panose="02020603050405020304" pitchFamily="18" charset="0"/>
                <a:cs typeface="Times New Roman" panose="02020603050405020304" pitchFamily="18" charset="0"/>
              </a:rPr>
              <a:t>p</a:t>
            </a:r>
            <a:r>
              <a:rPr lang="zh-CN" altLang="en-US" b="1" dirty="0" smtClean="0">
                <a:solidFill>
                  <a:schemeClr val="bg2">
                    <a:lumMod val="25000"/>
                  </a:schemeClr>
                </a:solidFill>
              </a:rPr>
              <a:t>为一个奇素数，且            。</a:t>
            </a:r>
            <a:endParaRPr lang="en-US" altLang="zh-CN" b="1" dirty="0" smtClean="0">
              <a:solidFill>
                <a:schemeClr val="bg2">
                  <a:lumMod val="25000"/>
                </a:schemeClr>
              </a:solidFill>
            </a:endParaRPr>
          </a:p>
          <a:p>
            <a:pPr marL="0" indent="0">
              <a:buNone/>
            </a:pPr>
            <a:r>
              <a:rPr lang="zh-CN" altLang="en-US" b="1" dirty="0">
                <a:solidFill>
                  <a:schemeClr val="bg2">
                    <a:lumMod val="25000"/>
                  </a:schemeClr>
                </a:solidFill>
              </a:rPr>
              <a:t>特别</a:t>
            </a:r>
            <a:r>
              <a:rPr lang="zh-CN" altLang="en-US" b="1" dirty="0" smtClean="0">
                <a:solidFill>
                  <a:schemeClr val="bg2">
                    <a:lumMod val="25000"/>
                  </a:schemeClr>
                </a:solidFill>
              </a:rPr>
              <a:t>的，如果</a:t>
            </a:r>
            <a:r>
              <a:rPr lang="en-US" altLang="zh-CN" i="1" dirty="0" smtClean="0">
                <a:solidFill>
                  <a:schemeClr val="bg2">
                    <a:lumMod val="25000"/>
                  </a:schemeClr>
                </a:solidFill>
                <a:latin typeface="Times New Roman" panose="02020603050405020304" pitchFamily="18" charset="0"/>
                <a:cs typeface="Times New Roman" panose="02020603050405020304" pitchFamily="18" charset="0"/>
              </a:rPr>
              <a:t>p</a:t>
            </a:r>
            <a:r>
              <a:rPr lang="zh-CN" altLang="en-US" b="1" dirty="0" smtClean="0">
                <a:solidFill>
                  <a:schemeClr val="bg2">
                    <a:lumMod val="25000"/>
                  </a:schemeClr>
                </a:solidFill>
              </a:rPr>
              <a:t>是素数，则       有生成元。</a:t>
            </a:r>
            <a:endParaRPr lang="en-US" altLang="zh-CN" b="1" dirty="0" smtClean="0">
              <a:solidFill>
                <a:schemeClr val="bg2">
                  <a:lumMod val="25000"/>
                </a:schemeClr>
              </a:solidFill>
            </a:endParaRPr>
          </a:p>
          <a:p>
            <a:pPr marL="0" indent="0">
              <a:buNone/>
            </a:pPr>
            <a:endParaRPr lang="en-US" altLang="zh-CN" b="1" dirty="0">
              <a:solidFill>
                <a:schemeClr val="bg2">
                  <a:lumMod val="25000"/>
                </a:schemeClr>
              </a:solidFill>
            </a:endParaRPr>
          </a:p>
          <a:p>
            <a:pPr marL="0" indent="0">
              <a:buNone/>
            </a:pPr>
            <a:r>
              <a:rPr lang="zh-CN" altLang="en-US" b="1" dirty="0" smtClean="0">
                <a:solidFill>
                  <a:schemeClr val="bg2">
                    <a:lumMod val="25000"/>
                  </a:schemeClr>
                </a:solidFill>
              </a:rPr>
              <a:t>例</a:t>
            </a:r>
            <a:r>
              <a:rPr lang="en-US" altLang="zh-CN" b="1" dirty="0" smtClean="0">
                <a:solidFill>
                  <a:schemeClr val="bg2">
                    <a:lumMod val="25000"/>
                  </a:schemeClr>
                </a:solidFill>
              </a:rPr>
              <a:t>4.5.2 </a:t>
            </a:r>
            <a:r>
              <a:rPr lang="zh-CN" altLang="en-US" b="1" dirty="0" smtClean="0">
                <a:solidFill>
                  <a:schemeClr val="bg2">
                    <a:lumMod val="25000"/>
                  </a:schemeClr>
                </a:solidFill>
              </a:rPr>
              <a:t>（</a:t>
            </a:r>
            <a:r>
              <a:rPr lang="en-US" altLang="zh-CN" b="1" dirty="0" smtClean="0">
                <a:solidFill>
                  <a:schemeClr val="bg2">
                    <a:lumMod val="25000"/>
                  </a:schemeClr>
                </a:solidFill>
              </a:rPr>
              <a:t>1</a:t>
            </a:r>
            <a:r>
              <a:rPr lang="zh-CN" altLang="en-US" b="1" dirty="0" smtClean="0">
                <a:solidFill>
                  <a:schemeClr val="bg2">
                    <a:lumMod val="25000"/>
                  </a:schemeClr>
                </a:solidFill>
              </a:rPr>
              <a:t>）       没有生成元。</a:t>
            </a:r>
            <a:r>
              <a:rPr lang="en-US" altLang="zh-CN" b="1" dirty="0" smtClean="0">
                <a:solidFill>
                  <a:schemeClr val="bg2">
                    <a:lumMod val="25000"/>
                  </a:schemeClr>
                </a:solidFill>
              </a:rPr>
              <a:t>(</a:t>
            </a:r>
            <a:r>
              <a:rPr lang="zh-CN" altLang="en-US" b="1" dirty="0" smtClean="0">
                <a:solidFill>
                  <a:schemeClr val="bg2">
                    <a:lumMod val="25000"/>
                  </a:schemeClr>
                </a:solidFill>
              </a:rPr>
              <a:t>前面例子结论！</a:t>
            </a:r>
            <a:r>
              <a:rPr lang="en-US" altLang="zh-CN" b="1" dirty="0" smtClean="0">
                <a:solidFill>
                  <a:schemeClr val="bg2">
                    <a:lumMod val="25000"/>
                  </a:schemeClr>
                </a:solidFill>
              </a:rPr>
              <a:t>)</a:t>
            </a:r>
            <a:endParaRPr lang="en-US" altLang="zh-CN" b="1" dirty="0" smtClean="0">
              <a:solidFill>
                <a:schemeClr val="bg2">
                  <a:lumMod val="25000"/>
                </a:schemeClr>
              </a:solidFill>
            </a:endParaRPr>
          </a:p>
          <a:p>
            <a:pPr marL="0" indent="0">
              <a:buNone/>
            </a:pPr>
            <a:r>
              <a:rPr lang="en-US" altLang="zh-CN" b="1" dirty="0">
                <a:solidFill>
                  <a:schemeClr val="bg2">
                    <a:lumMod val="25000"/>
                  </a:schemeClr>
                </a:solidFill>
              </a:rPr>
              <a:t> </a:t>
            </a:r>
            <a:r>
              <a:rPr lang="en-US" altLang="zh-CN" b="1" dirty="0" smtClean="0">
                <a:solidFill>
                  <a:schemeClr val="bg2">
                    <a:lumMod val="25000"/>
                  </a:schemeClr>
                </a:solidFill>
              </a:rPr>
              <a:t>             </a:t>
            </a:r>
            <a:r>
              <a:rPr lang="zh-CN" altLang="en-US" b="1" dirty="0" smtClean="0">
                <a:solidFill>
                  <a:schemeClr val="bg2">
                    <a:lumMod val="25000"/>
                  </a:schemeClr>
                </a:solidFill>
              </a:rPr>
              <a:t>（</a:t>
            </a:r>
            <a:r>
              <a:rPr lang="en-US" altLang="zh-CN" b="1" dirty="0" smtClean="0">
                <a:solidFill>
                  <a:schemeClr val="bg2">
                    <a:lumMod val="25000"/>
                  </a:schemeClr>
                </a:solidFill>
              </a:rPr>
              <a:t>2</a:t>
            </a:r>
            <a:r>
              <a:rPr lang="zh-CN" altLang="en-US" b="1" dirty="0" smtClean="0">
                <a:solidFill>
                  <a:schemeClr val="bg2">
                    <a:lumMod val="25000"/>
                  </a:schemeClr>
                </a:solidFill>
              </a:rPr>
              <a:t>）     有生成元</a:t>
            </a:r>
            <a:r>
              <a:rPr lang="en-US" altLang="zh-CN" b="1" dirty="0" smtClean="0">
                <a:solidFill>
                  <a:schemeClr val="bg2">
                    <a:lumMod val="25000"/>
                  </a:schemeClr>
                </a:solidFill>
              </a:rPr>
              <a:t>5</a:t>
            </a:r>
            <a:r>
              <a:rPr lang="zh-CN" altLang="en-US" b="1" dirty="0" smtClean="0">
                <a:solidFill>
                  <a:schemeClr val="bg2">
                    <a:lumMod val="25000"/>
                  </a:schemeClr>
                </a:solidFill>
              </a:rPr>
              <a:t>。</a:t>
            </a:r>
            <a:endParaRPr lang="zh-CN" altLang="en-US" b="1" dirty="0">
              <a:solidFill>
                <a:schemeClr val="bg2">
                  <a:lumMod val="25000"/>
                </a:schemeClr>
              </a:solidFill>
            </a:endParaRPr>
          </a:p>
        </p:txBody>
      </p:sp>
      <p:graphicFrame>
        <p:nvGraphicFramePr>
          <p:cNvPr id="4" name="对象 3"/>
          <p:cNvGraphicFramePr>
            <a:graphicFrameLocks noChangeAspect="1"/>
          </p:cNvGraphicFramePr>
          <p:nvPr/>
        </p:nvGraphicFramePr>
        <p:xfrm>
          <a:off x="2699792" y="1185360"/>
          <a:ext cx="1105397" cy="389072"/>
        </p:xfrm>
        <a:graphic>
          <a:graphicData uri="http://schemas.openxmlformats.org/presentationml/2006/ole">
            <mc:AlternateContent xmlns:mc="http://schemas.openxmlformats.org/markup-compatibility/2006">
              <mc:Choice xmlns:v="urn:schemas-microsoft-com:vml" Requires="v">
                <p:oleObj spid="_x0000_s130650" name="Formula" r:id="rId1" imgW="3619500" imgH="1266825" progId="Equation.Ribbit">
                  <p:embed/>
                </p:oleObj>
              </mc:Choice>
              <mc:Fallback>
                <p:oleObj name="Formula" r:id="rId1" imgW="3619500" imgH="1266825" progId="Equation.Ribbit">
                  <p:embed/>
                  <p:pic>
                    <p:nvPicPr>
                      <p:cNvPr id="0" name="图片 130649"/>
                      <p:cNvPicPr/>
                      <p:nvPr/>
                    </p:nvPicPr>
                    <p:blipFill>
                      <a:blip r:embed="rId2"/>
                      <a:stretch>
                        <a:fillRect/>
                      </a:stretch>
                    </p:blipFill>
                    <p:spPr>
                      <a:xfrm>
                        <a:off x="2699792" y="1185360"/>
                        <a:ext cx="1105397" cy="389072"/>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4644008" y="1301382"/>
          <a:ext cx="225425" cy="273050"/>
        </p:xfrm>
        <a:graphic>
          <a:graphicData uri="http://schemas.openxmlformats.org/presentationml/2006/ole">
            <mc:AlternateContent xmlns:mc="http://schemas.openxmlformats.org/markup-compatibility/2006">
              <mc:Choice xmlns:v="urn:schemas-microsoft-com:vml" Requires="v">
                <p:oleObj spid="_x0000_s130651" name="Formula" r:id="rId3" imgW="733425" imgH="895350" progId="Equation.Ribbit">
                  <p:embed/>
                </p:oleObj>
              </mc:Choice>
              <mc:Fallback>
                <p:oleObj name="Formula" r:id="rId3" imgW="733425" imgH="895350" progId="Equation.Ribbit">
                  <p:embed/>
                  <p:pic>
                    <p:nvPicPr>
                      <p:cNvPr id="0" name="图片 130650"/>
                      <p:cNvPicPr/>
                      <p:nvPr/>
                    </p:nvPicPr>
                    <p:blipFill>
                      <a:blip r:embed="rId4"/>
                      <a:stretch>
                        <a:fillRect/>
                      </a:stretch>
                    </p:blipFill>
                    <p:spPr>
                      <a:xfrm>
                        <a:off x="4644008" y="1301382"/>
                        <a:ext cx="225425" cy="27305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5886450" y="1177720"/>
          <a:ext cx="766763" cy="403225"/>
        </p:xfrm>
        <a:graphic>
          <a:graphicData uri="http://schemas.openxmlformats.org/presentationml/2006/ole">
            <mc:AlternateContent xmlns:mc="http://schemas.openxmlformats.org/markup-compatibility/2006">
              <mc:Choice xmlns:v="urn:schemas-microsoft-com:vml" Requires="v">
                <p:oleObj spid="_x0000_s130652" name="Formula" r:id="rId5" imgW="2514600" imgH="1323975" progId="Equation.Ribbit">
                  <p:embed/>
                </p:oleObj>
              </mc:Choice>
              <mc:Fallback>
                <p:oleObj name="Formula" r:id="rId5" imgW="2514600" imgH="1323975" progId="Equation.Ribbit">
                  <p:embed/>
                  <p:pic>
                    <p:nvPicPr>
                      <p:cNvPr id="0" name="图片 130651"/>
                      <p:cNvPicPr/>
                      <p:nvPr/>
                    </p:nvPicPr>
                    <p:blipFill>
                      <a:blip r:embed="rId6"/>
                      <a:stretch>
                        <a:fillRect/>
                      </a:stretch>
                    </p:blipFill>
                    <p:spPr>
                      <a:xfrm>
                        <a:off x="5886450" y="1177720"/>
                        <a:ext cx="766763" cy="403225"/>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7498592" y="1269866"/>
          <a:ext cx="225425" cy="273050"/>
        </p:xfrm>
        <a:graphic>
          <a:graphicData uri="http://schemas.openxmlformats.org/presentationml/2006/ole">
            <mc:AlternateContent xmlns:mc="http://schemas.openxmlformats.org/markup-compatibility/2006">
              <mc:Choice xmlns:v="urn:schemas-microsoft-com:vml" Requires="v">
                <p:oleObj spid="_x0000_s130653" name="Formula" r:id="rId7" imgW="733425" imgH="895350" progId="Equation.Ribbit">
                  <p:embed/>
                </p:oleObj>
              </mc:Choice>
              <mc:Fallback>
                <p:oleObj name="Formula" r:id="rId7" imgW="733425" imgH="895350" progId="Equation.Ribbit">
                  <p:embed/>
                  <p:pic>
                    <p:nvPicPr>
                      <p:cNvPr id="0" name="图片 130652"/>
                      <p:cNvPicPr/>
                      <p:nvPr/>
                    </p:nvPicPr>
                    <p:blipFill>
                      <a:blip r:embed="rId4"/>
                      <a:stretch>
                        <a:fillRect/>
                      </a:stretch>
                    </p:blipFill>
                    <p:spPr>
                      <a:xfrm>
                        <a:off x="7498592" y="1269866"/>
                        <a:ext cx="225425" cy="27305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8211319" y="1212645"/>
          <a:ext cx="465137" cy="388938"/>
        </p:xfrm>
        <a:graphic>
          <a:graphicData uri="http://schemas.openxmlformats.org/presentationml/2006/ole">
            <mc:AlternateContent xmlns:mc="http://schemas.openxmlformats.org/markup-compatibility/2006">
              <mc:Choice xmlns:v="urn:schemas-microsoft-com:vml" Requires="v">
                <p:oleObj spid="_x0000_s130654" name="Formula" r:id="rId8" imgW="1524000" imgH="1266825" progId="Equation.Ribbit">
                  <p:embed/>
                </p:oleObj>
              </mc:Choice>
              <mc:Fallback>
                <p:oleObj name="Formula" r:id="rId8" imgW="1524000" imgH="1266825" progId="Equation.Ribbit">
                  <p:embed/>
                  <p:pic>
                    <p:nvPicPr>
                      <p:cNvPr id="0" name="图片 130653"/>
                      <p:cNvPicPr/>
                      <p:nvPr/>
                    </p:nvPicPr>
                    <p:blipFill>
                      <a:blip r:embed="rId9"/>
                      <a:stretch>
                        <a:fillRect/>
                      </a:stretch>
                    </p:blipFill>
                    <p:spPr>
                      <a:xfrm>
                        <a:off x="8211319" y="1212645"/>
                        <a:ext cx="465137" cy="388938"/>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5004048" y="2553512"/>
          <a:ext cx="465137" cy="388938"/>
        </p:xfrm>
        <a:graphic>
          <a:graphicData uri="http://schemas.openxmlformats.org/presentationml/2006/ole">
            <mc:AlternateContent xmlns:mc="http://schemas.openxmlformats.org/markup-compatibility/2006">
              <mc:Choice xmlns:v="urn:schemas-microsoft-com:vml" Requires="v">
                <p:oleObj spid="_x0000_s130655" name="Formula" r:id="rId10" imgW="1524000" imgH="1266825" progId="Equation.Ribbit">
                  <p:embed/>
                </p:oleObj>
              </mc:Choice>
              <mc:Fallback>
                <p:oleObj name="Formula" r:id="rId10" imgW="1524000" imgH="1266825" progId="Equation.Ribbit">
                  <p:embed/>
                  <p:pic>
                    <p:nvPicPr>
                      <p:cNvPr id="0" name="图片 130654"/>
                      <p:cNvPicPr/>
                      <p:nvPr/>
                    </p:nvPicPr>
                    <p:blipFill>
                      <a:blip r:embed="rId9"/>
                      <a:stretch>
                        <a:fillRect/>
                      </a:stretch>
                    </p:blipFill>
                    <p:spPr>
                      <a:xfrm>
                        <a:off x="5004048" y="2553512"/>
                        <a:ext cx="465137" cy="388938"/>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755576" y="2942450"/>
          <a:ext cx="2362200" cy="400050"/>
        </p:xfrm>
        <a:graphic>
          <a:graphicData uri="http://schemas.openxmlformats.org/presentationml/2006/ole">
            <mc:AlternateContent xmlns:mc="http://schemas.openxmlformats.org/markup-compatibility/2006">
              <mc:Choice xmlns:v="urn:schemas-microsoft-com:vml" Requires="v">
                <p:oleObj spid="_x0000_s130656" name="Formula" r:id="rId11" imgW="7734300" imgH="1314450" progId="Equation.Ribbit">
                  <p:embed/>
                </p:oleObj>
              </mc:Choice>
              <mc:Fallback>
                <p:oleObj name="Formula" r:id="rId11" imgW="7734300" imgH="1314450" progId="Equation.Ribbit">
                  <p:embed/>
                  <p:pic>
                    <p:nvPicPr>
                      <p:cNvPr id="0" name="图片 130655"/>
                      <p:cNvPicPr/>
                      <p:nvPr/>
                    </p:nvPicPr>
                    <p:blipFill>
                      <a:blip r:embed="rId12"/>
                      <a:stretch>
                        <a:fillRect/>
                      </a:stretch>
                    </p:blipFill>
                    <p:spPr>
                      <a:xfrm>
                        <a:off x="755576" y="2942450"/>
                        <a:ext cx="2362200" cy="40005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7149926" y="3057568"/>
          <a:ext cx="806450" cy="360362"/>
        </p:xfrm>
        <a:graphic>
          <a:graphicData uri="http://schemas.openxmlformats.org/presentationml/2006/ole">
            <mc:AlternateContent xmlns:mc="http://schemas.openxmlformats.org/markup-compatibility/2006">
              <mc:Choice xmlns:v="urn:schemas-microsoft-com:vml" Requires="v">
                <p:oleObj spid="_x0000_s130657" name="Formula" r:id="rId13" imgW="2638425" imgH="1181100" progId="Equation.Ribbit">
                  <p:embed/>
                </p:oleObj>
              </mc:Choice>
              <mc:Fallback>
                <p:oleObj name="Formula" r:id="rId13" imgW="2638425" imgH="1181100" progId="Equation.Ribbit">
                  <p:embed/>
                  <p:pic>
                    <p:nvPicPr>
                      <p:cNvPr id="0" name="图片 130656"/>
                      <p:cNvPicPr/>
                      <p:nvPr/>
                    </p:nvPicPr>
                    <p:blipFill>
                      <a:blip r:embed="rId14"/>
                      <a:stretch>
                        <a:fillRect/>
                      </a:stretch>
                    </p:blipFill>
                    <p:spPr>
                      <a:xfrm>
                        <a:off x="7149926" y="3057568"/>
                        <a:ext cx="806450" cy="360362"/>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4456113" y="3504152"/>
          <a:ext cx="374650" cy="417512"/>
        </p:xfrm>
        <a:graphic>
          <a:graphicData uri="http://schemas.openxmlformats.org/presentationml/2006/ole">
            <mc:AlternateContent xmlns:mc="http://schemas.openxmlformats.org/markup-compatibility/2006">
              <mc:Choice xmlns:v="urn:schemas-microsoft-com:vml" Requires="v">
                <p:oleObj spid="_x0000_s130658" name="Formula" r:id="rId15" imgW="1228725" imgH="1362075" progId="Equation.Ribbit">
                  <p:embed/>
                </p:oleObj>
              </mc:Choice>
              <mc:Fallback>
                <p:oleObj name="Formula" r:id="rId15" imgW="1228725" imgH="1362075" progId="Equation.Ribbit">
                  <p:embed/>
                  <p:pic>
                    <p:nvPicPr>
                      <p:cNvPr id="0" name="图片 130657"/>
                      <p:cNvPicPr/>
                      <p:nvPr/>
                    </p:nvPicPr>
                    <p:blipFill>
                      <a:blip r:embed="rId16"/>
                      <a:stretch>
                        <a:fillRect/>
                      </a:stretch>
                    </p:blipFill>
                    <p:spPr>
                      <a:xfrm>
                        <a:off x="4456113" y="3504152"/>
                        <a:ext cx="374650" cy="417512"/>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2403475" y="4425745"/>
          <a:ext cx="481013" cy="388938"/>
        </p:xfrm>
        <a:graphic>
          <a:graphicData uri="http://schemas.openxmlformats.org/presentationml/2006/ole">
            <mc:AlternateContent xmlns:mc="http://schemas.openxmlformats.org/markup-compatibility/2006">
              <mc:Choice xmlns:v="urn:schemas-microsoft-com:vml" Requires="v">
                <p:oleObj spid="_x0000_s130659" name="Formula" r:id="rId17" imgW="1571625" imgH="1266825" progId="Equation.Ribbit">
                  <p:embed/>
                </p:oleObj>
              </mc:Choice>
              <mc:Fallback>
                <p:oleObj name="Formula" r:id="rId17" imgW="1571625" imgH="1266825" progId="Equation.Ribbit">
                  <p:embed/>
                  <p:pic>
                    <p:nvPicPr>
                      <p:cNvPr id="0" name="图片 130658"/>
                      <p:cNvPicPr/>
                      <p:nvPr/>
                    </p:nvPicPr>
                    <p:blipFill>
                      <a:blip r:embed="rId18"/>
                      <a:stretch>
                        <a:fillRect/>
                      </a:stretch>
                    </p:blipFill>
                    <p:spPr>
                      <a:xfrm>
                        <a:off x="2403475" y="4425745"/>
                        <a:ext cx="481013" cy="388938"/>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2392363" y="4959145"/>
          <a:ext cx="376237" cy="388938"/>
        </p:xfrm>
        <a:graphic>
          <a:graphicData uri="http://schemas.openxmlformats.org/presentationml/2006/ole">
            <mc:AlternateContent xmlns:mc="http://schemas.openxmlformats.org/markup-compatibility/2006">
              <mc:Choice xmlns:v="urn:schemas-microsoft-com:vml" Requires="v">
                <p:oleObj spid="_x0000_s130660" name="Formula" r:id="rId19" imgW="1228725" imgH="1276350" progId="Equation.Ribbit">
                  <p:embed/>
                </p:oleObj>
              </mc:Choice>
              <mc:Fallback>
                <p:oleObj name="Formula" r:id="rId19" imgW="1228725" imgH="1276350" progId="Equation.Ribbit">
                  <p:embed/>
                  <p:pic>
                    <p:nvPicPr>
                      <p:cNvPr id="0" name="图片 130659"/>
                      <p:cNvPicPr/>
                      <p:nvPr/>
                    </p:nvPicPr>
                    <p:blipFill>
                      <a:blip r:embed="rId20"/>
                      <a:stretch>
                        <a:fillRect/>
                      </a:stretch>
                    </p:blipFill>
                    <p:spPr>
                      <a:xfrm>
                        <a:off x="2392363" y="4959145"/>
                        <a:ext cx="376237" cy="388938"/>
                      </a:xfrm>
                      <a:prstGeom prst="rect">
                        <a:avLst/>
                      </a:prstGeom>
                    </p:spPr>
                  </p:pic>
                </p:oleObj>
              </mc:Fallback>
            </mc:AlternateContent>
          </a:graphicData>
        </a:graphic>
      </p:graphicFrame>
      <p:sp>
        <p:nvSpPr>
          <p:cNvPr id="15" name="灯片编号占位符 1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84"/>
            <a:ext cx="8229600" cy="1143000"/>
          </a:xfrm>
        </p:spPr>
        <p:txBody>
          <a:bodyPr/>
          <a:lstStyle/>
          <a:p>
            <a:r>
              <a:rPr lang="zh-CN" altLang="en-US" dirty="0" smtClean="0"/>
              <a:t>循环群的子群和商群</a:t>
            </a:r>
            <a:endParaRPr lang="zh-CN" altLang="en-US" dirty="0"/>
          </a:p>
        </p:txBody>
      </p:sp>
      <p:sp>
        <p:nvSpPr>
          <p:cNvPr id="3" name="内容占位符 2"/>
          <p:cNvSpPr>
            <a:spLocks noGrp="1"/>
          </p:cNvSpPr>
          <p:nvPr>
            <p:ph idx="1"/>
          </p:nvPr>
        </p:nvSpPr>
        <p:spPr>
          <a:xfrm>
            <a:off x="457200" y="1204008"/>
            <a:ext cx="8229600" cy="993454"/>
          </a:xfrm>
        </p:spPr>
        <p:txBody>
          <a:bodyPr/>
          <a:lstStyle/>
          <a:p>
            <a:r>
              <a:rPr lang="zh-CN" altLang="en-US" b="1" dirty="0" smtClean="0">
                <a:solidFill>
                  <a:schemeClr val="accent1"/>
                </a:solidFill>
              </a:rPr>
              <a:t>定理</a:t>
            </a:r>
            <a:r>
              <a:rPr lang="en-US" b="1" dirty="0" smtClean="0">
                <a:solidFill>
                  <a:schemeClr val="accent1"/>
                </a:solidFill>
              </a:rPr>
              <a:t>4.5.4 </a:t>
            </a:r>
            <a:r>
              <a:rPr lang="zh-CN" altLang="en-US" b="1" dirty="0" smtClean="0"/>
              <a:t>循环群的子群是循环群。循环群的商群也是循环群。</a:t>
            </a:r>
            <a:endParaRPr lang="zh-CN" altLang="en-US" b="1" dirty="0"/>
          </a:p>
        </p:txBody>
      </p:sp>
      <p:sp>
        <p:nvSpPr>
          <p:cNvPr id="4" name="TextBox 3"/>
          <p:cNvSpPr txBox="1"/>
          <p:nvPr/>
        </p:nvSpPr>
        <p:spPr>
          <a:xfrm>
            <a:off x="714348" y="2126024"/>
            <a:ext cx="5857916" cy="523220"/>
          </a:xfrm>
          <a:prstGeom prst="rect">
            <a:avLst/>
          </a:prstGeom>
          <a:noFill/>
        </p:spPr>
        <p:txBody>
          <a:bodyPr wrap="square" rtlCol="0">
            <a:spAutoFit/>
          </a:bodyPr>
          <a:lstStyle/>
          <a:p>
            <a:r>
              <a:rPr lang="zh-CN" altLang="en-US" sz="2800" b="1" dirty="0" smtClean="0">
                <a:solidFill>
                  <a:schemeClr val="accent1"/>
                </a:solidFill>
              </a:rPr>
              <a:t>证明思路</a:t>
            </a:r>
            <a:r>
              <a:rPr lang="zh-CN" altLang="en-US" sz="2800" b="1" dirty="0" smtClean="0"/>
              <a:t>：</a:t>
            </a:r>
            <a:r>
              <a:rPr lang="zh-CN" altLang="en-US" sz="2800" b="1" dirty="0" smtClean="0">
                <a:solidFill>
                  <a:srgbClr val="FF0000"/>
                </a:solidFill>
              </a:rPr>
              <a:t>寻找生成元</a:t>
            </a:r>
            <a:r>
              <a:rPr lang="zh-CN" altLang="en-US" sz="2800" b="1" dirty="0" smtClean="0"/>
              <a:t>。</a:t>
            </a:r>
            <a:endParaRPr lang="zh-CN" altLang="en-US" sz="2800" b="1" dirty="0"/>
          </a:p>
        </p:txBody>
      </p:sp>
      <p:graphicFrame>
        <p:nvGraphicFramePr>
          <p:cNvPr id="5" name="对象 4"/>
          <p:cNvGraphicFramePr>
            <a:graphicFrameLocks noChangeAspect="1"/>
          </p:cNvGraphicFramePr>
          <p:nvPr/>
        </p:nvGraphicFramePr>
        <p:xfrm>
          <a:off x="473075" y="2895966"/>
          <a:ext cx="8412163" cy="2895600"/>
        </p:xfrm>
        <a:graphic>
          <a:graphicData uri="http://schemas.openxmlformats.org/presentationml/2006/ole">
            <mc:AlternateContent xmlns:mc="http://schemas.openxmlformats.org/markup-compatibility/2006">
              <mc:Choice xmlns:v="urn:schemas-microsoft-com:vml" Requires="v">
                <p:oleObj spid="_x0000_s81062" name="文档" r:id="rId1" imgW="8571865" imgH="2962275" progId="Word.Document.12">
                  <p:embed/>
                </p:oleObj>
              </mc:Choice>
              <mc:Fallback>
                <p:oleObj name="文档" r:id="rId1" imgW="8571865" imgH="2962275" progId="Word.Document.12">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075" y="2895966"/>
                        <a:ext cx="8412163" cy="289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143000"/>
          </a:xfrm>
        </p:spPr>
        <p:txBody>
          <a:bodyPr/>
          <a:lstStyle/>
          <a:p>
            <a:r>
              <a:rPr lang="zh-CN" altLang="en-US" dirty="0" smtClean="0"/>
              <a:t>循环群的子群和商群（续）</a:t>
            </a:r>
            <a:endParaRPr lang="zh-CN" altLang="en-US" dirty="0"/>
          </a:p>
        </p:txBody>
      </p:sp>
      <p:graphicFrame>
        <p:nvGraphicFramePr>
          <p:cNvPr id="4" name="对象 3"/>
          <p:cNvGraphicFramePr>
            <a:graphicFrameLocks noChangeAspect="1"/>
          </p:cNvGraphicFramePr>
          <p:nvPr/>
        </p:nvGraphicFramePr>
        <p:xfrm>
          <a:off x="1127125" y="1484784"/>
          <a:ext cx="7085013" cy="3536950"/>
        </p:xfrm>
        <a:graphic>
          <a:graphicData uri="http://schemas.openxmlformats.org/presentationml/2006/ole">
            <mc:AlternateContent xmlns:mc="http://schemas.openxmlformats.org/markup-compatibility/2006">
              <mc:Choice xmlns:v="urn:schemas-microsoft-com:vml" Requires="v">
                <p:oleObj spid="_x0000_s82085" name="文档" r:id="rId1" imgW="7162800" imgH="3560445" progId="Word.Document.12">
                  <p:embed/>
                </p:oleObj>
              </mc:Choice>
              <mc:Fallback>
                <p:oleObj name="文档" r:id="rId1" imgW="7162800" imgH="3560445" progId="Word.Document.12">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125" y="1484784"/>
                        <a:ext cx="7085013" cy="3536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43408"/>
            <a:ext cx="8229600" cy="1143000"/>
          </a:xfrm>
        </p:spPr>
        <p:txBody>
          <a:bodyPr/>
          <a:lstStyle/>
          <a:p>
            <a:r>
              <a:rPr lang="zh-CN" altLang="en-US" dirty="0" smtClean="0"/>
              <a:t>群中常用算法</a:t>
            </a:r>
            <a:endParaRPr lang="zh-CN" altLang="en-US" dirty="0"/>
          </a:p>
        </p:txBody>
      </p:sp>
      <p:sp>
        <p:nvSpPr>
          <p:cNvPr id="3" name="内容占位符 2"/>
          <p:cNvSpPr>
            <a:spLocks noGrp="1"/>
          </p:cNvSpPr>
          <p:nvPr>
            <p:ph idx="1"/>
          </p:nvPr>
        </p:nvSpPr>
        <p:spPr>
          <a:xfrm>
            <a:off x="323528" y="836712"/>
            <a:ext cx="8229600" cy="993454"/>
          </a:xfrm>
        </p:spPr>
        <p:txBody>
          <a:bodyPr/>
          <a:lstStyle/>
          <a:p>
            <a:r>
              <a:rPr lang="zh-CN" altLang="en-US" b="1" dirty="0" smtClean="0">
                <a:solidFill>
                  <a:schemeClr val="accent1"/>
                </a:solidFill>
              </a:rPr>
              <a:t>确定元素的阶：</a:t>
            </a:r>
            <a:r>
              <a:rPr lang="zh-CN" altLang="en-US" b="1" dirty="0" smtClean="0"/>
              <a:t>如果群的阶</a:t>
            </a:r>
            <a:r>
              <a:rPr lang="en-US" b="1" dirty="0" smtClean="0"/>
              <a:t>n</a:t>
            </a:r>
            <a:r>
              <a:rPr lang="zh-CN" altLang="en-US" b="1" dirty="0" smtClean="0"/>
              <a:t>的素因子分解已知，则算法</a:t>
            </a:r>
            <a:r>
              <a:rPr lang="en-US" b="1" dirty="0" smtClean="0"/>
              <a:t>4.5.1</a:t>
            </a:r>
            <a:r>
              <a:rPr lang="zh-CN" altLang="en-US" b="1" dirty="0" smtClean="0"/>
              <a:t>是确定群中元素的阶的有效方法。</a:t>
            </a:r>
            <a:endParaRPr lang="zh-CN" altLang="en-US" b="1" dirty="0"/>
          </a:p>
        </p:txBody>
      </p:sp>
      <p:sp>
        <p:nvSpPr>
          <p:cNvPr id="101378"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01377" name="Object 1"/>
          <p:cNvGraphicFramePr>
            <a:graphicFrameLocks noChangeAspect="1"/>
          </p:cNvGraphicFramePr>
          <p:nvPr/>
        </p:nvGraphicFramePr>
        <p:xfrm>
          <a:off x="1043608" y="1830166"/>
          <a:ext cx="7242184" cy="4659307"/>
        </p:xfrm>
        <a:graphic>
          <a:graphicData uri="http://schemas.openxmlformats.org/presentationml/2006/ole">
            <mc:AlternateContent xmlns:mc="http://schemas.openxmlformats.org/markup-compatibility/2006">
              <mc:Choice xmlns:v="urn:schemas-microsoft-com:vml" Requires="v">
                <p:oleObj spid="_x0000_s107673" name="Picture" r:id="rId1" imgW="15449550" imgH="9915525" progId="Word.Picture.8">
                  <p:embed/>
                </p:oleObj>
              </mc:Choice>
              <mc:Fallback>
                <p:oleObj name="Picture" r:id="rId1" imgW="15449550" imgH="9915525" progId="Word.Picture.8">
                  <p:embed/>
                  <p:pic>
                    <p:nvPicPr>
                      <p:cNvPr id="0" name="图片 107672"/>
                      <p:cNvPicPr>
                        <a:picLocks noChangeAspect="1" noChangeArrowheads="1"/>
                      </p:cNvPicPr>
                      <p:nvPr/>
                    </p:nvPicPr>
                    <p:blipFill>
                      <a:blip r:embed="rId2"/>
                      <a:srcRect/>
                      <a:stretch>
                        <a:fillRect/>
                      </a:stretch>
                    </p:blipFill>
                    <p:spPr bwMode="auto">
                      <a:xfrm>
                        <a:off x="1043608" y="1830166"/>
                        <a:ext cx="7242184" cy="4659307"/>
                      </a:xfrm>
                      <a:prstGeom prst="rect">
                        <a:avLst/>
                      </a:prstGeom>
                      <a:noFill/>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3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1143000"/>
          </a:xfrm>
        </p:spPr>
        <p:txBody>
          <a:bodyPr>
            <a:normAutofit fontScale="90000"/>
          </a:bodyPr>
          <a:lstStyle/>
          <a:p>
            <a:r>
              <a:rPr lang="zh-CN" altLang="en-US" dirty="0" smtClean="0"/>
              <a:t>求循环群生成元的有效随机算法</a:t>
            </a:r>
            <a:endParaRPr lang="zh-CN" altLang="en-US" dirty="0"/>
          </a:p>
        </p:txBody>
      </p:sp>
      <p:sp>
        <p:nvSpPr>
          <p:cNvPr id="102402"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02401" name="Object 1"/>
          <p:cNvGraphicFramePr>
            <a:graphicFrameLocks noChangeAspect="1"/>
          </p:cNvGraphicFramePr>
          <p:nvPr/>
        </p:nvGraphicFramePr>
        <p:xfrm>
          <a:off x="295275" y="1412776"/>
          <a:ext cx="8636000" cy="4289425"/>
        </p:xfrm>
        <a:graphic>
          <a:graphicData uri="http://schemas.openxmlformats.org/presentationml/2006/ole">
            <mc:AlternateContent xmlns:mc="http://schemas.openxmlformats.org/markup-compatibility/2006">
              <mc:Choice xmlns:v="urn:schemas-microsoft-com:vml" Requires="v">
                <p:oleObj spid="_x0000_s108697" name="Picture" r:id="rId1" imgW="15449550" imgH="7667625" progId="Word.Picture.8">
                  <p:embed/>
                </p:oleObj>
              </mc:Choice>
              <mc:Fallback>
                <p:oleObj name="Picture" r:id="rId1" imgW="15449550" imgH="7667625" progId="Word.Picture.8">
                  <p:embed/>
                  <p:pic>
                    <p:nvPicPr>
                      <p:cNvPr id="0" name="图片 108696"/>
                      <p:cNvPicPr>
                        <a:picLocks noChangeAspect="1" noChangeArrowheads="1"/>
                      </p:cNvPicPr>
                      <p:nvPr/>
                    </p:nvPicPr>
                    <p:blipFill>
                      <a:blip r:embed="rId2"/>
                      <a:srcRect/>
                      <a:stretch>
                        <a:fillRect/>
                      </a:stretch>
                    </p:blipFill>
                    <p:spPr bwMode="auto">
                      <a:xfrm>
                        <a:off x="295275" y="1412776"/>
                        <a:ext cx="8636000" cy="428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元素的阶及相关性质</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smtClean="0"/>
                  <a:t>有限群</a:t>
                </a:r>
                <a:r>
                  <a:rPr lang="en-US" altLang="zh-CN" dirty="0" smtClean="0"/>
                  <a:t>|G|=n</a:t>
                </a:r>
                <a:r>
                  <a:rPr lang="zh-CN" altLang="en-US" dirty="0" smtClean="0"/>
                  <a:t>，</a:t>
                </a:r>
                <a:r>
                  <a:rPr lang="en-US" altLang="zh-CN" dirty="0" smtClean="0"/>
                  <a:t>o(a)=m</a:t>
                </a:r>
                <a:r>
                  <a:rPr lang="zh-CN" altLang="en-US" dirty="0" smtClean="0"/>
                  <a:t>，</a:t>
                </a:r>
                <a:r>
                  <a:rPr lang="en-US" altLang="zh-CN" dirty="0" smtClean="0"/>
                  <a:t>a</a:t>
                </a:r>
                <a:r>
                  <a:rPr lang="en-US" altLang="zh-CN" baseline="30000" dirty="0" smtClean="0"/>
                  <a:t>s</a:t>
                </a:r>
                <a:r>
                  <a:rPr lang="en-US" altLang="zh-CN" dirty="0" smtClean="0"/>
                  <a:t>a</a:t>
                </a:r>
                <a:r>
                  <a:rPr lang="en-US" altLang="zh-CN" baseline="30000" dirty="0" smtClean="0"/>
                  <a:t>t</a:t>
                </a:r>
                <a:r>
                  <a:rPr lang="en-US" altLang="zh-CN" dirty="0" smtClean="0"/>
                  <a:t>=a</a:t>
                </a:r>
                <a:r>
                  <a:rPr lang="en-US" altLang="zh-CN" baseline="30000" dirty="0" smtClean="0"/>
                  <a:t>st(mod m)</a:t>
                </a:r>
                <a:r>
                  <a:rPr lang="en-US" altLang="zh-CN" dirty="0" smtClean="0"/>
                  <a:t>, </a:t>
                </a:r>
                <a:r>
                  <a:rPr lang="en-US" altLang="zh-CN" dirty="0" err="1" smtClean="0"/>
                  <a:t>m|n</a:t>
                </a:r>
                <a:endParaRPr lang="en-US" altLang="zh-CN" dirty="0" smtClean="0"/>
              </a:p>
              <a:p>
                <a:r>
                  <a:rPr lang="zh-CN" altLang="en-US" dirty="0" smtClean="0"/>
                  <a:t>无限群</a:t>
                </a:r>
                <a:r>
                  <a:rPr lang="en-US" altLang="zh-CN" dirty="0" smtClean="0"/>
                  <a:t>a</a:t>
                </a:r>
                <a:r>
                  <a:rPr lang="en-US" altLang="zh-CN" baseline="30000" dirty="0" smtClean="0"/>
                  <a:t>s</a:t>
                </a:r>
                <a:r>
                  <a:rPr lang="en-US" altLang="zh-CN" dirty="0" smtClean="0"/>
                  <a:t>a</a:t>
                </a:r>
                <a:r>
                  <a:rPr lang="en-US" altLang="zh-CN" baseline="30000" dirty="0" smtClean="0"/>
                  <a:t>t</a:t>
                </a:r>
                <a:r>
                  <a:rPr lang="en-US" altLang="zh-CN" dirty="0" smtClean="0"/>
                  <a:t>=a</a:t>
                </a:r>
                <a:r>
                  <a:rPr lang="en-US" altLang="zh-CN" baseline="30000" dirty="0" smtClean="0"/>
                  <a:t>st</a:t>
                </a:r>
                <a:endParaRPr lang="en-US" altLang="zh-CN" dirty="0" smtClean="0"/>
              </a:p>
              <a:p>
                <a:r>
                  <a:rPr lang="en-US" altLang="zh-CN" dirty="0"/>
                  <a:t>o(a)=m</a:t>
                </a:r>
                <a:r>
                  <a:rPr lang="zh-CN" altLang="en-US" dirty="0" smtClean="0"/>
                  <a:t>，</a:t>
                </a:r>
                <a:r>
                  <a:rPr lang="en-US" altLang="zh-CN" dirty="0" smtClean="0"/>
                  <a:t>&lt;a&gt;</a:t>
                </a:r>
                <a:r>
                  <a:rPr lang="zh-CN" altLang="en-US" dirty="0" smtClean="0"/>
                  <a:t>是</a:t>
                </a:r>
                <a:r>
                  <a:rPr lang="en-US" altLang="zh-CN" dirty="0" smtClean="0"/>
                  <a:t>m</a:t>
                </a:r>
                <a:r>
                  <a:rPr lang="zh-CN" altLang="en-US" dirty="0" smtClean="0"/>
                  <a:t>阶循环群，其生成元个数为</a:t>
                </a:r>
                <a14:m>
                  <m:oMath xmlns:m="http://schemas.openxmlformats.org/officeDocument/2006/math">
                    <m:r>
                      <a:rPr lang="zh-CN" altLang="en-US" i="1" smtClean="0">
                        <a:latin typeface="Cambria Math" panose="02040503050406030204" pitchFamily="18" charset="0"/>
                      </a:rPr>
                      <m:t>𝜑</m:t>
                    </m:r>
                    <m:d>
                      <m:dPr>
                        <m:ctrlPr>
                          <a:rPr lang="en-US" altLang="zh-CN" b="0" i="1" smtClean="0">
                            <a:latin typeface="Cambria Math" panose="02040503050406030204"/>
                          </a:rPr>
                        </m:ctrlPr>
                      </m:dPr>
                      <m:e>
                        <m:r>
                          <a:rPr lang="en-US" altLang="zh-CN" b="0" i="1" smtClean="0">
                            <a:latin typeface="Cambria Math" panose="02040503050406030204" pitchFamily="18" charset="0"/>
                          </a:rPr>
                          <m:t>𝑚</m:t>
                        </m:r>
                      </m:e>
                    </m:d>
                  </m:oMath>
                </a14:m>
                <a:endParaRPr lang="en-US" altLang="zh-CN" b="0" dirty="0" smtClean="0"/>
              </a:p>
              <a:p>
                <a:r>
                  <a:rPr lang="en-US" altLang="zh-CN" dirty="0" smtClean="0"/>
                  <a:t>o(</a:t>
                </a:r>
                <a:r>
                  <a:rPr lang="en-US" altLang="zh-CN" dirty="0" err="1" smtClean="0"/>
                  <a:t>a</a:t>
                </a:r>
                <a:r>
                  <a:rPr lang="en-US" altLang="zh-CN" baseline="30000" dirty="0" err="1" smtClean="0"/>
                  <a:t>k</a:t>
                </a:r>
                <a:r>
                  <a:rPr lang="en-US" altLang="zh-CN" dirty="0" smtClean="0"/>
                  <a:t>)=m/(</a:t>
                </a:r>
                <a:r>
                  <a:rPr lang="en-US" altLang="zh-CN" dirty="0" err="1" smtClean="0"/>
                  <a:t>m,k</a:t>
                </a:r>
                <a:r>
                  <a:rPr lang="en-US" altLang="zh-CN" dirty="0" smtClean="0"/>
                  <a:t>)</a:t>
                </a:r>
                <a:endParaRPr lang="en-US" altLang="zh-CN" dirty="0" smtClean="0"/>
              </a:p>
              <a:p>
                <a:r>
                  <a:rPr lang="en-US" altLang="zh-CN" dirty="0" err="1" smtClean="0"/>
                  <a:t>a</a:t>
                </a:r>
                <a:r>
                  <a:rPr lang="en-US" altLang="zh-CN" baseline="30000" dirty="0" err="1" smtClean="0"/>
                  <a:t>k</a:t>
                </a:r>
                <a:r>
                  <a:rPr lang="zh-CN" altLang="en-US" dirty="0" smtClean="0"/>
                  <a:t>为生成元当且仅当</a:t>
                </a:r>
                <a:r>
                  <a:rPr lang="zh-CN" altLang="en-US" dirty="0" smtClean="0">
                    <a:latin typeface="Times New Roman" panose="02020603050405020304" pitchFamily="18" charset="0"/>
                    <a:cs typeface="Times New Roman" panose="02020603050405020304" pitchFamily="18" charset="0"/>
                  </a:rPr>
                  <a:t>（</a:t>
                </a:r>
                <a:r>
                  <a:rPr lang="en-US" altLang="zh-CN" dirty="0" err="1" smtClean="0">
                    <a:latin typeface="Times New Roman" panose="02020603050405020304" pitchFamily="18" charset="0"/>
                    <a:cs typeface="Times New Roman" panose="02020603050405020304" pitchFamily="18" charset="0"/>
                  </a:rPr>
                  <a:t>m,k</a:t>
                </a:r>
                <a:r>
                  <a:rPr lang="zh-CN" altLang="en-US" dirty="0" smtClean="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=1</a:t>
                </a:r>
                <a:endParaRPr lang="en-US" altLang="zh-CN" dirty="0" smtClean="0">
                  <a:latin typeface="Times New Roman" panose="02020603050405020304" pitchFamily="18" charset="0"/>
                  <a:cs typeface="Times New Roman" panose="02020603050405020304" pitchFamily="18" charset="0"/>
                </a:endParaRPr>
              </a:p>
              <a:p>
                <a:endParaRPr lang="en-US" altLang="zh-CN" dirty="0" smtClean="0">
                  <a:latin typeface="Times New Roman" panose="02020603050405020304" pitchFamily="18" charset="0"/>
                  <a:cs typeface="Times New Roman" panose="02020603050405020304" pitchFamily="18" charset="0"/>
                </a:endParaRPr>
              </a:p>
              <a:p>
                <a:endParaRPr lang="en-US" altLang="zh-CN" dirty="0" smtClean="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92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1143000"/>
          </a:xfrm>
        </p:spPr>
        <p:txBody>
          <a:bodyPr/>
          <a:lstStyle/>
          <a:p>
            <a:r>
              <a:rPr lang="zh-CN" altLang="en-US" dirty="0" smtClean="0"/>
              <a:t>循环群的结构</a:t>
            </a:r>
            <a:endParaRPr lang="zh-CN" altLang="en-US" dirty="0"/>
          </a:p>
        </p:txBody>
      </p:sp>
      <p:sp>
        <p:nvSpPr>
          <p:cNvPr id="3" name="内容占位符 2"/>
          <p:cNvSpPr>
            <a:spLocks noGrp="1"/>
          </p:cNvSpPr>
          <p:nvPr>
            <p:ph idx="1"/>
          </p:nvPr>
        </p:nvSpPr>
        <p:spPr>
          <a:xfrm>
            <a:off x="457200" y="1348024"/>
            <a:ext cx="8229600" cy="2136462"/>
          </a:xfrm>
        </p:spPr>
        <p:txBody>
          <a:bodyPr>
            <a:normAutofit/>
          </a:bodyPr>
          <a:lstStyle/>
          <a:p>
            <a:r>
              <a:rPr lang="zh-CN" altLang="en-US" sz="2800" b="1" dirty="0" smtClean="0">
                <a:solidFill>
                  <a:schemeClr val="accent1"/>
                </a:solidFill>
              </a:rPr>
              <a:t>定理</a:t>
            </a:r>
            <a:r>
              <a:rPr lang="en-US" sz="2800" b="1" dirty="0" smtClean="0">
                <a:solidFill>
                  <a:schemeClr val="accent1"/>
                </a:solidFill>
              </a:rPr>
              <a:t>4.5.5 </a:t>
            </a:r>
            <a:r>
              <a:rPr lang="zh-CN" altLang="en-US" sz="2800" b="1" dirty="0" smtClean="0"/>
              <a:t>设</a:t>
            </a:r>
            <a:r>
              <a:rPr lang="en-US" altLang="zh-CN" sz="2800" b="1" dirty="0" smtClean="0"/>
              <a:t>G</a:t>
            </a:r>
            <a:r>
              <a:rPr lang="en-US" altLang="zh-CN" sz="2800" b="1" i="1" dirty="0" smtClean="0">
                <a:latin typeface="Times New Roman" panose="02020603050405020304" pitchFamily="18" charset="0"/>
                <a:cs typeface="Times New Roman" panose="02020603050405020304" pitchFamily="18" charset="0"/>
              </a:rPr>
              <a:t>=</a:t>
            </a:r>
            <a:r>
              <a:rPr lang="en-US" altLang="zh-CN" sz="2800" b="1" dirty="0" smtClean="0">
                <a:latin typeface="Times New Roman" panose="02020603050405020304" pitchFamily="18" charset="0"/>
                <a:cs typeface="Times New Roman" panose="02020603050405020304" pitchFamily="18" charset="0"/>
              </a:rPr>
              <a:t>〈</a:t>
            </a:r>
            <a:r>
              <a:rPr lang="en-US" altLang="zh-CN" sz="2800" b="1" i="1" dirty="0" smtClean="0">
                <a:latin typeface="Times New Roman" panose="02020603050405020304" pitchFamily="18" charset="0"/>
                <a:cs typeface="Times New Roman" panose="02020603050405020304" pitchFamily="18" charset="0"/>
              </a:rPr>
              <a:t>a</a:t>
            </a:r>
            <a:r>
              <a:rPr lang="en-US" altLang="zh-CN" sz="2800" b="1" dirty="0" smtClean="0">
                <a:latin typeface="Times New Roman" panose="02020603050405020304" pitchFamily="18" charset="0"/>
                <a:cs typeface="Times New Roman" panose="02020603050405020304" pitchFamily="18" charset="0"/>
              </a:rPr>
              <a:t>〉</a:t>
            </a:r>
            <a:r>
              <a:rPr lang="zh-CN" altLang="en-US" sz="2800" b="1" dirty="0" smtClean="0"/>
              <a:t>是循环群，有</a:t>
            </a:r>
            <a:endParaRPr lang="zh-CN" altLang="en-US" sz="2800" b="1" dirty="0" smtClean="0"/>
          </a:p>
          <a:p>
            <a:pPr lvl="1"/>
            <a:r>
              <a:rPr lang="zh-CN" altLang="en-US" sz="2800" b="1" dirty="0" smtClean="0"/>
              <a:t>若</a:t>
            </a:r>
            <a:r>
              <a:rPr lang="en-US" altLang="zh-CN" sz="2800" b="1" i="1" dirty="0" smtClean="0"/>
              <a:t>a</a:t>
            </a:r>
            <a:r>
              <a:rPr lang="zh-CN" altLang="en-US" sz="2800" b="1" dirty="0" smtClean="0"/>
              <a:t>的阶是无限，则</a:t>
            </a:r>
            <a:r>
              <a:rPr lang="en-US" sz="2800" b="1" dirty="0" smtClean="0"/>
              <a:t>G</a:t>
            </a:r>
            <a:r>
              <a:rPr lang="zh-CN" altLang="en-US" sz="2800" b="1" dirty="0" smtClean="0"/>
              <a:t>与整数加群</a:t>
            </a:r>
            <a:r>
              <a:rPr lang="en-US" sz="2800" b="1" dirty="0" smtClean="0"/>
              <a:t>Z</a:t>
            </a:r>
            <a:r>
              <a:rPr lang="zh-CN" altLang="en-US" sz="2800" b="1" dirty="0" smtClean="0"/>
              <a:t>同构；</a:t>
            </a:r>
            <a:endParaRPr lang="zh-CN" altLang="en-US" sz="2800" b="1" dirty="0" smtClean="0"/>
          </a:p>
          <a:p>
            <a:pPr lvl="1"/>
            <a:r>
              <a:rPr lang="zh-CN" altLang="en-US" sz="2800" b="1" dirty="0" smtClean="0"/>
              <a:t>若</a:t>
            </a:r>
            <a:r>
              <a:rPr lang="en-US" sz="2800" b="1" i="1" dirty="0" smtClean="0"/>
              <a:t>a</a:t>
            </a:r>
            <a:r>
              <a:rPr lang="zh-CN" altLang="en-US" sz="2800" b="1" dirty="0" smtClean="0"/>
              <a:t>的阶是某个正整数</a:t>
            </a:r>
            <a:r>
              <a:rPr lang="en-US" sz="2800" b="1" dirty="0" smtClean="0"/>
              <a:t>m</a:t>
            </a:r>
            <a:r>
              <a:rPr lang="zh-CN" altLang="en-US" sz="2800" b="1" dirty="0" smtClean="0"/>
              <a:t>，则</a:t>
            </a:r>
            <a:r>
              <a:rPr lang="en-US" sz="2800" b="1" dirty="0" smtClean="0"/>
              <a:t>G</a:t>
            </a:r>
            <a:r>
              <a:rPr lang="zh-CN" altLang="en-US" sz="2800" b="1" dirty="0" smtClean="0"/>
              <a:t>与整数模</a:t>
            </a:r>
            <a:r>
              <a:rPr lang="en-US" sz="2800" b="1" dirty="0" smtClean="0"/>
              <a:t>m</a:t>
            </a:r>
            <a:r>
              <a:rPr lang="zh-CN" altLang="en-US" sz="2800" b="1" dirty="0" smtClean="0"/>
              <a:t>的剩余类加群同构。</a:t>
            </a:r>
            <a:endParaRPr lang="zh-CN" altLang="en-US" sz="2800" b="1" dirty="0" smtClean="0"/>
          </a:p>
          <a:p>
            <a:endParaRPr lang="zh-CN" altLang="en-US" sz="2800" b="1" dirty="0"/>
          </a:p>
        </p:txBody>
      </p:sp>
      <p:sp>
        <p:nvSpPr>
          <p:cNvPr id="4" name="TextBox 3"/>
          <p:cNvSpPr txBox="1"/>
          <p:nvPr/>
        </p:nvSpPr>
        <p:spPr>
          <a:xfrm>
            <a:off x="683568" y="3501008"/>
            <a:ext cx="7643866" cy="954107"/>
          </a:xfrm>
          <a:prstGeom prst="rect">
            <a:avLst/>
          </a:prstGeom>
          <a:noFill/>
        </p:spPr>
        <p:txBody>
          <a:bodyPr wrap="square" rtlCol="0">
            <a:spAutoFit/>
          </a:bodyPr>
          <a:lstStyle/>
          <a:p>
            <a:r>
              <a:rPr lang="zh-CN" altLang="en-US" sz="2800" b="1" dirty="0" smtClean="0">
                <a:solidFill>
                  <a:schemeClr val="accent1"/>
                </a:solidFill>
              </a:rPr>
              <a:t>证明思路：</a:t>
            </a:r>
            <a:r>
              <a:rPr lang="zh-CN" altLang="en-US" sz="2800" b="1" dirty="0" smtClean="0"/>
              <a:t>构造同态映射，然后再利用群同态基本定理。</a:t>
            </a:r>
            <a:endParaRPr lang="zh-CN" altLang="en-US" sz="2800" b="1"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6" name="TextBox 5"/>
          <p:cNvSpPr txBox="1"/>
          <p:nvPr/>
        </p:nvSpPr>
        <p:spPr>
          <a:xfrm>
            <a:off x="835968" y="4725144"/>
            <a:ext cx="7643866" cy="954107"/>
          </a:xfrm>
          <a:prstGeom prst="rect">
            <a:avLst/>
          </a:prstGeom>
          <a:noFill/>
        </p:spPr>
        <p:txBody>
          <a:bodyPr wrap="square" rtlCol="0">
            <a:spAutoFit/>
          </a:bodyPr>
          <a:lstStyle/>
          <a:p>
            <a:r>
              <a:rPr lang="zh-CN" altLang="en-US" sz="2800" b="1" dirty="0" smtClean="0">
                <a:solidFill>
                  <a:srgbClr val="FF0000"/>
                </a:solidFill>
              </a:rPr>
              <a:t>定理意义：</a:t>
            </a:r>
            <a:r>
              <a:rPr lang="zh-CN" altLang="en-US" sz="2800" b="1" dirty="0" smtClean="0"/>
              <a:t>认识了整数加群</a:t>
            </a:r>
            <a:r>
              <a:rPr lang="zh-CN" altLang="en-US" sz="2800" b="1" dirty="0"/>
              <a:t>和整数模</a:t>
            </a:r>
            <a:r>
              <a:rPr lang="en-US" altLang="zh-CN" sz="2800" b="1" dirty="0"/>
              <a:t>m</a:t>
            </a:r>
            <a:r>
              <a:rPr lang="zh-CN" altLang="en-US" sz="2800" b="1" dirty="0"/>
              <a:t>的剩余类加群</a:t>
            </a:r>
            <a:r>
              <a:rPr lang="zh-CN" altLang="en-US" sz="2800" b="1" dirty="0" smtClean="0"/>
              <a:t>，即可以了解所有的循环群。</a:t>
            </a: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4624"/>
            <a:ext cx="8229600" cy="1143000"/>
          </a:xfrm>
        </p:spPr>
        <p:txBody>
          <a:bodyPr/>
          <a:lstStyle/>
          <a:p>
            <a:r>
              <a:rPr lang="zh-CN" altLang="en-US" dirty="0" smtClean="0"/>
              <a:t>定理</a:t>
            </a:r>
            <a:r>
              <a:rPr lang="en-US" altLang="zh-CN" dirty="0" smtClean="0"/>
              <a:t>4.5.5</a:t>
            </a:r>
            <a:r>
              <a:rPr lang="zh-CN" altLang="en-US" dirty="0" smtClean="0"/>
              <a:t>的证明</a:t>
            </a:r>
            <a:endParaRPr lang="zh-CN" altLang="en-US" dirty="0"/>
          </a:p>
        </p:txBody>
      </p:sp>
      <p:graphicFrame>
        <p:nvGraphicFramePr>
          <p:cNvPr id="4" name="对象 3"/>
          <p:cNvGraphicFramePr>
            <a:graphicFrameLocks noChangeAspect="1"/>
          </p:cNvGraphicFramePr>
          <p:nvPr/>
        </p:nvGraphicFramePr>
        <p:xfrm>
          <a:off x="1054100" y="1196752"/>
          <a:ext cx="7250113" cy="2041525"/>
        </p:xfrm>
        <a:graphic>
          <a:graphicData uri="http://schemas.openxmlformats.org/presentationml/2006/ole">
            <mc:AlternateContent xmlns:mc="http://schemas.openxmlformats.org/markup-compatibility/2006">
              <mc:Choice xmlns:v="urn:schemas-microsoft-com:vml" Requires="v">
                <p:oleObj spid="_x0000_s83272" name="文档" r:id="rId1" imgW="7239000" imgH="2040255" progId="Word.Document.12">
                  <p:embed/>
                </p:oleObj>
              </mc:Choice>
              <mc:Fallback>
                <p:oleObj name="文档" r:id="rId1" imgW="7239000" imgH="2040255" progId="Word.Document.12">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4100" y="1196752"/>
                        <a:ext cx="7250113" cy="2041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nvGraphicFramePr>
        <p:xfrm>
          <a:off x="1071538" y="3356992"/>
          <a:ext cx="7186612" cy="1782763"/>
        </p:xfrm>
        <a:graphic>
          <a:graphicData uri="http://schemas.openxmlformats.org/presentationml/2006/ole">
            <mc:AlternateContent xmlns:mc="http://schemas.openxmlformats.org/markup-compatibility/2006">
              <mc:Choice xmlns:v="urn:schemas-microsoft-com:vml" Requires="v">
                <p:oleObj spid="_x0000_s83273" name="文档" r:id="rId3" imgW="7198995" imgH="1990725" progId="Word.Document.12">
                  <p:embed/>
                </p:oleObj>
              </mc:Choice>
              <mc:Fallback>
                <p:oleObj name="文档" r:id="rId3" imgW="7198995" imgH="1990725" progId="Word.Document.12">
                  <p:embed/>
                  <p:pic>
                    <p:nvPicPr>
                      <p:cNvPr id="0" name="Picture 3"/>
                      <p:cNvPicPr>
                        <a:picLocks noChangeAspect="1" noChangeArrowheads="1"/>
                      </p:cNvPicPr>
                      <p:nvPr/>
                    </p:nvPicPr>
                    <p:blipFill>
                      <a:blip r:embed="rId4"/>
                      <a:srcRect/>
                      <a:stretch>
                        <a:fillRect/>
                      </a:stretch>
                    </p:blipFill>
                    <p:spPr bwMode="auto">
                      <a:xfrm>
                        <a:off x="1071538" y="3356992"/>
                        <a:ext cx="7186612" cy="1782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定理</a:t>
            </a:r>
            <a:r>
              <a:rPr lang="en-US" altLang="zh-CN" dirty="0" smtClean="0"/>
              <a:t>4.5.4</a:t>
            </a:r>
            <a:r>
              <a:rPr lang="zh-CN" altLang="en-US" dirty="0" smtClean="0"/>
              <a:t>的证明（续）</a:t>
            </a:r>
            <a:endParaRPr lang="zh-CN" altLang="en-US" dirty="0"/>
          </a:p>
        </p:txBody>
      </p:sp>
      <p:graphicFrame>
        <p:nvGraphicFramePr>
          <p:cNvPr id="4" name="对象 3"/>
          <p:cNvGraphicFramePr>
            <a:graphicFrameLocks noChangeAspect="1"/>
          </p:cNvGraphicFramePr>
          <p:nvPr/>
        </p:nvGraphicFramePr>
        <p:xfrm>
          <a:off x="898525" y="2011363"/>
          <a:ext cx="7651750" cy="4678362"/>
        </p:xfrm>
        <a:graphic>
          <a:graphicData uri="http://schemas.openxmlformats.org/presentationml/2006/ole">
            <mc:AlternateContent xmlns:mc="http://schemas.openxmlformats.org/markup-compatibility/2006">
              <mc:Choice xmlns:v="urn:schemas-microsoft-com:vml" Requires="v">
                <p:oleObj spid="_x0000_s84133" name="文档" r:id="rId1" imgW="7731125" imgH="4749165" progId="Word.Document.12">
                  <p:embed/>
                </p:oleObj>
              </mc:Choice>
              <mc:Fallback>
                <p:oleObj name="文档" r:id="rId1" imgW="7731125" imgH="4749165" progId="Word.Document.12">
                  <p:embed/>
                  <p:pic>
                    <p:nvPicPr>
                      <p:cNvPr id="0" name="Picture 2"/>
                      <p:cNvPicPr>
                        <a:picLocks noChangeAspect="1" noChangeArrowheads="1"/>
                      </p:cNvPicPr>
                      <p:nvPr/>
                    </p:nvPicPr>
                    <p:blipFill>
                      <a:blip r:embed="rId2"/>
                      <a:srcRect/>
                      <a:stretch>
                        <a:fillRect/>
                      </a:stretch>
                    </p:blipFill>
                    <p:spPr bwMode="auto">
                      <a:xfrm>
                        <a:off x="898525" y="2011363"/>
                        <a:ext cx="7651750" cy="4678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204864"/>
            <a:ext cx="8229600" cy="1143000"/>
          </a:xfrm>
        </p:spPr>
        <p:txBody>
          <a:bodyPr/>
          <a:lstStyle/>
          <a:p>
            <a:pPr algn="ctr"/>
            <a:r>
              <a:rPr lang="en-US" altLang="zh-CN" dirty="0" smtClean="0"/>
              <a:t>4.6   </a:t>
            </a:r>
            <a:r>
              <a:rPr lang="en-US" altLang="zh-CN" dirty="0" err="1" smtClean="0"/>
              <a:t>ElGamal</a:t>
            </a:r>
            <a:r>
              <a:rPr lang="zh-CN" altLang="en-US" dirty="0" smtClean="0"/>
              <a:t>公钥加密算法</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1143000"/>
          </a:xfrm>
        </p:spPr>
        <p:txBody>
          <a:bodyPr/>
          <a:lstStyle/>
          <a:p>
            <a:r>
              <a:rPr lang="zh-CN" altLang="en-US" dirty="0" smtClean="0"/>
              <a:t>群中的离散对数问题</a:t>
            </a:r>
            <a:endParaRPr lang="zh-CN" altLang="en-US" dirty="0"/>
          </a:p>
        </p:txBody>
      </p:sp>
      <p:sp>
        <p:nvSpPr>
          <p:cNvPr id="3" name="内容占位符 2"/>
          <p:cNvSpPr>
            <a:spLocks noGrp="1"/>
          </p:cNvSpPr>
          <p:nvPr>
            <p:ph idx="1"/>
          </p:nvPr>
        </p:nvSpPr>
        <p:spPr>
          <a:xfrm>
            <a:off x="457200" y="1492040"/>
            <a:ext cx="8229600" cy="2657040"/>
          </a:xfrm>
        </p:spPr>
        <p:txBody>
          <a:bodyPr>
            <a:normAutofit/>
          </a:bodyPr>
          <a:lstStyle/>
          <a:p>
            <a:r>
              <a:rPr lang="zh-CN" altLang="en-US" sz="2800" b="1" dirty="0" smtClean="0">
                <a:solidFill>
                  <a:schemeClr val="accent1"/>
                </a:solidFill>
              </a:rPr>
              <a:t>定义</a:t>
            </a:r>
            <a:r>
              <a:rPr lang="en-US" sz="2800" b="1" dirty="0" smtClean="0">
                <a:solidFill>
                  <a:schemeClr val="accent1"/>
                </a:solidFill>
              </a:rPr>
              <a:t>4.6.1 </a:t>
            </a:r>
            <a:r>
              <a:rPr lang="zh-CN" altLang="en-US" sz="2800" b="1" dirty="0" smtClean="0"/>
              <a:t>设</a:t>
            </a:r>
            <a:r>
              <a:rPr lang="en-US" altLang="zh-CN" sz="2800" b="1" dirty="0" smtClean="0">
                <a:latin typeface="Times New Roman" panose="02020603050405020304" pitchFamily="18" charset="0"/>
                <a:cs typeface="Times New Roman" panose="02020603050405020304" pitchFamily="18" charset="0"/>
              </a:rPr>
              <a:t>G</a:t>
            </a:r>
            <a:r>
              <a:rPr lang="en-US" altLang="zh-CN" sz="2800" b="1" i="1" dirty="0" smtClean="0">
                <a:latin typeface="Times New Roman" panose="02020603050405020304" pitchFamily="18" charset="0"/>
                <a:cs typeface="Times New Roman" panose="02020603050405020304" pitchFamily="18" charset="0"/>
              </a:rPr>
              <a:t>=</a:t>
            </a:r>
            <a:r>
              <a:rPr lang="en-US" altLang="zh-CN" sz="2800" b="1" dirty="0" smtClean="0">
                <a:latin typeface="Times New Roman" panose="02020603050405020304" pitchFamily="18" charset="0"/>
                <a:cs typeface="Times New Roman" panose="02020603050405020304" pitchFamily="18" charset="0"/>
              </a:rPr>
              <a:t>〈</a:t>
            </a:r>
            <a:r>
              <a:rPr lang="en-US" altLang="zh-CN" sz="2800" b="1" i="1" dirty="0" smtClean="0">
                <a:latin typeface="Times New Roman" panose="02020603050405020304" pitchFamily="18" charset="0"/>
                <a:cs typeface="Times New Roman" panose="02020603050405020304" pitchFamily="18" charset="0"/>
              </a:rPr>
              <a:t>a</a:t>
            </a:r>
            <a:r>
              <a:rPr lang="en-US" altLang="zh-CN" sz="2800" b="1" dirty="0" smtClean="0">
                <a:latin typeface="Times New Roman" panose="02020603050405020304" pitchFamily="18" charset="0"/>
                <a:cs typeface="Times New Roman" panose="02020603050405020304" pitchFamily="18" charset="0"/>
              </a:rPr>
              <a:t>〉</a:t>
            </a:r>
            <a:r>
              <a:rPr lang="zh-CN" altLang="en-US" sz="2800" b="1" dirty="0" smtClean="0"/>
              <a:t>是循环群。群</a:t>
            </a:r>
            <a:r>
              <a:rPr lang="en-US" sz="2800" b="1" dirty="0" smtClean="0"/>
              <a:t>G</a:t>
            </a:r>
            <a:r>
              <a:rPr lang="zh-CN" altLang="en-US" sz="2800" b="1" dirty="0" smtClean="0"/>
              <a:t>中的离散对数问题是指：给定</a:t>
            </a:r>
            <a:r>
              <a:rPr lang="en-US" sz="2800" b="1" dirty="0" smtClean="0"/>
              <a:t>G</a:t>
            </a:r>
            <a:r>
              <a:rPr lang="zh-CN" altLang="en-US" sz="2800" b="1" dirty="0" smtClean="0"/>
              <a:t>中一个元素</a:t>
            </a:r>
            <a:r>
              <a:rPr lang="en-US" sz="2800" b="1" dirty="0" smtClean="0"/>
              <a:t>h</a:t>
            </a:r>
            <a:r>
              <a:rPr lang="zh-CN" altLang="en-US" sz="2800" b="1" dirty="0" smtClean="0"/>
              <a:t>，找到正整数</a:t>
            </a:r>
            <a:r>
              <a:rPr lang="en-US" sz="2800" b="1" dirty="0" smtClean="0"/>
              <a:t>k</a:t>
            </a:r>
            <a:r>
              <a:rPr lang="zh-CN" altLang="en-US" sz="2800" b="1" dirty="0" smtClean="0"/>
              <a:t>，使得</a:t>
            </a:r>
            <a:endParaRPr lang="zh-CN" altLang="en-US" sz="2800" b="1" dirty="0" smtClean="0"/>
          </a:p>
          <a:p>
            <a:pPr>
              <a:buNone/>
            </a:pPr>
            <a:endParaRPr lang="en-US" altLang="zh-CN" sz="2800" b="1" dirty="0" smtClean="0"/>
          </a:p>
          <a:p>
            <a:pPr>
              <a:buNone/>
            </a:pPr>
            <a:r>
              <a:rPr lang="zh-CN" altLang="en-US" sz="2800" b="1" dirty="0" smtClean="0"/>
              <a:t>我们把</a:t>
            </a:r>
            <a:r>
              <a:rPr lang="en-US" sz="2800" b="1" dirty="0" smtClean="0"/>
              <a:t>k</a:t>
            </a:r>
            <a:r>
              <a:rPr lang="zh-CN" altLang="en-US" sz="2800" b="1" dirty="0" smtClean="0"/>
              <a:t>称为</a:t>
            </a:r>
            <a:r>
              <a:rPr lang="en-US" sz="2800" b="1" dirty="0" smtClean="0"/>
              <a:t>h</a:t>
            </a:r>
            <a:r>
              <a:rPr lang="zh-CN" altLang="en-US" sz="2800" b="1" dirty="0" smtClean="0"/>
              <a:t>相对于生成元</a:t>
            </a:r>
            <a:r>
              <a:rPr lang="en-US" sz="2800" b="1" dirty="0" smtClean="0"/>
              <a:t> </a:t>
            </a:r>
            <a:r>
              <a:rPr lang="zh-CN" altLang="en-US" sz="2800" b="1" dirty="0" smtClean="0"/>
              <a:t>的</a:t>
            </a:r>
            <a:r>
              <a:rPr lang="zh-CN" altLang="en-US" sz="2800" b="1" dirty="0" smtClean="0">
                <a:solidFill>
                  <a:srgbClr val="FF0000"/>
                </a:solidFill>
              </a:rPr>
              <a:t>离散对数</a:t>
            </a:r>
            <a:r>
              <a:rPr lang="zh-CN" altLang="en-US" sz="2800" b="1" dirty="0" smtClean="0"/>
              <a:t>，记作</a:t>
            </a:r>
            <a:endParaRPr lang="zh-CN" altLang="en-US" sz="2800" b="1" dirty="0" smtClean="0"/>
          </a:p>
        </p:txBody>
      </p:sp>
      <p:sp>
        <p:nvSpPr>
          <p:cNvPr id="8499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84993" name="Object 1"/>
          <p:cNvGraphicFramePr>
            <a:graphicFrameLocks noChangeAspect="1"/>
          </p:cNvGraphicFramePr>
          <p:nvPr/>
        </p:nvGraphicFramePr>
        <p:xfrm>
          <a:off x="3214678" y="2485494"/>
          <a:ext cx="1428760" cy="714380"/>
        </p:xfrm>
        <a:graphic>
          <a:graphicData uri="http://schemas.openxmlformats.org/presentationml/2006/ole">
            <mc:AlternateContent xmlns:mc="http://schemas.openxmlformats.org/markup-compatibility/2006">
              <mc:Choice xmlns:v="urn:schemas-microsoft-com:vml" Requires="v">
                <p:oleObj spid="_x0000_s85324" name="Equation" r:id="rId1" imgW="9753600" imgH="4876800" progId="Equation.DSMT4">
                  <p:embed/>
                </p:oleObj>
              </mc:Choice>
              <mc:Fallback>
                <p:oleObj name="Equation" r:id="rId1" imgW="9753600" imgH="4876800" progId="Equation.DSMT4">
                  <p:embed/>
                  <p:pic>
                    <p:nvPicPr>
                      <p:cNvPr id="0" name="Picture 1"/>
                      <p:cNvPicPr>
                        <a:picLocks noChangeAspect="1" noChangeArrowheads="1"/>
                      </p:cNvPicPr>
                      <p:nvPr/>
                    </p:nvPicPr>
                    <p:blipFill>
                      <a:blip r:embed="rId2"/>
                      <a:srcRect/>
                      <a:stretch>
                        <a:fillRect/>
                      </a:stretch>
                    </p:blipFill>
                    <p:spPr bwMode="auto">
                      <a:xfrm>
                        <a:off x="3214678" y="2485494"/>
                        <a:ext cx="1428760" cy="7143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4996"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84995" name="Object 3"/>
          <p:cNvGraphicFramePr>
            <a:graphicFrameLocks noChangeAspect="1"/>
          </p:cNvGraphicFramePr>
          <p:nvPr/>
        </p:nvGraphicFramePr>
        <p:xfrm>
          <a:off x="3428992" y="4128568"/>
          <a:ext cx="1794813" cy="642918"/>
        </p:xfrm>
        <a:graphic>
          <a:graphicData uri="http://schemas.openxmlformats.org/presentationml/2006/ole">
            <mc:AlternateContent xmlns:mc="http://schemas.openxmlformats.org/markup-compatibility/2006">
              <mc:Choice xmlns:v="urn:schemas-microsoft-com:vml" Requires="v">
                <p:oleObj spid="_x0000_s85325" name="Equation" r:id="rId3" imgW="15240000" imgH="5486400" progId="Equation.DSMT4">
                  <p:embed/>
                </p:oleObj>
              </mc:Choice>
              <mc:Fallback>
                <p:oleObj name="Equation" r:id="rId3" imgW="15240000" imgH="5486400" progId="Equation.DSMT4">
                  <p:embed/>
                  <p:pic>
                    <p:nvPicPr>
                      <p:cNvPr id="0" name="Picture 3"/>
                      <p:cNvPicPr>
                        <a:picLocks noChangeAspect="1" noChangeArrowheads="1"/>
                      </p:cNvPicPr>
                      <p:nvPr/>
                    </p:nvPicPr>
                    <p:blipFill>
                      <a:blip r:embed="rId4"/>
                      <a:srcRect/>
                      <a:stretch>
                        <a:fillRect/>
                      </a:stretch>
                    </p:blipFill>
                    <p:spPr bwMode="auto">
                      <a:xfrm>
                        <a:off x="3428992" y="4128568"/>
                        <a:ext cx="1794813" cy="6429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188640"/>
            <a:ext cx="8229600" cy="648072"/>
          </a:xfrm>
        </p:spPr>
        <p:txBody>
          <a:bodyPr>
            <a:normAutofit fontScale="90000"/>
          </a:bodyPr>
          <a:lstStyle/>
          <a:p>
            <a:r>
              <a:rPr lang="zh-CN" altLang="en-US" b="1" dirty="0"/>
              <a:t>离散对数的例子</a:t>
            </a:r>
            <a:endParaRPr lang="zh-CN" altLang="en-US" b="1" dirty="0"/>
          </a:p>
        </p:txBody>
      </p:sp>
      <p:sp>
        <p:nvSpPr>
          <p:cNvPr id="29699" name="Rectangle 3"/>
          <p:cNvSpPr>
            <a:spLocks noGrp="1" noChangeArrowheads="1"/>
          </p:cNvSpPr>
          <p:nvPr>
            <p:ph type="body" idx="1"/>
          </p:nvPr>
        </p:nvSpPr>
        <p:spPr>
          <a:xfrm>
            <a:off x="251520" y="620688"/>
            <a:ext cx="8435280" cy="4680520"/>
          </a:xfrm>
        </p:spPr>
        <p:txBody>
          <a:bodyPr>
            <a:normAutofit/>
          </a:bodyPr>
          <a:lstStyle/>
          <a:p>
            <a:pPr>
              <a:lnSpc>
                <a:spcPct val="150000"/>
              </a:lnSpc>
            </a:pPr>
            <a:r>
              <a:rPr lang="zh-CN" altLang="en-US" b="1" dirty="0" smtClean="0"/>
              <a:t>例</a:t>
            </a:r>
            <a:r>
              <a:rPr lang="en-US" altLang="zh-CN" b="1" dirty="0" smtClean="0"/>
              <a:t>4.6.1</a:t>
            </a:r>
            <a:r>
              <a:rPr lang="zh-CN" altLang="en-US" b="1" dirty="0" smtClean="0"/>
              <a:t>：</a:t>
            </a:r>
            <a:r>
              <a:rPr lang="zh-CN" altLang="en-US" b="1" dirty="0"/>
              <a:t>（</a:t>
            </a:r>
            <a:r>
              <a:rPr lang="en-US" altLang="zh-CN" b="1" dirty="0"/>
              <a:t>Z</a:t>
            </a:r>
            <a:r>
              <a:rPr lang="zh-CN" altLang="en-US" b="1" dirty="0"/>
              <a:t>，</a:t>
            </a:r>
            <a:r>
              <a:rPr lang="en-US" altLang="zh-CN" b="1" dirty="0"/>
              <a:t>+</a:t>
            </a:r>
            <a:r>
              <a:rPr lang="zh-CN" altLang="en-US" b="1" dirty="0"/>
              <a:t>）</a:t>
            </a:r>
            <a:endParaRPr lang="zh-CN" altLang="en-US" b="1" dirty="0"/>
          </a:p>
          <a:p>
            <a:pPr lvl="1">
              <a:lnSpc>
                <a:spcPct val="150000"/>
              </a:lnSpc>
            </a:pPr>
            <a:r>
              <a:rPr lang="zh-CN" altLang="en-US" b="1" dirty="0"/>
              <a:t>离散对数问题是</a:t>
            </a:r>
            <a:r>
              <a:rPr lang="zh-CN" altLang="en-US" b="1" dirty="0" smtClean="0"/>
              <a:t>平凡的</a:t>
            </a:r>
            <a:endParaRPr lang="zh-CN" altLang="en-US" b="1" dirty="0"/>
          </a:p>
          <a:p>
            <a:pPr>
              <a:lnSpc>
                <a:spcPct val="150000"/>
              </a:lnSpc>
            </a:pPr>
            <a:r>
              <a:rPr lang="zh-CN" altLang="en-US" b="1" dirty="0" smtClean="0"/>
              <a:t>例</a:t>
            </a:r>
            <a:r>
              <a:rPr lang="en-US" altLang="zh-CN" b="1" dirty="0" smtClean="0"/>
              <a:t>4.6.2</a:t>
            </a:r>
            <a:r>
              <a:rPr lang="zh-CN" altLang="en-US" b="1" dirty="0" smtClean="0"/>
              <a:t>：</a:t>
            </a:r>
            <a:r>
              <a:rPr lang="en-US" altLang="zh-CN" b="1" dirty="0" err="1" smtClean="0"/>
              <a:t>Z</a:t>
            </a:r>
            <a:r>
              <a:rPr lang="en-US" altLang="zh-CN" b="1" baseline="-25000" dirty="0" err="1" smtClean="0"/>
              <a:t>m</a:t>
            </a:r>
            <a:r>
              <a:rPr lang="zh-CN" altLang="en-US" b="1" dirty="0" smtClean="0"/>
              <a:t>，模</a:t>
            </a:r>
            <a:r>
              <a:rPr lang="en-US" altLang="zh-CN" b="1" dirty="0" smtClean="0"/>
              <a:t>m</a:t>
            </a:r>
            <a:r>
              <a:rPr lang="zh-CN" altLang="en-US" b="1" dirty="0" smtClean="0"/>
              <a:t>剩余类</a:t>
            </a:r>
            <a:r>
              <a:rPr lang="zh-CN" altLang="en-US" b="1" dirty="0"/>
              <a:t>组成的加法群</a:t>
            </a:r>
            <a:r>
              <a:rPr lang="zh-CN" altLang="en-US" b="1" dirty="0" smtClean="0"/>
              <a:t>，</a:t>
            </a:r>
            <a:r>
              <a:rPr lang="en-US" altLang="zh-CN" b="1" dirty="0" smtClean="0"/>
              <a:t>a</a:t>
            </a:r>
            <a:r>
              <a:rPr lang="zh-CN" altLang="en-US" b="1" dirty="0" smtClean="0"/>
              <a:t>为</a:t>
            </a:r>
            <a:r>
              <a:rPr lang="en-US" altLang="zh-CN" b="1" dirty="0" err="1" smtClean="0"/>
              <a:t>Z</a:t>
            </a:r>
            <a:r>
              <a:rPr lang="en-US" altLang="zh-CN" b="1" baseline="-25000" dirty="0" err="1" smtClean="0"/>
              <a:t>m</a:t>
            </a:r>
            <a:r>
              <a:rPr lang="zh-CN" altLang="en-US" b="1" dirty="0" smtClean="0"/>
              <a:t>的</a:t>
            </a:r>
            <a:r>
              <a:rPr lang="zh-CN" altLang="en-US" b="1" dirty="0"/>
              <a:t>一个生成元，离散对数问题为：给定</a:t>
            </a:r>
            <a:r>
              <a:rPr lang="en-US" altLang="zh-CN" b="1" dirty="0" err="1"/>
              <a:t>h∈</a:t>
            </a:r>
            <a:r>
              <a:rPr lang="en-US" altLang="zh-CN" b="1" dirty="0" err="1" smtClean="0"/>
              <a:t>Z</a:t>
            </a:r>
            <a:r>
              <a:rPr lang="en-US" altLang="zh-CN" b="1" baseline="-25000" dirty="0" err="1" smtClean="0"/>
              <a:t>m</a:t>
            </a:r>
            <a:r>
              <a:rPr lang="zh-CN" altLang="en-US" b="1" dirty="0" smtClean="0"/>
              <a:t>，</a:t>
            </a:r>
            <a:r>
              <a:rPr lang="zh-CN" altLang="en-US" b="1" dirty="0"/>
              <a:t>求解</a:t>
            </a:r>
            <a:r>
              <a:rPr lang="en-US" altLang="zh-CN" b="1" dirty="0"/>
              <a:t>x</a:t>
            </a:r>
            <a:r>
              <a:rPr lang="zh-CN" altLang="en-US" b="1" dirty="0"/>
              <a:t>，使得</a:t>
            </a:r>
            <a:endParaRPr lang="zh-CN" altLang="en-US" b="1" dirty="0"/>
          </a:p>
          <a:p>
            <a:pPr>
              <a:lnSpc>
                <a:spcPct val="150000"/>
              </a:lnSpc>
              <a:buFont typeface="Wingdings" panose="05000000000000000000" pitchFamily="2" charset="2"/>
              <a:buNone/>
            </a:pPr>
            <a:r>
              <a:rPr lang="zh-CN" altLang="en-US" b="1" dirty="0"/>
              <a:t>                        </a:t>
            </a:r>
            <a:r>
              <a:rPr lang="en-US" altLang="zh-CN" b="1" dirty="0" err="1" smtClean="0"/>
              <a:t>ax≡</a:t>
            </a:r>
            <a:r>
              <a:rPr lang="en-US" altLang="zh-CN" b="1" dirty="0" err="1"/>
              <a:t>h</a:t>
            </a:r>
            <a:r>
              <a:rPr lang="en-US" altLang="zh-CN" b="1" dirty="0"/>
              <a:t> </a:t>
            </a:r>
            <a:r>
              <a:rPr lang="en-US" altLang="zh-CN" b="1" dirty="0" smtClean="0"/>
              <a:t>(mod m)</a:t>
            </a:r>
            <a:endParaRPr lang="en-US" altLang="zh-CN" b="1" dirty="0"/>
          </a:p>
          <a:p>
            <a:pPr lvl="1">
              <a:lnSpc>
                <a:spcPct val="150000"/>
              </a:lnSpc>
            </a:pPr>
            <a:r>
              <a:rPr lang="zh-CN" altLang="en-US" b="1" dirty="0"/>
              <a:t>用扩展的欧几里得算法很容易求解。</a:t>
            </a:r>
            <a:endParaRPr lang="zh-CN" altLang="en-US" b="1" dirty="0"/>
          </a:p>
          <a:p>
            <a:pPr lvl="1">
              <a:lnSpc>
                <a:spcPct val="150000"/>
              </a:lnSpc>
            </a:pPr>
            <a:r>
              <a:rPr lang="zh-CN" altLang="en-US" b="1" dirty="0" smtClean="0"/>
              <a:t>㏒</a:t>
            </a:r>
            <a:r>
              <a:rPr lang="en-US" altLang="zh-CN" b="1" baseline="-25000" dirty="0" smtClean="0"/>
              <a:t>a</a:t>
            </a:r>
            <a:r>
              <a:rPr lang="en-US" altLang="zh-CN" b="1" dirty="0" smtClean="0"/>
              <a:t>(h</a:t>
            </a:r>
            <a:r>
              <a:rPr lang="en-US" altLang="zh-CN" b="1" dirty="0"/>
              <a:t>)=</a:t>
            </a:r>
            <a:r>
              <a:rPr lang="en-US" altLang="zh-CN" b="1" dirty="0" smtClean="0"/>
              <a:t>x=ha</a:t>
            </a:r>
            <a:r>
              <a:rPr lang="en-US" altLang="zh-CN" b="1" baseline="30000" dirty="0" smtClean="0"/>
              <a:t>-1</a:t>
            </a:r>
            <a:r>
              <a:rPr lang="en-US" altLang="zh-CN" b="1" dirty="0" smtClean="0"/>
              <a:t> (mod m)</a:t>
            </a:r>
            <a:endParaRPr lang="en-US" altLang="zh-CN" b="1" baseline="-250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Rectangle 3"/>
          <p:cNvSpPr txBox="1">
            <a:spLocks noChangeArrowheads="1"/>
          </p:cNvSpPr>
          <p:nvPr/>
        </p:nvSpPr>
        <p:spPr>
          <a:xfrm>
            <a:off x="403920" y="5301208"/>
            <a:ext cx="8435280" cy="1080120"/>
          </a:xfrm>
          <a:prstGeom prst="rect">
            <a:avLst/>
          </a:prstGeom>
        </p:spPr>
        <p:txBody>
          <a:bodyPr vert="horz">
            <a:normAutofit fontScale="85000" lnSpcReduction="10000"/>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50000"/>
              </a:lnSpc>
            </a:pPr>
            <a:r>
              <a:rPr lang="zh-CN" altLang="en-US" b="1" dirty="0" smtClean="0">
                <a:solidFill>
                  <a:srgbClr val="FF0000"/>
                </a:solidFill>
              </a:rPr>
              <a:t>某些循环群中求离散对数问题被认为是困难</a:t>
            </a:r>
            <a:r>
              <a:rPr lang="zh-CN" altLang="en-US" b="1" dirty="0" smtClean="0">
                <a:solidFill>
                  <a:srgbClr val="FF0000"/>
                </a:solidFill>
              </a:rPr>
              <a:t>的（</a:t>
            </a:r>
            <a:r>
              <a:rPr lang="zh-CN" altLang="en-US" b="1" dirty="0" smtClean="0">
                <a:solidFill>
                  <a:schemeClr val="accent1"/>
                </a:solidFill>
              </a:rPr>
              <a:t>只能枚举法</a:t>
            </a:r>
            <a:r>
              <a:rPr lang="zh-CN" altLang="en-US" b="1" dirty="0" smtClean="0">
                <a:solidFill>
                  <a:srgbClr val="FF0000"/>
                </a:solidFill>
              </a:rPr>
              <a:t>），</a:t>
            </a:r>
            <a:r>
              <a:rPr lang="zh-CN" altLang="en-US" b="1" dirty="0" smtClean="0">
                <a:solidFill>
                  <a:srgbClr val="FF0000"/>
                </a:solidFill>
              </a:rPr>
              <a:t>求离散对数问题的困难性已被广泛地应用于构造公钥密码算法。</a:t>
            </a:r>
            <a:endParaRPr lang="zh-CN" altLang="en-US" b="1" dirty="0" smtClean="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blinds(horizontal)">
                                      <p:cBhvr>
                                        <p:cTn id="7" dur="500"/>
                                        <p:tgtEl>
                                          <p:spTgt spid="2969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9699">
                                            <p:txEl>
                                              <p:pRg st="1" end="1"/>
                                            </p:txEl>
                                          </p:spTgt>
                                        </p:tgtEl>
                                        <p:attrNameLst>
                                          <p:attrName>style.visibility</p:attrName>
                                        </p:attrNameLst>
                                      </p:cBhvr>
                                      <p:to>
                                        <p:strVal val="visible"/>
                                      </p:to>
                                    </p:set>
                                    <p:animEffect transition="in" filter="blinds(horizontal)">
                                      <p:cBhvr>
                                        <p:cTn id="10" dur="500"/>
                                        <p:tgtEl>
                                          <p:spTgt spid="2969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animEffect transition="in" filter="blinds(horizontal)">
                                      <p:cBhvr>
                                        <p:cTn id="15" dur="500"/>
                                        <p:tgtEl>
                                          <p:spTgt spid="29699">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9699">
                                            <p:txEl>
                                              <p:pRg st="3" end="3"/>
                                            </p:txEl>
                                          </p:spTgt>
                                        </p:tgtEl>
                                        <p:attrNameLst>
                                          <p:attrName>style.visibility</p:attrName>
                                        </p:attrNameLst>
                                      </p:cBhvr>
                                      <p:to>
                                        <p:strVal val="visible"/>
                                      </p:to>
                                    </p:set>
                                    <p:animEffect transition="in" filter="blinds(horizontal)">
                                      <p:cBhvr>
                                        <p:cTn id="18" dur="500"/>
                                        <p:tgtEl>
                                          <p:spTgt spid="2969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9699">
                                            <p:txEl>
                                              <p:pRg st="4" end="4"/>
                                            </p:txEl>
                                          </p:spTgt>
                                        </p:tgtEl>
                                        <p:attrNameLst>
                                          <p:attrName>style.visibility</p:attrName>
                                        </p:attrNameLst>
                                      </p:cBhvr>
                                      <p:to>
                                        <p:strVal val="visible"/>
                                      </p:to>
                                    </p:set>
                                    <p:animEffect transition="in" filter="blinds(horizontal)">
                                      <p:cBhvr>
                                        <p:cTn id="23" dur="500"/>
                                        <p:tgtEl>
                                          <p:spTgt spid="29699">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29699">
                                            <p:txEl>
                                              <p:pRg st="5" end="5"/>
                                            </p:txEl>
                                          </p:spTgt>
                                        </p:tgtEl>
                                        <p:attrNameLst>
                                          <p:attrName>style.visibility</p:attrName>
                                        </p:attrNameLst>
                                      </p:cBhvr>
                                      <p:to>
                                        <p:strVal val="visible"/>
                                      </p:to>
                                    </p:set>
                                    <p:animEffect transition="in" filter="blinds(horizontal)">
                                      <p:cBhvr>
                                        <p:cTn id="26" dur="500"/>
                                        <p:tgtEl>
                                          <p:spTgt spid="29699">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animEffect transition="in" filter="blinds(horizontal)">
                                      <p:cBhvr>
                                        <p:cTn id="31"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ElGamal</a:t>
            </a:r>
            <a:r>
              <a:rPr lang="zh-CN" altLang="en-US" dirty="0" smtClean="0"/>
              <a:t>公钥加密体制</a:t>
            </a:r>
            <a:endParaRPr lang="zh-CN" altLang="en-US" dirty="0"/>
          </a:p>
        </p:txBody>
      </p:sp>
      <p:graphicFrame>
        <p:nvGraphicFramePr>
          <p:cNvPr id="5" name="对象 4"/>
          <p:cNvGraphicFramePr>
            <a:graphicFrameLocks noChangeAspect="1"/>
          </p:cNvGraphicFramePr>
          <p:nvPr/>
        </p:nvGraphicFramePr>
        <p:xfrm>
          <a:off x="115888" y="2062163"/>
          <a:ext cx="8767762" cy="3425825"/>
        </p:xfrm>
        <a:graphic>
          <a:graphicData uri="http://schemas.openxmlformats.org/presentationml/2006/ole">
            <mc:AlternateContent xmlns:mc="http://schemas.openxmlformats.org/markup-compatibility/2006">
              <mc:Choice xmlns:v="urn:schemas-microsoft-com:vml" Requires="v">
                <p:oleObj spid="_x0000_s122972" name="Picture" r:id="rId1" imgW="31041975" imgH="15335250" progId="Word.Picture.8">
                  <p:embed/>
                </p:oleObj>
              </mc:Choice>
              <mc:Fallback>
                <p:oleObj name="Picture" r:id="rId1" imgW="31041975" imgH="15335250" progId="Word.Picture.8">
                  <p:embed/>
                  <p:pic>
                    <p:nvPicPr>
                      <p:cNvPr id="0" name="图片 122971"/>
                      <p:cNvPicPr>
                        <a:picLocks noChangeAspect="1" noChangeArrowheads="1"/>
                      </p:cNvPicPr>
                      <p:nvPr/>
                    </p:nvPicPr>
                    <p:blipFill>
                      <a:blip r:embed="rId2"/>
                      <a:srcRect b="21162"/>
                      <a:stretch>
                        <a:fillRect/>
                      </a:stretch>
                    </p:blipFill>
                    <p:spPr bwMode="auto">
                      <a:xfrm>
                        <a:off x="115888" y="2062163"/>
                        <a:ext cx="8767762" cy="3425825"/>
                      </a:xfrm>
                      <a:prstGeom prst="rect">
                        <a:avLst/>
                      </a:prstGeom>
                      <a:noFill/>
                    </p:spPr>
                  </p:pic>
                </p:oleObj>
              </mc:Fallback>
            </mc:AlternateContent>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对象 7"/>
          <p:cNvGraphicFramePr>
            <a:graphicFrameLocks noChangeAspect="1"/>
          </p:cNvGraphicFramePr>
          <p:nvPr/>
        </p:nvGraphicFramePr>
        <p:xfrm>
          <a:off x="252090" y="-99521"/>
          <a:ext cx="8460432" cy="6828194"/>
        </p:xfrm>
        <a:graphic>
          <a:graphicData uri="http://schemas.openxmlformats.org/presentationml/2006/ole">
            <mc:AlternateContent xmlns:mc="http://schemas.openxmlformats.org/markup-compatibility/2006">
              <mc:Choice xmlns:v="urn:schemas-microsoft-com:vml" Requires="v">
                <p:oleObj spid="_x0000_s115725" name="Picture" r:id="rId1" imgW="4953635" imgH="5060315" progId="Word.Picture.8">
                  <p:embed/>
                </p:oleObj>
              </mc:Choice>
              <mc:Fallback>
                <p:oleObj name="Picture" r:id="rId1" imgW="4953635" imgH="5060315" progId="Word.Picture.8">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b="21162"/>
                      <a:stretch>
                        <a:fillRect/>
                      </a:stretch>
                    </p:blipFill>
                    <p:spPr bwMode="auto">
                      <a:xfrm>
                        <a:off x="252090" y="-99521"/>
                        <a:ext cx="8460432" cy="6828194"/>
                      </a:xfrm>
                      <a:prstGeom prst="rect">
                        <a:avLst/>
                      </a:prstGeom>
                      <a:solidFill>
                        <a:schemeClr val="bg1"/>
                      </a:solidFill>
                    </p:spPr>
                  </p:pic>
                </p:oleObj>
              </mc:Fallback>
            </mc:AlternateContent>
          </a:graphicData>
        </a:graphic>
      </p:graphicFrame>
      <p:sp>
        <p:nvSpPr>
          <p:cNvPr id="2" name="标题 1"/>
          <p:cNvSpPr>
            <a:spLocks noGrp="1"/>
          </p:cNvSpPr>
          <p:nvPr>
            <p:ph type="title"/>
          </p:nvPr>
        </p:nvSpPr>
        <p:spPr/>
        <p:txBody>
          <a:bodyPr/>
          <a:lstStyle/>
          <a:p>
            <a:r>
              <a:rPr lang="en-US" altLang="zh-CN" dirty="0" smtClean="0"/>
              <a:t>                                                                                   </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graphicFrame>
        <p:nvGraphicFramePr>
          <p:cNvPr id="6" name="对象 5"/>
          <p:cNvGraphicFramePr>
            <a:graphicFrameLocks noChangeAspect="1"/>
          </p:cNvGraphicFramePr>
          <p:nvPr/>
        </p:nvGraphicFramePr>
        <p:xfrm>
          <a:off x="5147806" y="5518806"/>
          <a:ext cx="3565019" cy="771717"/>
        </p:xfrm>
        <a:graphic>
          <a:graphicData uri="http://schemas.openxmlformats.org/presentationml/2006/ole">
            <mc:AlternateContent xmlns:mc="http://schemas.openxmlformats.org/markup-compatibility/2006">
              <mc:Choice xmlns:v="urn:schemas-microsoft-com:vml" Requires="v">
                <p:oleObj spid="_x0000_s124061" name="Equation" r:id="rId3" imgW="52120800" imgH="11277600" progId="Equation.DSMT4">
                  <p:embed/>
                </p:oleObj>
              </mc:Choice>
              <mc:Fallback>
                <p:oleObj name="Equation" r:id="rId3" imgW="52120800" imgH="11277600" progId="Equation.DSMT4">
                  <p:embed/>
                  <p:pic>
                    <p:nvPicPr>
                      <p:cNvPr id="0" name="Object 1"/>
                      <p:cNvPicPr>
                        <a:picLocks noChangeAspect="1" noChangeArrowheads="1"/>
                      </p:cNvPicPr>
                      <p:nvPr/>
                    </p:nvPicPr>
                    <p:blipFill>
                      <a:blip r:embed="rId4"/>
                      <a:srcRect/>
                      <a:stretch>
                        <a:fillRect/>
                      </a:stretch>
                    </p:blipFill>
                    <p:spPr bwMode="auto">
                      <a:xfrm>
                        <a:off x="5147806" y="5518806"/>
                        <a:ext cx="3565019" cy="771717"/>
                      </a:xfrm>
                      <a:prstGeom prst="rect">
                        <a:avLst/>
                      </a:prstGeom>
                      <a:noFill/>
                      <a:ln>
                        <a:solidFill>
                          <a:srgbClr val="FF0000"/>
                        </a:solidFill>
                      </a:ln>
                    </p:spPr>
                  </p:pic>
                </p:oleObj>
              </mc:Fallback>
            </mc:AlternateContent>
          </a:graphicData>
        </a:graphic>
      </p:graphicFrame>
      <p:graphicFrame>
        <p:nvGraphicFramePr>
          <p:cNvPr id="7" name="对象 6"/>
          <p:cNvGraphicFramePr>
            <a:graphicFrameLocks noChangeAspect="1"/>
          </p:cNvGraphicFramePr>
          <p:nvPr/>
        </p:nvGraphicFramePr>
        <p:xfrm>
          <a:off x="6300058" y="4149209"/>
          <a:ext cx="1417638" cy="376237"/>
        </p:xfrm>
        <a:graphic>
          <a:graphicData uri="http://schemas.openxmlformats.org/presentationml/2006/ole">
            <mc:AlternateContent xmlns:mc="http://schemas.openxmlformats.org/markup-compatibility/2006">
              <mc:Choice xmlns:v="urn:schemas-microsoft-com:vml" Requires="v">
                <p:oleObj spid="_x0000_s124062" name="Equation" r:id="rId5" imgW="20726400" imgH="5486400" progId="Equation.DSMT4">
                  <p:embed/>
                </p:oleObj>
              </mc:Choice>
              <mc:Fallback>
                <p:oleObj name="Equation" r:id="rId5" imgW="20726400" imgH="5486400" progId="Equation.DSMT4">
                  <p:embed/>
                  <p:pic>
                    <p:nvPicPr>
                      <p:cNvPr id="0" name="对象 5"/>
                      <p:cNvPicPr>
                        <a:picLocks noChangeAspect="1" noChangeArrowheads="1"/>
                      </p:cNvPicPr>
                      <p:nvPr/>
                    </p:nvPicPr>
                    <p:blipFill>
                      <a:blip r:embed="rId6"/>
                      <a:srcRect/>
                      <a:stretch>
                        <a:fillRect/>
                      </a:stretch>
                    </p:blipFill>
                    <p:spPr bwMode="auto">
                      <a:xfrm>
                        <a:off x="6300058" y="4149209"/>
                        <a:ext cx="1417638" cy="37623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4624"/>
            <a:ext cx="8229600" cy="1143000"/>
          </a:xfrm>
        </p:spPr>
        <p:txBody>
          <a:bodyPr/>
          <a:lstStyle/>
          <a:p>
            <a:r>
              <a:rPr lang="zh-CN" altLang="en-US" dirty="0" smtClean="0"/>
              <a:t>大步小步算法</a:t>
            </a:r>
            <a:endParaRPr lang="zh-CN" altLang="en-US" dirty="0"/>
          </a:p>
        </p:txBody>
      </p:sp>
      <p:sp>
        <p:nvSpPr>
          <p:cNvPr id="3" name="内容占位符 2"/>
          <p:cNvSpPr>
            <a:spLocks noGrp="1"/>
          </p:cNvSpPr>
          <p:nvPr>
            <p:ph idx="1"/>
          </p:nvPr>
        </p:nvSpPr>
        <p:spPr>
          <a:xfrm>
            <a:off x="251520" y="1276016"/>
            <a:ext cx="8939336" cy="568808"/>
          </a:xfrm>
        </p:spPr>
        <p:txBody>
          <a:bodyPr/>
          <a:lstStyle/>
          <a:p>
            <a:r>
              <a:rPr lang="zh-CN" altLang="en-US" b="1" dirty="0" smtClean="0"/>
              <a:t>求解离散对数的快速搜索算法，称为“大步</a:t>
            </a:r>
            <a:r>
              <a:rPr lang="en-US" b="1" dirty="0" smtClean="0"/>
              <a:t>-</a:t>
            </a:r>
            <a:r>
              <a:rPr lang="zh-CN" altLang="en-US" b="1" dirty="0" smtClean="0"/>
              <a:t>小步”算法</a:t>
            </a:r>
            <a:endParaRPr lang="zh-CN" altLang="en-US" b="1" dirty="0"/>
          </a:p>
        </p:txBody>
      </p:sp>
      <p:graphicFrame>
        <p:nvGraphicFramePr>
          <p:cNvPr id="103426" name="Object 2"/>
          <p:cNvGraphicFramePr>
            <a:graphicFrameLocks noChangeAspect="1"/>
          </p:cNvGraphicFramePr>
          <p:nvPr/>
        </p:nvGraphicFramePr>
        <p:xfrm>
          <a:off x="0" y="1772816"/>
          <a:ext cx="9107487" cy="4130675"/>
        </p:xfrm>
        <a:graphic>
          <a:graphicData uri="http://schemas.openxmlformats.org/presentationml/2006/ole">
            <mc:AlternateContent xmlns:mc="http://schemas.openxmlformats.org/markup-compatibility/2006">
              <mc:Choice xmlns:v="urn:schemas-microsoft-com:vml" Requires="v">
                <p:oleObj spid="_x0000_s109718" name="Picture" r:id="rId1" imgW="5219700" imgH="2362200" progId="Word.Picture.8">
                  <p:embed/>
                </p:oleObj>
              </mc:Choice>
              <mc:Fallback>
                <p:oleObj name="Picture" r:id="rId1" imgW="5219700" imgH="2362200" progId="Word.Picture.8">
                  <p:embed/>
                  <p:pic>
                    <p:nvPicPr>
                      <p:cNvPr id="0" name="图片 1097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72816"/>
                        <a:ext cx="9107487" cy="413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4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大步小步算法（续）</a:t>
            </a:r>
            <a:endParaRPr lang="zh-CN" altLang="en-US" dirty="0"/>
          </a:p>
        </p:txBody>
      </p:sp>
      <p:graphicFrame>
        <p:nvGraphicFramePr>
          <p:cNvPr id="104450" name="Object 2"/>
          <p:cNvGraphicFramePr>
            <a:graphicFrameLocks noChangeAspect="1"/>
          </p:cNvGraphicFramePr>
          <p:nvPr/>
        </p:nvGraphicFramePr>
        <p:xfrm>
          <a:off x="214282" y="1988840"/>
          <a:ext cx="8636000" cy="3344862"/>
        </p:xfrm>
        <a:graphic>
          <a:graphicData uri="http://schemas.openxmlformats.org/presentationml/2006/ole">
            <mc:AlternateContent xmlns:mc="http://schemas.openxmlformats.org/markup-compatibility/2006">
              <mc:Choice xmlns:v="urn:schemas-microsoft-com:vml" Requires="v">
                <p:oleObj spid="_x0000_s110742" name="Picture" r:id="rId1" imgW="4940300" imgH="1905000" progId="Word.Picture.8">
                  <p:embed/>
                </p:oleObj>
              </mc:Choice>
              <mc:Fallback>
                <p:oleObj name="Picture" r:id="rId1" imgW="4940300" imgH="1905000" progId="Word.Picture.8">
                  <p:embed/>
                  <p:pic>
                    <p:nvPicPr>
                      <p:cNvPr id="0" name="图片 1107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282" y="1988840"/>
                        <a:ext cx="8636000" cy="3344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47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05473" name="Object 1"/>
          <p:cNvGraphicFramePr>
            <a:graphicFrameLocks noChangeAspect="1"/>
          </p:cNvGraphicFramePr>
          <p:nvPr/>
        </p:nvGraphicFramePr>
        <p:xfrm>
          <a:off x="295275" y="539750"/>
          <a:ext cx="8626475" cy="6350000"/>
        </p:xfrm>
        <a:graphic>
          <a:graphicData uri="http://schemas.openxmlformats.org/presentationml/2006/ole">
            <mc:AlternateContent xmlns:mc="http://schemas.openxmlformats.org/markup-compatibility/2006">
              <mc:Choice xmlns:v="urn:schemas-microsoft-com:vml" Requires="v">
                <p:oleObj spid="_x0000_s111770" name="Picture" r:id="rId1" imgW="31022925" imgH="22621875" progId="Word.Picture.8">
                  <p:embed/>
                </p:oleObj>
              </mc:Choice>
              <mc:Fallback>
                <p:oleObj name="Picture" r:id="rId1" imgW="31022925" imgH="22621875" progId="Word.Picture.8">
                  <p:embed/>
                  <p:pic>
                    <p:nvPicPr>
                      <p:cNvPr id="0" name="图片 111769"/>
                      <p:cNvPicPr>
                        <a:picLocks noChangeAspect="1" noChangeArrowheads="1"/>
                      </p:cNvPicPr>
                      <p:nvPr/>
                    </p:nvPicPr>
                    <p:blipFill>
                      <a:blip r:embed="rId2"/>
                      <a:srcRect/>
                      <a:stretch>
                        <a:fillRect/>
                      </a:stretch>
                    </p:blipFill>
                    <p:spPr bwMode="auto">
                      <a:xfrm>
                        <a:off x="295275" y="539750"/>
                        <a:ext cx="8626475" cy="6350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1143000"/>
          </a:xfrm>
        </p:spPr>
        <p:txBody>
          <a:bodyPr/>
          <a:lstStyle/>
          <a:p>
            <a:r>
              <a:rPr lang="en-US" altLang="zh-CN" dirty="0" smtClean="0"/>
              <a:t>4.7 </a:t>
            </a:r>
            <a:r>
              <a:rPr lang="zh-CN" altLang="en-US" dirty="0" smtClean="0"/>
              <a:t>置换群</a:t>
            </a:r>
            <a:endParaRPr lang="zh-CN" altLang="en-US" dirty="0"/>
          </a:p>
        </p:txBody>
      </p:sp>
      <p:sp>
        <p:nvSpPr>
          <p:cNvPr id="3" name="内容占位符 2"/>
          <p:cNvSpPr>
            <a:spLocks noGrp="1"/>
          </p:cNvSpPr>
          <p:nvPr>
            <p:ph idx="1"/>
          </p:nvPr>
        </p:nvSpPr>
        <p:spPr>
          <a:xfrm>
            <a:off x="457200" y="1348024"/>
            <a:ext cx="8229600" cy="993454"/>
          </a:xfrm>
        </p:spPr>
        <p:txBody>
          <a:bodyPr/>
          <a:lstStyle/>
          <a:p>
            <a:r>
              <a:rPr lang="zh-CN" altLang="en-US" b="1" dirty="0" smtClean="0">
                <a:solidFill>
                  <a:schemeClr val="accent1"/>
                </a:solidFill>
              </a:rPr>
              <a:t>定义</a:t>
            </a:r>
            <a:r>
              <a:rPr lang="en-US" b="1" dirty="0" smtClean="0">
                <a:solidFill>
                  <a:schemeClr val="accent1"/>
                </a:solidFill>
              </a:rPr>
              <a:t>4.7.1 </a:t>
            </a:r>
            <a:r>
              <a:rPr lang="zh-CN" altLang="en-US" b="1" dirty="0" smtClean="0"/>
              <a:t>集合</a:t>
            </a:r>
            <a:r>
              <a:rPr lang="en-US" b="1" dirty="0" smtClean="0"/>
              <a:t>S</a:t>
            </a:r>
            <a:r>
              <a:rPr lang="zh-CN" altLang="en-US" b="1" dirty="0" smtClean="0"/>
              <a:t>到自身的一个映射称为一个</a:t>
            </a:r>
            <a:r>
              <a:rPr lang="zh-CN" altLang="en-US" b="1" dirty="0" smtClean="0">
                <a:solidFill>
                  <a:srgbClr val="FF0000"/>
                </a:solidFill>
              </a:rPr>
              <a:t>变换</a:t>
            </a:r>
            <a:r>
              <a:rPr lang="zh-CN" altLang="en-US" b="1" dirty="0" smtClean="0"/>
              <a:t>。有限集合</a:t>
            </a:r>
            <a:r>
              <a:rPr lang="en-US" b="1" dirty="0" smtClean="0"/>
              <a:t>S</a:t>
            </a:r>
            <a:r>
              <a:rPr lang="zh-CN" altLang="en-US" b="1" dirty="0" smtClean="0"/>
              <a:t>上的一个一一变换称为一个</a:t>
            </a:r>
            <a:r>
              <a:rPr lang="zh-CN" altLang="en-US" b="1" dirty="0" smtClean="0">
                <a:solidFill>
                  <a:srgbClr val="FF0000"/>
                </a:solidFill>
              </a:rPr>
              <a:t>置换</a:t>
            </a:r>
            <a:r>
              <a:rPr lang="zh-CN" altLang="en-US" b="1" dirty="0" smtClean="0"/>
              <a:t>。</a:t>
            </a:r>
            <a:endParaRPr lang="zh-CN" altLang="en-US" b="1" dirty="0" smtClean="0"/>
          </a:p>
          <a:p>
            <a:endParaRPr lang="zh-CN" altLang="en-US" b="1" dirty="0"/>
          </a:p>
        </p:txBody>
      </p:sp>
      <p:graphicFrame>
        <p:nvGraphicFramePr>
          <p:cNvPr id="4" name="对象 3"/>
          <p:cNvGraphicFramePr>
            <a:graphicFrameLocks noChangeAspect="1"/>
          </p:cNvGraphicFramePr>
          <p:nvPr/>
        </p:nvGraphicFramePr>
        <p:xfrm>
          <a:off x="1071538" y="2443101"/>
          <a:ext cx="7358114" cy="3470277"/>
        </p:xfrm>
        <a:graphic>
          <a:graphicData uri="http://schemas.openxmlformats.org/presentationml/2006/ole">
            <mc:AlternateContent xmlns:mc="http://schemas.openxmlformats.org/markup-compatibility/2006">
              <mc:Choice xmlns:v="urn:schemas-microsoft-com:vml" Requires="v">
                <p:oleObj spid="_x0000_s87205" name="文档" r:id="rId1" imgW="7243445" imgH="3560445" progId="Word.Document.12">
                  <p:embed/>
                </p:oleObj>
              </mc:Choice>
              <mc:Fallback>
                <p:oleObj name="文档" r:id="rId1" imgW="7243445" imgH="3560445" progId="Word.Document.12">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38" y="2443101"/>
                        <a:ext cx="7358114" cy="34702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84"/>
            <a:ext cx="8229600" cy="1143000"/>
          </a:xfrm>
        </p:spPr>
        <p:txBody>
          <a:bodyPr/>
          <a:lstStyle/>
          <a:p>
            <a:r>
              <a:rPr lang="zh-CN" altLang="en-US" dirty="0" smtClean="0"/>
              <a:t>置换</a:t>
            </a:r>
            <a:endParaRPr lang="zh-CN" altLang="en-US" dirty="0"/>
          </a:p>
        </p:txBody>
      </p:sp>
      <p:graphicFrame>
        <p:nvGraphicFramePr>
          <p:cNvPr id="4" name="内容占位符 3"/>
          <p:cNvGraphicFramePr>
            <a:graphicFrameLocks noGrp="1" noChangeAspect="1"/>
          </p:cNvGraphicFramePr>
          <p:nvPr>
            <p:ph idx="1"/>
          </p:nvPr>
        </p:nvGraphicFramePr>
        <p:xfrm>
          <a:off x="1136650" y="1235464"/>
          <a:ext cx="6829425" cy="4819650"/>
        </p:xfrm>
        <a:graphic>
          <a:graphicData uri="http://schemas.openxmlformats.org/presentationml/2006/ole">
            <mc:AlternateContent xmlns:mc="http://schemas.openxmlformats.org/markup-compatibility/2006">
              <mc:Choice xmlns:v="urn:schemas-microsoft-com:vml" Requires="v">
                <p:oleObj spid="_x0000_s88229" name="文档" r:id="rId1" imgW="7287895" imgH="5142865" progId="Word.Document.12">
                  <p:embed/>
                </p:oleObj>
              </mc:Choice>
              <mc:Fallback>
                <p:oleObj name="文档" r:id="rId1" imgW="7287895" imgH="5142865" progId="Word.Document.12">
                  <p:embed/>
                  <p:pic>
                    <p:nvPicPr>
                      <p:cNvPr id="0" name="内容占位符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6650" y="1235464"/>
                        <a:ext cx="6829425" cy="4819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置换举例</a:t>
            </a:r>
            <a:endParaRPr lang="zh-CN" altLang="en-US" dirty="0"/>
          </a:p>
        </p:txBody>
      </p:sp>
      <p:sp>
        <p:nvSpPr>
          <p:cNvPr id="3" name="内容占位符 2"/>
          <p:cNvSpPr>
            <a:spLocks noGrp="1"/>
          </p:cNvSpPr>
          <p:nvPr>
            <p:ph idx="1"/>
          </p:nvPr>
        </p:nvSpPr>
        <p:spPr>
          <a:xfrm>
            <a:off x="457200" y="1935480"/>
            <a:ext cx="8229600" cy="636264"/>
          </a:xfrm>
        </p:spPr>
        <p:txBody>
          <a:bodyPr/>
          <a:lstStyle/>
          <a:p>
            <a:r>
              <a:rPr lang="zh-CN" altLang="en-US" b="1" dirty="0" smtClean="0"/>
              <a:t>例</a:t>
            </a:r>
            <a:r>
              <a:rPr lang="en-US" b="1" dirty="0" smtClean="0"/>
              <a:t>4.7.1 </a:t>
            </a:r>
            <a:r>
              <a:rPr lang="zh-CN" altLang="en-US" b="1" dirty="0" smtClean="0"/>
              <a:t>集合</a:t>
            </a:r>
            <a:r>
              <a:rPr lang="en-US" altLang="zh-CN" b="1" dirty="0" smtClean="0"/>
              <a:t>S</a:t>
            </a:r>
            <a:r>
              <a:rPr lang="en-US" altLang="zh-CN" b="1" baseline="-25000" dirty="0" smtClean="0"/>
              <a:t>3</a:t>
            </a:r>
            <a:r>
              <a:rPr lang="en-US" altLang="zh-CN" b="1" dirty="0" smtClean="0"/>
              <a:t>={1,2,3}</a:t>
            </a:r>
            <a:r>
              <a:rPr lang="zh-CN" altLang="en-US" b="1" dirty="0" smtClean="0"/>
              <a:t>上有</a:t>
            </a:r>
            <a:r>
              <a:rPr lang="en-US" b="1" dirty="0" smtClean="0"/>
              <a:t>3!</a:t>
            </a:r>
            <a:r>
              <a:rPr lang="zh-CN" altLang="en-US" b="1" dirty="0" smtClean="0"/>
              <a:t>个置换。</a:t>
            </a:r>
            <a:endParaRPr lang="zh-CN" altLang="en-US" b="1" dirty="0" smtClean="0"/>
          </a:p>
          <a:p>
            <a:pPr>
              <a:buNone/>
            </a:pPr>
            <a:endParaRPr lang="zh-CN" altLang="en-US" dirty="0"/>
          </a:p>
        </p:txBody>
      </p:sp>
      <p:sp>
        <p:nvSpPr>
          <p:cNvPr id="8909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89089" name="Object 1"/>
          <p:cNvGraphicFramePr>
            <a:graphicFrameLocks noChangeAspect="1"/>
          </p:cNvGraphicFramePr>
          <p:nvPr/>
        </p:nvGraphicFramePr>
        <p:xfrm>
          <a:off x="1000100" y="3000372"/>
          <a:ext cx="7504598" cy="2286016"/>
        </p:xfrm>
        <a:graphic>
          <a:graphicData uri="http://schemas.openxmlformats.org/presentationml/2006/ole">
            <mc:AlternateContent xmlns:mc="http://schemas.openxmlformats.org/markup-compatibility/2006">
              <mc:Choice xmlns:v="urn:schemas-microsoft-com:vml" Requires="v">
                <p:oleObj spid="_x0000_s89252" name="Equation" r:id="rId1" imgW="3086100" imgH="939800" progId="Equation.DSMT4">
                  <p:embed/>
                </p:oleObj>
              </mc:Choice>
              <mc:Fallback>
                <p:oleObj name="Equation" r:id="rId1" imgW="3086100" imgH="9398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100" y="3000372"/>
                        <a:ext cx="7504598" cy="22860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84"/>
            <a:ext cx="8229600" cy="1143000"/>
          </a:xfrm>
        </p:spPr>
        <p:txBody>
          <a:bodyPr/>
          <a:lstStyle/>
          <a:p>
            <a:r>
              <a:rPr lang="zh-CN" altLang="en-US" dirty="0" smtClean="0"/>
              <a:t>置换的乘积</a:t>
            </a:r>
            <a:endParaRPr lang="zh-CN" altLang="en-US" dirty="0"/>
          </a:p>
        </p:txBody>
      </p:sp>
      <p:sp>
        <p:nvSpPr>
          <p:cNvPr id="3" name="内容占位符 2"/>
          <p:cNvSpPr>
            <a:spLocks noGrp="1"/>
          </p:cNvSpPr>
          <p:nvPr>
            <p:ph idx="1"/>
          </p:nvPr>
        </p:nvSpPr>
        <p:spPr>
          <a:xfrm>
            <a:off x="457200" y="1204008"/>
            <a:ext cx="8229600" cy="4389120"/>
          </a:xfrm>
        </p:spPr>
        <p:txBody>
          <a:bodyPr/>
          <a:lstStyle/>
          <a:p>
            <a:r>
              <a:rPr lang="zh-CN" altLang="en-US" b="1" dirty="0" smtClean="0"/>
              <a:t>定义</a:t>
            </a:r>
            <a:r>
              <a:rPr lang="en-US" b="1" dirty="0" smtClean="0"/>
              <a:t>4.7.2            </a:t>
            </a:r>
            <a:r>
              <a:rPr lang="zh-CN" altLang="en-US" b="1" dirty="0" smtClean="0"/>
              <a:t>是</a:t>
            </a:r>
            <a:r>
              <a:rPr lang="en-US" b="1" dirty="0" smtClean="0"/>
              <a:t>n</a:t>
            </a:r>
            <a:r>
              <a:rPr lang="zh-CN" altLang="en-US" b="1" dirty="0" smtClean="0"/>
              <a:t>元置换，则</a:t>
            </a:r>
            <a:r>
              <a:rPr lang="en-US" b="1" dirty="0" smtClean="0"/>
              <a:t>       </a:t>
            </a:r>
            <a:r>
              <a:rPr lang="zh-CN" altLang="en-US" b="1" dirty="0" smtClean="0"/>
              <a:t>和</a:t>
            </a:r>
            <a:r>
              <a:rPr lang="en-US" b="1" dirty="0" smtClean="0"/>
              <a:t>      </a:t>
            </a:r>
            <a:r>
              <a:rPr lang="zh-CN" altLang="en-US" b="1" dirty="0" smtClean="0"/>
              <a:t>的复合</a:t>
            </a:r>
            <a:r>
              <a:rPr lang="en-US" b="1" dirty="0" smtClean="0"/>
              <a:t>         </a:t>
            </a:r>
            <a:r>
              <a:rPr lang="zh-CN" altLang="en-US" b="1" dirty="0" smtClean="0"/>
              <a:t>也是</a:t>
            </a:r>
            <a:r>
              <a:rPr lang="en-US" b="1" dirty="0" smtClean="0"/>
              <a:t>n</a:t>
            </a:r>
            <a:r>
              <a:rPr lang="zh-CN" altLang="en-US" b="1" dirty="0" smtClean="0"/>
              <a:t>元置换，称为 </a:t>
            </a:r>
            <a:r>
              <a:rPr lang="en-US" b="1" dirty="0" smtClean="0"/>
              <a:t>     </a:t>
            </a:r>
            <a:r>
              <a:rPr lang="zh-CN" altLang="en-US" b="1" dirty="0" smtClean="0"/>
              <a:t>和</a:t>
            </a:r>
            <a:r>
              <a:rPr lang="en-US" b="1" dirty="0" smtClean="0"/>
              <a:t>       </a:t>
            </a:r>
            <a:r>
              <a:rPr lang="zh-CN" altLang="en-US" b="1" dirty="0" smtClean="0"/>
              <a:t>的乘积，记为</a:t>
            </a:r>
            <a:r>
              <a:rPr lang="en-US" b="1" dirty="0" smtClean="0"/>
              <a:t>          </a:t>
            </a:r>
            <a:r>
              <a:rPr lang="zh-CN" altLang="en-US" b="1" dirty="0" smtClean="0"/>
              <a:t>。</a:t>
            </a:r>
            <a:endParaRPr lang="zh-CN" altLang="en-US" b="1" dirty="0" smtClean="0"/>
          </a:p>
          <a:p>
            <a:endParaRPr lang="zh-CN" altLang="en-US" b="1" dirty="0"/>
          </a:p>
        </p:txBody>
      </p:sp>
      <p:graphicFrame>
        <p:nvGraphicFramePr>
          <p:cNvPr id="91137" name="Object 1"/>
          <p:cNvGraphicFramePr>
            <a:graphicFrameLocks noChangeAspect="1"/>
          </p:cNvGraphicFramePr>
          <p:nvPr/>
        </p:nvGraphicFramePr>
        <p:xfrm>
          <a:off x="2357422" y="1297364"/>
          <a:ext cx="859739" cy="471470"/>
        </p:xfrm>
        <a:graphic>
          <a:graphicData uri="http://schemas.openxmlformats.org/presentationml/2006/ole">
            <mc:AlternateContent xmlns:mc="http://schemas.openxmlformats.org/markup-compatibility/2006">
              <mc:Choice xmlns:v="urn:schemas-microsoft-com:vml" Requires="v">
                <p:oleObj spid="_x0000_s127750" name="Equation" r:id="rId1" imgW="292100" imgH="165100" progId="Equation.DSMT4">
                  <p:embed/>
                </p:oleObj>
              </mc:Choice>
              <mc:Fallback>
                <p:oleObj name="Equation" r:id="rId1" imgW="292100" imgH="1651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7422" y="1297364"/>
                        <a:ext cx="859739" cy="4714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nvGraphicFramePr>
        <p:xfrm>
          <a:off x="5286380" y="1252903"/>
          <a:ext cx="484901" cy="444493"/>
        </p:xfrm>
        <a:graphic>
          <a:graphicData uri="http://schemas.openxmlformats.org/presentationml/2006/ole">
            <mc:AlternateContent xmlns:mc="http://schemas.openxmlformats.org/markup-compatibility/2006">
              <mc:Choice xmlns:v="urn:schemas-microsoft-com:vml" Requires="v">
                <p:oleObj spid="_x0000_s127751" name="Equation" r:id="rId3" imgW="152400" imgH="139700" progId="Equation.DSMT4">
                  <p:embed/>
                </p:oleObj>
              </mc:Choice>
              <mc:Fallback>
                <p:oleObj name="Equation" r:id="rId3" imgW="152400" imgH="1397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6380" y="1252903"/>
                        <a:ext cx="484901" cy="4444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nvGraphicFramePr>
        <p:xfrm>
          <a:off x="6197612" y="1197330"/>
          <a:ext cx="517528" cy="514802"/>
        </p:xfrm>
        <a:graphic>
          <a:graphicData uri="http://schemas.openxmlformats.org/presentationml/2006/ole">
            <mc:AlternateContent xmlns:mc="http://schemas.openxmlformats.org/markup-compatibility/2006">
              <mc:Choice xmlns:v="urn:schemas-microsoft-com:vml" Requires="v">
                <p:oleObj spid="_x0000_s127752" name="Equation" r:id="rId5" imgW="127000" imgH="139700" progId="Equation.DSMT4">
                  <p:embed/>
                </p:oleObj>
              </mc:Choice>
              <mc:Fallback>
                <p:oleObj name="Equation" r:id="rId5" imgW="127000" imgH="139700" progId="Equation.DSMT4">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97612" y="1197330"/>
                        <a:ext cx="517528" cy="5148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142"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91141" name="Object 5"/>
          <p:cNvGraphicFramePr>
            <a:graphicFrameLocks noChangeAspect="1"/>
          </p:cNvGraphicFramePr>
          <p:nvPr/>
        </p:nvGraphicFramePr>
        <p:xfrm>
          <a:off x="7715272" y="1268792"/>
          <a:ext cx="1071552" cy="428604"/>
        </p:xfrm>
        <a:graphic>
          <a:graphicData uri="http://schemas.openxmlformats.org/presentationml/2006/ole">
            <mc:AlternateContent xmlns:mc="http://schemas.openxmlformats.org/markup-compatibility/2006">
              <mc:Choice xmlns:v="urn:schemas-microsoft-com:vml" Requires="v">
                <p:oleObj spid="_x0000_s127753" name="Equation" r:id="rId7" imgW="330200" imgH="139700" progId="Equation.DSMT4">
                  <p:embed/>
                </p:oleObj>
              </mc:Choice>
              <mc:Fallback>
                <p:oleObj name="Equation" r:id="rId7" imgW="330200" imgH="139700" progId="Equation.DSMT4">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15272" y="1268792"/>
                        <a:ext cx="1071552" cy="428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143" name="Object 7"/>
          <p:cNvGraphicFramePr>
            <a:graphicFrameLocks noChangeAspect="1"/>
          </p:cNvGraphicFramePr>
          <p:nvPr/>
        </p:nvGraphicFramePr>
        <p:xfrm>
          <a:off x="3730622" y="1625958"/>
          <a:ext cx="484188" cy="444500"/>
        </p:xfrm>
        <a:graphic>
          <a:graphicData uri="http://schemas.openxmlformats.org/presentationml/2006/ole">
            <mc:AlternateContent xmlns:mc="http://schemas.openxmlformats.org/markup-compatibility/2006">
              <mc:Choice xmlns:v="urn:schemas-microsoft-com:vml" Requires="v">
                <p:oleObj spid="_x0000_s127754" name="Equation" r:id="rId9" imgW="152400" imgH="139700" progId="Equation.DSMT4">
                  <p:embed/>
                </p:oleObj>
              </mc:Choice>
              <mc:Fallback>
                <p:oleObj name="Equation" r:id="rId9" imgW="152400" imgH="139700" progId="Equation.DSMT4">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0622" y="1625958"/>
                        <a:ext cx="484188"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144" name="Object 8"/>
          <p:cNvGraphicFramePr>
            <a:graphicFrameLocks noChangeAspect="1"/>
          </p:cNvGraphicFramePr>
          <p:nvPr/>
        </p:nvGraphicFramePr>
        <p:xfrm>
          <a:off x="4572000" y="1611674"/>
          <a:ext cx="517525" cy="514350"/>
        </p:xfrm>
        <a:graphic>
          <a:graphicData uri="http://schemas.openxmlformats.org/presentationml/2006/ole">
            <mc:AlternateContent xmlns:mc="http://schemas.openxmlformats.org/markup-compatibility/2006">
              <mc:Choice xmlns:v="urn:schemas-microsoft-com:vml" Requires="v">
                <p:oleObj spid="_x0000_s127755" name="Equation" r:id="rId10" imgW="127000" imgH="139700" progId="Equation.DSMT4">
                  <p:embed/>
                </p:oleObj>
              </mc:Choice>
              <mc:Fallback>
                <p:oleObj name="Equation" r:id="rId10" imgW="127000" imgH="139700" progId="Equation.DSMT4">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1611674"/>
                        <a:ext cx="517525"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146" name="Rectangle 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91145" name="Object 9"/>
          <p:cNvGraphicFramePr>
            <a:graphicFrameLocks noChangeAspect="1"/>
          </p:cNvGraphicFramePr>
          <p:nvPr/>
        </p:nvGraphicFramePr>
        <p:xfrm>
          <a:off x="7072330" y="1625958"/>
          <a:ext cx="714348" cy="451167"/>
        </p:xfrm>
        <a:graphic>
          <a:graphicData uri="http://schemas.openxmlformats.org/presentationml/2006/ole">
            <mc:AlternateContent xmlns:mc="http://schemas.openxmlformats.org/markup-compatibility/2006">
              <mc:Choice xmlns:v="urn:schemas-microsoft-com:vml" Requires="v">
                <p:oleObj spid="_x0000_s127756" name="Equation" r:id="rId11" imgW="215900" imgH="139700" progId="Equation.DSMT4">
                  <p:embed/>
                </p:oleObj>
              </mc:Choice>
              <mc:Fallback>
                <p:oleObj name="Equation" r:id="rId11" imgW="215900" imgH="139700" progId="Equation.DSMT4">
                  <p:embed/>
                  <p:pic>
                    <p:nvPicPr>
                      <p:cNvPr id="0" name="Picture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72330" y="1625958"/>
                        <a:ext cx="714348" cy="4511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Box 13"/>
          <p:cNvSpPr txBox="1"/>
          <p:nvPr/>
        </p:nvSpPr>
        <p:spPr>
          <a:xfrm>
            <a:off x="571472" y="2197462"/>
            <a:ext cx="7500990" cy="523220"/>
          </a:xfrm>
          <a:prstGeom prst="rect">
            <a:avLst/>
          </a:prstGeom>
          <a:noFill/>
        </p:spPr>
        <p:txBody>
          <a:bodyPr wrap="square" rtlCol="0">
            <a:spAutoFit/>
          </a:bodyPr>
          <a:lstStyle/>
          <a:p>
            <a:r>
              <a:rPr lang="zh-CN" altLang="en-US" sz="2800" b="1" dirty="0" smtClean="0"/>
              <a:t>例</a:t>
            </a:r>
            <a:r>
              <a:rPr lang="en-US" sz="2800" b="1" dirty="0" smtClean="0"/>
              <a:t>4.7.2 </a:t>
            </a:r>
            <a:r>
              <a:rPr lang="zh-CN" altLang="en-US" sz="2800" b="1" dirty="0" smtClean="0"/>
              <a:t>计算例</a:t>
            </a:r>
            <a:r>
              <a:rPr lang="en-US" sz="2800" b="1" dirty="0" smtClean="0"/>
              <a:t>4.7.1</a:t>
            </a:r>
            <a:r>
              <a:rPr lang="zh-CN" altLang="en-US" sz="2800" b="1" dirty="0" smtClean="0"/>
              <a:t>中的</a:t>
            </a:r>
            <a:endParaRPr lang="zh-CN" altLang="en-US" sz="2800" b="1" dirty="0"/>
          </a:p>
        </p:txBody>
      </p:sp>
      <p:sp>
        <p:nvSpPr>
          <p:cNvPr id="91148" name="Rectangle 1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91147" name="Object 11"/>
          <p:cNvGraphicFramePr>
            <a:graphicFrameLocks noChangeAspect="1"/>
          </p:cNvGraphicFramePr>
          <p:nvPr/>
        </p:nvGraphicFramePr>
        <p:xfrm>
          <a:off x="4429124" y="2197462"/>
          <a:ext cx="2354498" cy="571480"/>
        </p:xfrm>
        <a:graphic>
          <a:graphicData uri="http://schemas.openxmlformats.org/presentationml/2006/ole">
            <mc:AlternateContent xmlns:mc="http://schemas.openxmlformats.org/markup-compatibility/2006">
              <mc:Choice xmlns:v="urn:schemas-microsoft-com:vml" Requires="v">
                <p:oleObj spid="_x0000_s127757" name="Equation" r:id="rId13" imgW="977900" imgH="241300" progId="Equation.DSMT4">
                  <p:embed/>
                </p:oleObj>
              </mc:Choice>
              <mc:Fallback>
                <p:oleObj name="Equation" r:id="rId13" imgW="977900" imgH="241300" progId="Equation.DSMT4">
                  <p:embed/>
                  <p:pic>
                    <p:nvPicPr>
                      <p:cNvPr id="0" name="Picture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29124" y="2197462"/>
                        <a:ext cx="2354498" cy="571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151" name="Object 15"/>
          <p:cNvGraphicFramePr>
            <a:graphicFrameLocks noChangeAspect="1"/>
          </p:cNvGraphicFramePr>
          <p:nvPr/>
        </p:nvGraphicFramePr>
        <p:xfrm>
          <a:off x="1571604" y="2768966"/>
          <a:ext cx="5939772" cy="928694"/>
        </p:xfrm>
        <a:graphic>
          <a:graphicData uri="http://schemas.openxmlformats.org/presentationml/2006/ole">
            <mc:AlternateContent xmlns:mc="http://schemas.openxmlformats.org/markup-compatibility/2006">
              <mc:Choice xmlns:v="urn:schemas-microsoft-com:vml" Requires="v">
                <p:oleObj spid="_x0000_s127758" name="Equation" r:id="rId15" imgW="2921000" imgH="457200" progId="Equation.DSMT4">
                  <p:embed/>
                </p:oleObj>
              </mc:Choice>
              <mc:Fallback>
                <p:oleObj name="Equation" r:id="rId15" imgW="2921000" imgH="457200" progId="Equation.DSMT4">
                  <p:embed/>
                  <p:pic>
                    <p:nvPicPr>
                      <p:cNvPr id="0" name="Picture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71604" y="2768966"/>
                        <a:ext cx="5939772" cy="9286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150" name="Object 14"/>
          <p:cNvGraphicFramePr>
            <a:graphicFrameLocks noChangeAspect="1"/>
          </p:cNvGraphicFramePr>
          <p:nvPr/>
        </p:nvGraphicFramePr>
        <p:xfrm>
          <a:off x="1500166" y="3911974"/>
          <a:ext cx="6396678" cy="1000132"/>
        </p:xfrm>
        <a:graphic>
          <a:graphicData uri="http://schemas.openxmlformats.org/presentationml/2006/ole">
            <mc:AlternateContent xmlns:mc="http://schemas.openxmlformats.org/markup-compatibility/2006">
              <mc:Choice xmlns:v="urn:schemas-microsoft-com:vml" Requires="v">
                <p:oleObj spid="_x0000_s127759" name="Equation" r:id="rId17" imgW="2921000" imgH="457200" progId="Equation.DSMT4">
                  <p:embed/>
                </p:oleObj>
              </mc:Choice>
              <mc:Fallback>
                <p:oleObj name="Equation" r:id="rId17" imgW="2921000" imgH="457200" progId="Equation.DSMT4">
                  <p:embed/>
                  <p:pic>
                    <p:nvPicPr>
                      <p:cNvPr id="0" name="Picture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00166" y="3911974"/>
                        <a:ext cx="6396678" cy="10001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149" name="Object 13"/>
          <p:cNvGraphicFramePr>
            <a:graphicFrameLocks noChangeAspect="1"/>
          </p:cNvGraphicFramePr>
          <p:nvPr/>
        </p:nvGraphicFramePr>
        <p:xfrm>
          <a:off x="1643042" y="4954980"/>
          <a:ext cx="5225637" cy="1100134"/>
        </p:xfrm>
        <a:graphic>
          <a:graphicData uri="http://schemas.openxmlformats.org/presentationml/2006/ole">
            <mc:AlternateContent xmlns:mc="http://schemas.openxmlformats.org/markup-compatibility/2006">
              <mc:Choice xmlns:v="urn:schemas-microsoft-com:vml" Requires="v">
                <p:oleObj spid="_x0000_s127760" name="Equation" r:id="rId19" imgW="2171700" imgH="457200" progId="Equation.DSMT4">
                  <p:embed/>
                </p:oleObj>
              </mc:Choice>
              <mc:Fallback>
                <p:oleObj name="Equation" r:id="rId19" imgW="2171700" imgH="457200" progId="Equation.DSMT4">
                  <p:embed/>
                  <p:pic>
                    <p:nvPicPr>
                      <p:cNvPr id="0" name="Picture 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643042" y="4954980"/>
                        <a:ext cx="5225637" cy="11001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152" name="Rectangle 16"/>
          <p:cNvSpPr>
            <a:spLocks noChangeArrowheads="1"/>
          </p:cNvSpPr>
          <p:nvPr/>
        </p:nvSpPr>
        <p:spPr bwMode="auto">
          <a:xfrm>
            <a:off x="642910" y="2768966"/>
            <a:ext cx="906017" cy="52322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2800" b="1" i="0" u="none" strike="noStrike" cap="none" normalizeH="0" baseline="0" dirty="0" smtClean="0">
                <a:ln>
                  <a:noFill/>
                </a:ln>
                <a:solidFill>
                  <a:schemeClr val="tx1"/>
                </a:solidFill>
                <a:effectLst/>
                <a:latin typeface="Calibri" panose="020F0502020204030204" charset="0"/>
                <a:ea typeface="宋体" panose="02010600030101010101" pitchFamily="2" charset="-122"/>
                <a:cs typeface="Times New Roman" panose="02020603050405020304" pitchFamily="18" charset="0"/>
              </a:rPr>
              <a:t>解：</a:t>
            </a:r>
            <a:endParaRPr kumimoji="0" lang="zh-CN" sz="2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91153" name="Rectangle 17"/>
          <p:cNvSpPr>
            <a:spLocks noChangeArrowheads="1"/>
          </p:cNvSpPr>
          <p:nvPr/>
        </p:nvSpPr>
        <p:spPr bwMode="auto">
          <a:xfrm>
            <a:off x="0" y="182928"/>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91154" name="Rectangle 18"/>
          <p:cNvSpPr>
            <a:spLocks noChangeArrowheads="1"/>
          </p:cNvSpPr>
          <p:nvPr/>
        </p:nvSpPr>
        <p:spPr bwMode="auto">
          <a:xfrm>
            <a:off x="0" y="1097328"/>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3" name="椭圆形标注 22"/>
          <p:cNvSpPr/>
          <p:nvPr/>
        </p:nvSpPr>
        <p:spPr>
          <a:xfrm>
            <a:off x="5643538" y="2054586"/>
            <a:ext cx="3500462" cy="1857388"/>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panose="020B0604020202020204" pitchFamily="34" charset="0"/>
              <a:buChar char="•"/>
            </a:pPr>
            <a:r>
              <a:rPr lang="zh-CN" altLang="en-US" sz="2400" b="1" dirty="0" smtClean="0"/>
              <a:t>计算置换的复合是从右至左计算</a:t>
            </a:r>
            <a:endParaRPr lang="en-US" altLang="zh-CN" sz="2400" b="1" dirty="0" smtClean="0"/>
          </a:p>
          <a:p>
            <a:pPr algn="ctr">
              <a:buFont typeface="Arial" panose="020B0604020202020204" pitchFamily="34" charset="0"/>
              <a:buChar char="•"/>
            </a:pPr>
            <a:r>
              <a:rPr lang="zh-CN" altLang="en-US" sz="2400" b="1" dirty="0" smtClean="0"/>
              <a:t>置换的复合不满足交换律。</a:t>
            </a:r>
            <a:endParaRPr lang="zh-CN" altLang="en-US" sz="2400" b="1"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0"/>
            <a:ext cx="8229600" cy="1143000"/>
          </a:xfrm>
        </p:spPr>
        <p:txBody>
          <a:bodyPr/>
          <a:lstStyle/>
          <a:p>
            <a:r>
              <a:rPr lang="zh-CN" altLang="en-US" dirty="0" smtClean="0"/>
              <a:t>置换群</a:t>
            </a:r>
            <a:r>
              <a:rPr lang="en-US" altLang="zh-CN" dirty="0" smtClean="0"/>
              <a:t>(</a:t>
            </a:r>
            <a:r>
              <a:rPr lang="zh-CN" altLang="en-US" dirty="0" smtClean="0"/>
              <a:t>续）</a:t>
            </a:r>
            <a:endParaRPr lang="zh-CN" altLang="en-US" dirty="0"/>
          </a:p>
        </p:txBody>
      </p:sp>
      <p:sp>
        <p:nvSpPr>
          <p:cNvPr id="3" name="内容占位符 2"/>
          <p:cNvSpPr>
            <a:spLocks noGrp="1"/>
          </p:cNvSpPr>
          <p:nvPr>
            <p:ph idx="1"/>
          </p:nvPr>
        </p:nvSpPr>
        <p:spPr>
          <a:xfrm>
            <a:off x="428596" y="1071546"/>
            <a:ext cx="8229600" cy="922016"/>
          </a:xfrm>
        </p:spPr>
        <p:txBody>
          <a:bodyPr/>
          <a:lstStyle/>
          <a:p>
            <a:r>
              <a:rPr lang="zh-CN" altLang="en-US" b="1" dirty="0" smtClean="0">
                <a:solidFill>
                  <a:schemeClr val="accent1"/>
                </a:solidFill>
              </a:rPr>
              <a:t>定理</a:t>
            </a:r>
            <a:r>
              <a:rPr lang="en-US" b="1" dirty="0" smtClean="0">
                <a:solidFill>
                  <a:schemeClr val="accent1"/>
                </a:solidFill>
              </a:rPr>
              <a:t>4.7.1 </a:t>
            </a:r>
            <a:r>
              <a:rPr lang="zh-CN" altLang="en-US" b="1" dirty="0" smtClean="0"/>
              <a:t>对于有限集合</a:t>
            </a:r>
            <a:r>
              <a:rPr lang="en-US" altLang="zh-CN" b="1" dirty="0" smtClean="0"/>
              <a:t>S={1,2,…,n}</a:t>
            </a:r>
            <a:r>
              <a:rPr lang="zh-CN" altLang="en-US" b="1" dirty="0" smtClean="0"/>
              <a:t>，</a:t>
            </a:r>
            <a:r>
              <a:rPr lang="en-US" b="1" dirty="0" err="1" smtClean="0"/>
              <a:t>S</a:t>
            </a:r>
            <a:r>
              <a:rPr lang="en-US" b="1" baseline="-25000" dirty="0" err="1" smtClean="0"/>
              <a:t>n</a:t>
            </a:r>
            <a:r>
              <a:rPr lang="zh-CN" altLang="en-US" b="1" dirty="0" smtClean="0"/>
              <a:t>关于映射的复合构成群，其阶为</a:t>
            </a:r>
            <a:r>
              <a:rPr lang="en-US" altLang="zh-CN" b="1" dirty="0" smtClean="0"/>
              <a:t>n! </a:t>
            </a:r>
            <a:r>
              <a:rPr lang="zh-CN" altLang="en-US" b="1" dirty="0" smtClean="0"/>
              <a:t>。</a:t>
            </a:r>
            <a:endParaRPr lang="zh-CN" altLang="en-US" b="1" dirty="0"/>
          </a:p>
        </p:txBody>
      </p:sp>
      <p:sp>
        <p:nvSpPr>
          <p:cNvPr id="4" name="TextBox 3"/>
          <p:cNvSpPr txBox="1"/>
          <p:nvPr/>
        </p:nvSpPr>
        <p:spPr>
          <a:xfrm>
            <a:off x="500034" y="1928802"/>
            <a:ext cx="8215370" cy="3970318"/>
          </a:xfrm>
          <a:prstGeom prst="rect">
            <a:avLst/>
          </a:prstGeom>
          <a:noFill/>
        </p:spPr>
        <p:txBody>
          <a:bodyPr wrap="square" rtlCol="0">
            <a:spAutoFit/>
          </a:bodyPr>
          <a:lstStyle/>
          <a:p>
            <a:r>
              <a:rPr lang="zh-CN" altLang="en-US" sz="2800" b="1" dirty="0" smtClean="0">
                <a:solidFill>
                  <a:schemeClr val="accent1"/>
                </a:solidFill>
              </a:rPr>
              <a:t>证明：</a:t>
            </a:r>
            <a:r>
              <a:rPr lang="zh-CN" altLang="en-US" sz="2800" b="1" dirty="0" smtClean="0"/>
              <a:t>因为一一映射的复合仍为一一映射，且映射的复合满足结合率，所以置换的乘积满足结合律。</a:t>
            </a:r>
            <a:endParaRPr lang="en-US" altLang="zh-CN" sz="2800" b="1" dirty="0" smtClean="0"/>
          </a:p>
          <a:p>
            <a:endParaRPr lang="zh-CN" altLang="en-US" sz="2800" b="1" dirty="0" smtClean="0"/>
          </a:p>
          <a:p>
            <a:r>
              <a:rPr lang="en-US" sz="2800" b="1" dirty="0" smtClean="0"/>
              <a:t>n</a:t>
            </a:r>
            <a:r>
              <a:rPr lang="zh-CN" altLang="en-US" sz="2800" b="1" dirty="0" smtClean="0"/>
              <a:t>元恒等置换             </a:t>
            </a:r>
            <a:r>
              <a:rPr lang="en-US" sz="2800" b="1" dirty="0" smtClean="0"/>
              <a:t>                      </a:t>
            </a:r>
            <a:r>
              <a:rPr lang="zh-CN" altLang="en-US" sz="2800" b="1" dirty="0" smtClean="0"/>
              <a:t>是</a:t>
            </a:r>
            <a:r>
              <a:rPr lang="en-US" sz="2800" b="1" dirty="0" err="1" smtClean="0"/>
              <a:t>S</a:t>
            </a:r>
            <a:r>
              <a:rPr lang="en-US" sz="2800" b="1" baseline="-25000" dirty="0" err="1" smtClean="0"/>
              <a:t>n</a:t>
            </a:r>
            <a:r>
              <a:rPr lang="zh-CN" altLang="en-US" sz="2800" b="1" dirty="0" smtClean="0"/>
              <a:t>的 单位元。</a:t>
            </a:r>
            <a:endParaRPr lang="en-US" altLang="zh-CN" sz="2800" b="1" dirty="0" smtClean="0"/>
          </a:p>
          <a:p>
            <a:endParaRPr lang="en-US" altLang="zh-CN" sz="2800" b="1" dirty="0" smtClean="0"/>
          </a:p>
          <a:p>
            <a:endParaRPr lang="zh-CN" altLang="en-US" sz="2800" b="1" dirty="0" smtClean="0"/>
          </a:p>
          <a:p>
            <a:r>
              <a:rPr lang="zh-CN" altLang="en-US" sz="2800" b="1" dirty="0" smtClean="0"/>
              <a:t>置换                </a:t>
            </a:r>
            <a:r>
              <a:rPr lang="en-US" sz="2800" b="1" dirty="0" smtClean="0"/>
              <a:t>                </a:t>
            </a:r>
            <a:r>
              <a:rPr lang="zh-CN" altLang="en-US" sz="2800" b="1" dirty="0" smtClean="0"/>
              <a:t>有逆元 </a:t>
            </a:r>
            <a:r>
              <a:rPr lang="en-US" sz="2800" b="1" dirty="0" smtClean="0"/>
              <a:t>                                    </a:t>
            </a:r>
            <a:r>
              <a:rPr lang="zh-CN" altLang="en-US" sz="2800" b="1" dirty="0" smtClean="0"/>
              <a:t>。</a:t>
            </a:r>
            <a:endParaRPr lang="en-US" altLang="zh-CN" sz="2800" b="1" dirty="0" smtClean="0"/>
          </a:p>
          <a:p>
            <a:endParaRPr lang="zh-CN" altLang="en-US" sz="2800" b="1" dirty="0" smtClean="0"/>
          </a:p>
          <a:p>
            <a:r>
              <a:rPr lang="zh-CN" altLang="en-US" sz="2800" b="1" dirty="0" smtClean="0"/>
              <a:t>因此，</a:t>
            </a:r>
            <a:r>
              <a:rPr lang="en-US" sz="2800" b="1" dirty="0" smtClean="0"/>
              <a:t> </a:t>
            </a:r>
            <a:r>
              <a:rPr lang="en-US" sz="2800" b="1" dirty="0" err="1" smtClean="0"/>
              <a:t>S</a:t>
            </a:r>
            <a:r>
              <a:rPr lang="en-US" sz="2800" b="1" baseline="-25000" dirty="0" err="1" smtClean="0"/>
              <a:t>n</a:t>
            </a:r>
            <a:r>
              <a:rPr lang="zh-CN" altLang="en-US" sz="2800" b="1" dirty="0" smtClean="0"/>
              <a:t>对置换的乘法构成群，其阶为</a:t>
            </a:r>
            <a:r>
              <a:rPr lang="en-US" altLang="zh-CN" sz="2800" b="1" dirty="0" smtClean="0"/>
              <a:t>n! </a:t>
            </a:r>
            <a:r>
              <a:rPr lang="zh-CN" altLang="en-US" sz="2800" b="1" dirty="0" smtClean="0"/>
              <a:t>。 </a:t>
            </a:r>
            <a:endParaRPr lang="zh-CN" altLang="en-US" sz="2800" b="1" dirty="0"/>
          </a:p>
        </p:txBody>
      </p:sp>
      <p:sp>
        <p:nvSpPr>
          <p:cNvPr id="92162"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92161" name="Object 1"/>
          <p:cNvGraphicFramePr>
            <a:graphicFrameLocks noChangeAspect="1"/>
          </p:cNvGraphicFramePr>
          <p:nvPr/>
        </p:nvGraphicFramePr>
        <p:xfrm>
          <a:off x="2643174" y="2857496"/>
          <a:ext cx="2952770" cy="1143008"/>
        </p:xfrm>
        <a:graphic>
          <a:graphicData uri="http://schemas.openxmlformats.org/presentationml/2006/ole">
            <mc:AlternateContent xmlns:mc="http://schemas.openxmlformats.org/markup-compatibility/2006">
              <mc:Choice xmlns:v="urn:schemas-microsoft-com:vml" Requires="v">
                <p:oleObj spid="_x0000_s92652" name="Equation" r:id="rId1" imgW="1181100" imgH="457200" progId="Equation.DSMT4">
                  <p:embed/>
                </p:oleObj>
              </mc:Choice>
              <mc:Fallback>
                <p:oleObj name="Equation" r:id="rId1" imgW="1181100" imgH="4572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3174" y="2857496"/>
                        <a:ext cx="2952770" cy="11430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64"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92163" name="Object 3"/>
          <p:cNvGraphicFramePr>
            <a:graphicFrameLocks noChangeAspect="1"/>
          </p:cNvGraphicFramePr>
          <p:nvPr/>
        </p:nvGraphicFramePr>
        <p:xfrm>
          <a:off x="1428728" y="4214818"/>
          <a:ext cx="2647345" cy="1000108"/>
        </p:xfrm>
        <a:graphic>
          <a:graphicData uri="http://schemas.openxmlformats.org/presentationml/2006/ole">
            <mc:AlternateContent xmlns:mc="http://schemas.openxmlformats.org/markup-compatibility/2006">
              <mc:Choice xmlns:v="urn:schemas-microsoft-com:vml" Requires="v">
                <p:oleObj spid="_x0000_s92653" name="Equation" r:id="rId3" imgW="1282700" imgH="482600" progId="Equation.DSMT4">
                  <p:embed/>
                </p:oleObj>
              </mc:Choice>
              <mc:Fallback>
                <p:oleObj name="Equation" r:id="rId3" imgW="1282700" imgH="4826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728" y="4214818"/>
                        <a:ext cx="2647345" cy="10001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66"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92165" name="Object 5"/>
          <p:cNvGraphicFramePr>
            <a:graphicFrameLocks noChangeAspect="1"/>
          </p:cNvGraphicFramePr>
          <p:nvPr/>
        </p:nvGraphicFramePr>
        <p:xfrm>
          <a:off x="5072066" y="4214842"/>
          <a:ext cx="3236962" cy="1071546"/>
        </p:xfrm>
        <a:graphic>
          <a:graphicData uri="http://schemas.openxmlformats.org/presentationml/2006/ole">
            <mc:AlternateContent xmlns:mc="http://schemas.openxmlformats.org/markup-compatibility/2006">
              <mc:Choice xmlns:v="urn:schemas-microsoft-com:vml" Requires="v">
                <p:oleObj spid="_x0000_s92654" name="Equation" r:id="rId5" imgW="1384300" imgH="457200" progId="Equation.DSMT4">
                  <p:embed/>
                </p:oleObj>
              </mc:Choice>
              <mc:Fallback>
                <p:oleObj name="Equation" r:id="rId5" imgW="1384300" imgH="45720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2066" y="4214842"/>
                        <a:ext cx="3236962" cy="10715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428596" y="5884151"/>
            <a:ext cx="8429684" cy="830997"/>
          </a:xfrm>
          <a:prstGeom prst="rect">
            <a:avLst/>
          </a:prstGeom>
          <a:noFill/>
        </p:spPr>
        <p:txBody>
          <a:bodyPr wrap="square" rtlCol="0">
            <a:spAutoFit/>
          </a:bodyPr>
          <a:lstStyle/>
          <a:p>
            <a:r>
              <a:rPr lang="zh-CN" altLang="en-US" sz="2400" b="1" dirty="0" smtClean="0">
                <a:solidFill>
                  <a:schemeClr val="accent1"/>
                </a:solidFill>
              </a:rPr>
              <a:t>定义</a:t>
            </a:r>
            <a:r>
              <a:rPr lang="en-US" sz="2400" b="1" dirty="0" smtClean="0">
                <a:solidFill>
                  <a:schemeClr val="accent1"/>
                </a:solidFill>
              </a:rPr>
              <a:t>4.6.3 </a:t>
            </a:r>
            <a:r>
              <a:rPr lang="en-US" sz="2400" b="1" dirty="0" smtClean="0"/>
              <a:t>S</a:t>
            </a:r>
            <a:r>
              <a:rPr lang="en-US" sz="2400" b="1" baseline="-25000" dirty="0" smtClean="0"/>
              <a:t>n</a:t>
            </a:r>
            <a:r>
              <a:rPr lang="zh-CN" altLang="en-US" sz="2400" b="1" dirty="0" smtClean="0"/>
              <a:t>称为</a:t>
            </a:r>
            <a:r>
              <a:rPr lang="en-US" sz="2400" b="1" dirty="0" smtClean="0">
                <a:solidFill>
                  <a:srgbClr val="FF0000"/>
                </a:solidFill>
              </a:rPr>
              <a:t>n</a:t>
            </a:r>
            <a:r>
              <a:rPr lang="zh-CN" altLang="en-US" sz="2400" b="1" dirty="0" smtClean="0">
                <a:solidFill>
                  <a:srgbClr val="FF0000"/>
                </a:solidFill>
              </a:rPr>
              <a:t>次对称群</a:t>
            </a:r>
            <a:r>
              <a:rPr lang="zh-CN" altLang="en-US" sz="2400" b="1" dirty="0" smtClean="0"/>
              <a:t>，</a:t>
            </a:r>
            <a:r>
              <a:rPr lang="en-US" sz="2400" b="1" dirty="0" smtClean="0"/>
              <a:t> </a:t>
            </a:r>
            <a:r>
              <a:rPr lang="en-US" sz="2400" b="1" dirty="0" err="1" smtClean="0"/>
              <a:t>S</a:t>
            </a:r>
            <a:r>
              <a:rPr lang="en-US" sz="2400" b="1" baseline="-25000" dirty="0" err="1" smtClean="0"/>
              <a:t>n</a:t>
            </a:r>
            <a:r>
              <a:rPr lang="zh-CN" altLang="en-US" sz="2400" b="1" dirty="0" smtClean="0"/>
              <a:t>及其任一子群都称为集合</a:t>
            </a:r>
            <a:r>
              <a:rPr lang="en-US" sz="2400" b="1" dirty="0" smtClean="0"/>
              <a:t>A</a:t>
            </a:r>
            <a:r>
              <a:rPr lang="zh-CN" altLang="en-US" sz="2400" b="1" dirty="0" smtClean="0"/>
              <a:t>上的</a:t>
            </a:r>
            <a:r>
              <a:rPr lang="zh-CN" altLang="en-US" sz="2400" b="1" dirty="0" smtClean="0">
                <a:solidFill>
                  <a:srgbClr val="FF0000"/>
                </a:solidFill>
              </a:rPr>
              <a:t>置换群</a:t>
            </a:r>
            <a:r>
              <a:rPr lang="zh-CN" altLang="en-US" sz="2400" b="1" dirty="0" smtClean="0"/>
              <a:t>。</a:t>
            </a:r>
            <a:endParaRPr lang="zh-CN" altLang="en-US" sz="2400" b="1"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4624"/>
            <a:ext cx="8229600" cy="1143000"/>
          </a:xfrm>
        </p:spPr>
        <p:txBody>
          <a:bodyPr/>
          <a:lstStyle/>
          <a:p>
            <a:r>
              <a:rPr lang="zh-CN" altLang="en-US" dirty="0" smtClean="0"/>
              <a:t>循环置换</a:t>
            </a:r>
            <a:endParaRPr lang="zh-CN" altLang="en-US" dirty="0"/>
          </a:p>
        </p:txBody>
      </p:sp>
      <p:graphicFrame>
        <p:nvGraphicFramePr>
          <p:cNvPr id="4" name="对象 3"/>
          <p:cNvGraphicFramePr>
            <a:graphicFrameLocks noChangeAspect="1"/>
          </p:cNvGraphicFramePr>
          <p:nvPr/>
        </p:nvGraphicFramePr>
        <p:xfrm>
          <a:off x="787400" y="1169336"/>
          <a:ext cx="7772400" cy="4911725"/>
        </p:xfrm>
        <a:graphic>
          <a:graphicData uri="http://schemas.openxmlformats.org/presentationml/2006/ole">
            <mc:AlternateContent xmlns:mc="http://schemas.openxmlformats.org/markup-compatibility/2006">
              <mc:Choice xmlns:v="urn:schemas-microsoft-com:vml" Requires="v">
                <p:oleObj spid="_x0000_s93349" name="文档" r:id="rId1" imgW="7862570" imgH="4979035" progId="Word.Document.12">
                  <p:embed/>
                </p:oleObj>
              </mc:Choice>
              <mc:Fallback>
                <p:oleObj name="文档" r:id="rId1" imgW="7862570" imgH="4979035" progId="Word.Document.12">
                  <p:embed/>
                  <p:pic>
                    <p:nvPicPr>
                      <p:cNvPr id="0" name="Picture 2"/>
                      <p:cNvPicPr>
                        <a:picLocks noChangeAspect="1" noChangeArrowheads="1"/>
                      </p:cNvPicPr>
                      <p:nvPr/>
                    </p:nvPicPr>
                    <p:blipFill>
                      <a:blip r:embed="rId2"/>
                      <a:srcRect/>
                      <a:stretch>
                        <a:fillRect/>
                      </a:stretch>
                    </p:blipFill>
                    <p:spPr bwMode="auto">
                      <a:xfrm>
                        <a:off x="787400" y="1169336"/>
                        <a:ext cx="7772400" cy="4911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4624"/>
            <a:ext cx="8229600" cy="1143000"/>
          </a:xfrm>
        </p:spPr>
        <p:txBody>
          <a:bodyPr/>
          <a:lstStyle/>
          <a:p>
            <a:r>
              <a:rPr lang="zh-CN" altLang="en-US" dirty="0" smtClean="0"/>
              <a:t>循环置换（续）</a:t>
            </a:r>
            <a:endParaRPr lang="zh-CN" altLang="en-US" dirty="0"/>
          </a:p>
        </p:txBody>
      </p:sp>
      <p:sp>
        <p:nvSpPr>
          <p:cNvPr id="3" name="内容占位符 2"/>
          <p:cNvSpPr>
            <a:spLocks noGrp="1"/>
          </p:cNvSpPr>
          <p:nvPr>
            <p:ph idx="1"/>
          </p:nvPr>
        </p:nvSpPr>
        <p:spPr>
          <a:xfrm>
            <a:off x="457200" y="1380812"/>
            <a:ext cx="8229600" cy="1102972"/>
          </a:xfrm>
        </p:spPr>
        <p:txBody>
          <a:bodyPr/>
          <a:lstStyle/>
          <a:p>
            <a:r>
              <a:rPr lang="zh-CN" altLang="en-US" b="1" dirty="0" smtClean="0">
                <a:solidFill>
                  <a:schemeClr val="accent1"/>
                </a:solidFill>
              </a:rPr>
              <a:t>例</a:t>
            </a:r>
            <a:r>
              <a:rPr lang="en-US" b="1" dirty="0" smtClean="0">
                <a:solidFill>
                  <a:schemeClr val="accent1"/>
                </a:solidFill>
              </a:rPr>
              <a:t>4.7.3 </a:t>
            </a:r>
            <a:r>
              <a:rPr lang="zh-CN" altLang="en-US" b="1" dirty="0" smtClean="0"/>
              <a:t>将置换                 </a:t>
            </a:r>
            <a:r>
              <a:rPr lang="en-US" b="1" dirty="0" smtClean="0"/>
              <a:t>                             </a:t>
            </a:r>
            <a:r>
              <a:rPr lang="zh-CN" altLang="en-US" b="1" dirty="0" smtClean="0"/>
              <a:t>表示成为循环置换表示。</a:t>
            </a:r>
            <a:endParaRPr lang="zh-CN" altLang="en-US" b="1" dirty="0" smtClean="0"/>
          </a:p>
          <a:p>
            <a:endParaRPr lang="zh-CN" altLang="en-US" b="1" dirty="0"/>
          </a:p>
        </p:txBody>
      </p:sp>
      <p:sp>
        <p:nvSpPr>
          <p:cNvPr id="9421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94209" name="Object 1"/>
          <p:cNvGraphicFramePr>
            <a:graphicFrameLocks noChangeAspect="1"/>
          </p:cNvGraphicFramePr>
          <p:nvPr/>
        </p:nvGraphicFramePr>
        <p:xfrm>
          <a:off x="2857488" y="1055024"/>
          <a:ext cx="3772735" cy="1071546"/>
        </p:xfrm>
        <a:graphic>
          <a:graphicData uri="http://schemas.openxmlformats.org/presentationml/2006/ole">
            <mc:AlternateContent xmlns:mc="http://schemas.openxmlformats.org/markup-compatibility/2006">
              <mc:Choice xmlns:v="urn:schemas-microsoft-com:vml" Requires="v">
                <p:oleObj spid="_x0000_s95027" name="Equation" r:id="rId1" imgW="1612900" imgH="457200" progId="Equation.DSMT4">
                  <p:embed/>
                </p:oleObj>
              </mc:Choice>
              <mc:Fallback>
                <p:oleObj name="Equation" r:id="rId1" imgW="1612900" imgH="4572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488" y="1055024"/>
                        <a:ext cx="3772735" cy="10715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714348" y="2340908"/>
            <a:ext cx="8072494" cy="1384995"/>
          </a:xfrm>
          <a:prstGeom prst="rect">
            <a:avLst/>
          </a:prstGeom>
          <a:noFill/>
        </p:spPr>
        <p:txBody>
          <a:bodyPr wrap="square" rtlCol="0">
            <a:spAutoFit/>
          </a:bodyPr>
          <a:lstStyle/>
          <a:p>
            <a:r>
              <a:rPr lang="zh-CN" altLang="en-US" sz="2800" b="1" dirty="0" smtClean="0">
                <a:solidFill>
                  <a:schemeClr val="accent1"/>
                </a:solidFill>
              </a:rPr>
              <a:t>解：</a:t>
            </a:r>
            <a:r>
              <a:rPr lang="zh-CN" altLang="en-US" sz="2800" b="1" dirty="0" smtClean="0"/>
              <a:t>可以看出在 </a:t>
            </a:r>
            <a:r>
              <a:rPr lang="en-US" sz="2800" b="1" dirty="0" smtClean="0"/>
              <a:t>    </a:t>
            </a:r>
            <a:r>
              <a:rPr lang="zh-CN" altLang="en-US" sz="2800" b="1" dirty="0" smtClean="0"/>
              <a:t>当中，</a:t>
            </a:r>
            <a:r>
              <a:rPr lang="en-US" sz="2800" b="1" dirty="0" smtClean="0"/>
              <a:t>1</a:t>
            </a:r>
            <a:r>
              <a:rPr lang="zh-CN" altLang="en-US" sz="2800" b="1" dirty="0" smtClean="0"/>
              <a:t>变为</a:t>
            </a:r>
            <a:r>
              <a:rPr lang="en-US" sz="2800" b="1" dirty="0" smtClean="0"/>
              <a:t>3</a:t>
            </a:r>
            <a:r>
              <a:rPr lang="zh-CN" altLang="en-US" sz="2800" b="1" dirty="0" smtClean="0"/>
              <a:t>，</a:t>
            </a:r>
            <a:r>
              <a:rPr lang="en-US" sz="2800" b="1" dirty="0" smtClean="0"/>
              <a:t>3</a:t>
            </a:r>
            <a:r>
              <a:rPr lang="zh-CN" altLang="en-US" sz="2800" b="1" dirty="0" smtClean="0"/>
              <a:t>变为</a:t>
            </a:r>
            <a:r>
              <a:rPr lang="en-US" sz="2800" b="1" dirty="0" smtClean="0"/>
              <a:t>2</a:t>
            </a:r>
            <a:r>
              <a:rPr lang="zh-CN" altLang="en-US" sz="2800" b="1" dirty="0" smtClean="0"/>
              <a:t>，</a:t>
            </a:r>
            <a:r>
              <a:rPr lang="en-US" sz="2800" b="1" dirty="0" smtClean="0"/>
              <a:t>2</a:t>
            </a:r>
            <a:r>
              <a:rPr lang="zh-CN" altLang="en-US" sz="2800" b="1" dirty="0" smtClean="0"/>
              <a:t>又变为</a:t>
            </a:r>
            <a:r>
              <a:rPr lang="en-US" sz="2800" b="1" dirty="0" smtClean="0"/>
              <a:t>1</a:t>
            </a:r>
            <a:r>
              <a:rPr lang="zh-CN" altLang="en-US" sz="2800" b="1" dirty="0" smtClean="0"/>
              <a:t>；</a:t>
            </a:r>
            <a:r>
              <a:rPr lang="en-US" sz="2800" b="1" dirty="0" smtClean="0"/>
              <a:t>4</a:t>
            </a:r>
            <a:r>
              <a:rPr lang="zh-CN" altLang="en-US" sz="2800" b="1" dirty="0" smtClean="0"/>
              <a:t>变成</a:t>
            </a:r>
            <a:r>
              <a:rPr lang="en-US" sz="2800" b="1" dirty="0" smtClean="0"/>
              <a:t>5</a:t>
            </a:r>
            <a:r>
              <a:rPr lang="zh-CN" altLang="en-US" sz="2800" b="1" dirty="0" smtClean="0"/>
              <a:t>，</a:t>
            </a:r>
            <a:r>
              <a:rPr lang="en-US" sz="2800" b="1" dirty="0" smtClean="0"/>
              <a:t>5</a:t>
            </a:r>
            <a:r>
              <a:rPr lang="zh-CN" altLang="en-US" sz="2800" b="1" dirty="0" smtClean="0"/>
              <a:t>又变成</a:t>
            </a:r>
            <a:r>
              <a:rPr lang="en-US" sz="2800" b="1" dirty="0" smtClean="0"/>
              <a:t>4</a:t>
            </a:r>
            <a:r>
              <a:rPr lang="zh-CN" altLang="en-US" sz="2800" b="1" dirty="0" smtClean="0"/>
              <a:t>；</a:t>
            </a:r>
            <a:r>
              <a:rPr lang="en-US" sz="2800" b="1" dirty="0" smtClean="0"/>
              <a:t>6</a:t>
            </a:r>
            <a:r>
              <a:rPr lang="zh-CN" altLang="en-US" sz="2800" b="1" dirty="0" smtClean="0"/>
              <a:t>变为</a:t>
            </a:r>
            <a:r>
              <a:rPr lang="en-US" sz="2800" b="1" dirty="0" smtClean="0"/>
              <a:t>6</a:t>
            </a:r>
            <a:r>
              <a:rPr lang="zh-CN" altLang="en-US" sz="2800" b="1" dirty="0" smtClean="0"/>
              <a:t>。因此，</a:t>
            </a:r>
            <a:r>
              <a:rPr lang="en-US" sz="2800" b="1" dirty="0" smtClean="0"/>
              <a:t>      </a:t>
            </a:r>
            <a:r>
              <a:rPr lang="zh-CN" altLang="en-US" sz="2800" b="1" dirty="0" smtClean="0"/>
              <a:t>可表示为</a:t>
            </a:r>
            <a:endParaRPr lang="zh-CN" altLang="en-US" sz="2800" b="1" dirty="0"/>
          </a:p>
        </p:txBody>
      </p:sp>
      <p:sp>
        <p:nvSpPr>
          <p:cNvPr id="94212"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94211" name="Object 3"/>
          <p:cNvGraphicFramePr>
            <a:graphicFrameLocks noChangeAspect="1"/>
          </p:cNvGraphicFramePr>
          <p:nvPr/>
        </p:nvGraphicFramePr>
        <p:xfrm>
          <a:off x="3357554" y="2412346"/>
          <a:ext cx="428596" cy="357166"/>
        </p:xfrm>
        <a:graphic>
          <a:graphicData uri="http://schemas.openxmlformats.org/presentationml/2006/ole">
            <mc:AlternateContent xmlns:mc="http://schemas.openxmlformats.org/markup-compatibility/2006">
              <mc:Choice xmlns:v="urn:schemas-microsoft-com:vml" Requires="v">
                <p:oleObj spid="_x0000_s95028" name="Equation" r:id="rId3" imgW="152400" imgH="139700" progId="Equation.DSMT4">
                  <p:embed/>
                </p:oleObj>
              </mc:Choice>
              <mc:Fallback>
                <p:oleObj name="Equation" r:id="rId3" imgW="152400" imgH="1397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7554" y="2412346"/>
                        <a:ext cx="428596" cy="3571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13" name="Object 5"/>
          <p:cNvGraphicFramePr>
            <a:graphicFrameLocks noChangeAspect="1"/>
          </p:cNvGraphicFramePr>
          <p:nvPr/>
        </p:nvGraphicFramePr>
        <p:xfrm>
          <a:off x="7429520" y="2840974"/>
          <a:ext cx="428625" cy="357187"/>
        </p:xfrm>
        <a:graphic>
          <a:graphicData uri="http://schemas.openxmlformats.org/presentationml/2006/ole">
            <mc:AlternateContent xmlns:mc="http://schemas.openxmlformats.org/markup-compatibility/2006">
              <mc:Choice xmlns:v="urn:schemas-microsoft-com:vml" Requires="v">
                <p:oleObj spid="_x0000_s95029" name="Equation" r:id="rId5" imgW="152400" imgH="139700" progId="Equation.DSMT4">
                  <p:embed/>
                </p:oleObj>
              </mc:Choice>
              <mc:Fallback>
                <p:oleObj name="Equation" r:id="rId5" imgW="152400" imgH="139700" progId="Equation.DSMT4">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29520" y="2840974"/>
                        <a:ext cx="428625" cy="357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4215" name="Rectangle 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94214" name="Object 6"/>
          <p:cNvGraphicFramePr>
            <a:graphicFrameLocks noChangeAspect="1"/>
          </p:cNvGraphicFramePr>
          <p:nvPr/>
        </p:nvGraphicFramePr>
        <p:xfrm>
          <a:off x="3143240" y="3483916"/>
          <a:ext cx="2619268" cy="500042"/>
        </p:xfrm>
        <a:graphic>
          <a:graphicData uri="http://schemas.openxmlformats.org/presentationml/2006/ole">
            <mc:AlternateContent xmlns:mc="http://schemas.openxmlformats.org/markup-compatibility/2006">
              <mc:Choice xmlns:v="urn:schemas-microsoft-com:vml" Requires="v">
                <p:oleObj spid="_x0000_s95030" name="Equation" r:id="rId6" imgW="1054100" imgH="203200" progId="Equation.DSMT4">
                  <p:embed/>
                </p:oleObj>
              </mc:Choice>
              <mc:Fallback>
                <p:oleObj name="Equation" r:id="rId6" imgW="1054100" imgH="203200" progId="Equation.DSMT4">
                  <p:embed/>
                  <p:pic>
                    <p:nvPicPr>
                      <p:cNvPr id="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43240" y="3483916"/>
                        <a:ext cx="2619268" cy="5000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4" name="组合 13"/>
          <p:cNvGrpSpPr/>
          <p:nvPr/>
        </p:nvGrpSpPr>
        <p:grpSpPr>
          <a:xfrm>
            <a:off x="500034" y="4172883"/>
            <a:ext cx="7929618" cy="954107"/>
            <a:chOff x="500034" y="4832347"/>
            <a:chExt cx="7929618" cy="954107"/>
          </a:xfrm>
        </p:grpSpPr>
        <p:sp>
          <p:nvSpPr>
            <p:cNvPr id="12" name="TextBox 11"/>
            <p:cNvSpPr txBox="1"/>
            <p:nvPr/>
          </p:nvSpPr>
          <p:spPr>
            <a:xfrm>
              <a:off x="500034" y="4832347"/>
              <a:ext cx="7929618" cy="954107"/>
            </a:xfrm>
            <a:prstGeom prst="rect">
              <a:avLst/>
            </a:prstGeom>
            <a:noFill/>
          </p:spPr>
          <p:txBody>
            <a:bodyPr wrap="square" rtlCol="0">
              <a:spAutoFit/>
            </a:bodyPr>
            <a:lstStyle/>
            <a:p>
              <a:r>
                <a:rPr lang="zh-CN" altLang="en-US" sz="2800" b="1" dirty="0" smtClean="0">
                  <a:solidFill>
                    <a:schemeClr val="accent1"/>
                  </a:solidFill>
                </a:rPr>
                <a:t>定理</a:t>
              </a:r>
              <a:r>
                <a:rPr lang="en-US" sz="2800" b="1" dirty="0" smtClean="0">
                  <a:solidFill>
                    <a:schemeClr val="accent1"/>
                  </a:solidFill>
                </a:rPr>
                <a:t>4.7.2 </a:t>
              </a:r>
              <a:r>
                <a:rPr lang="zh-CN" altLang="en-US" sz="2800" b="1" dirty="0" smtClean="0"/>
                <a:t>任意</a:t>
              </a:r>
              <a:r>
                <a:rPr lang="en-US" sz="2800" b="1" dirty="0" smtClean="0"/>
                <a:t>n</a:t>
              </a:r>
              <a:r>
                <a:rPr lang="zh-CN" altLang="en-US" sz="2800" b="1" dirty="0" smtClean="0"/>
                <a:t>元置换     都可以</a:t>
              </a:r>
              <a:r>
                <a:rPr lang="zh-CN" altLang="en-US" sz="2800" b="1" dirty="0" smtClean="0">
                  <a:solidFill>
                    <a:srgbClr val="FF0000"/>
                  </a:solidFill>
                </a:rPr>
                <a:t>惟一地</a:t>
              </a:r>
              <a:r>
                <a:rPr lang="zh-CN" altLang="en-US" sz="2800" b="1" dirty="0" smtClean="0"/>
                <a:t>表示成为若干</a:t>
              </a:r>
              <a:r>
                <a:rPr lang="zh-CN" altLang="en-US" sz="2800" b="1" dirty="0" smtClean="0">
                  <a:solidFill>
                    <a:srgbClr val="FF0000"/>
                  </a:solidFill>
                </a:rPr>
                <a:t>不相交</a:t>
              </a:r>
              <a:r>
                <a:rPr lang="zh-CN" altLang="en-US" sz="2800" b="1" dirty="0" smtClean="0"/>
                <a:t>的循环置换的乘积。</a:t>
              </a:r>
              <a:endParaRPr lang="zh-CN" altLang="en-US" sz="2800" b="1" dirty="0"/>
            </a:p>
          </p:txBody>
        </p:sp>
        <p:graphicFrame>
          <p:nvGraphicFramePr>
            <p:cNvPr id="94216" name="Object 8"/>
            <p:cNvGraphicFramePr>
              <a:graphicFrameLocks noChangeAspect="1"/>
            </p:cNvGraphicFramePr>
            <p:nvPr/>
          </p:nvGraphicFramePr>
          <p:xfrm>
            <a:off x="4143372" y="4929198"/>
            <a:ext cx="428625" cy="357187"/>
          </p:xfrm>
          <a:graphic>
            <a:graphicData uri="http://schemas.openxmlformats.org/presentationml/2006/ole">
              <mc:AlternateContent xmlns:mc="http://schemas.openxmlformats.org/markup-compatibility/2006">
                <mc:Choice xmlns:v="urn:schemas-microsoft-com:vml" Requires="v">
                  <p:oleObj spid="_x0000_s95031" name="Equation" r:id="rId8" imgW="152400" imgH="139700" progId="Equation.DSMT4">
                    <p:embed/>
                  </p:oleObj>
                </mc:Choice>
                <mc:Fallback>
                  <p:oleObj name="Equation" r:id="rId8" imgW="152400" imgH="139700" progId="Equation.DSMT4">
                    <p:embed/>
                    <p:pic>
                      <p:nvPicPr>
                        <p:cNvPr id="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3372" y="4929198"/>
                          <a:ext cx="428625" cy="357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6" name="组合 5"/>
          <p:cNvGrpSpPr/>
          <p:nvPr/>
        </p:nvGrpSpPr>
        <p:grpSpPr>
          <a:xfrm>
            <a:off x="500034" y="642918"/>
            <a:ext cx="7929618" cy="954107"/>
            <a:chOff x="500034" y="4832347"/>
            <a:chExt cx="7929618" cy="954107"/>
          </a:xfrm>
        </p:grpSpPr>
        <p:sp>
          <p:nvSpPr>
            <p:cNvPr id="7" name="TextBox 6"/>
            <p:cNvSpPr txBox="1"/>
            <p:nvPr/>
          </p:nvSpPr>
          <p:spPr>
            <a:xfrm>
              <a:off x="500034" y="4832347"/>
              <a:ext cx="7929618" cy="954107"/>
            </a:xfrm>
            <a:prstGeom prst="rect">
              <a:avLst/>
            </a:prstGeom>
            <a:noFill/>
          </p:spPr>
          <p:txBody>
            <a:bodyPr wrap="square" rtlCol="0">
              <a:spAutoFit/>
            </a:bodyPr>
            <a:lstStyle/>
            <a:p>
              <a:r>
                <a:rPr lang="zh-CN" altLang="en-US" sz="2800" b="1" dirty="0" smtClean="0">
                  <a:solidFill>
                    <a:schemeClr val="accent1"/>
                  </a:solidFill>
                </a:rPr>
                <a:t>定理</a:t>
              </a:r>
              <a:r>
                <a:rPr lang="en-US" sz="2800" b="1" dirty="0" smtClean="0">
                  <a:solidFill>
                    <a:schemeClr val="accent1"/>
                  </a:solidFill>
                </a:rPr>
                <a:t>4.7.2 </a:t>
              </a:r>
              <a:r>
                <a:rPr lang="zh-CN" altLang="en-US" sz="2800" b="1" dirty="0" smtClean="0"/>
                <a:t>任意</a:t>
              </a:r>
              <a:r>
                <a:rPr lang="en-US" sz="2800" b="1" dirty="0" smtClean="0"/>
                <a:t>n</a:t>
              </a:r>
              <a:r>
                <a:rPr lang="zh-CN" altLang="en-US" sz="2800" b="1" dirty="0" smtClean="0"/>
                <a:t>元置换     都可以</a:t>
              </a:r>
              <a:r>
                <a:rPr lang="zh-CN" altLang="en-US" sz="2800" b="1" dirty="0" smtClean="0">
                  <a:solidFill>
                    <a:srgbClr val="FF0000"/>
                  </a:solidFill>
                </a:rPr>
                <a:t>惟一地</a:t>
              </a:r>
              <a:r>
                <a:rPr lang="zh-CN" altLang="en-US" sz="2800" b="1" dirty="0" smtClean="0"/>
                <a:t>表示成为若干</a:t>
              </a:r>
              <a:r>
                <a:rPr lang="zh-CN" altLang="en-US" sz="2800" b="1" dirty="0" smtClean="0">
                  <a:solidFill>
                    <a:srgbClr val="FF0000"/>
                  </a:solidFill>
                </a:rPr>
                <a:t>不相交</a:t>
              </a:r>
              <a:r>
                <a:rPr lang="zh-CN" altLang="en-US" sz="2800" b="1" dirty="0" smtClean="0"/>
                <a:t>的循环置换的乘积。</a:t>
              </a:r>
              <a:endParaRPr lang="zh-CN" altLang="en-US" sz="2800" b="1" dirty="0"/>
            </a:p>
          </p:txBody>
        </p:sp>
        <p:graphicFrame>
          <p:nvGraphicFramePr>
            <p:cNvPr id="8" name="Object 8"/>
            <p:cNvGraphicFramePr>
              <a:graphicFrameLocks noChangeAspect="1"/>
            </p:cNvGraphicFramePr>
            <p:nvPr/>
          </p:nvGraphicFramePr>
          <p:xfrm>
            <a:off x="4143372" y="4929198"/>
            <a:ext cx="428625" cy="357187"/>
          </p:xfrm>
          <a:graphic>
            <a:graphicData uri="http://schemas.openxmlformats.org/presentationml/2006/ole">
              <mc:AlternateContent xmlns:mc="http://schemas.openxmlformats.org/markup-compatibility/2006">
                <mc:Choice xmlns:v="urn:schemas-microsoft-com:vml" Requires="v">
                  <p:oleObj spid="_x0000_s95562" name="Equation" r:id="rId1" imgW="152400" imgH="139700" progId="Equation.DSMT4">
                    <p:embed/>
                  </p:oleObj>
                </mc:Choice>
                <mc:Fallback>
                  <p:oleObj name="Equation" r:id="rId1" imgW="152400" imgH="139700" progId="Equation.DSMT4">
                    <p:embed/>
                    <p:pic>
                      <p:nvPicPr>
                        <p:cNvPr id="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3372" y="4929198"/>
                          <a:ext cx="428625" cy="357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9" name="对象 8"/>
          <p:cNvGraphicFramePr>
            <a:graphicFrameLocks noChangeAspect="1"/>
          </p:cNvGraphicFramePr>
          <p:nvPr/>
        </p:nvGraphicFramePr>
        <p:xfrm>
          <a:off x="944563" y="1431925"/>
          <a:ext cx="7407275" cy="4832350"/>
        </p:xfrm>
        <a:graphic>
          <a:graphicData uri="http://schemas.openxmlformats.org/presentationml/2006/ole">
            <mc:AlternateContent xmlns:mc="http://schemas.openxmlformats.org/markup-compatibility/2006">
              <mc:Choice xmlns:v="urn:schemas-microsoft-com:vml" Requires="v">
                <p:oleObj spid="_x0000_s95563" name="文档" r:id="rId3" imgW="7602855" imgH="4944745" progId="Word.Document.12">
                  <p:embed/>
                </p:oleObj>
              </mc:Choice>
              <mc:Fallback>
                <p:oleObj name="文档" r:id="rId3" imgW="7602855" imgH="4944745" progId="Word.Document.12">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4563" y="1431925"/>
                        <a:ext cx="7407275" cy="4832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143000"/>
          </a:xfrm>
        </p:spPr>
        <p:txBody>
          <a:bodyPr/>
          <a:lstStyle/>
          <a:p>
            <a:r>
              <a:rPr lang="zh-CN" altLang="en-US" sz="5400" b="1" dirty="0" smtClean="0">
                <a:solidFill>
                  <a:schemeClr val="accent1"/>
                </a:solidFill>
              </a:rPr>
              <a:t>定理</a:t>
            </a:r>
            <a:r>
              <a:rPr lang="en-US" sz="5400" b="1" dirty="0" smtClean="0">
                <a:solidFill>
                  <a:schemeClr val="accent1"/>
                </a:solidFill>
              </a:rPr>
              <a:t>4.7.2</a:t>
            </a:r>
            <a:r>
              <a:rPr lang="zh-CN" altLang="en-US" sz="5400" b="1" dirty="0" smtClean="0">
                <a:solidFill>
                  <a:schemeClr val="accent1"/>
                </a:solidFill>
              </a:rPr>
              <a:t>证明（续）</a:t>
            </a:r>
            <a:endParaRPr lang="zh-CN" altLang="en-US" dirty="0"/>
          </a:p>
        </p:txBody>
      </p:sp>
      <p:graphicFrame>
        <p:nvGraphicFramePr>
          <p:cNvPr id="5" name="对象 4"/>
          <p:cNvGraphicFramePr>
            <a:graphicFrameLocks noChangeAspect="1"/>
          </p:cNvGraphicFramePr>
          <p:nvPr/>
        </p:nvGraphicFramePr>
        <p:xfrm>
          <a:off x="655638" y="984726"/>
          <a:ext cx="7680325" cy="3063884"/>
        </p:xfrm>
        <a:graphic>
          <a:graphicData uri="http://schemas.openxmlformats.org/presentationml/2006/ole">
            <mc:AlternateContent xmlns:mc="http://schemas.openxmlformats.org/markup-compatibility/2006">
              <mc:Choice xmlns:v="urn:schemas-microsoft-com:vml" Requires="v">
                <p:oleObj spid="_x0000_s96748" name="文档" r:id="rId1" imgW="7567930" imgH="3164840" progId="Word.Document.12">
                  <p:embed/>
                </p:oleObj>
              </mc:Choice>
              <mc:Fallback>
                <p:oleObj name="文档" r:id="rId1" imgW="7567930" imgH="3164840" progId="Word.Document.12">
                  <p:embed/>
                  <p:pic>
                    <p:nvPicPr>
                      <p:cNvPr id="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638" y="984726"/>
                        <a:ext cx="7680325" cy="30638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571472" y="3913684"/>
            <a:ext cx="7715304" cy="1938992"/>
          </a:xfrm>
          <a:prstGeom prst="rect">
            <a:avLst/>
          </a:prstGeom>
          <a:noFill/>
        </p:spPr>
        <p:txBody>
          <a:bodyPr wrap="square" rtlCol="0">
            <a:spAutoFit/>
          </a:bodyPr>
          <a:lstStyle/>
          <a:p>
            <a:r>
              <a:rPr lang="zh-CN" altLang="en-US" sz="2400" b="1" dirty="0" smtClean="0"/>
              <a:t>下证惟一性。若</a:t>
            </a:r>
            <a:r>
              <a:rPr lang="en-US" sz="2400" b="1" dirty="0" smtClean="0"/>
              <a:t> </a:t>
            </a:r>
            <a:r>
              <a:rPr lang="zh-CN" altLang="en-US" sz="2400" b="1" dirty="0" smtClean="0"/>
              <a:t>还存在另一分解，则它含有元素</a:t>
            </a:r>
            <a:r>
              <a:rPr lang="en-US" sz="2400" b="1" dirty="0" smtClean="0"/>
              <a:t>1</a:t>
            </a:r>
            <a:r>
              <a:rPr lang="zh-CN" altLang="en-US" sz="2400" b="1" dirty="0" smtClean="0"/>
              <a:t>的循环置换反映了</a:t>
            </a:r>
            <a:r>
              <a:rPr lang="en-US" altLang="zh-CN" sz="2400" b="1" dirty="0" smtClean="0"/>
              <a:t>      </a:t>
            </a:r>
            <a:r>
              <a:rPr lang="zh-CN" altLang="en-US" sz="2400" b="1" dirty="0" smtClean="0"/>
              <a:t>作用在元素</a:t>
            </a:r>
            <a:r>
              <a:rPr lang="en-US" sz="2400" b="1" dirty="0" smtClean="0"/>
              <a:t>1</a:t>
            </a:r>
            <a:r>
              <a:rPr lang="zh-CN" altLang="en-US" sz="2400" b="1" dirty="0" smtClean="0"/>
              <a:t>上形成的循环变换序列。这是由</a:t>
            </a:r>
            <a:r>
              <a:rPr lang="en-US" sz="2400" b="1" dirty="0" smtClean="0"/>
              <a:t>    </a:t>
            </a:r>
            <a:r>
              <a:rPr lang="zh-CN" altLang="en-US" sz="2400" b="1" dirty="0" smtClean="0"/>
              <a:t>唯一决定的。故两个分解中含有元素</a:t>
            </a:r>
            <a:r>
              <a:rPr lang="en-US" sz="2400" b="1" dirty="0" smtClean="0"/>
              <a:t>1</a:t>
            </a:r>
            <a:r>
              <a:rPr lang="zh-CN" altLang="en-US" sz="2400" b="1" dirty="0" smtClean="0"/>
              <a:t>的循环置换应完全相同。类似地，其他的循环置换也相同。这就证明了惟一性。</a:t>
            </a:r>
            <a:endParaRPr lang="zh-CN" altLang="en-US" sz="2400" b="1" dirty="0"/>
          </a:p>
        </p:txBody>
      </p:sp>
      <p:graphicFrame>
        <p:nvGraphicFramePr>
          <p:cNvPr id="96260" name="Object 4"/>
          <p:cNvGraphicFramePr>
            <a:graphicFrameLocks noChangeAspect="1"/>
          </p:cNvGraphicFramePr>
          <p:nvPr/>
        </p:nvGraphicFramePr>
        <p:xfrm>
          <a:off x="1571607" y="4699502"/>
          <a:ext cx="428625" cy="357187"/>
        </p:xfrm>
        <a:graphic>
          <a:graphicData uri="http://schemas.openxmlformats.org/presentationml/2006/ole">
            <mc:AlternateContent xmlns:mc="http://schemas.openxmlformats.org/markup-compatibility/2006">
              <mc:Choice xmlns:v="urn:schemas-microsoft-com:vml" Requires="v">
                <p:oleObj spid="_x0000_s96749" name="Equation" r:id="rId3" imgW="152400" imgH="139700" progId="Equation.DSMT4">
                  <p:embed/>
                </p:oleObj>
              </mc:Choice>
              <mc:Fallback>
                <p:oleObj name="Equation" r:id="rId3" imgW="152400" imgH="139700" progId="Equation.DSMT4">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607" y="4699502"/>
                        <a:ext cx="428625" cy="357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6261" name="Object 5"/>
          <p:cNvGraphicFramePr>
            <a:graphicFrameLocks noChangeAspect="1"/>
          </p:cNvGraphicFramePr>
          <p:nvPr/>
        </p:nvGraphicFramePr>
        <p:xfrm>
          <a:off x="2500298" y="4342312"/>
          <a:ext cx="428625" cy="357187"/>
        </p:xfrm>
        <a:graphic>
          <a:graphicData uri="http://schemas.openxmlformats.org/presentationml/2006/ole">
            <mc:AlternateContent xmlns:mc="http://schemas.openxmlformats.org/markup-compatibility/2006">
              <mc:Choice xmlns:v="urn:schemas-microsoft-com:vml" Requires="v">
                <p:oleObj spid="_x0000_s96750" name="Equation" r:id="rId5" imgW="152400" imgH="139700" progId="Equation.DSMT4">
                  <p:embed/>
                </p:oleObj>
              </mc:Choice>
              <mc:Fallback>
                <p:oleObj name="Equation" r:id="rId5" imgW="152400" imgH="139700" progId="Equation.DSMT4">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0298" y="4342312"/>
                        <a:ext cx="428625" cy="357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0"/>
            <a:ext cx="8229600" cy="1143000"/>
          </a:xfrm>
        </p:spPr>
        <p:txBody>
          <a:bodyPr/>
          <a:lstStyle/>
          <a:p>
            <a:r>
              <a:rPr lang="zh-CN" altLang="en-US" dirty="0" smtClean="0"/>
              <a:t>对换</a:t>
            </a:r>
            <a:endParaRPr lang="zh-CN" altLang="en-US" dirty="0"/>
          </a:p>
        </p:txBody>
      </p:sp>
      <p:sp>
        <p:nvSpPr>
          <p:cNvPr id="3" name="内容占位符 2"/>
          <p:cNvSpPr>
            <a:spLocks noGrp="1"/>
          </p:cNvSpPr>
          <p:nvPr>
            <p:ph idx="1"/>
          </p:nvPr>
        </p:nvSpPr>
        <p:spPr>
          <a:xfrm>
            <a:off x="357158" y="1142984"/>
            <a:ext cx="8229600" cy="779140"/>
          </a:xfrm>
        </p:spPr>
        <p:txBody>
          <a:bodyPr/>
          <a:lstStyle/>
          <a:p>
            <a:r>
              <a:rPr lang="zh-CN" altLang="en-US" b="1" dirty="0" smtClean="0">
                <a:solidFill>
                  <a:schemeClr val="accent1"/>
                </a:solidFill>
              </a:rPr>
              <a:t>定理</a:t>
            </a:r>
            <a:r>
              <a:rPr lang="en-US" b="1" dirty="0" smtClean="0">
                <a:solidFill>
                  <a:schemeClr val="accent1"/>
                </a:solidFill>
              </a:rPr>
              <a:t>4.7.3 </a:t>
            </a:r>
            <a:r>
              <a:rPr lang="zh-CN" altLang="en-US" b="1" dirty="0" smtClean="0"/>
              <a:t>任意置换都可以分解成为若干</a:t>
            </a:r>
            <a:r>
              <a:rPr lang="zh-CN" altLang="en-US" b="1" dirty="0" smtClean="0">
                <a:solidFill>
                  <a:srgbClr val="FF0000"/>
                </a:solidFill>
              </a:rPr>
              <a:t>对换的乘积</a:t>
            </a:r>
            <a:r>
              <a:rPr lang="zh-CN" altLang="en-US" b="1" dirty="0" smtClean="0"/>
              <a:t>。</a:t>
            </a:r>
            <a:endParaRPr lang="zh-CN" altLang="en-US" b="1" dirty="0" smtClean="0"/>
          </a:p>
          <a:p>
            <a:endParaRPr lang="zh-CN" altLang="en-US" dirty="0"/>
          </a:p>
        </p:txBody>
      </p:sp>
      <p:graphicFrame>
        <p:nvGraphicFramePr>
          <p:cNvPr id="4" name="对象 3"/>
          <p:cNvGraphicFramePr>
            <a:graphicFrameLocks noChangeAspect="1"/>
          </p:cNvGraphicFramePr>
          <p:nvPr/>
        </p:nvGraphicFramePr>
        <p:xfrm>
          <a:off x="1219200" y="1752600"/>
          <a:ext cx="7040563" cy="4632325"/>
        </p:xfrm>
        <a:graphic>
          <a:graphicData uri="http://schemas.openxmlformats.org/presentationml/2006/ole">
            <mc:AlternateContent xmlns:mc="http://schemas.openxmlformats.org/markup-compatibility/2006">
              <mc:Choice xmlns:v="urn:schemas-microsoft-com:vml" Requires="v">
                <p:oleObj spid="_x0000_s97445" name="文档" r:id="rId1" imgW="7049135" imgH="4661535" progId="Word.Document.12">
                  <p:embed/>
                </p:oleObj>
              </mc:Choice>
              <mc:Fallback>
                <p:oleObj name="文档" r:id="rId1" imgW="7049135" imgH="4661535" progId="Word.Document.12">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752600"/>
                        <a:ext cx="7040563" cy="4632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596" y="857232"/>
            <a:ext cx="8229600" cy="1214446"/>
          </a:xfrm>
        </p:spPr>
        <p:txBody>
          <a:bodyPr/>
          <a:lstStyle/>
          <a:p>
            <a:r>
              <a:rPr lang="zh-CN" altLang="en-US" b="1" dirty="0" smtClean="0">
                <a:solidFill>
                  <a:schemeClr val="tx2"/>
                </a:solidFill>
              </a:rPr>
              <a:t>例</a:t>
            </a:r>
            <a:r>
              <a:rPr lang="en-US" b="1" dirty="0" smtClean="0">
                <a:solidFill>
                  <a:schemeClr val="tx2"/>
                </a:solidFill>
              </a:rPr>
              <a:t>4.7.4</a:t>
            </a:r>
            <a:r>
              <a:rPr lang="zh-CN" altLang="en-US" b="1" dirty="0" smtClean="0"/>
              <a:t>设</a:t>
            </a:r>
            <a:r>
              <a:rPr lang="en-US" altLang="zh-CN" b="1" dirty="0" smtClean="0"/>
              <a:t>S</a:t>
            </a:r>
            <a:r>
              <a:rPr lang="en-US" altLang="zh-CN" b="1" baseline="-25000" dirty="0" smtClean="0"/>
              <a:t>3</a:t>
            </a:r>
            <a:r>
              <a:rPr lang="en-US" altLang="zh-CN" b="1" dirty="0" smtClean="0"/>
              <a:t>={1,2,3}</a:t>
            </a:r>
            <a:r>
              <a:rPr lang="zh-CN" altLang="en-US" b="1" dirty="0" smtClean="0"/>
              <a:t>，试确定</a:t>
            </a:r>
            <a:r>
              <a:rPr lang="en-US" altLang="zh-CN" b="1" dirty="0" smtClean="0"/>
              <a:t>S</a:t>
            </a:r>
            <a:r>
              <a:rPr lang="en-US" altLang="zh-CN" b="1" baseline="-25000" dirty="0" smtClean="0"/>
              <a:t>3</a:t>
            </a:r>
            <a:r>
              <a:rPr lang="zh-CN" altLang="en-US" b="1" dirty="0" smtClean="0"/>
              <a:t>中元素的对换表示，并给出</a:t>
            </a:r>
            <a:r>
              <a:rPr lang="en-US" altLang="zh-CN" b="1" dirty="0" smtClean="0"/>
              <a:t>S</a:t>
            </a:r>
            <a:r>
              <a:rPr lang="en-US" altLang="zh-CN" b="1" baseline="-25000" dirty="0" smtClean="0"/>
              <a:t>3</a:t>
            </a:r>
            <a:r>
              <a:rPr lang="zh-CN" altLang="en-US" b="1" dirty="0" smtClean="0"/>
              <a:t>的所有子群。</a:t>
            </a:r>
            <a:endParaRPr lang="zh-CN" altLang="en-US" b="1" dirty="0"/>
          </a:p>
        </p:txBody>
      </p:sp>
      <p:sp>
        <p:nvSpPr>
          <p:cNvPr id="4" name="矩形 3"/>
          <p:cNvSpPr/>
          <p:nvPr/>
        </p:nvSpPr>
        <p:spPr>
          <a:xfrm>
            <a:off x="714348" y="1857364"/>
            <a:ext cx="3406702" cy="523220"/>
          </a:xfrm>
          <a:prstGeom prst="rect">
            <a:avLst/>
          </a:prstGeom>
        </p:spPr>
        <p:txBody>
          <a:bodyPr wrap="none">
            <a:spAutoFit/>
          </a:bodyPr>
          <a:lstStyle/>
          <a:p>
            <a:r>
              <a:rPr lang="zh-CN" altLang="en-US" sz="2800" b="1" dirty="0" smtClean="0">
                <a:solidFill>
                  <a:schemeClr val="accent1"/>
                </a:solidFill>
              </a:rPr>
              <a:t>解：</a:t>
            </a:r>
            <a:r>
              <a:rPr lang="zh-CN" altLang="en-US" sz="2800" b="1" dirty="0" smtClean="0"/>
              <a:t>根据</a:t>
            </a:r>
            <a:r>
              <a:rPr lang="zh-CN" altLang="en-US" sz="2800" b="1" dirty="0" smtClean="0">
                <a:solidFill>
                  <a:srgbClr val="FF0000"/>
                </a:solidFill>
              </a:rPr>
              <a:t>例</a:t>
            </a:r>
            <a:r>
              <a:rPr lang="en-US" sz="2800" b="1" dirty="0" smtClean="0">
                <a:solidFill>
                  <a:srgbClr val="FF0000"/>
                </a:solidFill>
              </a:rPr>
              <a:t>4.7.1</a:t>
            </a:r>
            <a:r>
              <a:rPr lang="zh-CN" altLang="en-US" sz="2800" b="1" dirty="0" smtClean="0"/>
              <a:t>，有</a:t>
            </a:r>
            <a:endParaRPr lang="zh-CN" altLang="en-US" sz="2800" b="1" dirty="0"/>
          </a:p>
        </p:txBody>
      </p:sp>
      <p:sp>
        <p:nvSpPr>
          <p:cNvPr id="9830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98305" name="Object 1"/>
          <p:cNvGraphicFramePr>
            <a:graphicFrameLocks noChangeAspect="1"/>
          </p:cNvGraphicFramePr>
          <p:nvPr/>
        </p:nvGraphicFramePr>
        <p:xfrm>
          <a:off x="467544" y="2492896"/>
          <a:ext cx="8477309" cy="2857520"/>
        </p:xfrm>
        <a:graphic>
          <a:graphicData uri="http://schemas.openxmlformats.org/presentationml/2006/ole">
            <mc:AlternateContent xmlns:mc="http://schemas.openxmlformats.org/markup-compatibility/2006">
              <mc:Choice xmlns:v="urn:schemas-microsoft-com:vml" Requires="v">
                <p:oleObj spid="_x0000_s98468" name="Equation" r:id="rId1" imgW="4229100" imgH="1422400" progId="Equation.DSMT4">
                  <p:embed/>
                </p:oleObj>
              </mc:Choice>
              <mc:Fallback>
                <p:oleObj name="Equation" r:id="rId1" imgW="4229100" imgH="14224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2492896"/>
                        <a:ext cx="8477309" cy="28575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143000"/>
          </a:xfrm>
        </p:spPr>
        <p:txBody>
          <a:bodyPr/>
          <a:lstStyle/>
          <a:p>
            <a:r>
              <a:rPr lang="zh-CN" altLang="en-US" b="1" dirty="0" smtClean="0"/>
              <a:t>例</a:t>
            </a:r>
            <a:r>
              <a:rPr lang="en-US" b="1" dirty="0" smtClean="0"/>
              <a:t>4.7.4</a:t>
            </a:r>
            <a:r>
              <a:rPr lang="zh-CN" altLang="en-US" b="1" dirty="0" smtClean="0"/>
              <a:t>（续）</a:t>
            </a:r>
            <a:endParaRPr lang="zh-CN" altLang="en-US" dirty="0"/>
          </a:p>
        </p:txBody>
      </p:sp>
      <p:sp>
        <p:nvSpPr>
          <p:cNvPr id="3" name="内容占位符 2"/>
          <p:cNvSpPr>
            <a:spLocks noGrp="1"/>
          </p:cNvSpPr>
          <p:nvPr>
            <p:ph idx="1"/>
          </p:nvPr>
        </p:nvSpPr>
        <p:spPr>
          <a:xfrm>
            <a:off x="457200" y="1420032"/>
            <a:ext cx="8229600" cy="564826"/>
          </a:xfrm>
        </p:spPr>
        <p:txBody>
          <a:bodyPr/>
          <a:lstStyle/>
          <a:p>
            <a:r>
              <a:rPr lang="en-US" altLang="zh-CN" b="1" dirty="0" smtClean="0"/>
              <a:t>S</a:t>
            </a:r>
            <a:r>
              <a:rPr lang="en-US" altLang="zh-CN" b="1" baseline="-25000" dirty="0" smtClean="0"/>
              <a:t>3</a:t>
            </a:r>
            <a:r>
              <a:rPr lang="zh-CN" altLang="en-US" b="1" dirty="0" smtClean="0"/>
              <a:t>的子群如下：</a:t>
            </a:r>
            <a:endParaRPr lang="zh-CN" altLang="en-US" b="1" dirty="0"/>
          </a:p>
        </p:txBody>
      </p:sp>
      <p:sp>
        <p:nvSpPr>
          <p:cNvPr id="9933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99329" name="Object 1"/>
          <p:cNvGraphicFramePr>
            <a:graphicFrameLocks noChangeAspect="1"/>
          </p:cNvGraphicFramePr>
          <p:nvPr/>
        </p:nvGraphicFramePr>
        <p:xfrm>
          <a:off x="1500166" y="2060848"/>
          <a:ext cx="5015129" cy="3357586"/>
        </p:xfrm>
        <a:graphic>
          <a:graphicData uri="http://schemas.openxmlformats.org/presentationml/2006/ole">
            <mc:AlternateContent xmlns:mc="http://schemas.openxmlformats.org/markup-compatibility/2006">
              <mc:Choice xmlns:v="urn:schemas-microsoft-com:vml" Requires="v">
                <p:oleObj spid="_x0000_s99492" name="Equation" r:id="rId1" imgW="2247900" imgH="1498600" progId="Equation.DSMT4">
                  <p:embed/>
                </p:oleObj>
              </mc:Choice>
              <mc:Fallback>
                <p:oleObj name="Equation" r:id="rId1" imgW="2247900" imgH="14986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66" y="2060848"/>
                        <a:ext cx="5015129" cy="33575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1143000"/>
          </a:xfrm>
        </p:spPr>
        <p:txBody>
          <a:bodyPr/>
          <a:lstStyle/>
          <a:p>
            <a:r>
              <a:rPr lang="zh-CN" altLang="en-US" dirty="0" smtClean="0"/>
              <a:t>置换群的生成元</a:t>
            </a:r>
            <a:endParaRPr lang="zh-CN" altLang="en-US" dirty="0"/>
          </a:p>
        </p:txBody>
      </p:sp>
      <p:sp>
        <p:nvSpPr>
          <p:cNvPr id="3" name="内容占位符 2"/>
          <p:cNvSpPr>
            <a:spLocks noGrp="1"/>
          </p:cNvSpPr>
          <p:nvPr>
            <p:ph idx="1"/>
          </p:nvPr>
        </p:nvSpPr>
        <p:spPr>
          <a:xfrm>
            <a:off x="457200" y="1348024"/>
            <a:ext cx="8229600" cy="993454"/>
          </a:xfrm>
        </p:spPr>
        <p:txBody>
          <a:bodyPr/>
          <a:lstStyle/>
          <a:p>
            <a:r>
              <a:rPr lang="zh-CN" altLang="en-US" b="1" dirty="0" smtClean="0">
                <a:solidFill>
                  <a:schemeClr val="accent1"/>
                </a:solidFill>
              </a:rPr>
              <a:t>定理</a:t>
            </a:r>
            <a:r>
              <a:rPr lang="en-US" b="1" dirty="0" smtClean="0">
                <a:solidFill>
                  <a:schemeClr val="accent1"/>
                </a:solidFill>
              </a:rPr>
              <a:t>4.7.4 </a:t>
            </a:r>
            <a:r>
              <a:rPr lang="zh-CN" altLang="en-US" b="1" dirty="0" smtClean="0"/>
              <a:t>当</a:t>
            </a:r>
            <a:r>
              <a:rPr lang="en-US" b="1" dirty="0" smtClean="0"/>
              <a:t> n ≥2</a:t>
            </a:r>
            <a:r>
              <a:rPr lang="zh-CN" altLang="en-US" b="1" dirty="0" smtClean="0"/>
              <a:t>时，</a:t>
            </a:r>
            <a:r>
              <a:rPr lang="en-US" b="1" dirty="0" smtClean="0"/>
              <a:t>(12),(13),</a:t>
            </a:r>
            <a:r>
              <a:rPr lang="en-US" altLang="zh-CN" b="1" dirty="0" smtClean="0"/>
              <a:t>…,(1n)</a:t>
            </a:r>
            <a:r>
              <a:rPr lang="zh-CN" altLang="en-US" b="1" dirty="0" smtClean="0"/>
              <a:t>是</a:t>
            </a:r>
            <a:r>
              <a:rPr lang="en-US" b="1" dirty="0" err="1" smtClean="0"/>
              <a:t>S</a:t>
            </a:r>
            <a:r>
              <a:rPr lang="en-US" b="1" baseline="-25000" dirty="0" err="1" smtClean="0"/>
              <a:t>n</a:t>
            </a:r>
            <a:r>
              <a:rPr lang="zh-CN" altLang="en-US" b="1" dirty="0" smtClean="0"/>
              <a:t>的一组生成元，即</a:t>
            </a:r>
            <a:endParaRPr lang="zh-CN" altLang="en-US" b="1" dirty="0" smtClean="0"/>
          </a:p>
          <a:p>
            <a:endParaRPr lang="zh-CN" altLang="en-US" b="1" dirty="0"/>
          </a:p>
        </p:txBody>
      </p:sp>
      <p:sp>
        <p:nvSpPr>
          <p:cNvPr id="10035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00353" name="Object 1"/>
          <p:cNvGraphicFramePr>
            <a:graphicFrameLocks noChangeAspect="1"/>
          </p:cNvGraphicFramePr>
          <p:nvPr/>
        </p:nvGraphicFramePr>
        <p:xfrm>
          <a:off x="2643174" y="2198602"/>
          <a:ext cx="3280719" cy="571480"/>
        </p:xfrm>
        <a:graphic>
          <a:graphicData uri="http://schemas.openxmlformats.org/presentationml/2006/ole">
            <mc:AlternateContent xmlns:mc="http://schemas.openxmlformats.org/markup-compatibility/2006">
              <mc:Choice xmlns:v="urn:schemas-microsoft-com:vml" Requires="v">
                <p:oleObj spid="_x0000_s100680" name="Equation" r:id="rId1" imgW="1473200" imgH="254000" progId="Equation.DSMT4">
                  <p:embed/>
                </p:oleObj>
              </mc:Choice>
              <mc:Fallback>
                <p:oleObj name="Equation" r:id="rId1" imgW="1473200" imgH="254000" progId="Equation.DSMT4">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3174" y="2198602"/>
                        <a:ext cx="3280719" cy="571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nvGraphicFramePr>
        <p:xfrm>
          <a:off x="1143000" y="2705019"/>
          <a:ext cx="7192963" cy="3336925"/>
        </p:xfrm>
        <a:graphic>
          <a:graphicData uri="http://schemas.openxmlformats.org/presentationml/2006/ole">
            <mc:AlternateContent xmlns:mc="http://schemas.openxmlformats.org/markup-compatibility/2006">
              <mc:Choice xmlns:v="urn:schemas-microsoft-com:vml" Requires="v">
                <p:oleObj spid="_x0000_s100681" name="文档" r:id="rId3" imgW="7208520" imgH="3362325" progId="Word.Document.12">
                  <p:embed/>
                </p:oleObj>
              </mc:Choice>
              <mc:Fallback>
                <p:oleObj name="文档" r:id="rId3" imgW="7208520" imgH="3362325" progId="Word.Document.12">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705019"/>
                        <a:ext cx="7192963" cy="3336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习题</a:t>
            </a:r>
            <a:endParaRPr lang="zh-CN" altLang="en-US" dirty="0"/>
          </a:p>
        </p:txBody>
      </p:sp>
      <p:sp>
        <p:nvSpPr>
          <p:cNvPr id="3" name="内容占位符 2"/>
          <p:cNvSpPr>
            <a:spLocks noGrp="1"/>
          </p:cNvSpPr>
          <p:nvPr>
            <p:ph idx="1"/>
          </p:nvPr>
        </p:nvSpPr>
        <p:spPr/>
        <p:txBody>
          <a:bodyPr/>
          <a:lstStyle/>
          <a:p>
            <a:r>
              <a:rPr lang="en-US" altLang="zh-CN" dirty="0" smtClean="0"/>
              <a:t>P74</a:t>
            </a:r>
            <a:r>
              <a:rPr lang="zh-CN" altLang="en-US" dirty="0"/>
              <a:t>：</a:t>
            </a:r>
            <a:r>
              <a:rPr lang="en-US" altLang="zh-CN" dirty="0" smtClean="0"/>
              <a:t>1,3,4,6,13,14(1),16,18,23</a:t>
            </a:r>
            <a:endParaRPr lang="zh-CN" altLang="zh-CN"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0</TotalTime>
  <Words>10757</Words>
  <Application>WPS 演示</Application>
  <PresentationFormat>全屏显示(4:3)</PresentationFormat>
  <Paragraphs>890</Paragraphs>
  <Slides>97</Slides>
  <Notes>3</Notes>
  <HiddenSlides>40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288</vt:i4>
      </vt:variant>
      <vt:variant>
        <vt:lpstr>幻灯片标题</vt:lpstr>
      </vt:variant>
      <vt:variant>
        <vt:i4>97</vt:i4>
      </vt:variant>
    </vt:vector>
  </HeadingPairs>
  <TitlesOfParts>
    <vt:vector size="398" baseType="lpstr">
      <vt:lpstr>Arial</vt:lpstr>
      <vt:lpstr>宋体</vt:lpstr>
      <vt:lpstr>Wingdings</vt:lpstr>
      <vt:lpstr>Wingdings 2</vt:lpstr>
      <vt:lpstr>Times New Roman</vt:lpstr>
      <vt:lpstr>Constantia</vt:lpstr>
      <vt:lpstr>隶书</vt:lpstr>
      <vt:lpstr>Calibri</vt:lpstr>
      <vt:lpstr>微软雅黑</vt:lpstr>
      <vt:lpstr>Arial Unicode MS</vt:lpstr>
      <vt:lpstr>Cambria Math</vt:lpstr>
      <vt:lpstr>Cambria Math</vt:lpstr>
      <vt:lpstr>流畅</vt:lpstr>
      <vt:lpstr>Word.Document.8</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Word.Document.12</vt:lpstr>
      <vt:lpstr>Word.Document.8</vt:lpstr>
      <vt:lpstr>Word.Document.12</vt:lpstr>
      <vt:lpstr>Word.Document.12</vt:lpstr>
      <vt:lpstr>Word.Document.12</vt:lpstr>
      <vt:lpstr>Word.Document.12</vt:lpstr>
      <vt:lpstr>Word.Document.8</vt:lpstr>
      <vt:lpstr>Word.Document.12</vt:lpstr>
      <vt:lpstr>Word.Document.12</vt:lpstr>
      <vt:lpstr>Word.Document.12</vt:lpstr>
      <vt:lpstr>Word.Document.12</vt:lpstr>
      <vt:lpstr>Word.Document.12</vt:lpstr>
      <vt:lpstr>Word.Document.12</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Equation.Ribbit</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Equation.Ribbit</vt:lpstr>
      <vt:lpstr>Equation.Ribbit</vt:lpstr>
      <vt:lpstr>Equation.Ribbit</vt:lpstr>
      <vt:lpstr>Equation.Ribbit</vt:lpstr>
      <vt:lpstr>Equation.Ribbit</vt:lpstr>
      <vt:lpstr>Equation.DSMT4</vt:lpstr>
      <vt:lpstr>Equation.DSMT4</vt:lpstr>
      <vt:lpstr>Equation.Ribbit</vt:lpstr>
      <vt:lpstr>Equation.Ribbit</vt:lpstr>
      <vt:lpstr>Equation.DSMT4</vt:lpstr>
      <vt:lpstr>Equation.Ribbit</vt:lpstr>
      <vt:lpstr>Equation.Ribbit</vt:lpstr>
      <vt:lpstr>Equation.Ribbit</vt:lpstr>
      <vt:lpstr>Equation.Ribbit</vt:lpstr>
      <vt:lpstr>Equation.Ribbit</vt:lpstr>
      <vt:lpstr>Equation.Ribbit</vt:lpstr>
      <vt:lpstr>Equation.Ribbit</vt:lpstr>
      <vt:lpstr>Equation.Ribbit</vt:lpstr>
      <vt:lpstr>Equation.Ribbit</vt:lpstr>
      <vt:lpstr>Word.Picture.8</vt:lpstr>
      <vt:lpstr>Equation.DSMT4</vt:lpstr>
      <vt:lpstr>Word.Picture.8</vt:lpstr>
      <vt:lpstr>Equation.DSMT4</vt:lpstr>
      <vt:lpstr>Equation.DSMT4</vt:lpstr>
      <vt:lpstr>Word.Picture.8</vt:lpstr>
      <vt:lpstr>Word.Picture.8</vt:lpstr>
      <vt:lpstr>Equation.DSMT4</vt:lpstr>
      <vt:lpstr>Equation.DSMT4</vt:lpstr>
      <vt:lpstr>Word.Picture.8</vt:lpstr>
      <vt:lpstr>Word.Picture.8</vt:lpstr>
      <vt:lpstr>Word.Picture.8</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Word.Document.8</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第四章 群</vt:lpstr>
      <vt:lpstr>序言</vt:lpstr>
      <vt:lpstr>内容安排</vt:lpstr>
      <vt:lpstr>4.1 二元运算</vt:lpstr>
      <vt:lpstr>PowerPoint 演示文稿</vt:lpstr>
      <vt:lpstr>PowerPoint 演示文稿</vt:lpstr>
      <vt:lpstr>PowerPoint 演示文稿</vt:lpstr>
      <vt:lpstr>PowerPoint 演示文稿</vt:lpstr>
      <vt:lpstr>PowerPoint 演示文稿</vt:lpstr>
      <vt:lpstr>4.2 群的定义和简单性质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4.3 子群、陪集</vt:lpstr>
      <vt:lpstr>PowerPoint 演示文稿</vt:lpstr>
      <vt:lpstr>PowerPoint 演示文稿</vt:lpstr>
      <vt:lpstr>子群的例子</vt:lpstr>
      <vt:lpstr>PowerPoint 演示文稿</vt:lpstr>
      <vt:lpstr>等价关系</vt:lpstr>
      <vt:lpstr>陪集</vt:lpstr>
      <vt:lpstr>陪集（续）</vt:lpstr>
      <vt:lpstr>陪集（续）</vt:lpstr>
      <vt:lpstr>陪集（续）</vt:lpstr>
      <vt:lpstr>PowerPoint 演示文稿</vt:lpstr>
      <vt:lpstr>PowerPoint 演示文稿</vt:lpstr>
      <vt:lpstr>指数</vt:lpstr>
      <vt:lpstr>元素的阶</vt:lpstr>
      <vt:lpstr>元素的阶</vt:lpstr>
      <vt:lpstr>PowerPoint 演示文稿</vt:lpstr>
      <vt:lpstr>PowerPoint 演示文稿</vt:lpstr>
      <vt:lpstr>4.4 正规子群、商群和同态</vt:lpstr>
      <vt:lpstr>正规子群的等价定义</vt:lpstr>
      <vt:lpstr>定理4.4.1的证明</vt:lpstr>
      <vt:lpstr>商群</vt:lpstr>
      <vt:lpstr>PowerPoint 演示文稿</vt:lpstr>
      <vt:lpstr>PowerPoint 演示文稿</vt:lpstr>
      <vt:lpstr>同态与同构</vt:lpstr>
      <vt:lpstr>同态</vt:lpstr>
      <vt:lpstr>自然同态</vt:lpstr>
      <vt:lpstr>同态的象与核</vt:lpstr>
      <vt:lpstr>同态基本定理</vt:lpstr>
      <vt:lpstr>PowerPoint 演示文稿</vt:lpstr>
      <vt:lpstr>PowerPoint 演示文稿</vt:lpstr>
      <vt:lpstr>4.5 循环群</vt:lpstr>
      <vt:lpstr>4.5 循环群</vt:lpstr>
      <vt:lpstr>循环群的生成元</vt:lpstr>
      <vt:lpstr>PowerPoint 演示文稿</vt:lpstr>
      <vt:lpstr>PowerPoint 演示文稿</vt:lpstr>
      <vt:lpstr>引理4.5.1的证明</vt:lpstr>
      <vt:lpstr>引理4.5.2的证明</vt:lpstr>
      <vt:lpstr>引理4.5.2的证明</vt:lpstr>
      <vt:lpstr>原根</vt:lpstr>
      <vt:lpstr>循环群的子群和商群</vt:lpstr>
      <vt:lpstr>循环群的子群和商群（续）</vt:lpstr>
      <vt:lpstr>群中常用算法</vt:lpstr>
      <vt:lpstr>求循环群生成元的有效随机算法</vt:lpstr>
      <vt:lpstr>元素的阶及相关性质</vt:lpstr>
      <vt:lpstr>循环群的结构</vt:lpstr>
      <vt:lpstr>定理4.5.5的证明</vt:lpstr>
      <vt:lpstr>定理4.5.4的证明（续）</vt:lpstr>
      <vt:lpstr>4.6   ElGamal公钥加密算法</vt:lpstr>
      <vt:lpstr>群中的离散对数问题</vt:lpstr>
      <vt:lpstr>离散对数的例子</vt:lpstr>
      <vt:lpstr>ElGamal公钥加密体制</vt:lpstr>
      <vt:lpstr>                                               m                                    </vt:lpstr>
      <vt:lpstr>大步小步算法</vt:lpstr>
      <vt:lpstr>大步小步算法（续）</vt:lpstr>
      <vt:lpstr>PowerPoint 演示文稿</vt:lpstr>
      <vt:lpstr>4.7 置换群</vt:lpstr>
      <vt:lpstr>置换</vt:lpstr>
      <vt:lpstr>置换举例</vt:lpstr>
      <vt:lpstr>置换的乘积</vt:lpstr>
      <vt:lpstr>置换群(续）</vt:lpstr>
      <vt:lpstr>循环置换</vt:lpstr>
      <vt:lpstr>循环置换（续）</vt:lpstr>
      <vt:lpstr>PowerPoint 演示文稿</vt:lpstr>
      <vt:lpstr>定理4.7.2证明（续）</vt:lpstr>
      <vt:lpstr>对换</vt:lpstr>
      <vt:lpstr>PowerPoint 演示文稿</vt:lpstr>
      <vt:lpstr>例4.7.4（续）</vt:lpstr>
      <vt:lpstr>置换群的生成元</vt:lpstr>
      <vt:lpstr>习题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群</dc:title>
  <dc:creator>nxy7509</dc:creator>
  <cp:lastModifiedBy>韦平</cp:lastModifiedBy>
  <cp:revision>383</cp:revision>
  <dcterms:created xsi:type="dcterms:W3CDTF">2013-09-10T11:58:00Z</dcterms:created>
  <dcterms:modified xsi:type="dcterms:W3CDTF">2024-12-22T22:41:26Z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F0CA6C9DA5DE486CBB5380A90C64C0F0_12</vt:lpwstr>
  </property>
  <property fmtid="{D5CDD505-2E9C-101B-9397-08002B2CF9AE}" pid="3" name="KSOProductBuildVer">
    <vt:lpwstr>2052-12.1.0.19302</vt:lpwstr>
  </property>
</Properties>
</file>