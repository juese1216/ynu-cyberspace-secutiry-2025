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ink/ink1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98" r:id="rId3"/>
    <p:sldId id="657" r:id="rId5"/>
    <p:sldId id="658" r:id="rId6"/>
    <p:sldId id="725" r:id="rId7"/>
    <p:sldId id="732" r:id="rId8"/>
    <p:sldId id="726" r:id="rId9"/>
    <p:sldId id="727" r:id="rId10"/>
    <p:sldId id="733" r:id="rId11"/>
    <p:sldId id="734" r:id="rId12"/>
    <p:sldId id="739" r:id="rId13"/>
    <p:sldId id="735" r:id="rId14"/>
    <p:sldId id="736" r:id="rId15"/>
    <p:sldId id="738" r:id="rId16"/>
    <p:sldId id="728" r:id="rId17"/>
    <p:sldId id="740" r:id="rId18"/>
    <p:sldId id="741" r:id="rId19"/>
    <p:sldId id="742" r:id="rId20"/>
    <p:sldId id="745" r:id="rId21"/>
    <p:sldId id="743" r:id="rId22"/>
    <p:sldId id="744" r:id="rId23"/>
    <p:sldId id="729" r:id="rId24"/>
    <p:sldId id="731" r:id="rId25"/>
    <p:sldId id="746" r:id="rId26"/>
    <p:sldId id="753" r:id="rId27"/>
    <p:sldId id="730" r:id="rId28"/>
    <p:sldId id="754" r:id="rId29"/>
    <p:sldId id="755" r:id="rId30"/>
    <p:sldId id="756" r:id="rId31"/>
    <p:sldId id="758" r:id="rId32"/>
    <p:sldId id="759" r:id="rId33"/>
    <p:sldId id="787" r:id="rId34"/>
    <p:sldId id="761" r:id="rId35"/>
    <p:sldId id="764" r:id="rId36"/>
    <p:sldId id="768" r:id="rId37"/>
    <p:sldId id="769" r:id="rId38"/>
    <p:sldId id="770" r:id="rId39"/>
    <p:sldId id="771" r:id="rId40"/>
    <p:sldId id="775" r:id="rId41"/>
    <p:sldId id="776" r:id="rId42"/>
    <p:sldId id="777" r:id="rId43"/>
    <p:sldId id="808" r:id="rId44"/>
    <p:sldId id="778" r:id="rId45"/>
    <p:sldId id="806" r:id="rId46"/>
    <p:sldId id="779" r:id="rId47"/>
    <p:sldId id="852" r:id="rId48"/>
    <p:sldId id="853" r:id="rId49"/>
    <p:sldId id="854" r:id="rId50"/>
    <p:sldId id="789" r:id="rId51"/>
    <p:sldId id="788" r:id="rId52"/>
    <p:sldId id="795" r:id="rId53"/>
    <p:sldId id="796" r:id="rId54"/>
    <p:sldId id="797" r:id="rId55"/>
    <p:sldId id="798" r:id="rId56"/>
    <p:sldId id="799" r:id="rId57"/>
    <p:sldId id="800" r:id="rId58"/>
    <p:sldId id="801" r:id="rId59"/>
    <p:sldId id="802" r:id="rId60"/>
    <p:sldId id="790" r:id="rId61"/>
    <p:sldId id="855" r:id="rId62"/>
    <p:sldId id="803" r:id="rId63"/>
    <p:sldId id="805" r:id="rId64"/>
    <p:sldId id="809" r:id="rId65"/>
    <p:sldId id="810" r:id="rId66"/>
    <p:sldId id="895" r:id="rId67"/>
    <p:sldId id="811" r:id="rId68"/>
    <p:sldId id="815" r:id="rId69"/>
    <p:sldId id="816" r:id="rId70"/>
    <p:sldId id="817" r:id="rId71"/>
    <p:sldId id="821" r:id="rId72"/>
    <p:sldId id="822" r:id="rId73"/>
    <p:sldId id="823" r:id="rId74"/>
    <p:sldId id="824" r:id="rId75"/>
    <p:sldId id="825" r:id="rId76"/>
    <p:sldId id="848" r:id="rId77"/>
    <p:sldId id="849" r:id="rId78"/>
    <p:sldId id="826" r:id="rId79"/>
    <p:sldId id="827" r:id="rId80"/>
    <p:sldId id="828" r:id="rId81"/>
    <p:sldId id="829" r:id="rId82"/>
    <p:sldId id="830" r:id="rId83"/>
    <p:sldId id="831" r:id="rId84"/>
    <p:sldId id="833" r:id="rId85"/>
    <p:sldId id="832" r:id="rId86"/>
    <p:sldId id="896" r:id="rId87"/>
    <p:sldId id="842" r:id="rId88"/>
  </p:sldIdLst>
  <p:sldSz cx="9144000" cy="6858000" type="screen4x3"/>
  <p:notesSz cx="6858000" cy="9144000"/>
  <p:custDataLst>
    <p:tags r:id="rId9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2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FF"/>
    <a:srgbClr val="990099"/>
    <a:srgbClr val="000066"/>
    <a:srgbClr val="C1D7CB"/>
    <a:srgbClr val="FF00FF"/>
    <a:srgbClr val="0000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8"/>
    <p:restoredTop sz="91962" autoAdjust="0"/>
  </p:normalViewPr>
  <p:slideViewPr>
    <p:cSldViewPr showGuides="1">
      <p:cViewPr>
        <p:scale>
          <a:sx n="113" d="100"/>
          <a:sy n="113" d="100"/>
        </p:scale>
        <p:origin x="651" y="60"/>
      </p:cViewPr>
      <p:guideLst>
        <p:guide orient="horz" pos="2228"/>
        <p:guide pos="28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2" Type="http://schemas.openxmlformats.org/officeDocument/2006/relationships/tags" Target="tags/tag1.xml"/><Relationship Id="rId91" Type="http://schemas.openxmlformats.org/officeDocument/2006/relationships/tableStyles" Target="tableStyles.xml"/><Relationship Id="rId90" Type="http://schemas.openxmlformats.org/officeDocument/2006/relationships/viewProps" Target="viewProps.xml"/><Relationship Id="rId9" Type="http://schemas.openxmlformats.org/officeDocument/2006/relationships/slide" Target="slides/slide6.xml"/><Relationship Id="rId89" Type="http://schemas.openxmlformats.org/officeDocument/2006/relationships/presProps" Target="presProps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#1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#2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#3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08E399-9921-4139-B752-ECACD347226F}" type="doc">
      <dgm:prSet loTypeId="urn:microsoft.com/office/officeart/2008/layout/LinedList" loCatId="list" qsTypeId="urn:microsoft.com/office/officeart/2005/8/quickstyle/simple5#1" qsCatId="simple" csTypeId="urn:microsoft.com/office/officeart/2005/8/colors/accent1_5#1" csCatId="accent1" phldr="1"/>
      <dgm:spPr/>
      <dgm:t>
        <a:bodyPr/>
        <a:lstStyle/>
        <a:p>
          <a:endParaRPr lang="zh-CN" altLang="en-US"/>
        </a:p>
      </dgm:t>
    </dgm:pt>
    <dgm:pt modelId="{D1A32EAB-6A15-4680-88F4-1B4B7ECDE5A1}">
      <dgm:prSet phldrT="[文本]" custT="1"/>
      <dgm:spPr/>
      <dgm:t>
        <a:bodyPr/>
        <a:lstStyle/>
        <a:p>
          <a:r>
            <a:rPr lang="en-US" altLang="zh-CN" sz="2400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2.2 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同余类与剩余系</a:t>
          </a:r>
          <a:endParaRPr lang="zh-CN" altLang="en-US" sz="2400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</dgm:t>
    </dgm:pt>
    <dgm:pt modelId="{9D994354-24A1-48FF-A897-EF19EA671FD9}" cxnId="{40B88DAF-77AC-4E2C-AC59-AC483103FB4E}" type="parTrans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8F8DE87-16A9-47F3-AA1B-5AF8772758F7}" cxnId="{40B88DAF-77AC-4E2C-AC59-AC483103FB4E}" type="sibTrans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B587282-1D23-4C3B-B33C-0DF1400429E4}">
      <dgm:prSet phldrT="[文本]" custT="1"/>
      <dgm:spPr/>
      <dgm:t>
        <a:bodyPr/>
        <a:lstStyle/>
        <a:p>
          <a:r>
            <a:rPr lang="en-US" altLang="zh-CN" sz="2400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2.3 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模</a:t>
          </a:r>
          <a:r>
            <a:rPr lang="en-US" altLang="zh-CN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rPr>
            <a:t>m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的算法</a:t>
          </a:r>
          <a:endParaRPr lang="en-US" altLang="zh-CN" sz="2400" b="1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  <a:p>
          <a:endParaRPr lang="en-US" altLang="zh-CN" sz="2400" b="1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  <a:p>
          <a:r>
            <a:rPr lang="en-US" altLang="zh-CN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2.4 RSA</a:t>
          </a:r>
          <a:r>
            <a:rPr lang="zh-CN" altLang="zh-CN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密码算法</a:t>
          </a:r>
          <a:endParaRPr lang="zh-CN" altLang="en-US" sz="2400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</dgm:t>
    </dgm:pt>
    <dgm:pt modelId="{34E511F3-DE50-4388-A924-A7A9B8371FCC}" cxnId="{8EC8A715-4215-4CEB-A1D9-7BF65BAD0BCA}" type="parTrans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7369CDD-F847-4A51-93CE-6954D92278A6}" cxnId="{8EC8A715-4215-4CEB-A1D9-7BF65BAD0BCA}" type="sibTrans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A7AA1D7-789B-420E-9296-D53D7941F388}">
      <dgm:prSet phldrT="[文本]" custT="1"/>
      <dgm:spPr/>
      <dgm:t>
        <a:bodyPr/>
        <a:lstStyle/>
        <a:p>
          <a:r>
            <a:rPr lang="en-US" altLang="zh-CN" sz="2400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2.1 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同余的概念和基本性质</a:t>
          </a:r>
          <a:endParaRPr lang="zh-CN" altLang="en-US" sz="2400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</dgm:t>
    </dgm:pt>
    <dgm:pt modelId="{1221519D-2AD1-4675-9B21-196BC2E52956}" cxnId="{7FB962D6-07EC-4B25-8376-09D9468B842D}" type="parTrans">
      <dgm:prSet/>
      <dgm:spPr/>
      <dgm:t>
        <a:bodyPr/>
        <a:lstStyle/>
        <a:p>
          <a:endParaRPr lang="zh-CN" altLang="en-US" sz="2400"/>
        </a:p>
      </dgm:t>
    </dgm:pt>
    <dgm:pt modelId="{F5DD01FC-A39F-4875-9C3A-0EBEF54449E9}" cxnId="{7FB962D6-07EC-4B25-8376-09D9468B842D}" type="sibTrans">
      <dgm:prSet/>
      <dgm:spPr/>
      <dgm:t>
        <a:bodyPr/>
        <a:lstStyle/>
        <a:p>
          <a:endParaRPr lang="zh-CN" altLang="en-US" sz="2400"/>
        </a:p>
      </dgm:t>
    </dgm:pt>
    <dgm:pt modelId="{C5D0177C-A2D9-4248-AEA9-4213CA2FBCFB}" type="pres">
      <dgm:prSet presAssocID="{7B08E399-9921-4139-B752-ECACD347226F}" presName="vert0" presStyleCnt="0">
        <dgm:presLayoutVars>
          <dgm:dir/>
          <dgm:animOne val="branch"/>
          <dgm:animLvl val="lvl"/>
        </dgm:presLayoutVars>
      </dgm:prSet>
      <dgm:spPr/>
    </dgm:pt>
    <dgm:pt modelId="{2B919950-62C4-4685-83A3-142D1E85CE5B}" type="pres">
      <dgm:prSet presAssocID="{EA7AA1D7-789B-420E-9296-D53D7941F388}" presName="thickLine" presStyleLbl="alignNode1" presStyleIdx="0" presStyleCnt="3"/>
      <dgm:spPr/>
    </dgm:pt>
    <dgm:pt modelId="{47E6281F-244C-4750-AC25-52C9C37C7E4F}" type="pres">
      <dgm:prSet presAssocID="{EA7AA1D7-789B-420E-9296-D53D7941F388}" presName="horz1" presStyleCnt="0"/>
      <dgm:spPr/>
    </dgm:pt>
    <dgm:pt modelId="{CFD0A59C-CB40-40F9-9FD6-249A04D7B400}" type="pres">
      <dgm:prSet presAssocID="{EA7AA1D7-789B-420E-9296-D53D7941F388}" presName="tx1" presStyleLbl="revTx" presStyleIdx="0" presStyleCnt="3"/>
      <dgm:spPr/>
    </dgm:pt>
    <dgm:pt modelId="{B15D4679-5337-4AD7-BA77-97ACFDD86E6E}" type="pres">
      <dgm:prSet presAssocID="{EA7AA1D7-789B-420E-9296-D53D7941F388}" presName="vert1" presStyleCnt="0"/>
      <dgm:spPr/>
    </dgm:pt>
    <dgm:pt modelId="{19A63FFC-35C6-43E7-B5A9-1E76495FC809}" type="pres">
      <dgm:prSet presAssocID="{D1A32EAB-6A15-4680-88F4-1B4B7ECDE5A1}" presName="thickLine" presStyleLbl="alignNode1" presStyleIdx="1" presStyleCnt="3"/>
      <dgm:spPr/>
    </dgm:pt>
    <dgm:pt modelId="{7E4D7F83-A9F5-4642-A30A-403CAE7576C6}" type="pres">
      <dgm:prSet presAssocID="{D1A32EAB-6A15-4680-88F4-1B4B7ECDE5A1}" presName="horz1" presStyleCnt="0"/>
      <dgm:spPr/>
    </dgm:pt>
    <dgm:pt modelId="{B69BEABD-FA0A-46F0-B0D6-2D94D79B550F}" type="pres">
      <dgm:prSet presAssocID="{D1A32EAB-6A15-4680-88F4-1B4B7ECDE5A1}" presName="tx1" presStyleLbl="revTx" presStyleIdx="1" presStyleCnt="3" custLinFactNeighborY="-1905"/>
      <dgm:spPr/>
    </dgm:pt>
    <dgm:pt modelId="{7E78179A-C5A6-4DC3-BF85-2C88C414583B}" type="pres">
      <dgm:prSet presAssocID="{D1A32EAB-6A15-4680-88F4-1B4B7ECDE5A1}" presName="vert1" presStyleCnt="0"/>
      <dgm:spPr/>
    </dgm:pt>
    <dgm:pt modelId="{B1EE8B11-EC21-40F5-A1CA-EFBAA82C8C09}" type="pres">
      <dgm:prSet presAssocID="{5B587282-1D23-4C3B-B33C-0DF1400429E4}" presName="thickLine" presStyleLbl="alignNode1" presStyleIdx="2" presStyleCnt="3"/>
      <dgm:spPr/>
    </dgm:pt>
    <dgm:pt modelId="{A150FF3E-328C-4BA2-9425-9199F68DCD71}" type="pres">
      <dgm:prSet presAssocID="{5B587282-1D23-4C3B-B33C-0DF1400429E4}" presName="horz1" presStyleCnt="0"/>
      <dgm:spPr/>
    </dgm:pt>
    <dgm:pt modelId="{2EDCB101-B03A-445D-9713-E783CA0643FA}" type="pres">
      <dgm:prSet presAssocID="{5B587282-1D23-4C3B-B33C-0DF1400429E4}" presName="tx1" presStyleLbl="revTx" presStyleIdx="2" presStyleCnt="3"/>
      <dgm:spPr/>
    </dgm:pt>
    <dgm:pt modelId="{492AB1F4-CA0F-4078-B1FE-F0910CDE77DB}" type="pres">
      <dgm:prSet presAssocID="{5B587282-1D23-4C3B-B33C-0DF1400429E4}" presName="vert1" presStyleCnt="0"/>
      <dgm:spPr/>
    </dgm:pt>
  </dgm:ptLst>
  <dgm:cxnLst>
    <dgm:cxn modelId="{8EC8A715-4215-4CEB-A1D9-7BF65BAD0BCA}" srcId="{7B08E399-9921-4139-B752-ECACD347226F}" destId="{5B587282-1D23-4C3B-B33C-0DF1400429E4}" srcOrd="2" destOrd="0" parTransId="{34E511F3-DE50-4388-A924-A7A9B8371FCC}" sibTransId="{47369CDD-F847-4A51-93CE-6954D92278A6}"/>
    <dgm:cxn modelId="{EC507C47-3AE6-4E55-9343-62924355D0E4}" type="presOf" srcId="{5B587282-1D23-4C3B-B33C-0DF1400429E4}" destId="{2EDCB101-B03A-445D-9713-E783CA0643FA}" srcOrd="0" destOrd="0" presId="urn:microsoft.com/office/officeart/2008/layout/LinedList"/>
    <dgm:cxn modelId="{CA959155-6362-4D8C-ABC8-6C4DD1C980FE}" type="presOf" srcId="{7B08E399-9921-4139-B752-ECACD347226F}" destId="{C5D0177C-A2D9-4248-AEA9-4213CA2FBCFB}" srcOrd="0" destOrd="0" presId="urn:microsoft.com/office/officeart/2008/layout/LinedList"/>
    <dgm:cxn modelId="{FA13EA95-972C-4005-9B06-58CD95D38CCA}" type="presOf" srcId="{D1A32EAB-6A15-4680-88F4-1B4B7ECDE5A1}" destId="{B69BEABD-FA0A-46F0-B0D6-2D94D79B550F}" srcOrd="0" destOrd="0" presId="urn:microsoft.com/office/officeart/2008/layout/LinedList"/>
    <dgm:cxn modelId="{40B88DAF-77AC-4E2C-AC59-AC483103FB4E}" srcId="{7B08E399-9921-4139-B752-ECACD347226F}" destId="{D1A32EAB-6A15-4680-88F4-1B4B7ECDE5A1}" srcOrd="1" destOrd="0" parTransId="{9D994354-24A1-48FF-A897-EF19EA671FD9}" sibTransId="{28F8DE87-16A9-47F3-AA1B-5AF8772758F7}"/>
    <dgm:cxn modelId="{7FB962D6-07EC-4B25-8376-09D9468B842D}" srcId="{7B08E399-9921-4139-B752-ECACD347226F}" destId="{EA7AA1D7-789B-420E-9296-D53D7941F388}" srcOrd="0" destOrd="0" parTransId="{1221519D-2AD1-4675-9B21-196BC2E52956}" sibTransId="{F5DD01FC-A39F-4875-9C3A-0EBEF54449E9}"/>
    <dgm:cxn modelId="{531299F4-D748-46B9-82F8-5196A224D163}" type="presOf" srcId="{EA7AA1D7-789B-420E-9296-D53D7941F388}" destId="{CFD0A59C-CB40-40F9-9FD6-249A04D7B400}" srcOrd="0" destOrd="0" presId="urn:microsoft.com/office/officeart/2008/layout/LinedList"/>
    <dgm:cxn modelId="{EB793645-63B8-421B-9EA7-6C6B5771FA38}" type="presParOf" srcId="{C5D0177C-A2D9-4248-AEA9-4213CA2FBCFB}" destId="{2B919950-62C4-4685-83A3-142D1E85CE5B}" srcOrd="0" destOrd="0" presId="urn:microsoft.com/office/officeart/2008/layout/LinedList"/>
    <dgm:cxn modelId="{4DE79432-33CA-4302-A226-2521B4A78428}" type="presParOf" srcId="{C5D0177C-A2D9-4248-AEA9-4213CA2FBCFB}" destId="{47E6281F-244C-4750-AC25-52C9C37C7E4F}" srcOrd="1" destOrd="0" presId="urn:microsoft.com/office/officeart/2008/layout/LinedList"/>
    <dgm:cxn modelId="{A7ABD028-999C-485E-8506-50BF55B318BB}" type="presParOf" srcId="{47E6281F-244C-4750-AC25-52C9C37C7E4F}" destId="{CFD0A59C-CB40-40F9-9FD6-249A04D7B400}" srcOrd="0" destOrd="0" presId="urn:microsoft.com/office/officeart/2008/layout/LinedList"/>
    <dgm:cxn modelId="{2DC70E57-E13B-41C2-989D-B7EF5D3FD1C7}" type="presParOf" srcId="{47E6281F-244C-4750-AC25-52C9C37C7E4F}" destId="{B15D4679-5337-4AD7-BA77-97ACFDD86E6E}" srcOrd="1" destOrd="0" presId="urn:microsoft.com/office/officeart/2008/layout/LinedList"/>
    <dgm:cxn modelId="{16624802-702B-4E95-9492-342834992982}" type="presParOf" srcId="{C5D0177C-A2D9-4248-AEA9-4213CA2FBCFB}" destId="{19A63FFC-35C6-43E7-B5A9-1E76495FC809}" srcOrd="2" destOrd="0" presId="urn:microsoft.com/office/officeart/2008/layout/LinedList"/>
    <dgm:cxn modelId="{B4205518-6DB0-49FE-BBEC-78EDCF8B4016}" type="presParOf" srcId="{C5D0177C-A2D9-4248-AEA9-4213CA2FBCFB}" destId="{7E4D7F83-A9F5-4642-A30A-403CAE7576C6}" srcOrd="3" destOrd="0" presId="urn:microsoft.com/office/officeart/2008/layout/LinedList"/>
    <dgm:cxn modelId="{792DD91F-6D05-4D9D-B123-8AAB7AEE61D3}" type="presParOf" srcId="{7E4D7F83-A9F5-4642-A30A-403CAE7576C6}" destId="{B69BEABD-FA0A-46F0-B0D6-2D94D79B550F}" srcOrd="0" destOrd="0" presId="urn:microsoft.com/office/officeart/2008/layout/LinedList"/>
    <dgm:cxn modelId="{3073523D-01C4-4B21-B1FA-AB642B9DCF30}" type="presParOf" srcId="{7E4D7F83-A9F5-4642-A30A-403CAE7576C6}" destId="{7E78179A-C5A6-4DC3-BF85-2C88C414583B}" srcOrd="1" destOrd="0" presId="urn:microsoft.com/office/officeart/2008/layout/LinedList"/>
    <dgm:cxn modelId="{5D723D19-5176-4245-9C67-7F8ACEB2C437}" type="presParOf" srcId="{C5D0177C-A2D9-4248-AEA9-4213CA2FBCFB}" destId="{B1EE8B11-EC21-40F5-A1CA-EFBAA82C8C09}" srcOrd="4" destOrd="0" presId="urn:microsoft.com/office/officeart/2008/layout/LinedList"/>
    <dgm:cxn modelId="{E93B77D4-B259-420C-8789-72BFB027DF08}" type="presParOf" srcId="{C5D0177C-A2D9-4248-AEA9-4213CA2FBCFB}" destId="{A150FF3E-328C-4BA2-9425-9199F68DCD71}" srcOrd="5" destOrd="0" presId="urn:microsoft.com/office/officeart/2008/layout/LinedList"/>
    <dgm:cxn modelId="{C12505E8-B476-4209-B45C-F2E19EEFFF52}" type="presParOf" srcId="{A150FF3E-328C-4BA2-9425-9199F68DCD71}" destId="{2EDCB101-B03A-445D-9713-E783CA0643FA}" srcOrd="0" destOrd="0" presId="urn:microsoft.com/office/officeart/2008/layout/LinedList"/>
    <dgm:cxn modelId="{BF22B382-80D2-4A2A-84C9-1A863AADA578}" type="presParOf" srcId="{A150FF3E-328C-4BA2-9425-9199F68DCD71}" destId="{492AB1F4-CA0F-4078-B1FE-F0910CDE77D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08E399-9921-4139-B752-ECACD347226F}" type="doc">
      <dgm:prSet loTypeId="urn:microsoft.com/office/officeart/2008/layout/LinedList" loCatId="list" qsTypeId="urn:microsoft.com/office/officeart/2005/8/quickstyle/simple5#2" qsCatId="simple" csTypeId="urn:microsoft.com/office/officeart/2005/8/colors/accent1_5#2" csCatId="accent1" phldr="1"/>
      <dgm:spPr/>
      <dgm:t>
        <a:bodyPr/>
        <a:lstStyle/>
        <a:p>
          <a:endParaRPr lang="zh-CN" altLang="en-US"/>
        </a:p>
      </dgm:t>
    </dgm:pt>
    <dgm:pt modelId="{D1A32EAB-6A15-4680-88F4-1B4B7ECDE5A1}">
      <dgm:prSet phldrT="[文本]" custT="1"/>
      <dgm:spPr/>
      <dgm:t>
        <a:bodyPr/>
        <a:lstStyle/>
        <a:p>
          <a:r>
            <a:rPr lang="en-US" altLang="zh-CN" sz="2400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2.2 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同余类与剩余系</a:t>
          </a:r>
          <a:endParaRPr lang="zh-CN" altLang="en-US" sz="2400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</dgm:t>
    </dgm:pt>
    <dgm:pt modelId="{9D994354-24A1-48FF-A897-EF19EA671FD9}" cxnId="{40B88DAF-77AC-4E2C-AC59-AC483103FB4E}" type="parTrans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8F8DE87-16A9-47F3-AA1B-5AF8772758F7}" cxnId="{40B88DAF-77AC-4E2C-AC59-AC483103FB4E}" type="sibTrans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B587282-1D23-4C3B-B33C-0DF1400429E4}">
      <dgm:prSet phldrT="[文本]" custT="1"/>
      <dgm:spPr/>
      <dgm:t>
        <a:bodyPr/>
        <a:lstStyle/>
        <a:p>
          <a:r>
            <a:rPr lang="en-US" altLang="zh-CN" sz="2400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2.3 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模</a:t>
          </a:r>
          <a:r>
            <a:rPr lang="en-US" altLang="zh-CN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rPr>
            <a:t>m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的算法</a:t>
          </a:r>
          <a:endParaRPr lang="zh-CN" altLang="en-US" sz="2400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</dgm:t>
    </dgm:pt>
    <dgm:pt modelId="{34E511F3-DE50-4388-A924-A7A9B8371FCC}" cxnId="{8EC8A715-4215-4CEB-A1D9-7BF65BAD0BCA}" type="parTrans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7369CDD-F847-4A51-93CE-6954D92278A6}" cxnId="{8EC8A715-4215-4CEB-A1D9-7BF65BAD0BCA}" type="sibTrans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A7AA1D7-789B-420E-9296-D53D7941F388}">
      <dgm:prSet phldrT="[文本]" custT="1"/>
      <dgm:spPr/>
      <dgm:t>
        <a:bodyPr/>
        <a:lstStyle/>
        <a:p>
          <a:r>
            <a:rPr lang="en-US" altLang="zh-CN" sz="2400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2.1 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同余的概念和基本性质</a:t>
          </a:r>
          <a:endParaRPr lang="zh-CN" altLang="en-US" sz="2400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</dgm:t>
    </dgm:pt>
    <dgm:pt modelId="{1221519D-2AD1-4675-9B21-196BC2E52956}" cxnId="{7FB962D6-07EC-4B25-8376-09D9468B842D}" type="parTrans">
      <dgm:prSet/>
      <dgm:spPr/>
      <dgm:t>
        <a:bodyPr/>
        <a:lstStyle/>
        <a:p>
          <a:endParaRPr lang="zh-CN" altLang="en-US" sz="2400"/>
        </a:p>
      </dgm:t>
    </dgm:pt>
    <dgm:pt modelId="{F5DD01FC-A39F-4875-9C3A-0EBEF54449E9}" cxnId="{7FB962D6-07EC-4B25-8376-09D9468B842D}" type="sibTrans">
      <dgm:prSet/>
      <dgm:spPr/>
      <dgm:t>
        <a:bodyPr/>
        <a:lstStyle/>
        <a:p>
          <a:endParaRPr lang="zh-CN" altLang="en-US" sz="2400"/>
        </a:p>
      </dgm:t>
    </dgm:pt>
    <dgm:pt modelId="{C5D0177C-A2D9-4248-AEA9-4213CA2FBCFB}" type="pres">
      <dgm:prSet presAssocID="{7B08E399-9921-4139-B752-ECACD347226F}" presName="vert0" presStyleCnt="0">
        <dgm:presLayoutVars>
          <dgm:dir/>
          <dgm:animOne val="branch"/>
          <dgm:animLvl val="lvl"/>
        </dgm:presLayoutVars>
      </dgm:prSet>
      <dgm:spPr/>
    </dgm:pt>
    <dgm:pt modelId="{2B919950-62C4-4685-83A3-142D1E85CE5B}" type="pres">
      <dgm:prSet presAssocID="{EA7AA1D7-789B-420E-9296-D53D7941F388}" presName="thickLine" presStyleLbl="alignNode1" presStyleIdx="0" presStyleCnt="3"/>
      <dgm:spPr/>
    </dgm:pt>
    <dgm:pt modelId="{47E6281F-244C-4750-AC25-52C9C37C7E4F}" type="pres">
      <dgm:prSet presAssocID="{EA7AA1D7-789B-420E-9296-D53D7941F388}" presName="horz1" presStyleCnt="0"/>
      <dgm:spPr/>
    </dgm:pt>
    <dgm:pt modelId="{CFD0A59C-CB40-40F9-9FD6-249A04D7B400}" type="pres">
      <dgm:prSet presAssocID="{EA7AA1D7-789B-420E-9296-D53D7941F388}" presName="tx1" presStyleLbl="revTx" presStyleIdx="0" presStyleCnt="3"/>
      <dgm:spPr/>
    </dgm:pt>
    <dgm:pt modelId="{B15D4679-5337-4AD7-BA77-97ACFDD86E6E}" type="pres">
      <dgm:prSet presAssocID="{EA7AA1D7-789B-420E-9296-D53D7941F388}" presName="vert1" presStyleCnt="0"/>
      <dgm:spPr/>
    </dgm:pt>
    <dgm:pt modelId="{19A63FFC-35C6-43E7-B5A9-1E76495FC809}" type="pres">
      <dgm:prSet presAssocID="{D1A32EAB-6A15-4680-88F4-1B4B7ECDE5A1}" presName="thickLine" presStyleLbl="alignNode1" presStyleIdx="1" presStyleCnt="3"/>
      <dgm:spPr/>
    </dgm:pt>
    <dgm:pt modelId="{7E4D7F83-A9F5-4642-A30A-403CAE7576C6}" type="pres">
      <dgm:prSet presAssocID="{D1A32EAB-6A15-4680-88F4-1B4B7ECDE5A1}" presName="horz1" presStyleCnt="0"/>
      <dgm:spPr/>
    </dgm:pt>
    <dgm:pt modelId="{B69BEABD-FA0A-46F0-B0D6-2D94D79B550F}" type="pres">
      <dgm:prSet presAssocID="{D1A32EAB-6A15-4680-88F4-1B4B7ECDE5A1}" presName="tx1" presStyleLbl="revTx" presStyleIdx="1" presStyleCnt="3"/>
      <dgm:spPr/>
    </dgm:pt>
    <dgm:pt modelId="{7E78179A-C5A6-4DC3-BF85-2C88C414583B}" type="pres">
      <dgm:prSet presAssocID="{D1A32EAB-6A15-4680-88F4-1B4B7ECDE5A1}" presName="vert1" presStyleCnt="0"/>
      <dgm:spPr/>
    </dgm:pt>
    <dgm:pt modelId="{B1EE8B11-EC21-40F5-A1CA-EFBAA82C8C09}" type="pres">
      <dgm:prSet presAssocID="{5B587282-1D23-4C3B-B33C-0DF1400429E4}" presName="thickLine" presStyleLbl="alignNode1" presStyleIdx="2" presStyleCnt="3"/>
      <dgm:spPr/>
    </dgm:pt>
    <dgm:pt modelId="{A150FF3E-328C-4BA2-9425-9199F68DCD71}" type="pres">
      <dgm:prSet presAssocID="{5B587282-1D23-4C3B-B33C-0DF1400429E4}" presName="horz1" presStyleCnt="0"/>
      <dgm:spPr/>
    </dgm:pt>
    <dgm:pt modelId="{2EDCB101-B03A-445D-9713-E783CA0643FA}" type="pres">
      <dgm:prSet presAssocID="{5B587282-1D23-4C3B-B33C-0DF1400429E4}" presName="tx1" presStyleLbl="revTx" presStyleIdx="2" presStyleCnt="3"/>
      <dgm:spPr/>
    </dgm:pt>
    <dgm:pt modelId="{492AB1F4-CA0F-4078-B1FE-F0910CDE77DB}" type="pres">
      <dgm:prSet presAssocID="{5B587282-1D23-4C3B-B33C-0DF1400429E4}" presName="vert1" presStyleCnt="0"/>
      <dgm:spPr/>
    </dgm:pt>
  </dgm:ptLst>
  <dgm:cxnLst>
    <dgm:cxn modelId="{8EC8A715-4215-4CEB-A1D9-7BF65BAD0BCA}" srcId="{7B08E399-9921-4139-B752-ECACD347226F}" destId="{5B587282-1D23-4C3B-B33C-0DF1400429E4}" srcOrd="2" destOrd="0" parTransId="{34E511F3-DE50-4388-A924-A7A9B8371FCC}" sibTransId="{47369CDD-F847-4A51-93CE-6954D92278A6}"/>
    <dgm:cxn modelId="{8FA88F39-30F1-4298-89DE-99693DFAF30E}" type="presOf" srcId="{5B587282-1D23-4C3B-B33C-0DF1400429E4}" destId="{2EDCB101-B03A-445D-9713-E783CA0643FA}" srcOrd="0" destOrd="0" presId="urn:microsoft.com/office/officeart/2008/layout/LinedList"/>
    <dgm:cxn modelId="{ADF45242-03FB-4A70-A198-D909BED2A766}" type="presOf" srcId="{7B08E399-9921-4139-B752-ECACD347226F}" destId="{C5D0177C-A2D9-4248-AEA9-4213CA2FBCFB}" srcOrd="0" destOrd="0" presId="urn:microsoft.com/office/officeart/2008/layout/LinedList"/>
    <dgm:cxn modelId="{99F3507D-247C-409E-896E-2E0A5B0C35D2}" type="presOf" srcId="{EA7AA1D7-789B-420E-9296-D53D7941F388}" destId="{CFD0A59C-CB40-40F9-9FD6-249A04D7B400}" srcOrd="0" destOrd="0" presId="urn:microsoft.com/office/officeart/2008/layout/LinedList"/>
    <dgm:cxn modelId="{482B2A84-432E-4324-BEAC-8C24BE6B4ECE}" type="presOf" srcId="{D1A32EAB-6A15-4680-88F4-1B4B7ECDE5A1}" destId="{B69BEABD-FA0A-46F0-B0D6-2D94D79B550F}" srcOrd="0" destOrd="0" presId="urn:microsoft.com/office/officeart/2008/layout/LinedList"/>
    <dgm:cxn modelId="{40B88DAF-77AC-4E2C-AC59-AC483103FB4E}" srcId="{7B08E399-9921-4139-B752-ECACD347226F}" destId="{D1A32EAB-6A15-4680-88F4-1B4B7ECDE5A1}" srcOrd="1" destOrd="0" parTransId="{9D994354-24A1-48FF-A897-EF19EA671FD9}" sibTransId="{28F8DE87-16A9-47F3-AA1B-5AF8772758F7}"/>
    <dgm:cxn modelId="{7FB962D6-07EC-4B25-8376-09D9468B842D}" srcId="{7B08E399-9921-4139-B752-ECACD347226F}" destId="{EA7AA1D7-789B-420E-9296-D53D7941F388}" srcOrd="0" destOrd="0" parTransId="{1221519D-2AD1-4675-9B21-196BC2E52956}" sibTransId="{F5DD01FC-A39F-4875-9C3A-0EBEF54449E9}"/>
    <dgm:cxn modelId="{28B62B5A-2F65-488D-9809-E4CB37A88F02}" type="presParOf" srcId="{C5D0177C-A2D9-4248-AEA9-4213CA2FBCFB}" destId="{2B919950-62C4-4685-83A3-142D1E85CE5B}" srcOrd="0" destOrd="0" presId="urn:microsoft.com/office/officeart/2008/layout/LinedList"/>
    <dgm:cxn modelId="{4FF88233-B6C7-42F2-8531-BBA3F51A43FB}" type="presParOf" srcId="{C5D0177C-A2D9-4248-AEA9-4213CA2FBCFB}" destId="{47E6281F-244C-4750-AC25-52C9C37C7E4F}" srcOrd="1" destOrd="0" presId="urn:microsoft.com/office/officeart/2008/layout/LinedList"/>
    <dgm:cxn modelId="{C5DAD3D6-7237-4DDB-86F3-AB58D78DF40A}" type="presParOf" srcId="{47E6281F-244C-4750-AC25-52C9C37C7E4F}" destId="{CFD0A59C-CB40-40F9-9FD6-249A04D7B400}" srcOrd="0" destOrd="0" presId="urn:microsoft.com/office/officeart/2008/layout/LinedList"/>
    <dgm:cxn modelId="{EC6AAEE3-B2E7-4B3A-8BF4-E4127E88826A}" type="presParOf" srcId="{47E6281F-244C-4750-AC25-52C9C37C7E4F}" destId="{B15D4679-5337-4AD7-BA77-97ACFDD86E6E}" srcOrd="1" destOrd="0" presId="urn:microsoft.com/office/officeart/2008/layout/LinedList"/>
    <dgm:cxn modelId="{893DD5EC-EF29-4A6C-A58D-9397EBAE0E77}" type="presParOf" srcId="{C5D0177C-A2D9-4248-AEA9-4213CA2FBCFB}" destId="{19A63FFC-35C6-43E7-B5A9-1E76495FC809}" srcOrd="2" destOrd="0" presId="urn:microsoft.com/office/officeart/2008/layout/LinedList"/>
    <dgm:cxn modelId="{CF00A5BB-38AA-4351-8F69-EEC9B3772331}" type="presParOf" srcId="{C5D0177C-A2D9-4248-AEA9-4213CA2FBCFB}" destId="{7E4D7F83-A9F5-4642-A30A-403CAE7576C6}" srcOrd="3" destOrd="0" presId="urn:microsoft.com/office/officeart/2008/layout/LinedList"/>
    <dgm:cxn modelId="{5CBB3D98-325E-4EC0-AEA0-885EA3B33F53}" type="presParOf" srcId="{7E4D7F83-A9F5-4642-A30A-403CAE7576C6}" destId="{B69BEABD-FA0A-46F0-B0D6-2D94D79B550F}" srcOrd="0" destOrd="0" presId="urn:microsoft.com/office/officeart/2008/layout/LinedList"/>
    <dgm:cxn modelId="{9490AF2F-3E48-4870-AB7A-16F16CEB5B1D}" type="presParOf" srcId="{7E4D7F83-A9F5-4642-A30A-403CAE7576C6}" destId="{7E78179A-C5A6-4DC3-BF85-2C88C414583B}" srcOrd="1" destOrd="0" presId="urn:microsoft.com/office/officeart/2008/layout/LinedList"/>
    <dgm:cxn modelId="{463F0EC3-B494-4CF3-B8A9-113E75165B5C}" type="presParOf" srcId="{C5D0177C-A2D9-4248-AEA9-4213CA2FBCFB}" destId="{B1EE8B11-EC21-40F5-A1CA-EFBAA82C8C09}" srcOrd="4" destOrd="0" presId="urn:microsoft.com/office/officeart/2008/layout/LinedList"/>
    <dgm:cxn modelId="{A35EEBF1-A3C8-45C4-ACDA-F7C8CB3F06A9}" type="presParOf" srcId="{C5D0177C-A2D9-4248-AEA9-4213CA2FBCFB}" destId="{A150FF3E-328C-4BA2-9425-9199F68DCD71}" srcOrd="5" destOrd="0" presId="urn:microsoft.com/office/officeart/2008/layout/LinedList"/>
    <dgm:cxn modelId="{463CBCE2-00EE-49CD-A734-0522CEEE8E27}" type="presParOf" srcId="{A150FF3E-328C-4BA2-9425-9199F68DCD71}" destId="{2EDCB101-B03A-445D-9713-E783CA0643FA}" srcOrd="0" destOrd="0" presId="urn:microsoft.com/office/officeart/2008/layout/LinedList"/>
    <dgm:cxn modelId="{BB451C85-191C-4EC4-8006-02B401E6C21D}" type="presParOf" srcId="{A150FF3E-328C-4BA2-9425-9199F68DCD71}" destId="{492AB1F4-CA0F-4078-B1FE-F0910CDE77D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08E399-9921-4139-B752-ECACD347226F}" type="doc">
      <dgm:prSet loTypeId="urn:microsoft.com/office/officeart/2008/layout/LinedList" loCatId="list" qsTypeId="urn:microsoft.com/office/officeart/2005/8/quickstyle/simple5#3" qsCatId="simple" csTypeId="urn:microsoft.com/office/officeart/2005/8/colors/accent1_5#3" csCatId="accent1" phldr="1"/>
      <dgm:spPr/>
      <dgm:t>
        <a:bodyPr/>
        <a:lstStyle/>
        <a:p>
          <a:endParaRPr lang="zh-CN" altLang="en-US"/>
        </a:p>
      </dgm:t>
    </dgm:pt>
    <dgm:pt modelId="{D1A32EAB-6A15-4680-88F4-1B4B7ECDE5A1}">
      <dgm:prSet phldrT="[文本]" custT="1"/>
      <dgm:spPr/>
      <dgm:t>
        <a:bodyPr/>
        <a:lstStyle/>
        <a:p>
          <a:r>
            <a:rPr lang="en-US" altLang="zh-CN" sz="2400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2.2 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同余类与剩余系</a:t>
          </a:r>
          <a:endParaRPr lang="zh-CN" altLang="en-US" sz="2400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</dgm:t>
    </dgm:pt>
    <dgm:pt modelId="{9D994354-24A1-48FF-A897-EF19EA671FD9}" cxnId="{40B88DAF-77AC-4E2C-AC59-AC483103FB4E}" type="parTrans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8F8DE87-16A9-47F3-AA1B-5AF8772758F7}" cxnId="{40B88DAF-77AC-4E2C-AC59-AC483103FB4E}" type="sibTrans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B587282-1D23-4C3B-B33C-0DF1400429E4}">
      <dgm:prSet phldrT="[文本]" custT="1"/>
      <dgm:spPr/>
      <dgm:t>
        <a:bodyPr/>
        <a:lstStyle/>
        <a:p>
          <a:r>
            <a:rPr lang="en-US" altLang="zh-CN" sz="2400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2.3 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模</a:t>
          </a:r>
          <a:r>
            <a:rPr lang="en-US" altLang="zh-CN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rPr>
            <a:t>m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的算法</a:t>
          </a:r>
          <a:endParaRPr lang="zh-CN" altLang="en-US" sz="2400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</dgm:t>
    </dgm:pt>
    <dgm:pt modelId="{34E511F3-DE50-4388-A924-A7A9B8371FCC}" cxnId="{8EC8A715-4215-4CEB-A1D9-7BF65BAD0BCA}" type="parTrans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7369CDD-F847-4A51-93CE-6954D92278A6}" cxnId="{8EC8A715-4215-4CEB-A1D9-7BF65BAD0BCA}" type="sibTrans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A7AA1D7-789B-420E-9296-D53D7941F388}">
      <dgm:prSet phldrT="[文本]" custT="1"/>
      <dgm:spPr/>
      <dgm:t>
        <a:bodyPr/>
        <a:lstStyle/>
        <a:p>
          <a:r>
            <a:rPr lang="en-US" altLang="zh-CN" sz="2400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2.1 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同余的概念和基本性质</a:t>
          </a:r>
          <a:endParaRPr lang="zh-CN" altLang="en-US" sz="2400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</dgm:t>
    </dgm:pt>
    <dgm:pt modelId="{1221519D-2AD1-4675-9B21-196BC2E52956}" cxnId="{7FB962D6-07EC-4B25-8376-09D9468B842D}" type="parTrans">
      <dgm:prSet/>
      <dgm:spPr/>
      <dgm:t>
        <a:bodyPr/>
        <a:lstStyle/>
        <a:p>
          <a:endParaRPr lang="zh-CN" altLang="en-US" sz="2400"/>
        </a:p>
      </dgm:t>
    </dgm:pt>
    <dgm:pt modelId="{F5DD01FC-A39F-4875-9C3A-0EBEF54449E9}" cxnId="{7FB962D6-07EC-4B25-8376-09D9468B842D}" type="sibTrans">
      <dgm:prSet/>
      <dgm:spPr/>
      <dgm:t>
        <a:bodyPr/>
        <a:lstStyle/>
        <a:p>
          <a:endParaRPr lang="zh-CN" altLang="en-US" sz="2400"/>
        </a:p>
      </dgm:t>
    </dgm:pt>
    <dgm:pt modelId="{C5D0177C-A2D9-4248-AEA9-4213CA2FBCFB}" type="pres">
      <dgm:prSet presAssocID="{7B08E399-9921-4139-B752-ECACD347226F}" presName="vert0" presStyleCnt="0">
        <dgm:presLayoutVars>
          <dgm:dir/>
          <dgm:animOne val="branch"/>
          <dgm:animLvl val="lvl"/>
        </dgm:presLayoutVars>
      </dgm:prSet>
      <dgm:spPr/>
    </dgm:pt>
    <dgm:pt modelId="{2B919950-62C4-4685-83A3-142D1E85CE5B}" type="pres">
      <dgm:prSet presAssocID="{EA7AA1D7-789B-420E-9296-D53D7941F388}" presName="thickLine" presStyleLbl="alignNode1" presStyleIdx="0" presStyleCnt="3"/>
      <dgm:spPr/>
    </dgm:pt>
    <dgm:pt modelId="{47E6281F-244C-4750-AC25-52C9C37C7E4F}" type="pres">
      <dgm:prSet presAssocID="{EA7AA1D7-789B-420E-9296-D53D7941F388}" presName="horz1" presStyleCnt="0"/>
      <dgm:spPr/>
    </dgm:pt>
    <dgm:pt modelId="{CFD0A59C-CB40-40F9-9FD6-249A04D7B400}" type="pres">
      <dgm:prSet presAssocID="{EA7AA1D7-789B-420E-9296-D53D7941F388}" presName="tx1" presStyleLbl="revTx" presStyleIdx="0" presStyleCnt="3"/>
      <dgm:spPr/>
    </dgm:pt>
    <dgm:pt modelId="{B15D4679-5337-4AD7-BA77-97ACFDD86E6E}" type="pres">
      <dgm:prSet presAssocID="{EA7AA1D7-789B-420E-9296-D53D7941F388}" presName="vert1" presStyleCnt="0"/>
      <dgm:spPr/>
    </dgm:pt>
    <dgm:pt modelId="{19A63FFC-35C6-43E7-B5A9-1E76495FC809}" type="pres">
      <dgm:prSet presAssocID="{D1A32EAB-6A15-4680-88F4-1B4B7ECDE5A1}" presName="thickLine" presStyleLbl="alignNode1" presStyleIdx="1" presStyleCnt="3"/>
      <dgm:spPr/>
    </dgm:pt>
    <dgm:pt modelId="{7E4D7F83-A9F5-4642-A30A-403CAE7576C6}" type="pres">
      <dgm:prSet presAssocID="{D1A32EAB-6A15-4680-88F4-1B4B7ECDE5A1}" presName="horz1" presStyleCnt="0"/>
      <dgm:spPr/>
    </dgm:pt>
    <dgm:pt modelId="{B69BEABD-FA0A-46F0-B0D6-2D94D79B550F}" type="pres">
      <dgm:prSet presAssocID="{D1A32EAB-6A15-4680-88F4-1B4B7ECDE5A1}" presName="tx1" presStyleLbl="revTx" presStyleIdx="1" presStyleCnt="3"/>
      <dgm:spPr/>
    </dgm:pt>
    <dgm:pt modelId="{7E78179A-C5A6-4DC3-BF85-2C88C414583B}" type="pres">
      <dgm:prSet presAssocID="{D1A32EAB-6A15-4680-88F4-1B4B7ECDE5A1}" presName="vert1" presStyleCnt="0"/>
      <dgm:spPr/>
    </dgm:pt>
    <dgm:pt modelId="{B1EE8B11-EC21-40F5-A1CA-EFBAA82C8C09}" type="pres">
      <dgm:prSet presAssocID="{5B587282-1D23-4C3B-B33C-0DF1400429E4}" presName="thickLine" presStyleLbl="alignNode1" presStyleIdx="2" presStyleCnt="3"/>
      <dgm:spPr/>
    </dgm:pt>
    <dgm:pt modelId="{A150FF3E-328C-4BA2-9425-9199F68DCD71}" type="pres">
      <dgm:prSet presAssocID="{5B587282-1D23-4C3B-B33C-0DF1400429E4}" presName="horz1" presStyleCnt="0"/>
      <dgm:spPr/>
    </dgm:pt>
    <dgm:pt modelId="{2EDCB101-B03A-445D-9713-E783CA0643FA}" type="pres">
      <dgm:prSet presAssocID="{5B587282-1D23-4C3B-B33C-0DF1400429E4}" presName="tx1" presStyleLbl="revTx" presStyleIdx="2" presStyleCnt="3"/>
      <dgm:spPr/>
    </dgm:pt>
    <dgm:pt modelId="{492AB1F4-CA0F-4078-B1FE-F0910CDE77DB}" type="pres">
      <dgm:prSet presAssocID="{5B587282-1D23-4C3B-B33C-0DF1400429E4}" presName="vert1" presStyleCnt="0"/>
      <dgm:spPr/>
    </dgm:pt>
  </dgm:ptLst>
  <dgm:cxnLst>
    <dgm:cxn modelId="{8EC8A715-4215-4CEB-A1D9-7BF65BAD0BCA}" srcId="{7B08E399-9921-4139-B752-ECACD347226F}" destId="{5B587282-1D23-4C3B-B33C-0DF1400429E4}" srcOrd="2" destOrd="0" parTransId="{34E511F3-DE50-4388-A924-A7A9B8371FCC}" sibTransId="{47369CDD-F847-4A51-93CE-6954D92278A6}"/>
    <dgm:cxn modelId="{907DD379-7C63-4EAC-A757-330565E950B7}" type="presOf" srcId="{D1A32EAB-6A15-4680-88F4-1B4B7ECDE5A1}" destId="{B69BEABD-FA0A-46F0-B0D6-2D94D79B550F}" srcOrd="0" destOrd="0" presId="urn:microsoft.com/office/officeart/2008/layout/LinedList"/>
    <dgm:cxn modelId="{40B88DAF-77AC-4E2C-AC59-AC483103FB4E}" srcId="{7B08E399-9921-4139-B752-ECACD347226F}" destId="{D1A32EAB-6A15-4680-88F4-1B4B7ECDE5A1}" srcOrd="1" destOrd="0" parTransId="{9D994354-24A1-48FF-A897-EF19EA671FD9}" sibTransId="{28F8DE87-16A9-47F3-AA1B-5AF8772758F7}"/>
    <dgm:cxn modelId="{032B64BF-EE33-4D7D-9A0F-1D898203E645}" type="presOf" srcId="{5B587282-1D23-4C3B-B33C-0DF1400429E4}" destId="{2EDCB101-B03A-445D-9713-E783CA0643FA}" srcOrd="0" destOrd="0" presId="urn:microsoft.com/office/officeart/2008/layout/LinedList"/>
    <dgm:cxn modelId="{6D2B2BC9-F314-4A92-96AA-C418CB86CEA4}" type="presOf" srcId="{7B08E399-9921-4139-B752-ECACD347226F}" destId="{C5D0177C-A2D9-4248-AEA9-4213CA2FBCFB}" srcOrd="0" destOrd="0" presId="urn:microsoft.com/office/officeart/2008/layout/LinedList"/>
    <dgm:cxn modelId="{7FB962D6-07EC-4B25-8376-09D9468B842D}" srcId="{7B08E399-9921-4139-B752-ECACD347226F}" destId="{EA7AA1D7-789B-420E-9296-D53D7941F388}" srcOrd="0" destOrd="0" parTransId="{1221519D-2AD1-4675-9B21-196BC2E52956}" sibTransId="{F5DD01FC-A39F-4875-9C3A-0EBEF54449E9}"/>
    <dgm:cxn modelId="{5FEB02EA-AD5A-4263-B3B7-E321B3068ADD}" type="presOf" srcId="{EA7AA1D7-789B-420E-9296-D53D7941F388}" destId="{CFD0A59C-CB40-40F9-9FD6-249A04D7B400}" srcOrd="0" destOrd="0" presId="urn:microsoft.com/office/officeart/2008/layout/LinedList"/>
    <dgm:cxn modelId="{BE8BF6B0-3369-4300-BE78-AD02F620CA41}" type="presParOf" srcId="{C5D0177C-A2D9-4248-AEA9-4213CA2FBCFB}" destId="{2B919950-62C4-4685-83A3-142D1E85CE5B}" srcOrd="0" destOrd="0" presId="urn:microsoft.com/office/officeart/2008/layout/LinedList"/>
    <dgm:cxn modelId="{1469BFD2-356C-4880-AA19-5388D4320243}" type="presParOf" srcId="{C5D0177C-A2D9-4248-AEA9-4213CA2FBCFB}" destId="{47E6281F-244C-4750-AC25-52C9C37C7E4F}" srcOrd="1" destOrd="0" presId="urn:microsoft.com/office/officeart/2008/layout/LinedList"/>
    <dgm:cxn modelId="{39E5B910-02DD-41BF-94AF-55FC565494F1}" type="presParOf" srcId="{47E6281F-244C-4750-AC25-52C9C37C7E4F}" destId="{CFD0A59C-CB40-40F9-9FD6-249A04D7B400}" srcOrd="0" destOrd="0" presId="urn:microsoft.com/office/officeart/2008/layout/LinedList"/>
    <dgm:cxn modelId="{4D4243BE-6CE9-464B-8EA4-5941A031E9A0}" type="presParOf" srcId="{47E6281F-244C-4750-AC25-52C9C37C7E4F}" destId="{B15D4679-5337-4AD7-BA77-97ACFDD86E6E}" srcOrd="1" destOrd="0" presId="urn:microsoft.com/office/officeart/2008/layout/LinedList"/>
    <dgm:cxn modelId="{2A976C45-86C2-472D-A307-8BF18DAE5808}" type="presParOf" srcId="{C5D0177C-A2D9-4248-AEA9-4213CA2FBCFB}" destId="{19A63FFC-35C6-43E7-B5A9-1E76495FC809}" srcOrd="2" destOrd="0" presId="urn:microsoft.com/office/officeart/2008/layout/LinedList"/>
    <dgm:cxn modelId="{0BD031F3-C8F6-4FCE-8B03-68FB4F0D7A10}" type="presParOf" srcId="{C5D0177C-A2D9-4248-AEA9-4213CA2FBCFB}" destId="{7E4D7F83-A9F5-4642-A30A-403CAE7576C6}" srcOrd="3" destOrd="0" presId="urn:microsoft.com/office/officeart/2008/layout/LinedList"/>
    <dgm:cxn modelId="{A2F99521-D012-45C0-A962-43DFB338924C}" type="presParOf" srcId="{7E4D7F83-A9F5-4642-A30A-403CAE7576C6}" destId="{B69BEABD-FA0A-46F0-B0D6-2D94D79B550F}" srcOrd="0" destOrd="0" presId="urn:microsoft.com/office/officeart/2008/layout/LinedList"/>
    <dgm:cxn modelId="{C75179A7-989A-45B7-BC86-F4AB9E4B0004}" type="presParOf" srcId="{7E4D7F83-A9F5-4642-A30A-403CAE7576C6}" destId="{7E78179A-C5A6-4DC3-BF85-2C88C414583B}" srcOrd="1" destOrd="0" presId="urn:microsoft.com/office/officeart/2008/layout/LinedList"/>
    <dgm:cxn modelId="{6703518A-C728-4A4A-886B-D4DD87AE1541}" type="presParOf" srcId="{C5D0177C-A2D9-4248-AEA9-4213CA2FBCFB}" destId="{B1EE8B11-EC21-40F5-A1CA-EFBAA82C8C09}" srcOrd="4" destOrd="0" presId="urn:microsoft.com/office/officeart/2008/layout/LinedList"/>
    <dgm:cxn modelId="{E3D4D9DB-AEF0-47F7-8630-B3627E932A9C}" type="presParOf" srcId="{C5D0177C-A2D9-4248-AEA9-4213CA2FBCFB}" destId="{A150FF3E-328C-4BA2-9425-9199F68DCD71}" srcOrd="5" destOrd="0" presId="urn:microsoft.com/office/officeart/2008/layout/LinedList"/>
    <dgm:cxn modelId="{A328BAA6-35FC-4D1E-8A03-4C141161AFD2}" type="presParOf" srcId="{A150FF3E-328C-4BA2-9425-9199F68DCD71}" destId="{2EDCB101-B03A-445D-9713-E783CA0643FA}" srcOrd="0" destOrd="0" presId="urn:microsoft.com/office/officeart/2008/layout/LinedList"/>
    <dgm:cxn modelId="{9E611C35-5A47-4DED-B6D5-B37BCE2CA492}" type="presParOf" srcId="{A150FF3E-328C-4BA2-9425-9199F68DCD71}" destId="{492AB1F4-CA0F-4078-B1FE-F0910CDE77D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405110" cy="4094328"/>
        <a:chOff x="0" y="0"/>
        <a:chExt cx="6405110" cy="4094328"/>
      </a:xfrm>
    </dsp:grpSpPr>
    <dsp:sp modelId="{2B919950-62C4-4685-83A3-142D1E85CE5B}">
      <dsp:nvSpPr>
        <dsp:cNvPr id="3" name="直接连接符 2"/>
        <dsp:cNvSpPr/>
      </dsp:nvSpPr>
      <dsp:spPr bwMode="white">
        <a:xfrm>
          <a:off x="0" y="0"/>
          <a:ext cx="6405110" cy="0"/>
        </a:xfrm>
        <a:prstGeom prst="line">
          <a:avLst/>
        </a:prstGeom>
      </dsp:spPr>
      <dsp:style>
        <a:lnRef idx="1">
          <a:schemeClr val="accent1">
            <a:alpha val="90000"/>
            <a:hueOff val="0"/>
            <a:satOff val="0"/>
            <a:lumOff val="0"/>
            <a:alpha val="90196"/>
          </a:schemeClr>
        </a:lnRef>
        <a:fillRef idx="3">
          <a:schemeClr val="accent1">
            <a:alpha val="90000"/>
            <a:hueOff val="0"/>
            <a:satOff val="0"/>
            <a:lumOff val="0"/>
            <a:alpha val="90196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0" y="0"/>
        <a:ext cx="6405110" cy="0"/>
      </dsp:txXfrm>
    </dsp:sp>
    <dsp:sp modelId="{CFD0A59C-CB40-40F9-9FD6-249A04D7B400}">
      <dsp:nvSpPr>
        <dsp:cNvPr id="4" name="矩形 3"/>
        <dsp:cNvSpPr/>
      </dsp:nvSpPr>
      <dsp:spPr bwMode="white">
        <a:xfrm>
          <a:off x="0" y="0"/>
          <a:ext cx="6405110" cy="136477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1439" tIns="91439" rIns="91439" bIns="91439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2.1 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同余的概念和基本性质</a:t>
          </a:r>
          <a:endParaRPr lang="zh-CN" altLang="en-US" sz="2400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</dsp:txBody>
      <dsp:txXfrm>
        <a:off x="0" y="0"/>
        <a:ext cx="6405110" cy="1364776"/>
      </dsp:txXfrm>
    </dsp:sp>
    <dsp:sp modelId="{19A63FFC-35C6-43E7-B5A9-1E76495FC809}">
      <dsp:nvSpPr>
        <dsp:cNvPr id="5" name="直接连接符 4"/>
        <dsp:cNvSpPr/>
      </dsp:nvSpPr>
      <dsp:spPr bwMode="white">
        <a:xfrm>
          <a:off x="0" y="1364776"/>
          <a:ext cx="6405110" cy="0"/>
        </a:xfrm>
        <a:prstGeom prst="line">
          <a:avLst/>
        </a:prstGeom>
      </dsp:spPr>
      <dsp:style>
        <a:lnRef idx="1">
          <a:schemeClr val="accent1">
            <a:alpha val="90000"/>
            <a:hueOff val="0"/>
            <a:satOff val="0"/>
            <a:lumOff val="0"/>
            <a:alpha val="70196"/>
          </a:schemeClr>
        </a:lnRef>
        <a:fillRef idx="3">
          <a:schemeClr val="accent1">
            <a:alpha val="90000"/>
            <a:hueOff val="0"/>
            <a:satOff val="0"/>
            <a:lumOff val="0"/>
            <a:alpha val="70196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0" y="1364776"/>
        <a:ext cx="6405110" cy="0"/>
      </dsp:txXfrm>
    </dsp:sp>
    <dsp:sp modelId="{B69BEABD-FA0A-46F0-B0D6-2D94D79B550F}">
      <dsp:nvSpPr>
        <dsp:cNvPr id="6" name="矩形 5"/>
        <dsp:cNvSpPr/>
      </dsp:nvSpPr>
      <dsp:spPr bwMode="white">
        <a:xfrm>
          <a:off x="0" y="1338777"/>
          <a:ext cx="6405110" cy="136477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1439" tIns="91439" rIns="91439" bIns="91439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2.2 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同余类与剩余系</a:t>
          </a:r>
          <a:endParaRPr lang="zh-CN" altLang="en-US" sz="2400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</dsp:txBody>
      <dsp:txXfrm>
        <a:off x="0" y="1338777"/>
        <a:ext cx="6405110" cy="1364776"/>
      </dsp:txXfrm>
    </dsp:sp>
    <dsp:sp modelId="{B1EE8B11-EC21-40F5-A1CA-EFBAA82C8C09}">
      <dsp:nvSpPr>
        <dsp:cNvPr id="7" name="直接连接符 6"/>
        <dsp:cNvSpPr/>
      </dsp:nvSpPr>
      <dsp:spPr bwMode="white">
        <a:xfrm>
          <a:off x="0" y="2729552"/>
          <a:ext cx="6405110" cy="0"/>
        </a:xfrm>
        <a:prstGeom prst="line">
          <a:avLst/>
        </a:prstGeom>
      </dsp:spPr>
      <dsp:style>
        <a:lnRef idx="1">
          <a:schemeClr val="accent1">
            <a:alpha val="90000"/>
            <a:hueOff val="0"/>
            <a:satOff val="0"/>
            <a:lumOff val="0"/>
            <a:alpha val="50196"/>
          </a:schemeClr>
        </a:lnRef>
        <a:fillRef idx="3">
          <a:schemeClr val="accent1">
            <a:alpha val="90000"/>
            <a:hueOff val="0"/>
            <a:satOff val="0"/>
            <a:lumOff val="0"/>
            <a:alpha val="50196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0" y="2729552"/>
        <a:ext cx="6405110" cy="0"/>
      </dsp:txXfrm>
    </dsp:sp>
    <dsp:sp modelId="{2EDCB101-B03A-445D-9713-E783CA0643FA}">
      <dsp:nvSpPr>
        <dsp:cNvPr id="8" name="矩形 7"/>
        <dsp:cNvSpPr/>
      </dsp:nvSpPr>
      <dsp:spPr bwMode="white">
        <a:xfrm>
          <a:off x="0" y="2729552"/>
          <a:ext cx="6405110" cy="136477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1439" tIns="91439" rIns="91439" bIns="91439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2.3 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模</a:t>
          </a:r>
          <a:r>
            <a:rPr lang="en-US" altLang="zh-CN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rPr>
            <a:t>m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的算法</a:t>
          </a:r>
          <a:endParaRPr lang="en-US" altLang="zh-CN" sz="2400" b="1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altLang="zh-CN" sz="2400" b="1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2.4 RSA</a:t>
          </a:r>
          <a:r>
            <a:rPr lang="zh-CN" altLang="zh-CN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密码算法</a:t>
          </a:r>
          <a:endParaRPr lang="zh-CN" altLang="en-US" sz="2400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</dsp:txBody>
      <dsp:txXfrm>
        <a:off x="0" y="2729552"/>
        <a:ext cx="6405110" cy="13647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405110" cy="4094328"/>
        <a:chOff x="0" y="0"/>
        <a:chExt cx="6405110" cy="4094328"/>
      </a:xfrm>
    </dsp:grpSpPr>
    <dsp:sp modelId="{2B919950-62C4-4685-83A3-142D1E85CE5B}">
      <dsp:nvSpPr>
        <dsp:cNvPr id="3" name="直接连接符 2"/>
        <dsp:cNvSpPr/>
      </dsp:nvSpPr>
      <dsp:spPr bwMode="white">
        <a:xfrm>
          <a:off x="0" y="0"/>
          <a:ext cx="6405110" cy="0"/>
        </a:xfrm>
        <a:prstGeom prst="line">
          <a:avLst/>
        </a:prstGeom>
      </dsp:spPr>
      <dsp:style>
        <a:lnRef idx="1">
          <a:schemeClr val="accent1">
            <a:alpha val="90000"/>
            <a:hueOff val="0"/>
            <a:satOff val="0"/>
            <a:lumOff val="0"/>
            <a:alpha val="90196"/>
          </a:schemeClr>
        </a:lnRef>
        <a:fillRef idx="3">
          <a:schemeClr val="accent1">
            <a:alpha val="90000"/>
            <a:hueOff val="0"/>
            <a:satOff val="0"/>
            <a:lumOff val="0"/>
            <a:alpha val="90196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0" y="0"/>
        <a:ext cx="6405110" cy="0"/>
      </dsp:txXfrm>
    </dsp:sp>
    <dsp:sp modelId="{CFD0A59C-CB40-40F9-9FD6-249A04D7B400}">
      <dsp:nvSpPr>
        <dsp:cNvPr id="4" name="矩形 3"/>
        <dsp:cNvSpPr/>
      </dsp:nvSpPr>
      <dsp:spPr bwMode="white">
        <a:xfrm>
          <a:off x="0" y="0"/>
          <a:ext cx="6405110" cy="136477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1439" tIns="91439" rIns="91439" bIns="91439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2.1 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同余的概念和基本性质</a:t>
          </a:r>
          <a:endParaRPr lang="zh-CN" altLang="en-US" sz="2400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</dsp:txBody>
      <dsp:txXfrm>
        <a:off x="0" y="0"/>
        <a:ext cx="6405110" cy="1364776"/>
      </dsp:txXfrm>
    </dsp:sp>
    <dsp:sp modelId="{19A63FFC-35C6-43E7-B5A9-1E76495FC809}">
      <dsp:nvSpPr>
        <dsp:cNvPr id="5" name="直接连接符 4"/>
        <dsp:cNvSpPr/>
      </dsp:nvSpPr>
      <dsp:spPr bwMode="white">
        <a:xfrm>
          <a:off x="0" y="1364776"/>
          <a:ext cx="6405110" cy="0"/>
        </a:xfrm>
        <a:prstGeom prst="line">
          <a:avLst/>
        </a:prstGeom>
      </dsp:spPr>
      <dsp:style>
        <a:lnRef idx="1">
          <a:schemeClr val="accent1">
            <a:alpha val="90000"/>
            <a:hueOff val="0"/>
            <a:satOff val="0"/>
            <a:lumOff val="0"/>
            <a:alpha val="70196"/>
          </a:schemeClr>
        </a:lnRef>
        <a:fillRef idx="3">
          <a:schemeClr val="accent1">
            <a:alpha val="90000"/>
            <a:hueOff val="0"/>
            <a:satOff val="0"/>
            <a:lumOff val="0"/>
            <a:alpha val="70196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0" y="1364776"/>
        <a:ext cx="6405110" cy="0"/>
      </dsp:txXfrm>
    </dsp:sp>
    <dsp:sp modelId="{B69BEABD-FA0A-46F0-B0D6-2D94D79B550F}">
      <dsp:nvSpPr>
        <dsp:cNvPr id="6" name="矩形 5"/>
        <dsp:cNvSpPr/>
      </dsp:nvSpPr>
      <dsp:spPr bwMode="white">
        <a:xfrm>
          <a:off x="0" y="1364776"/>
          <a:ext cx="6405110" cy="136477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1439" tIns="91439" rIns="91439" bIns="91439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2.2 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同余类与剩余系</a:t>
          </a:r>
          <a:endParaRPr lang="zh-CN" altLang="en-US" sz="2400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</dsp:txBody>
      <dsp:txXfrm>
        <a:off x="0" y="1364776"/>
        <a:ext cx="6405110" cy="1364776"/>
      </dsp:txXfrm>
    </dsp:sp>
    <dsp:sp modelId="{B1EE8B11-EC21-40F5-A1CA-EFBAA82C8C09}">
      <dsp:nvSpPr>
        <dsp:cNvPr id="7" name="直接连接符 6"/>
        <dsp:cNvSpPr/>
      </dsp:nvSpPr>
      <dsp:spPr bwMode="white">
        <a:xfrm>
          <a:off x="0" y="2729552"/>
          <a:ext cx="6405110" cy="0"/>
        </a:xfrm>
        <a:prstGeom prst="line">
          <a:avLst/>
        </a:prstGeom>
      </dsp:spPr>
      <dsp:style>
        <a:lnRef idx="1">
          <a:schemeClr val="accent1">
            <a:alpha val="90000"/>
            <a:hueOff val="0"/>
            <a:satOff val="0"/>
            <a:lumOff val="0"/>
            <a:alpha val="50196"/>
          </a:schemeClr>
        </a:lnRef>
        <a:fillRef idx="3">
          <a:schemeClr val="accent1">
            <a:alpha val="90000"/>
            <a:hueOff val="0"/>
            <a:satOff val="0"/>
            <a:lumOff val="0"/>
            <a:alpha val="50196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0" y="2729552"/>
        <a:ext cx="6405110" cy="0"/>
      </dsp:txXfrm>
    </dsp:sp>
    <dsp:sp modelId="{2EDCB101-B03A-445D-9713-E783CA0643FA}">
      <dsp:nvSpPr>
        <dsp:cNvPr id="8" name="矩形 7"/>
        <dsp:cNvSpPr/>
      </dsp:nvSpPr>
      <dsp:spPr bwMode="white">
        <a:xfrm>
          <a:off x="0" y="2729552"/>
          <a:ext cx="6405110" cy="136477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1439" tIns="91439" rIns="91439" bIns="91439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2.3 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模</a:t>
          </a:r>
          <a:r>
            <a:rPr lang="en-US" altLang="zh-CN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rPr>
            <a:t>m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的算法</a:t>
          </a:r>
          <a:endParaRPr lang="zh-CN" altLang="en-US" sz="2400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</dsp:txBody>
      <dsp:txXfrm>
        <a:off x="0" y="2729552"/>
        <a:ext cx="6405110" cy="13647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405110" cy="4094328"/>
        <a:chOff x="0" y="0"/>
        <a:chExt cx="6405110" cy="4094328"/>
      </a:xfrm>
    </dsp:grpSpPr>
    <dsp:sp modelId="{2B919950-62C4-4685-83A3-142D1E85CE5B}">
      <dsp:nvSpPr>
        <dsp:cNvPr id="3" name="直接连接符 2"/>
        <dsp:cNvSpPr/>
      </dsp:nvSpPr>
      <dsp:spPr bwMode="white">
        <a:xfrm>
          <a:off x="0" y="0"/>
          <a:ext cx="6405110" cy="0"/>
        </a:xfrm>
        <a:prstGeom prst="line">
          <a:avLst/>
        </a:prstGeom>
      </dsp:spPr>
      <dsp:style>
        <a:lnRef idx="1">
          <a:schemeClr val="accent1">
            <a:alpha val="90000"/>
            <a:hueOff val="0"/>
            <a:satOff val="0"/>
            <a:lumOff val="0"/>
            <a:alpha val="90196"/>
          </a:schemeClr>
        </a:lnRef>
        <a:fillRef idx="3">
          <a:schemeClr val="accent1">
            <a:alpha val="90000"/>
            <a:hueOff val="0"/>
            <a:satOff val="0"/>
            <a:lumOff val="0"/>
            <a:alpha val="90196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0" y="0"/>
        <a:ext cx="6405110" cy="0"/>
      </dsp:txXfrm>
    </dsp:sp>
    <dsp:sp modelId="{CFD0A59C-CB40-40F9-9FD6-249A04D7B400}">
      <dsp:nvSpPr>
        <dsp:cNvPr id="4" name="矩形 3"/>
        <dsp:cNvSpPr/>
      </dsp:nvSpPr>
      <dsp:spPr bwMode="white">
        <a:xfrm>
          <a:off x="0" y="0"/>
          <a:ext cx="6405110" cy="136477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1439" tIns="91439" rIns="91439" bIns="91439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2.1 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同余的概念和基本性质</a:t>
          </a:r>
          <a:endParaRPr lang="zh-CN" altLang="en-US" sz="2400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</dsp:txBody>
      <dsp:txXfrm>
        <a:off x="0" y="0"/>
        <a:ext cx="6405110" cy="1364776"/>
      </dsp:txXfrm>
    </dsp:sp>
    <dsp:sp modelId="{19A63FFC-35C6-43E7-B5A9-1E76495FC809}">
      <dsp:nvSpPr>
        <dsp:cNvPr id="5" name="直接连接符 4"/>
        <dsp:cNvSpPr/>
      </dsp:nvSpPr>
      <dsp:spPr bwMode="white">
        <a:xfrm>
          <a:off x="0" y="1364776"/>
          <a:ext cx="6405110" cy="0"/>
        </a:xfrm>
        <a:prstGeom prst="line">
          <a:avLst/>
        </a:prstGeom>
      </dsp:spPr>
      <dsp:style>
        <a:lnRef idx="1">
          <a:schemeClr val="accent1">
            <a:alpha val="90000"/>
            <a:hueOff val="0"/>
            <a:satOff val="0"/>
            <a:lumOff val="0"/>
            <a:alpha val="70196"/>
          </a:schemeClr>
        </a:lnRef>
        <a:fillRef idx="3">
          <a:schemeClr val="accent1">
            <a:alpha val="90000"/>
            <a:hueOff val="0"/>
            <a:satOff val="0"/>
            <a:lumOff val="0"/>
            <a:alpha val="70196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0" y="1364776"/>
        <a:ext cx="6405110" cy="0"/>
      </dsp:txXfrm>
    </dsp:sp>
    <dsp:sp modelId="{B69BEABD-FA0A-46F0-B0D6-2D94D79B550F}">
      <dsp:nvSpPr>
        <dsp:cNvPr id="6" name="矩形 5"/>
        <dsp:cNvSpPr/>
      </dsp:nvSpPr>
      <dsp:spPr bwMode="white">
        <a:xfrm>
          <a:off x="0" y="1364776"/>
          <a:ext cx="6405110" cy="136477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1439" tIns="91439" rIns="91439" bIns="91439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2.2 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同余类与剩余系</a:t>
          </a:r>
          <a:endParaRPr lang="zh-CN" altLang="en-US" sz="2400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</dsp:txBody>
      <dsp:txXfrm>
        <a:off x="0" y="1364776"/>
        <a:ext cx="6405110" cy="1364776"/>
      </dsp:txXfrm>
    </dsp:sp>
    <dsp:sp modelId="{B1EE8B11-EC21-40F5-A1CA-EFBAA82C8C09}">
      <dsp:nvSpPr>
        <dsp:cNvPr id="7" name="直接连接符 6"/>
        <dsp:cNvSpPr/>
      </dsp:nvSpPr>
      <dsp:spPr bwMode="white">
        <a:xfrm>
          <a:off x="0" y="2729552"/>
          <a:ext cx="6405110" cy="0"/>
        </a:xfrm>
        <a:prstGeom prst="line">
          <a:avLst/>
        </a:prstGeom>
      </dsp:spPr>
      <dsp:style>
        <a:lnRef idx="1">
          <a:schemeClr val="accent1">
            <a:alpha val="90000"/>
            <a:hueOff val="0"/>
            <a:satOff val="0"/>
            <a:lumOff val="0"/>
            <a:alpha val="50196"/>
          </a:schemeClr>
        </a:lnRef>
        <a:fillRef idx="3">
          <a:schemeClr val="accent1">
            <a:alpha val="90000"/>
            <a:hueOff val="0"/>
            <a:satOff val="0"/>
            <a:lumOff val="0"/>
            <a:alpha val="50196"/>
          </a:schemeClr>
        </a:fillRef>
        <a:effectRef idx="3">
          <a:scrgbClr r="0" g="0" b="0"/>
        </a:effectRef>
        <a:fontRef idx="minor">
          <a:schemeClr val="lt1"/>
        </a:fontRef>
      </dsp:style>
      <dsp:txXfrm>
        <a:off x="0" y="2729552"/>
        <a:ext cx="6405110" cy="0"/>
      </dsp:txXfrm>
    </dsp:sp>
    <dsp:sp modelId="{2EDCB101-B03A-445D-9713-E783CA0643FA}">
      <dsp:nvSpPr>
        <dsp:cNvPr id="8" name="矩形 7"/>
        <dsp:cNvSpPr/>
      </dsp:nvSpPr>
      <dsp:spPr bwMode="white">
        <a:xfrm>
          <a:off x="0" y="2729552"/>
          <a:ext cx="6405110" cy="136477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1439" tIns="91439" rIns="91439" bIns="91439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2.3 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模</a:t>
          </a:r>
          <a:r>
            <a:rPr lang="en-US" altLang="zh-CN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rPr>
            <a:t>m</a:t>
          </a:r>
          <a:r>
            <a:rPr lang="zh-CN" altLang="en-US" sz="2400" b="1" baseline="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rPr>
            <a:t>的算法</a:t>
          </a:r>
          <a:endParaRPr lang="zh-CN" altLang="en-US" sz="2400" baseline="0" dirty="0">
            <a:solidFill>
              <a:schemeClr val="tx1"/>
            </a:solidFill>
            <a:latin typeface="Times New Roman" panose="02020603050405020304" pitchFamily="18" charset="0"/>
            <a:ea typeface="仿宋" panose="02010609060101010101" pitchFamily="49" charset="-122"/>
          </a:endParaRPr>
        </a:p>
      </dsp:txBody>
      <dsp:txXfrm>
        <a:off x="0" y="2729552"/>
        <a:ext cx="6405110" cy="13647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#2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#3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7" Type="http://schemas.openxmlformats.org/officeDocument/2006/relationships/image" Target="../media/image17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8.vml.rels><?xml version="1.0" encoding="UTF-8" standalone="yes"?>
<Relationships xmlns="http://schemas.openxmlformats.org/package/2006/relationships"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0.vml.rels><?xml version="1.0" encoding="UTF-8" standalone="yes"?>
<Relationships xmlns="http://schemas.openxmlformats.org/package/2006/relationships"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1.vml.rels><?xml version="1.0" encoding="UTF-8" standalone="yes"?>
<Relationships xmlns="http://schemas.openxmlformats.org/package/2006/relationships"><Relationship Id="rId5" Type="http://schemas.openxmlformats.org/officeDocument/2006/relationships/image" Target="../media/image65.wmf"/><Relationship Id="rId4" Type="http://schemas.openxmlformats.org/officeDocument/2006/relationships/image" Target="../media/image64.wmf"/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2.vml.rels><?xml version="1.0" encoding="UTF-8" standalone="yes"?>
<Relationships xmlns="http://schemas.openxmlformats.org/package/2006/relationships"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3.vml.rels><?xml version="1.0" encoding="UTF-8" standalone="yes"?>
<Relationships xmlns="http://schemas.openxmlformats.org/package/2006/relationships"><Relationship Id="rId7" Type="http://schemas.openxmlformats.org/officeDocument/2006/relationships/image" Target="../media/image78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83.wmf"/><Relationship Id="rId4" Type="http://schemas.openxmlformats.org/officeDocument/2006/relationships/image" Target="../media/image82.wmf"/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97.wmf"/><Relationship Id="rId8" Type="http://schemas.openxmlformats.org/officeDocument/2006/relationships/image" Target="../media/image96.wmf"/><Relationship Id="rId7" Type="http://schemas.openxmlformats.org/officeDocument/2006/relationships/image" Target="../media/image95.w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18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3.wmf"/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wmf"/><Relationship Id="rId8" Type="http://schemas.openxmlformats.org/officeDocument/2006/relationships/image" Target="../media/image111.wmf"/><Relationship Id="rId7" Type="http://schemas.openxmlformats.org/officeDocument/2006/relationships/image" Target="../media/image110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/Relationships>
</file>

<file path=ppt/drawings/_rels/vmlDrawing20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7.wmf"/><Relationship Id="rId4" Type="http://schemas.openxmlformats.org/officeDocument/2006/relationships/image" Target="../media/image116.wmf"/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/Relationships>
</file>

<file path=ppt/drawings/_rels/vmlDrawing21.vml.rels><?xml version="1.0" encoding="UTF-8" standalone="yes"?>
<Relationships xmlns="http://schemas.openxmlformats.org/package/2006/relationships"><Relationship Id="rId7" Type="http://schemas.openxmlformats.org/officeDocument/2006/relationships/image" Target="../media/image124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7" Type="http://schemas.openxmlformats.org/officeDocument/2006/relationships/image" Target="../media/image131.wmf"/><Relationship Id="rId6" Type="http://schemas.openxmlformats.org/officeDocument/2006/relationships/image" Target="../media/image130.w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/Relationships>
</file>

<file path=ppt/drawings/_rels/vmlDrawing2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2.wmf"/><Relationship Id="rId3" Type="http://schemas.openxmlformats.org/officeDocument/2006/relationships/image" Target="../media/image141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/Relationships>
</file>

<file path=ppt/drawings/_rels/vmlDrawing26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6.wmf"/><Relationship Id="rId3" Type="http://schemas.openxmlformats.org/officeDocument/2006/relationships/image" Target="../media/image145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5.wmf"/><Relationship Id="rId8" Type="http://schemas.openxmlformats.org/officeDocument/2006/relationships/image" Target="../media/image154.wmf"/><Relationship Id="rId7" Type="http://schemas.openxmlformats.org/officeDocument/2006/relationships/image" Target="../media/image153.wmf"/><Relationship Id="rId6" Type="http://schemas.openxmlformats.org/officeDocument/2006/relationships/image" Target="../media/image152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Relationship Id="rId3" Type="http://schemas.openxmlformats.org/officeDocument/2006/relationships/image" Target="../media/image149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wmf"/><Relationship Id="rId1" Type="http://schemas.openxmlformats.org/officeDocument/2006/relationships/image" Target="../media/image156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/Relationships>
</file>

<file path=ppt/drawings/_rels/vmlDrawing30.vml.rels><?xml version="1.0" encoding="UTF-8" standalone="yes"?>
<Relationships xmlns="http://schemas.openxmlformats.org/package/2006/relationships"><Relationship Id="rId6" Type="http://schemas.openxmlformats.org/officeDocument/2006/relationships/image" Target="../media/image166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/Relationships>
</file>

<file path=ppt/drawings/_rels/vmlDrawing31.vml.rels><?xml version="1.0" encoding="UTF-8" standalone="yes"?>
<Relationships xmlns="http://schemas.openxmlformats.org/package/2006/relationships"><Relationship Id="rId6" Type="http://schemas.openxmlformats.org/officeDocument/2006/relationships/image" Target="../media/image172.wmf"/><Relationship Id="rId5" Type="http://schemas.openxmlformats.org/officeDocument/2006/relationships/image" Target="../media/image171.wmf"/><Relationship Id="rId4" Type="http://schemas.openxmlformats.org/officeDocument/2006/relationships/image" Target="../media/image170.wmf"/><Relationship Id="rId3" Type="http://schemas.openxmlformats.org/officeDocument/2006/relationships/image" Target="../media/image169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7" Type="http://schemas.openxmlformats.org/officeDocument/2006/relationships/image" Target="../media/image179.wmf"/><Relationship Id="rId6" Type="http://schemas.openxmlformats.org/officeDocument/2006/relationships/image" Target="../media/image178.wmf"/><Relationship Id="rId5" Type="http://schemas.openxmlformats.org/officeDocument/2006/relationships/image" Target="../media/image177.wmf"/><Relationship Id="rId4" Type="http://schemas.openxmlformats.org/officeDocument/2006/relationships/image" Target="../media/image176.wmf"/><Relationship Id="rId3" Type="http://schemas.openxmlformats.org/officeDocument/2006/relationships/image" Target="../media/image175.wmf"/><Relationship Id="rId2" Type="http://schemas.openxmlformats.org/officeDocument/2006/relationships/image" Target="../media/image174.wmf"/><Relationship Id="rId1" Type="http://schemas.openxmlformats.org/officeDocument/2006/relationships/image" Target="../media/image173.wmf"/></Relationships>
</file>

<file path=ppt/drawings/_rels/vmlDrawing3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84.wmf"/><Relationship Id="rId3" Type="http://schemas.openxmlformats.org/officeDocument/2006/relationships/image" Target="../media/image183.wmf"/><Relationship Id="rId2" Type="http://schemas.openxmlformats.org/officeDocument/2006/relationships/image" Target="../media/image182.wmf"/><Relationship Id="rId1" Type="http://schemas.openxmlformats.org/officeDocument/2006/relationships/image" Target="../media/image181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7" Type="http://schemas.openxmlformats.org/officeDocument/2006/relationships/image" Target="../media/image191.wmf"/><Relationship Id="rId6" Type="http://schemas.openxmlformats.org/officeDocument/2006/relationships/image" Target="../media/image190.wmf"/><Relationship Id="rId5" Type="http://schemas.openxmlformats.org/officeDocument/2006/relationships/image" Target="../media/image189.wmf"/><Relationship Id="rId4" Type="http://schemas.openxmlformats.org/officeDocument/2006/relationships/image" Target="../media/image188.wmf"/><Relationship Id="rId3" Type="http://schemas.openxmlformats.org/officeDocument/2006/relationships/image" Target="../media/image187.wmf"/><Relationship Id="rId2" Type="http://schemas.openxmlformats.org/officeDocument/2006/relationships/image" Target="../media/image186.wmf"/><Relationship Id="rId1" Type="http://schemas.openxmlformats.org/officeDocument/2006/relationships/image" Target="../media/image185.wmf"/></Relationships>
</file>

<file path=ppt/drawings/_rels/vmlDrawing35.vml.rels><?xml version="1.0" encoding="UTF-8" standalone="yes"?>
<Relationships xmlns="http://schemas.openxmlformats.org/package/2006/relationships"><Relationship Id="rId6" Type="http://schemas.openxmlformats.org/officeDocument/2006/relationships/image" Target="../media/image198.wmf"/><Relationship Id="rId5" Type="http://schemas.openxmlformats.org/officeDocument/2006/relationships/image" Target="../media/image197.wmf"/><Relationship Id="rId4" Type="http://schemas.openxmlformats.org/officeDocument/2006/relationships/image" Target="../media/image196.wmf"/><Relationship Id="rId3" Type="http://schemas.openxmlformats.org/officeDocument/2006/relationships/image" Target="../media/image195.wmf"/><Relationship Id="rId2" Type="http://schemas.openxmlformats.org/officeDocument/2006/relationships/image" Target="../media/image194.wmf"/><Relationship Id="rId1" Type="http://schemas.openxmlformats.org/officeDocument/2006/relationships/image" Target="../media/image193.wmf"/></Relationships>
</file>

<file path=ppt/drawings/_rels/vmlDrawing36.vml.rels><?xml version="1.0" encoding="UTF-8" standalone="yes"?>
<Relationships xmlns="http://schemas.openxmlformats.org/package/2006/relationships"><Relationship Id="rId5" Type="http://schemas.openxmlformats.org/officeDocument/2006/relationships/image" Target="../media/image203.wmf"/><Relationship Id="rId4" Type="http://schemas.openxmlformats.org/officeDocument/2006/relationships/image" Target="../media/image202.wmf"/><Relationship Id="rId3" Type="http://schemas.openxmlformats.org/officeDocument/2006/relationships/image" Target="../media/image201.wmf"/><Relationship Id="rId2" Type="http://schemas.openxmlformats.org/officeDocument/2006/relationships/image" Target="../media/image200.wmf"/><Relationship Id="rId1" Type="http://schemas.openxmlformats.org/officeDocument/2006/relationships/image" Target="../media/image199.wmf"/></Relationships>
</file>

<file path=ppt/drawings/_rels/vmlDrawing37.vml.rels><?xml version="1.0" encoding="UTF-8" standalone="yes"?>
<Relationships xmlns="http://schemas.openxmlformats.org/package/2006/relationships"><Relationship Id="rId4" Type="http://schemas.openxmlformats.org/officeDocument/2006/relationships/image" Target="../media/image207.wmf"/><Relationship Id="rId3" Type="http://schemas.openxmlformats.org/officeDocument/2006/relationships/image" Target="../media/image206.wmf"/><Relationship Id="rId2" Type="http://schemas.openxmlformats.org/officeDocument/2006/relationships/image" Target="../media/image205.wmf"/><Relationship Id="rId1" Type="http://schemas.openxmlformats.org/officeDocument/2006/relationships/image" Target="../media/image204.wmf"/></Relationships>
</file>

<file path=ppt/drawings/_rels/vmlDrawing38.vml.rels><?xml version="1.0" encoding="UTF-8" standalone="yes"?>
<Relationships xmlns="http://schemas.openxmlformats.org/package/2006/relationships"><Relationship Id="rId7" Type="http://schemas.openxmlformats.org/officeDocument/2006/relationships/image" Target="../media/image214.wmf"/><Relationship Id="rId6" Type="http://schemas.openxmlformats.org/officeDocument/2006/relationships/image" Target="../media/image213.wmf"/><Relationship Id="rId5" Type="http://schemas.openxmlformats.org/officeDocument/2006/relationships/image" Target="../media/image212.wmf"/><Relationship Id="rId4" Type="http://schemas.openxmlformats.org/officeDocument/2006/relationships/image" Target="../media/image211.wmf"/><Relationship Id="rId3" Type="http://schemas.openxmlformats.org/officeDocument/2006/relationships/image" Target="../media/image210.wmf"/><Relationship Id="rId2" Type="http://schemas.openxmlformats.org/officeDocument/2006/relationships/image" Target="../media/image209.wmf"/><Relationship Id="rId1" Type="http://schemas.openxmlformats.org/officeDocument/2006/relationships/image" Target="../media/image208.wmf"/></Relationships>
</file>

<file path=ppt/drawings/_rels/vmlDrawing3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3.wmf"/><Relationship Id="rId8" Type="http://schemas.openxmlformats.org/officeDocument/2006/relationships/image" Target="../media/image222.wmf"/><Relationship Id="rId7" Type="http://schemas.openxmlformats.org/officeDocument/2006/relationships/image" Target="../media/image221.wmf"/><Relationship Id="rId6" Type="http://schemas.openxmlformats.org/officeDocument/2006/relationships/image" Target="../media/image220.wmf"/><Relationship Id="rId5" Type="http://schemas.openxmlformats.org/officeDocument/2006/relationships/image" Target="../media/image219.wmf"/><Relationship Id="rId4" Type="http://schemas.openxmlformats.org/officeDocument/2006/relationships/image" Target="../media/image218.wmf"/><Relationship Id="rId3" Type="http://schemas.openxmlformats.org/officeDocument/2006/relationships/image" Target="../media/image217.wmf"/><Relationship Id="rId2" Type="http://schemas.openxmlformats.org/officeDocument/2006/relationships/image" Target="../media/image216.wmf"/><Relationship Id="rId11" Type="http://schemas.openxmlformats.org/officeDocument/2006/relationships/image" Target="../media/image225.wmf"/><Relationship Id="rId10" Type="http://schemas.openxmlformats.org/officeDocument/2006/relationships/image" Target="../media/image224.wmf"/><Relationship Id="rId1" Type="http://schemas.openxmlformats.org/officeDocument/2006/relationships/image" Target="../media/image215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wmf"/><Relationship Id="rId2" Type="http://schemas.openxmlformats.org/officeDocument/2006/relationships/image" Target="../media/image229.wmf"/><Relationship Id="rId1" Type="http://schemas.openxmlformats.org/officeDocument/2006/relationships/image" Target="../media/image228.wmf"/></Relationships>
</file>

<file path=ppt/drawings/_rels/vmlDrawing41.vml.rels><?xml version="1.0" encoding="UTF-8" standalone="yes"?>
<Relationships xmlns="http://schemas.openxmlformats.org/package/2006/relationships"><Relationship Id="rId4" Type="http://schemas.openxmlformats.org/officeDocument/2006/relationships/image" Target="../media/image234.wmf"/><Relationship Id="rId3" Type="http://schemas.openxmlformats.org/officeDocument/2006/relationships/image" Target="../media/image233.wmf"/><Relationship Id="rId2" Type="http://schemas.openxmlformats.org/officeDocument/2006/relationships/image" Target="../media/image232.wmf"/><Relationship Id="rId1" Type="http://schemas.openxmlformats.org/officeDocument/2006/relationships/image" Target="../media/image231.wmf"/></Relationships>
</file>

<file path=ppt/drawings/_rels/vmlDrawing4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4.wmf"/><Relationship Id="rId8" Type="http://schemas.openxmlformats.org/officeDocument/2006/relationships/image" Target="../media/image243.wmf"/><Relationship Id="rId7" Type="http://schemas.openxmlformats.org/officeDocument/2006/relationships/image" Target="../media/image242.wmf"/><Relationship Id="rId6" Type="http://schemas.openxmlformats.org/officeDocument/2006/relationships/image" Target="../media/image241.wmf"/><Relationship Id="rId5" Type="http://schemas.openxmlformats.org/officeDocument/2006/relationships/image" Target="../media/image240.wmf"/><Relationship Id="rId4" Type="http://schemas.openxmlformats.org/officeDocument/2006/relationships/image" Target="../media/image239.wmf"/><Relationship Id="rId3" Type="http://schemas.openxmlformats.org/officeDocument/2006/relationships/image" Target="../media/image238.wmf"/><Relationship Id="rId2" Type="http://schemas.openxmlformats.org/officeDocument/2006/relationships/image" Target="../media/image237.wmf"/><Relationship Id="rId10" Type="http://schemas.openxmlformats.org/officeDocument/2006/relationships/image" Target="../media/image245.wmf"/><Relationship Id="rId1" Type="http://schemas.openxmlformats.org/officeDocument/2006/relationships/image" Target="../media/image236.wmf"/></Relationships>
</file>

<file path=ppt/drawings/_rels/vmlDrawing43.vml.rels><?xml version="1.0" encoding="UTF-8" standalone="yes"?>
<Relationships xmlns="http://schemas.openxmlformats.org/package/2006/relationships"><Relationship Id="rId7" Type="http://schemas.openxmlformats.org/officeDocument/2006/relationships/image" Target="../media/image252.wmf"/><Relationship Id="rId6" Type="http://schemas.openxmlformats.org/officeDocument/2006/relationships/image" Target="../media/image251.wmf"/><Relationship Id="rId5" Type="http://schemas.openxmlformats.org/officeDocument/2006/relationships/image" Target="../media/image250.wmf"/><Relationship Id="rId4" Type="http://schemas.openxmlformats.org/officeDocument/2006/relationships/image" Target="../media/image249.wmf"/><Relationship Id="rId3" Type="http://schemas.openxmlformats.org/officeDocument/2006/relationships/image" Target="../media/image248.wmf"/><Relationship Id="rId2" Type="http://schemas.openxmlformats.org/officeDocument/2006/relationships/image" Target="../media/image247.wmf"/><Relationship Id="rId1" Type="http://schemas.openxmlformats.org/officeDocument/2006/relationships/image" Target="../media/image246.wmf"/></Relationships>
</file>

<file path=ppt/drawings/_rels/vmlDrawing4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61.wmf"/><Relationship Id="rId8" Type="http://schemas.openxmlformats.org/officeDocument/2006/relationships/image" Target="../media/image260.wmf"/><Relationship Id="rId7" Type="http://schemas.openxmlformats.org/officeDocument/2006/relationships/image" Target="../media/image259.wmf"/><Relationship Id="rId6" Type="http://schemas.openxmlformats.org/officeDocument/2006/relationships/image" Target="../media/image258.wmf"/><Relationship Id="rId5" Type="http://schemas.openxmlformats.org/officeDocument/2006/relationships/image" Target="../media/image257.wmf"/><Relationship Id="rId4" Type="http://schemas.openxmlformats.org/officeDocument/2006/relationships/image" Target="../media/image256.wmf"/><Relationship Id="rId3" Type="http://schemas.openxmlformats.org/officeDocument/2006/relationships/image" Target="../media/image255.wmf"/><Relationship Id="rId2" Type="http://schemas.openxmlformats.org/officeDocument/2006/relationships/image" Target="../media/image254.wmf"/><Relationship Id="rId1" Type="http://schemas.openxmlformats.org/officeDocument/2006/relationships/image" Target="../media/image253.wmf"/></Relationships>
</file>

<file path=ppt/drawings/_rels/vmlDrawing45.vml.rels><?xml version="1.0" encoding="UTF-8" standalone="yes"?>
<Relationships xmlns="http://schemas.openxmlformats.org/package/2006/relationships"><Relationship Id="rId5" Type="http://schemas.openxmlformats.org/officeDocument/2006/relationships/image" Target="../media/image266.wmf"/><Relationship Id="rId4" Type="http://schemas.openxmlformats.org/officeDocument/2006/relationships/image" Target="../media/image265.wmf"/><Relationship Id="rId3" Type="http://schemas.openxmlformats.org/officeDocument/2006/relationships/image" Target="../media/image264.wmf"/><Relationship Id="rId2" Type="http://schemas.openxmlformats.org/officeDocument/2006/relationships/image" Target="../media/image263.wmf"/><Relationship Id="rId1" Type="http://schemas.openxmlformats.org/officeDocument/2006/relationships/image" Target="../media/image262.wmf"/></Relationships>
</file>

<file path=ppt/drawings/_rels/vmlDrawing46.vml.rels><?xml version="1.0" encoding="UTF-8" standalone="yes"?>
<Relationships xmlns="http://schemas.openxmlformats.org/package/2006/relationships"><Relationship Id="rId6" Type="http://schemas.openxmlformats.org/officeDocument/2006/relationships/image" Target="../media/image272.wmf"/><Relationship Id="rId5" Type="http://schemas.openxmlformats.org/officeDocument/2006/relationships/image" Target="../media/image271.wmf"/><Relationship Id="rId4" Type="http://schemas.openxmlformats.org/officeDocument/2006/relationships/image" Target="../media/image270.wmf"/><Relationship Id="rId3" Type="http://schemas.openxmlformats.org/officeDocument/2006/relationships/image" Target="../media/image269.wmf"/><Relationship Id="rId2" Type="http://schemas.openxmlformats.org/officeDocument/2006/relationships/image" Target="../media/image268.wmf"/><Relationship Id="rId1" Type="http://schemas.openxmlformats.org/officeDocument/2006/relationships/image" Target="../media/image267.wmf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5.wmf"/><Relationship Id="rId1" Type="http://schemas.openxmlformats.org/officeDocument/2006/relationships/image" Target="../media/image274.wmf"/></Relationships>
</file>

<file path=ppt/drawings/_rels/vmlDrawing48.vml.rels><?xml version="1.0" encoding="UTF-8" standalone="yes"?>
<Relationships xmlns="http://schemas.openxmlformats.org/package/2006/relationships"><Relationship Id="rId7" Type="http://schemas.openxmlformats.org/officeDocument/2006/relationships/image" Target="../media/image284.wmf"/><Relationship Id="rId6" Type="http://schemas.openxmlformats.org/officeDocument/2006/relationships/image" Target="../media/image283.wmf"/><Relationship Id="rId5" Type="http://schemas.openxmlformats.org/officeDocument/2006/relationships/image" Target="../media/image282.wmf"/><Relationship Id="rId4" Type="http://schemas.openxmlformats.org/officeDocument/2006/relationships/image" Target="../media/image281.wmf"/><Relationship Id="rId3" Type="http://schemas.openxmlformats.org/officeDocument/2006/relationships/image" Target="../media/image280.wmf"/><Relationship Id="rId2" Type="http://schemas.openxmlformats.org/officeDocument/2006/relationships/image" Target="../media/image279.wmf"/><Relationship Id="rId1" Type="http://schemas.openxmlformats.org/officeDocument/2006/relationships/image" Target="../media/image278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wmf"/><Relationship Id="rId7" Type="http://schemas.openxmlformats.org/officeDocument/2006/relationships/image" Target="../media/image291.wmf"/><Relationship Id="rId6" Type="http://schemas.openxmlformats.org/officeDocument/2006/relationships/image" Target="../media/image290.wmf"/><Relationship Id="rId5" Type="http://schemas.openxmlformats.org/officeDocument/2006/relationships/image" Target="../media/image289.wmf"/><Relationship Id="rId4" Type="http://schemas.openxmlformats.org/officeDocument/2006/relationships/image" Target="../media/image288.wmf"/><Relationship Id="rId3" Type="http://schemas.openxmlformats.org/officeDocument/2006/relationships/image" Target="../media/image287.wmf"/><Relationship Id="rId2" Type="http://schemas.openxmlformats.org/officeDocument/2006/relationships/image" Target="../media/image286.wmf"/><Relationship Id="rId1" Type="http://schemas.openxmlformats.org/officeDocument/2006/relationships/image" Target="../media/image285.wmf"/></Relationships>
</file>

<file path=ppt/drawings/_rels/vmlDrawing50.vml.rels><?xml version="1.0" encoding="UTF-8" standalone="yes"?>
<Relationships xmlns="http://schemas.openxmlformats.org/package/2006/relationships"><Relationship Id="rId5" Type="http://schemas.openxmlformats.org/officeDocument/2006/relationships/image" Target="../media/image300.wmf"/><Relationship Id="rId4" Type="http://schemas.openxmlformats.org/officeDocument/2006/relationships/image" Target="../media/image299.wmf"/><Relationship Id="rId3" Type="http://schemas.openxmlformats.org/officeDocument/2006/relationships/image" Target="../media/image298.wmf"/><Relationship Id="rId2" Type="http://schemas.openxmlformats.org/officeDocument/2006/relationships/image" Target="../media/image297.wmf"/><Relationship Id="rId1" Type="http://schemas.openxmlformats.org/officeDocument/2006/relationships/image" Target="../media/image296.wmf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4.wmf"/><Relationship Id="rId1" Type="http://schemas.openxmlformats.org/officeDocument/2006/relationships/image" Target="../media/image303.w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0.w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1.wmf"/></Relationships>
</file>

<file path=ppt/drawings/_rels/vmlDrawing5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6.emf"/><Relationship Id="rId1" Type="http://schemas.openxmlformats.org/officeDocument/2006/relationships/image" Target="../media/image314.e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13793" units="1/cm"/>
        </inkml:channelProperties>
      </inkml:inkSource>
      <inkml:timestamp xml:id="ts0" timeString="2020-03-18T13:31: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8930.000 4093.000,'25.000'0.000,"0.000"0.000,-1.000 0.000,1.000 25.000,0.000-25.000,0.000 0.000,24.000 0.000,-24.000 0.000,0.000 0.000,0.000 0.000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8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9421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a-b</a:t>
            </a:r>
            <a:r>
              <a:rPr lang="zh-CN" altLang="en-US"/>
              <a:t>还</a:t>
            </a:r>
            <a:r>
              <a:rPr lang="en-US" altLang="zh-CN"/>
              <a:t>mi</a:t>
            </a:r>
            <a:r>
              <a:rPr lang="zh-CN" altLang="en-US"/>
              <a:t>的公倍数，最小公倍数</a:t>
            </a:r>
            <a:r>
              <a:rPr lang="en-US" altLang="zh-CN"/>
              <a:t>[m1m2,mk]</a:t>
            </a:r>
            <a:r>
              <a:rPr lang="zh-CN" altLang="en-US"/>
              <a:t>一定整除公倍数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吧</a:t>
            </a:r>
            <a:r>
              <a:rPr lang="en-US" altLang="zh-CN"/>
              <a:t>7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不成立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乘法参数</a:t>
            </a:r>
            <a:r>
              <a:rPr lang="en-US" altLang="zh-CN"/>
              <a:t>  ​a      1 ≤ a ≤ m-1  a </a:t>
            </a:r>
            <a:r>
              <a:rPr lang="zh-CN" altLang="en-US"/>
              <a:t>必须与模数</a:t>
            </a:r>
            <a:r>
              <a:rPr lang="en-US" altLang="zh-CN"/>
              <a:t> m ​</a:t>
            </a:r>
            <a:r>
              <a:rPr lang="zh-CN" altLang="en-US"/>
              <a:t>互质</a:t>
            </a:r>
            <a:r>
              <a:rPr lang="en-US" altLang="zh-CN"/>
              <a:t>​ (</a:t>
            </a:r>
            <a:r>
              <a:rPr lang="zh-CN" altLang="en-US"/>
              <a:t>即</a:t>
            </a:r>
            <a:r>
              <a:rPr lang="en-US" altLang="zh-CN"/>
              <a:t> gcd(a, m) = 1)    φ(m)​</a:t>
            </a:r>
            <a:r>
              <a:rPr lang="zh-CN" altLang="en-US"/>
              <a:t>加法参数</a:t>
            </a:r>
            <a:r>
              <a:rPr lang="en-US" altLang="zh-CN"/>
              <a:t>​     b    0 ≤ b ≤ m-1</a:t>
            </a:r>
            <a:r>
              <a:rPr lang="zh-CN" altLang="en-US"/>
              <a:t>可以为模数</a:t>
            </a:r>
            <a:r>
              <a:rPr lang="en-US" altLang="zh-CN"/>
              <a:t> m </a:t>
            </a:r>
            <a:r>
              <a:rPr lang="zh-CN" altLang="en-US"/>
              <a:t>范围内的任意整数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en-US" altLang="zh-CN" dirty="0"/>
              <a:t>26=1*11+4 </a:t>
            </a:r>
            <a:r>
              <a:rPr lang="zh-CN" altLang="en-US" dirty="0"/>
              <a:t>改成</a:t>
            </a:r>
            <a:r>
              <a:rPr lang="en-US" altLang="zh-CN" dirty="0"/>
              <a:t>26=2*11+4</a:t>
            </a:r>
            <a:endParaRPr lang="en-US" altLang="zh-CN" dirty="0"/>
          </a:p>
          <a:p>
            <a:pPr lvl="0"/>
            <a:r>
              <a:rPr lang="en-US" altLang="zh-CN" dirty="0"/>
              <a:t>19</a:t>
            </a:r>
            <a:r>
              <a:rPr lang="zh-CN" altLang="en-US" dirty="0"/>
              <a:t>（</a:t>
            </a:r>
            <a:r>
              <a:rPr lang="en-US" altLang="zh-CN" dirty="0"/>
              <a:t>mod 11</a:t>
            </a:r>
            <a:r>
              <a:rPr lang="zh-CN" altLang="en-US" dirty="0"/>
              <a:t>）改成</a:t>
            </a:r>
            <a:r>
              <a:rPr lang="en-US" altLang="zh-CN" dirty="0"/>
              <a:t>19(mod 26)</a:t>
            </a:r>
            <a:endParaRPr lang="zh-CN" altLang="en-US" dirty="0"/>
          </a:p>
        </p:txBody>
      </p:sp>
      <p:sp>
        <p:nvSpPr>
          <p:cNvPr id="952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62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962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solidFill>
            <a:srgbClr val="FFFFFF">
              <a:alpha val="100000"/>
            </a:srgbClr>
          </a:solidFill>
        </p:spPr>
      </p:sp>
      <p:sp>
        <p:nvSpPr>
          <p:cNvPr id="97284" name="Rectangle 3"/>
          <p:cNvSpPr>
            <a:spLocks noGrp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</p:spPr>
      </p:sp>
      <p:sp>
        <p:nvSpPr>
          <p:cNvPr id="98308" name="Rectangle 3"/>
          <p:cNvSpPr>
            <a:spLocks noGrp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</p:spPr>
      </p:sp>
      <p:sp>
        <p:nvSpPr>
          <p:cNvPr id="99332" name="Rectangle 3"/>
          <p:cNvSpPr>
            <a:spLocks noGrp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solidFill>
            <a:srgbClr val="FFFFFF">
              <a:alpha val="100000"/>
            </a:srgbClr>
          </a:solidFill>
        </p:spPr>
      </p:sp>
      <p:sp>
        <p:nvSpPr>
          <p:cNvPr id="100356" name="Rectangle 3"/>
          <p:cNvSpPr>
            <a:spLocks noGrp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solidFill>
            <a:srgbClr val="FFFFFF">
              <a:alpha val="100000"/>
            </a:srgbClr>
          </a:solidFill>
        </p:spPr>
      </p:sp>
      <p:sp>
        <p:nvSpPr>
          <p:cNvPr id="101380" name="Rectangle 3"/>
          <p:cNvSpPr>
            <a:spLocks noGrp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solidFill>
            <a:srgbClr val="FFFFFF">
              <a:alpha val="100000"/>
            </a:srgbClr>
          </a:solidFill>
        </p:spPr>
      </p:sp>
      <p:sp>
        <p:nvSpPr>
          <p:cNvPr id="102404" name="Rectangle 3"/>
          <p:cNvSpPr>
            <a:spLocks noGrp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solidFill>
            <a:srgbClr val="FFFFFF">
              <a:alpha val="100000"/>
            </a:srgbClr>
          </a:solidFill>
        </p:spPr>
      </p:sp>
      <p:sp>
        <p:nvSpPr>
          <p:cNvPr id="103428" name="Rectangle 3"/>
          <p:cNvSpPr>
            <a:spLocks noGrp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solidFill>
            <a:srgbClr val="FFFFFF">
              <a:alpha val="100000"/>
            </a:srgbClr>
          </a:solidFill>
        </p:spPr>
      </p:sp>
      <p:sp>
        <p:nvSpPr>
          <p:cNvPr id="104452" name="Rectangle 3"/>
          <p:cNvSpPr>
            <a:spLocks noGrp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solidFill>
            <a:srgbClr val="FFFFFF">
              <a:alpha val="100000"/>
            </a:srgbClr>
          </a:solidFill>
        </p:spPr>
      </p:sp>
      <p:sp>
        <p:nvSpPr>
          <p:cNvPr id="105476" name="Rectangle 3"/>
          <p:cNvSpPr>
            <a:spLocks noGrp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649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solidFill>
            <a:srgbClr val="FFFFFF">
              <a:alpha val="100000"/>
            </a:srgbClr>
          </a:solidFill>
        </p:spPr>
      </p:sp>
      <p:sp>
        <p:nvSpPr>
          <p:cNvPr id="106500" name="Rectangle 3"/>
          <p:cNvSpPr>
            <a:spLocks noGrp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752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solidFill>
            <a:srgbClr val="FFFFFF">
              <a:alpha val="100000"/>
            </a:srgbClr>
          </a:solidFill>
        </p:spPr>
      </p:sp>
      <p:sp>
        <p:nvSpPr>
          <p:cNvPr id="107524" name="Rectangle 3"/>
          <p:cNvSpPr>
            <a:spLocks noGrp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反过来：</a:t>
            </a:r>
            <a:r>
              <a:rPr lang="en-US" altLang="zh-CN" dirty="0"/>
              <a:t>n </a:t>
            </a:r>
            <a:r>
              <a:rPr lang="zh-CN" altLang="en-US" dirty="0"/>
              <a:t>是一个合数，其模</a:t>
            </a:r>
            <a:r>
              <a:rPr lang="en-US" altLang="zh-CN" dirty="0"/>
              <a:t>b^(n-1)≠1mod(n) </a:t>
            </a:r>
            <a:r>
              <a:rPr lang="zh-CN" altLang="en-US" dirty="0"/>
              <a:t>不成立</a:t>
            </a:r>
            <a:r>
              <a:rPr lang="en-US" altLang="zh-CN" dirty="0"/>
              <a:t> </a:t>
            </a:r>
            <a:r>
              <a:rPr lang="zh-CN" altLang="en-US" dirty="0"/>
              <a:t>。意味着即使等式（</a:t>
            </a:r>
            <a:r>
              <a:rPr lang="en-US" altLang="zh-CN" dirty="0"/>
              <a:t>1</a:t>
            </a:r>
            <a:r>
              <a:rPr lang="zh-CN" altLang="en-US" dirty="0"/>
              <a:t>）成立，</a:t>
            </a:r>
            <a:r>
              <a:rPr lang="en-US" altLang="zh-CN" dirty="0"/>
              <a:t>n </a:t>
            </a:r>
            <a:r>
              <a:rPr lang="zh-CN" altLang="en-US" dirty="0"/>
              <a:t>也可能是合数。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5" y="4846638"/>
            <a:ext cx="142875" cy="20113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001125" y="0"/>
            <a:ext cx="142875" cy="48466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0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416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219" y="5885656"/>
            <a:ext cx="1316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5" y="4846638"/>
            <a:ext cx="142875" cy="20113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001125" y="0"/>
            <a:ext cx="142875" cy="48466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2"/>
          </p:nvPr>
        </p:nvSpPr>
        <p:spPr>
          <a:xfrm>
            <a:off x="457200" y="6172200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416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4"/>
          </p:nvPr>
        </p:nvSpPr>
        <p:spPr>
          <a:xfrm rot="16200000">
            <a:off x="8227219" y="5885656"/>
            <a:ext cx="1316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0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416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219" y="5885656"/>
            <a:ext cx="1316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2400" b="1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001125" y="0"/>
            <a:ext cx="142875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01125" y="1371600"/>
            <a:ext cx="142875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 cap="all" spc="-6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ts val="600"/>
        </a:spcAft>
        <a:buFont typeface="Arial" panose="020B0604020202020204" pitchFamily="34" charset="0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.bin"/><Relationship Id="rId8" Type="http://schemas.openxmlformats.org/officeDocument/2006/relationships/image" Target="../media/image9.wmf"/><Relationship Id="rId7" Type="http://schemas.openxmlformats.org/officeDocument/2006/relationships/oleObject" Target="../embeddings/oleObject7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6.wmf"/><Relationship Id="rId12" Type="http://schemas.openxmlformats.org/officeDocument/2006/relationships/vmlDrawing" Target="../drawings/vmlDrawing2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0.wmf"/><Relationship Id="rId1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1.wmf"/><Relationship Id="rId18" Type="http://schemas.openxmlformats.org/officeDocument/2006/relationships/vmlDrawing" Target="../drawings/vmlDrawing3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8.wmf"/><Relationship Id="rId15" Type="http://schemas.openxmlformats.org/officeDocument/2006/relationships/oleObject" Target="../embeddings/oleObject16.bin"/><Relationship Id="rId14" Type="http://schemas.openxmlformats.org/officeDocument/2006/relationships/image" Target="../media/image17.wmf"/><Relationship Id="rId13" Type="http://schemas.openxmlformats.org/officeDocument/2006/relationships/oleObject" Target="../embeddings/oleObject15.bin"/><Relationship Id="rId12" Type="http://schemas.openxmlformats.org/officeDocument/2006/relationships/image" Target="../media/image16.wmf"/><Relationship Id="rId11" Type="http://schemas.openxmlformats.org/officeDocument/2006/relationships/oleObject" Target="../embeddings/oleObject14.bin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4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21.wmf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17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image" Target="../media/image28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5.wmf"/><Relationship Id="rId12" Type="http://schemas.openxmlformats.org/officeDocument/2006/relationships/vmlDrawing" Target="../drawings/vmlDrawing5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9.wmf"/><Relationship Id="rId1" Type="http://schemas.openxmlformats.org/officeDocument/2006/relationships/oleObject" Target="../embeddings/oleObject21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.bin"/><Relationship Id="rId8" Type="http://schemas.openxmlformats.org/officeDocument/2006/relationships/image" Target="../media/image33.wmf"/><Relationship Id="rId7" Type="http://schemas.openxmlformats.org/officeDocument/2006/relationships/oleObject" Target="../embeddings/oleObject29.bin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30.wmf"/><Relationship Id="rId14" Type="http://schemas.openxmlformats.org/officeDocument/2006/relationships/vmlDrawing" Target="../drawings/vmlDrawing6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35.wmf"/><Relationship Id="rId11" Type="http://schemas.openxmlformats.org/officeDocument/2006/relationships/oleObject" Target="../embeddings/oleObject31.bin"/><Relationship Id="rId10" Type="http://schemas.openxmlformats.org/officeDocument/2006/relationships/image" Target="../media/image34.wmf"/><Relationship Id="rId1" Type="http://schemas.openxmlformats.org/officeDocument/2006/relationships/oleObject" Target="../embeddings/oleObject26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35.bin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36.wmf"/><Relationship Id="rId14" Type="http://schemas.openxmlformats.org/officeDocument/2006/relationships/vmlDrawing" Target="../drawings/vmlDrawing7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37.bin"/><Relationship Id="rId10" Type="http://schemas.openxmlformats.org/officeDocument/2006/relationships/image" Target="../media/image40.wmf"/><Relationship Id="rId1" Type="http://schemas.openxmlformats.org/officeDocument/2006/relationships/oleObject" Target="../embeddings/oleObject32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.bin"/><Relationship Id="rId8" Type="http://schemas.openxmlformats.org/officeDocument/2006/relationships/image" Target="../media/image45.wmf"/><Relationship Id="rId7" Type="http://schemas.openxmlformats.org/officeDocument/2006/relationships/oleObject" Target="../embeddings/oleObject41.bin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43.wmf"/><Relationship Id="rId3" Type="http://schemas.openxmlformats.org/officeDocument/2006/relationships/oleObject" Target="../embeddings/oleObject39.bin"/><Relationship Id="rId2" Type="http://schemas.openxmlformats.org/officeDocument/2006/relationships/image" Target="../media/image42.wmf"/><Relationship Id="rId14" Type="http://schemas.openxmlformats.org/officeDocument/2006/relationships/vmlDrawing" Target="../drawings/vmlDrawing8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47.wmf"/><Relationship Id="rId11" Type="http://schemas.openxmlformats.org/officeDocument/2006/relationships/oleObject" Target="../embeddings/oleObject43.bin"/><Relationship Id="rId10" Type="http://schemas.openxmlformats.org/officeDocument/2006/relationships/image" Target="../media/image46.wmf"/><Relationship Id="rId1" Type="http://schemas.openxmlformats.org/officeDocument/2006/relationships/oleObject" Target="../embeddings/oleObject38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.bin"/><Relationship Id="rId8" Type="http://schemas.openxmlformats.org/officeDocument/2006/relationships/image" Target="../media/image51.wmf"/><Relationship Id="rId7" Type="http://schemas.openxmlformats.org/officeDocument/2006/relationships/oleObject" Target="../embeddings/oleObject47.bin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9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48.wmf"/><Relationship Id="rId14" Type="http://schemas.openxmlformats.org/officeDocument/2006/relationships/vmlDrawing" Target="../drawings/vmlDrawing9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3.wmf"/><Relationship Id="rId11" Type="http://schemas.openxmlformats.org/officeDocument/2006/relationships/oleObject" Target="../embeddings/oleObject49.bin"/><Relationship Id="rId10" Type="http://schemas.openxmlformats.org/officeDocument/2006/relationships/image" Target="../media/image52.wmf"/><Relationship Id="rId1" Type="http://schemas.openxmlformats.org/officeDocument/2006/relationships/oleObject" Target="../embeddings/oleObject44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4.bin"/><Relationship Id="rId8" Type="http://schemas.openxmlformats.org/officeDocument/2006/relationships/image" Target="../media/image57.wmf"/><Relationship Id="rId7" Type="http://schemas.openxmlformats.org/officeDocument/2006/relationships/oleObject" Target="../embeddings/oleObject53.bin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54.wmf"/><Relationship Id="rId15" Type="http://schemas.openxmlformats.org/officeDocument/2006/relationships/notesSlide" Target="../notesSlides/notesSlide2.xml"/><Relationship Id="rId14" Type="http://schemas.openxmlformats.org/officeDocument/2006/relationships/vmlDrawing" Target="../drawings/vmlDrawing10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9.wmf"/><Relationship Id="rId11" Type="http://schemas.openxmlformats.org/officeDocument/2006/relationships/oleObject" Target="../embeddings/oleObject55.bin"/><Relationship Id="rId10" Type="http://schemas.openxmlformats.org/officeDocument/2006/relationships/image" Target="../media/image58.wmf"/><Relationship Id="rId1" Type="http://schemas.openxmlformats.org/officeDocument/2006/relationships/oleObject" Target="../embeddings/oleObject50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64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63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2.w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61.wmf"/><Relationship Id="rId12" Type="http://schemas.openxmlformats.org/officeDocument/2006/relationships/vmlDrawing" Target="../drawings/vmlDrawing11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65.wmf"/><Relationship Id="rId1" Type="http://schemas.openxmlformats.org/officeDocument/2006/relationships/oleObject" Target="../embeddings/oleObject56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5.bin"/><Relationship Id="rId8" Type="http://schemas.openxmlformats.org/officeDocument/2006/relationships/image" Target="../media/image69.wmf"/><Relationship Id="rId7" Type="http://schemas.openxmlformats.org/officeDocument/2006/relationships/oleObject" Target="../embeddings/oleObject64.bin"/><Relationship Id="rId6" Type="http://schemas.openxmlformats.org/officeDocument/2006/relationships/image" Target="../media/image68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67.wmf"/><Relationship Id="rId3" Type="http://schemas.openxmlformats.org/officeDocument/2006/relationships/oleObject" Target="../embeddings/oleObject62.bin"/><Relationship Id="rId2" Type="http://schemas.openxmlformats.org/officeDocument/2006/relationships/image" Target="../media/image66.wmf"/><Relationship Id="rId14" Type="http://schemas.openxmlformats.org/officeDocument/2006/relationships/vmlDrawing" Target="../drawings/vmlDrawing12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71.wmf"/><Relationship Id="rId11" Type="http://schemas.openxmlformats.org/officeDocument/2006/relationships/oleObject" Target="../embeddings/oleObject66.bin"/><Relationship Id="rId10" Type="http://schemas.openxmlformats.org/officeDocument/2006/relationships/image" Target="../media/image70.wmf"/><Relationship Id="rId1" Type="http://schemas.openxmlformats.org/officeDocument/2006/relationships/oleObject" Target="../embeddings/oleObject61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1.bin"/><Relationship Id="rId8" Type="http://schemas.openxmlformats.org/officeDocument/2006/relationships/image" Target="../media/image75.wmf"/><Relationship Id="rId7" Type="http://schemas.openxmlformats.org/officeDocument/2006/relationships/oleObject" Target="../embeddings/oleObject70.bin"/><Relationship Id="rId6" Type="http://schemas.openxmlformats.org/officeDocument/2006/relationships/image" Target="../media/image74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73.wmf"/><Relationship Id="rId3" Type="http://schemas.openxmlformats.org/officeDocument/2006/relationships/oleObject" Target="../embeddings/oleObject68.bin"/><Relationship Id="rId2" Type="http://schemas.openxmlformats.org/officeDocument/2006/relationships/image" Target="../media/image72.wmf"/><Relationship Id="rId16" Type="http://schemas.openxmlformats.org/officeDocument/2006/relationships/vmlDrawing" Target="../drawings/vmlDrawing13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78.wmf"/><Relationship Id="rId13" Type="http://schemas.openxmlformats.org/officeDocument/2006/relationships/oleObject" Target="../embeddings/oleObject73.bin"/><Relationship Id="rId12" Type="http://schemas.openxmlformats.org/officeDocument/2006/relationships/image" Target="../media/image77.wmf"/><Relationship Id="rId11" Type="http://schemas.openxmlformats.org/officeDocument/2006/relationships/oleObject" Target="../embeddings/oleObject72.bin"/><Relationship Id="rId10" Type="http://schemas.openxmlformats.org/officeDocument/2006/relationships/image" Target="../media/image76.wmf"/><Relationship Id="rId1" Type="http://schemas.openxmlformats.org/officeDocument/2006/relationships/oleObject" Target="../embeddings/oleObject67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8.bin"/><Relationship Id="rId8" Type="http://schemas.openxmlformats.org/officeDocument/2006/relationships/image" Target="../media/image82.w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81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80.wmf"/><Relationship Id="rId3" Type="http://schemas.openxmlformats.org/officeDocument/2006/relationships/oleObject" Target="../embeddings/oleObject75.bin"/><Relationship Id="rId2" Type="http://schemas.openxmlformats.org/officeDocument/2006/relationships/image" Target="../media/image79.wmf"/><Relationship Id="rId12" Type="http://schemas.openxmlformats.org/officeDocument/2006/relationships/vmlDrawing" Target="../drawings/vmlDrawing14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83.wmf"/><Relationship Id="rId1" Type="http://schemas.openxmlformats.org/officeDocument/2006/relationships/oleObject" Target="../embeddings/oleObject74.bin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4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5.wmf"/><Relationship Id="rId1" Type="http://schemas.openxmlformats.org/officeDocument/2006/relationships/oleObject" Target="../embeddings/oleObject79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8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87.wmf"/><Relationship Id="rId3" Type="http://schemas.openxmlformats.org/officeDocument/2006/relationships/oleObject" Target="../embeddings/oleObject81.bin"/><Relationship Id="rId2" Type="http://schemas.openxmlformats.org/officeDocument/2006/relationships/image" Target="../media/image86.wmf"/><Relationship Id="rId1" Type="http://schemas.openxmlformats.org/officeDocument/2006/relationships/oleObject" Target="../embeddings/oleObject80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7.bin"/><Relationship Id="rId8" Type="http://schemas.openxmlformats.org/officeDocument/2006/relationships/image" Target="../media/image92.wmf"/><Relationship Id="rId7" Type="http://schemas.openxmlformats.org/officeDocument/2006/relationships/oleObject" Target="../embeddings/oleObject86.bin"/><Relationship Id="rId6" Type="http://schemas.openxmlformats.org/officeDocument/2006/relationships/image" Target="../media/image91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90.wmf"/><Relationship Id="rId3" Type="http://schemas.openxmlformats.org/officeDocument/2006/relationships/oleObject" Target="../embeddings/oleObject84.bin"/><Relationship Id="rId22" Type="http://schemas.openxmlformats.org/officeDocument/2006/relationships/vmlDrawing" Target="../drawings/vmlDrawing17.v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98.png"/><Relationship Id="rId2" Type="http://schemas.openxmlformats.org/officeDocument/2006/relationships/image" Target="../media/image89.wmf"/><Relationship Id="rId19" Type="http://schemas.openxmlformats.org/officeDocument/2006/relationships/customXml" Target="../ink/ink1.xml"/><Relationship Id="rId18" Type="http://schemas.openxmlformats.org/officeDocument/2006/relationships/image" Target="../media/image97.wmf"/><Relationship Id="rId17" Type="http://schemas.openxmlformats.org/officeDocument/2006/relationships/oleObject" Target="../embeddings/oleObject91.bin"/><Relationship Id="rId16" Type="http://schemas.openxmlformats.org/officeDocument/2006/relationships/image" Target="../media/image96.wmf"/><Relationship Id="rId15" Type="http://schemas.openxmlformats.org/officeDocument/2006/relationships/oleObject" Target="../embeddings/oleObject90.bin"/><Relationship Id="rId14" Type="http://schemas.openxmlformats.org/officeDocument/2006/relationships/image" Target="../media/image95.wmf"/><Relationship Id="rId13" Type="http://schemas.openxmlformats.org/officeDocument/2006/relationships/oleObject" Target="../embeddings/oleObject89.bin"/><Relationship Id="rId12" Type="http://schemas.openxmlformats.org/officeDocument/2006/relationships/image" Target="../media/image94.wmf"/><Relationship Id="rId11" Type="http://schemas.openxmlformats.org/officeDocument/2006/relationships/oleObject" Target="../embeddings/oleObject88.bin"/><Relationship Id="rId10" Type="http://schemas.openxmlformats.org/officeDocument/2006/relationships/image" Target="../media/image93.wmf"/><Relationship Id="rId1" Type="http://schemas.openxmlformats.org/officeDocument/2006/relationships/oleObject" Target="../embeddings/oleObject83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9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3.wmf"/><Relationship Id="rId7" Type="http://schemas.openxmlformats.org/officeDocument/2006/relationships/oleObject" Target="../embeddings/oleObject95.bin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101.wmf"/><Relationship Id="rId3" Type="http://schemas.openxmlformats.org/officeDocument/2006/relationships/oleObject" Target="../embeddings/oleObject93.bin"/><Relationship Id="rId2" Type="http://schemas.openxmlformats.org/officeDocument/2006/relationships/image" Target="../media/image100.wmf"/><Relationship Id="rId10" Type="http://schemas.openxmlformats.org/officeDocument/2006/relationships/vmlDrawing" Target="../drawings/vmlDrawing18.vml"/><Relationship Id="rId1" Type="http://schemas.openxmlformats.org/officeDocument/2006/relationships/oleObject" Target="../embeddings/oleObject92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0.bin"/><Relationship Id="rId8" Type="http://schemas.openxmlformats.org/officeDocument/2006/relationships/image" Target="../media/image107.wmf"/><Relationship Id="rId7" Type="http://schemas.openxmlformats.org/officeDocument/2006/relationships/oleObject" Target="../embeddings/oleObject99.bin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98.bin"/><Relationship Id="rId4" Type="http://schemas.openxmlformats.org/officeDocument/2006/relationships/image" Target="../media/image105.wmf"/><Relationship Id="rId3" Type="http://schemas.openxmlformats.org/officeDocument/2006/relationships/oleObject" Target="../embeddings/oleObject97.bin"/><Relationship Id="rId20" Type="http://schemas.openxmlformats.org/officeDocument/2006/relationships/vmlDrawing" Target="../drawings/vmlDrawing19.vml"/><Relationship Id="rId2" Type="http://schemas.openxmlformats.org/officeDocument/2006/relationships/image" Target="../media/image104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12.wmf"/><Relationship Id="rId17" Type="http://schemas.openxmlformats.org/officeDocument/2006/relationships/oleObject" Target="../embeddings/oleObject104.bin"/><Relationship Id="rId16" Type="http://schemas.openxmlformats.org/officeDocument/2006/relationships/image" Target="../media/image111.wmf"/><Relationship Id="rId15" Type="http://schemas.openxmlformats.org/officeDocument/2006/relationships/oleObject" Target="../embeddings/oleObject103.bin"/><Relationship Id="rId14" Type="http://schemas.openxmlformats.org/officeDocument/2006/relationships/image" Target="../media/image110.wmf"/><Relationship Id="rId13" Type="http://schemas.openxmlformats.org/officeDocument/2006/relationships/oleObject" Target="../embeddings/oleObject102.bin"/><Relationship Id="rId12" Type="http://schemas.openxmlformats.org/officeDocument/2006/relationships/image" Target="../media/image109.wmf"/><Relationship Id="rId11" Type="http://schemas.openxmlformats.org/officeDocument/2006/relationships/oleObject" Target="../embeddings/oleObject101.bin"/><Relationship Id="rId10" Type="http://schemas.openxmlformats.org/officeDocument/2006/relationships/image" Target="../media/image108.wmf"/><Relationship Id="rId1" Type="http://schemas.openxmlformats.org/officeDocument/2006/relationships/oleObject" Target="../embeddings/oleObject96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9.bin"/><Relationship Id="rId8" Type="http://schemas.openxmlformats.org/officeDocument/2006/relationships/image" Target="../media/image116.wmf"/><Relationship Id="rId7" Type="http://schemas.openxmlformats.org/officeDocument/2006/relationships/oleObject" Target="../embeddings/oleObject108.bin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114.wmf"/><Relationship Id="rId3" Type="http://schemas.openxmlformats.org/officeDocument/2006/relationships/oleObject" Target="../embeddings/oleObject106.bin"/><Relationship Id="rId2" Type="http://schemas.openxmlformats.org/officeDocument/2006/relationships/image" Target="../media/image113.wmf"/><Relationship Id="rId12" Type="http://schemas.openxmlformats.org/officeDocument/2006/relationships/vmlDrawing" Target="../drawings/vmlDrawing20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17.wmf"/><Relationship Id="rId1" Type="http://schemas.openxmlformats.org/officeDocument/2006/relationships/oleObject" Target="../embeddings/oleObject105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4.bin"/><Relationship Id="rId8" Type="http://schemas.openxmlformats.org/officeDocument/2006/relationships/image" Target="../media/image121.wmf"/><Relationship Id="rId7" Type="http://schemas.openxmlformats.org/officeDocument/2006/relationships/oleObject" Target="../embeddings/oleObject113.bin"/><Relationship Id="rId6" Type="http://schemas.openxmlformats.org/officeDocument/2006/relationships/image" Target="../media/image120.w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119.wmf"/><Relationship Id="rId3" Type="http://schemas.openxmlformats.org/officeDocument/2006/relationships/oleObject" Target="../embeddings/oleObject111.bin"/><Relationship Id="rId2" Type="http://schemas.openxmlformats.org/officeDocument/2006/relationships/image" Target="../media/image118.wmf"/><Relationship Id="rId16" Type="http://schemas.openxmlformats.org/officeDocument/2006/relationships/vmlDrawing" Target="../drawings/vmlDrawing21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24.wmf"/><Relationship Id="rId13" Type="http://schemas.openxmlformats.org/officeDocument/2006/relationships/oleObject" Target="../embeddings/oleObject116.bin"/><Relationship Id="rId12" Type="http://schemas.openxmlformats.org/officeDocument/2006/relationships/image" Target="../media/image123.wmf"/><Relationship Id="rId11" Type="http://schemas.openxmlformats.org/officeDocument/2006/relationships/oleObject" Target="../embeddings/oleObject115.bin"/><Relationship Id="rId10" Type="http://schemas.openxmlformats.org/officeDocument/2006/relationships/image" Target="../media/image122.wmf"/><Relationship Id="rId1" Type="http://schemas.openxmlformats.org/officeDocument/2006/relationships/oleObject" Target="../embeddings/oleObject110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1.bin"/><Relationship Id="rId8" Type="http://schemas.openxmlformats.org/officeDocument/2006/relationships/image" Target="../media/image128.wmf"/><Relationship Id="rId7" Type="http://schemas.openxmlformats.org/officeDocument/2006/relationships/oleObject" Target="../embeddings/oleObject120.bin"/><Relationship Id="rId6" Type="http://schemas.openxmlformats.org/officeDocument/2006/relationships/image" Target="../media/image127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26.wmf"/><Relationship Id="rId3" Type="http://schemas.openxmlformats.org/officeDocument/2006/relationships/oleObject" Target="../embeddings/oleObject118.bin"/><Relationship Id="rId2" Type="http://schemas.openxmlformats.org/officeDocument/2006/relationships/image" Target="../media/image125.wmf"/><Relationship Id="rId18" Type="http://schemas.openxmlformats.org/officeDocument/2006/relationships/vmlDrawing" Target="../drawings/vmlDrawing22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32.wmf"/><Relationship Id="rId15" Type="http://schemas.openxmlformats.org/officeDocument/2006/relationships/oleObject" Target="../embeddings/oleObject124.bin"/><Relationship Id="rId14" Type="http://schemas.openxmlformats.org/officeDocument/2006/relationships/image" Target="../media/image131.wmf"/><Relationship Id="rId13" Type="http://schemas.openxmlformats.org/officeDocument/2006/relationships/oleObject" Target="../embeddings/oleObject123.bin"/><Relationship Id="rId12" Type="http://schemas.openxmlformats.org/officeDocument/2006/relationships/image" Target="../media/image130.wmf"/><Relationship Id="rId11" Type="http://schemas.openxmlformats.org/officeDocument/2006/relationships/oleObject" Target="../embeddings/oleObject122.bin"/><Relationship Id="rId10" Type="http://schemas.openxmlformats.org/officeDocument/2006/relationships/image" Target="../media/image129.wmf"/><Relationship Id="rId1" Type="http://schemas.openxmlformats.org/officeDocument/2006/relationships/oleObject" Target="../embeddings/oleObject117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35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34.wmf"/><Relationship Id="rId3" Type="http://schemas.openxmlformats.org/officeDocument/2006/relationships/oleObject" Target="../embeddings/oleObject126.bin"/><Relationship Id="rId2" Type="http://schemas.openxmlformats.org/officeDocument/2006/relationships/image" Target="../media/image133.wmf"/><Relationship Id="rId1" Type="http://schemas.openxmlformats.org/officeDocument/2006/relationships/oleObject" Target="../embeddings/oleObject125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4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37.wmf"/><Relationship Id="rId3" Type="http://schemas.openxmlformats.org/officeDocument/2006/relationships/oleObject" Target="../embeddings/oleObject129.bin"/><Relationship Id="rId2" Type="http://schemas.openxmlformats.org/officeDocument/2006/relationships/image" Target="../media/image136.wmf"/><Relationship Id="rId1" Type="http://schemas.openxmlformats.org/officeDocument/2006/relationships/oleObject" Target="../embeddings/oleObject128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42.wmf"/><Relationship Id="rId7" Type="http://schemas.openxmlformats.org/officeDocument/2006/relationships/oleObject" Target="../embeddings/oleObject134.bin"/><Relationship Id="rId6" Type="http://schemas.openxmlformats.org/officeDocument/2006/relationships/image" Target="../media/image141.wmf"/><Relationship Id="rId5" Type="http://schemas.openxmlformats.org/officeDocument/2006/relationships/oleObject" Target="../embeddings/oleObject133.bin"/><Relationship Id="rId4" Type="http://schemas.openxmlformats.org/officeDocument/2006/relationships/image" Target="../media/image140.wmf"/><Relationship Id="rId3" Type="http://schemas.openxmlformats.org/officeDocument/2006/relationships/oleObject" Target="../embeddings/oleObject132.bin"/><Relationship Id="rId2" Type="http://schemas.openxmlformats.org/officeDocument/2006/relationships/image" Target="../media/image139.wmf"/><Relationship Id="rId10" Type="http://schemas.openxmlformats.org/officeDocument/2006/relationships/vmlDrawing" Target="../drawings/vmlDrawing25.vml"/><Relationship Id="rId1" Type="http://schemas.openxmlformats.org/officeDocument/2006/relationships/oleObject" Target="../embeddings/oleObject131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46.wmf"/><Relationship Id="rId7" Type="http://schemas.openxmlformats.org/officeDocument/2006/relationships/oleObject" Target="../embeddings/oleObject138.bin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44.wmf"/><Relationship Id="rId3" Type="http://schemas.openxmlformats.org/officeDocument/2006/relationships/oleObject" Target="../embeddings/oleObject136.bin"/><Relationship Id="rId2" Type="http://schemas.openxmlformats.org/officeDocument/2006/relationships/image" Target="../media/image143.wmf"/><Relationship Id="rId10" Type="http://schemas.openxmlformats.org/officeDocument/2006/relationships/vmlDrawing" Target="../drawings/vmlDrawing26.vml"/><Relationship Id="rId1" Type="http://schemas.openxmlformats.org/officeDocument/2006/relationships/oleObject" Target="../embeddings/oleObject135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3.bin"/><Relationship Id="rId8" Type="http://schemas.openxmlformats.org/officeDocument/2006/relationships/image" Target="../media/image150.wmf"/><Relationship Id="rId7" Type="http://schemas.openxmlformats.org/officeDocument/2006/relationships/oleObject" Target="../embeddings/oleObject142.bin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48.wmf"/><Relationship Id="rId3" Type="http://schemas.openxmlformats.org/officeDocument/2006/relationships/oleObject" Target="../embeddings/oleObject140.bin"/><Relationship Id="rId20" Type="http://schemas.openxmlformats.org/officeDocument/2006/relationships/vmlDrawing" Target="../drawings/vmlDrawing27.vml"/><Relationship Id="rId2" Type="http://schemas.openxmlformats.org/officeDocument/2006/relationships/image" Target="../media/image147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55.wmf"/><Relationship Id="rId17" Type="http://schemas.openxmlformats.org/officeDocument/2006/relationships/oleObject" Target="../embeddings/oleObject147.bin"/><Relationship Id="rId16" Type="http://schemas.openxmlformats.org/officeDocument/2006/relationships/image" Target="../media/image154.wmf"/><Relationship Id="rId15" Type="http://schemas.openxmlformats.org/officeDocument/2006/relationships/oleObject" Target="../embeddings/oleObject146.bin"/><Relationship Id="rId14" Type="http://schemas.openxmlformats.org/officeDocument/2006/relationships/image" Target="../media/image153.wmf"/><Relationship Id="rId13" Type="http://schemas.openxmlformats.org/officeDocument/2006/relationships/oleObject" Target="../embeddings/oleObject145.bin"/><Relationship Id="rId12" Type="http://schemas.openxmlformats.org/officeDocument/2006/relationships/image" Target="../media/image152.wmf"/><Relationship Id="rId11" Type="http://schemas.openxmlformats.org/officeDocument/2006/relationships/oleObject" Target="../embeddings/oleObject144.bin"/><Relationship Id="rId10" Type="http://schemas.openxmlformats.org/officeDocument/2006/relationships/image" Target="../media/image151.wmf"/><Relationship Id="rId1" Type="http://schemas.openxmlformats.org/officeDocument/2006/relationships/oleObject" Target="../embeddings/oleObject139.bin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vmlDrawing" Target="../drawings/vmlDrawing2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7.wmf"/><Relationship Id="rId3" Type="http://schemas.openxmlformats.org/officeDocument/2006/relationships/oleObject" Target="../embeddings/oleObject149.bin"/><Relationship Id="rId2" Type="http://schemas.openxmlformats.org/officeDocument/2006/relationships/image" Target="../media/image156.wmf"/><Relationship Id="rId1" Type="http://schemas.openxmlformats.org/officeDocument/2006/relationships/oleObject" Target="../embeddings/oleObject148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60.wmf"/><Relationship Id="rId5" Type="http://schemas.openxmlformats.org/officeDocument/2006/relationships/oleObject" Target="../embeddings/oleObject152.bin"/><Relationship Id="rId4" Type="http://schemas.openxmlformats.org/officeDocument/2006/relationships/image" Target="../media/image159.wmf"/><Relationship Id="rId3" Type="http://schemas.openxmlformats.org/officeDocument/2006/relationships/oleObject" Target="../embeddings/oleObject151.bin"/><Relationship Id="rId2" Type="http://schemas.openxmlformats.org/officeDocument/2006/relationships/image" Target="../media/image158.wmf"/><Relationship Id="rId1" Type="http://schemas.openxmlformats.org/officeDocument/2006/relationships/oleObject" Target="../embeddings/oleObject150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7.bin"/><Relationship Id="rId8" Type="http://schemas.openxmlformats.org/officeDocument/2006/relationships/image" Target="../media/image164.wmf"/><Relationship Id="rId7" Type="http://schemas.openxmlformats.org/officeDocument/2006/relationships/oleObject" Target="../embeddings/oleObject156.bin"/><Relationship Id="rId6" Type="http://schemas.openxmlformats.org/officeDocument/2006/relationships/image" Target="../media/image163.wmf"/><Relationship Id="rId5" Type="http://schemas.openxmlformats.org/officeDocument/2006/relationships/oleObject" Target="../embeddings/oleObject155.bin"/><Relationship Id="rId4" Type="http://schemas.openxmlformats.org/officeDocument/2006/relationships/image" Target="../media/image162.wmf"/><Relationship Id="rId3" Type="http://schemas.openxmlformats.org/officeDocument/2006/relationships/oleObject" Target="../embeddings/oleObject154.bin"/><Relationship Id="rId2" Type="http://schemas.openxmlformats.org/officeDocument/2006/relationships/image" Target="../media/image161.wmf"/><Relationship Id="rId14" Type="http://schemas.openxmlformats.org/officeDocument/2006/relationships/vmlDrawing" Target="../drawings/vmlDrawing30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66.wmf"/><Relationship Id="rId11" Type="http://schemas.openxmlformats.org/officeDocument/2006/relationships/oleObject" Target="../embeddings/oleObject158.bin"/><Relationship Id="rId10" Type="http://schemas.openxmlformats.org/officeDocument/2006/relationships/image" Target="../media/image165.wmf"/><Relationship Id="rId1" Type="http://schemas.openxmlformats.org/officeDocument/2006/relationships/oleObject" Target="../embeddings/oleObject153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3.bin"/><Relationship Id="rId8" Type="http://schemas.openxmlformats.org/officeDocument/2006/relationships/image" Target="../media/image170.wmf"/><Relationship Id="rId7" Type="http://schemas.openxmlformats.org/officeDocument/2006/relationships/oleObject" Target="../embeddings/oleObject162.bin"/><Relationship Id="rId6" Type="http://schemas.openxmlformats.org/officeDocument/2006/relationships/image" Target="../media/image169.wmf"/><Relationship Id="rId5" Type="http://schemas.openxmlformats.org/officeDocument/2006/relationships/oleObject" Target="../embeddings/oleObject161.bin"/><Relationship Id="rId4" Type="http://schemas.openxmlformats.org/officeDocument/2006/relationships/image" Target="../media/image168.wmf"/><Relationship Id="rId3" Type="http://schemas.openxmlformats.org/officeDocument/2006/relationships/oleObject" Target="../embeddings/oleObject160.bin"/><Relationship Id="rId2" Type="http://schemas.openxmlformats.org/officeDocument/2006/relationships/image" Target="../media/image167.wmf"/><Relationship Id="rId14" Type="http://schemas.openxmlformats.org/officeDocument/2006/relationships/vmlDrawing" Target="../drawings/vmlDrawing31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72.wmf"/><Relationship Id="rId11" Type="http://schemas.openxmlformats.org/officeDocument/2006/relationships/oleObject" Target="../embeddings/oleObject164.bin"/><Relationship Id="rId10" Type="http://schemas.openxmlformats.org/officeDocument/2006/relationships/image" Target="../media/image171.wmf"/><Relationship Id="rId1" Type="http://schemas.openxmlformats.org/officeDocument/2006/relationships/oleObject" Target="../embeddings/oleObject159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9.bin"/><Relationship Id="rId8" Type="http://schemas.openxmlformats.org/officeDocument/2006/relationships/image" Target="../media/image176.wmf"/><Relationship Id="rId7" Type="http://schemas.openxmlformats.org/officeDocument/2006/relationships/oleObject" Target="../embeddings/oleObject168.bin"/><Relationship Id="rId6" Type="http://schemas.openxmlformats.org/officeDocument/2006/relationships/image" Target="../media/image175.w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74.wmf"/><Relationship Id="rId3" Type="http://schemas.openxmlformats.org/officeDocument/2006/relationships/oleObject" Target="../embeddings/oleObject166.bin"/><Relationship Id="rId2" Type="http://schemas.openxmlformats.org/officeDocument/2006/relationships/image" Target="../media/image173.wmf"/><Relationship Id="rId18" Type="http://schemas.openxmlformats.org/officeDocument/2006/relationships/vmlDrawing" Target="../drawings/vmlDrawing32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80.wmf"/><Relationship Id="rId15" Type="http://schemas.openxmlformats.org/officeDocument/2006/relationships/oleObject" Target="../embeddings/oleObject172.bin"/><Relationship Id="rId14" Type="http://schemas.openxmlformats.org/officeDocument/2006/relationships/image" Target="../media/image179.wmf"/><Relationship Id="rId13" Type="http://schemas.openxmlformats.org/officeDocument/2006/relationships/oleObject" Target="../embeddings/oleObject171.bin"/><Relationship Id="rId12" Type="http://schemas.openxmlformats.org/officeDocument/2006/relationships/image" Target="../media/image178.wmf"/><Relationship Id="rId11" Type="http://schemas.openxmlformats.org/officeDocument/2006/relationships/oleObject" Target="../embeddings/oleObject170.bin"/><Relationship Id="rId10" Type="http://schemas.openxmlformats.org/officeDocument/2006/relationships/image" Target="../media/image177.wmf"/><Relationship Id="rId1" Type="http://schemas.openxmlformats.org/officeDocument/2006/relationships/oleObject" Target="../embeddings/oleObject165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84.wmf"/><Relationship Id="rId7" Type="http://schemas.openxmlformats.org/officeDocument/2006/relationships/oleObject" Target="../embeddings/oleObject176.bin"/><Relationship Id="rId6" Type="http://schemas.openxmlformats.org/officeDocument/2006/relationships/image" Target="../media/image183.wmf"/><Relationship Id="rId5" Type="http://schemas.openxmlformats.org/officeDocument/2006/relationships/oleObject" Target="../embeddings/oleObject175.bin"/><Relationship Id="rId4" Type="http://schemas.openxmlformats.org/officeDocument/2006/relationships/image" Target="../media/image182.wmf"/><Relationship Id="rId3" Type="http://schemas.openxmlformats.org/officeDocument/2006/relationships/oleObject" Target="../embeddings/oleObject174.bin"/><Relationship Id="rId2" Type="http://schemas.openxmlformats.org/officeDocument/2006/relationships/image" Target="../media/image181.wmf"/><Relationship Id="rId11" Type="http://schemas.openxmlformats.org/officeDocument/2006/relationships/notesSlide" Target="../notesSlides/notesSlide5.xml"/><Relationship Id="rId10" Type="http://schemas.openxmlformats.org/officeDocument/2006/relationships/vmlDrawing" Target="../drawings/vmlDrawing33.vml"/><Relationship Id="rId1" Type="http://schemas.openxmlformats.org/officeDocument/2006/relationships/oleObject" Target="../embeddings/oleObject173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1.bin"/><Relationship Id="rId8" Type="http://schemas.openxmlformats.org/officeDocument/2006/relationships/image" Target="../media/image188.wmf"/><Relationship Id="rId7" Type="http://schemas.openxmlformats.org/officeDocument/2006/relationships/oleObject" Target="../embeddings/oleObject180.bin"/><Relationship Id="rId6" Type="http://schemas.openxmlformats.org/officeDocument/2006/relationships/image" Target="../media/image187.wmf"/><Relationship Id="rId5" Type="http://schemas.openxmlformats.org/officeDocument/2006/relationships/oleObject" Target="../embeddings/oleObject179.bin"/><Relationship Id="rId4" Type="http://schemas.openxmlformats.org/officeDocument/2006/relationships/image" Target="../media/image186.wmf"/><Relationship Id="rId3" Type="http://schemas.openxmlformats.org/officeDocument/2006/relationships/oleObject" Target="../embeddings/oleObject178.bin"/><Relationship Id="rId2" Type="http://schemas.openxmlformats.org/officeDocument/2006/relationships/image" Target="../media/image185.wmf"/><Relationship Id="rId18" Type="http://schemas.openxmlformats.org/officeDocument/2006/relationships/vmlDrawing" Target="../drawings/vmlDrawing34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92.wmf"/><Relationship Id="rId15" Type="http://schemas.openxmlformats.org/officeDocument/2006/relationships/oleObject" Target="../embeddings/oleObject184.bin"/><Relationship Id="rId14" Type="http://schemas.openxmlformats.org/officeDocument/2006/relationships/image" Target="../media/image191.wmf"/><Relationship Id="rId13" Type="http://schemas.openxmlformats.org/officeDocument/2006/relationships/oleObject" Target="../embeddings/oleObject183.bin"/><Relationship Id="rId12" Type="http://schemas.openxmlformats.org/officeDocument/2006/relationships/image" Target="../media/image190.wmf"/><Relationship Id="rId11" Type="http://schemas.openxmlformats.org/officeDocument/2006/relationships/oleObject" Target="../embeddings/oleObject182.bin"/><Relationship Id="rId10" Type="http://schemas.openxmlformats.org/officeDocument/2006/relationships/image" Target="../media/image189.wmf"/><Relationship Id="rId1" Type="http://schemas.openxmlformats.org/officeDocument/2006/relationships/oleObject" Target="../embeddings/oleObject177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9.bin"/><Relationship Id="rId8" Type="http://schemas.openxmlformats.org/officeDocument/2006/relationships/image" Target="../media/image196.wmf"/><Relationship Id="rId7" Type="http://schemas.openxmlformats.org/officeDocument/2006/relationships/oleObject" Target="../embeddings/oleObject188.bin"/><Relationship Id="rId6" Type="http://schemas.openxmlformats.org/officeDocument/2006/relationships/image" Target="../media/image195.wmf"/><Relationship Id="rId5" Type="http://schemas.openxmlformats.org/officeDocument/2006/relationships/oleObject" Target="../embeddings/oleObject187.bin"/><Relationship Id="rId4" Type="http://schemas.openxmlformats.org/officeDocument/2006/relationships/image" Target="../media/image194.wmf"/><Relationship Id="rId3" Type="http://schemas.openxmlformats.org/officeDocument/2006/relationships/oleObject" Target="../embeddings/oleObject186.bin"/><Relationship Id="rId2" Type="http://schemas.openxmlformats.org/officeDocument/2006/relationships/image" Target="../media/image193.wmf"/><Relationship Id="rId14" Type="http://schemas.openxmlformats.org/officeDocument/2006/relationships/vmlDrawing" Target="../drawings/vmlDrawing35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98.wmf"/><Relationship Id="rId11" Type="http://schemas.openxmlformats.org/officeDocument/2006/relationships/oleObject" Target="../embeddings/oleObject190.bin"/><Relationship Id="rId10" Type="http://schemas.openxmlformats.org/officeDocument/2006/relationships/image" Target="../media/image197.wmf"/><Relationship Id="rId1" Type="http://schemas.openxmlformats.org/officeDocument/2006/relationships/oleObject" Target="../embeddings/oleObject185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5.bin"/><Relationship Id="rId8" Type="http://schemas.openxmlformats.org/officeDocument/2006/relationships/image" Target="../media/image202.wmf"/><Relationship Id="rId7" Type="http://schemas.openxmlformats.org/officeDocument/2006/relationships/oleObject" Target="../embeddings/oleObject194.bin"/><Relationship Id="rId6" Type="http://schemas.openxmlformats.org/officeDocument/2006/relationships/image" Target="../media/image201.wmf"/><Relationship Id="rId5" Type="http://schemas.openxmlformats.org/officeDocument/2006/relationships/oleObject" Target="../embeddings/oleObject193.bin"/><Relationship Id="rId4" Type="http://schemas.openxmlformats.org/officeDocument/2006/relationships/image" Target="../media/image200.wmf"/><Relationship Id="rId3" Type="http://schemas.openxmlformats.org/officeDocument/2006/relationships/oleObject" Target="../embeddings/oleObject192.bin"/><Relationship Id="rId2" Type="http://schemas.openxmlformats.org/officeDocument/2006/relationships/image" Target="../media/image199.wmf"/><Relationship Id="rId12" Type="http://schemas.openxmlformats.org/officeDocument/2006/relationships/vmlDrawing" Target="../drawings/vmlDrawing36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03.wmf"/><Relationship Id="rId1" Type="http://schemas.openxmlformats.org/officeDocument/2006/relationships/oleObject" Target="../embeddings/oleObject191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07.wmf"/><Relationship Id="rId7" Type="http://schemas.openxmlformats.org/officeDocument/2006/relationships/oleObject" Target="../embeddings/oleObject199.bin"/><Relationship Id="rId6" Type="http://schemas.openxmlformats.org/officeDocument/2006/relationships/image" Target="../media/image206.wmf"/><Relationship Id="rId5" Type="http://schemas.openxmlformats.org/officeDocument/2006/relationships/oleObject" Target="../embeddings/oleObject198.bin"/><Relationship Id="rId4" Type="http://schemas.openxmlformats.org/officeDocument/2006/relationships/image" Target="../media/image205.wmf"/><Relationship Id="rId3" Type="http://schemas.openxmlformats.org/officeDocument/2006/relationships/oleObject" Target="../embeddings/oleObject197.bin"/><Relationship Id="rId2" Type="http://schemas.openxmlformats.org/officeDocument/2006/relationships/image" Target="../media/image204.wmf"/><Relationship Id="rId10" Type="http://schemas.openxmlformats.org/officeDocument/2006/relationships/vmlDrawing" Target="../drawings/vmlDrawing37.vml"/><Relationship Id="rId1" Type="http://schemas.openxmlformats.org/officeDocument/2006/relationships/oleObject" Target="../embeddings/oleObject196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4.bin"/><Relationship Id="rId8" Type="http://schemas.openxmlformats.org/officeDocument/2006/relationships/image" Target="../media/image211.wmf"/><Relationship Id="rId7" Type="http://schemas.openxmlformats.org/officeDocument/2006/relationships/oleObject" Target="../embeddings/oleObject203.bin"/><Relationship Id="rId6" Type="http://schemas.openxmlformats.org/officeDocument/2006/relationships/image" Target="../media/image210.wmf"/><Relationship Id="rId5" Type="http://schemas.openxmlformats.org/officeDocument/2006/relationships/oleObject" Target="../embeddings/oleObject202.bin"/><Relationship Id="rId4" Type="http://schemas.openxmlformats.org/officeDocument/2006/relationships/image" Target="../media/image209.wmf"/><Relationship Id="rId3" Type="http://schemas.openxmlformats.org/officeDocument/2006/relationships/oleObject" Target="../embeddings/oleObject201.bin"/><Relationship Id="rId2" Type="http://schemas.openxmlformats.org/officeDocument/2006/relationships/image" Target="../media/image208.wmf"/><Relationship Id="rId16" Type="http://schemas.openxmlformats.org/officeDocument/2006/relationships/vmlDrawing" Target="../drawings/vmlDrawing38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14.wmf"/><Relationship Id="rId13" Type="http://schemas.openxmlformats.org/officeDocument/2006/relationships/oleObject" Target="../embeddings/oleObject206.bin"/><Relationship Id="rId12" Type="http://schemas.openxmlformats.org/officeDocument/2006/relationships/image" Target="../media/image213.wmf"/><Relationship Id="rId11" Type="http://schemas.openxmlformats.org/officeDocument/2006/relationships/oleObject" Target="../embeddings/oleObject205.bin"/><Relationship Id="rId10" Type="http://schemas.openxmlformats.org/officeDocument/2006/relationships/image" Target="../media/image212.wmf"/><Relationship Id="rId1" Type="http://schemas.openxmlformats.org/officeDocument/2006/relationships/oleObject" Target="../embeddings/oleObject200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1.bin"/><Relationship Id="rId8" Type="http://schemas.openxmlformats.org/officeDocument/2006/relationships/image" Target="../media/image218.wmf"/><Relationship Id="rId7" Type="http://schemas.openxmlformats.org/officeDocument/2006/relationships/oleObject" Target="../embeddings/oleObject210.bin"/><Relationship Id="rId6" Type="http://schemas.openxmlformats.org/officeDocument/2006/relationships/image" Target="../media/image217.wmf"/><Relationship Id="rId5" Type="http://schemas.openxmlformats.org/officeDocument/2006/relationships/oleObject" Target="../embeddings/oleObject209.bin"/><Relationship Id="rId4" Type="http://schemas.openxmlformats.org/officeDocument/2006/relationships/image" Target="../media/image216.wmf"/><Relationship Id="rId3" Type="http://schemas.openxmlformats.org/officeDocument/2006/relationships/oleObject" Target="../embeddings/oleObject208.bin"/><Relationship Id="rId24" Type="http://schemas.openxmlformats.org/officeDocument/2006/relationships/vmlDrawing" Target="../drawings/vmlDrawing39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225.wmf"/><Relationship Id="rId21" Type="http://schemas.openxmlformats.org/officeDocument/2006/relationships/oleObject" Target="../embeddings/oleObject217.bin"/><Relationship Id="rId20" Type="http://schemas.openxmlformats.org/officeDocument/2006/relationships/image" Target="../media/image224.wmf"/><Relationship Id="rId2" Type="http://schemas.openxmlformats.org/officeDocument/2006/relationships/image" Target="../media/image215.wmf"/><Relationship Id="rId19" Type="http://schemas.openxmlformats.org/officeDocument/2006/relationships/oleObject" Target="../embeddings/oleObject216.bin"/><Relationship Id="rId18" Type="http://schemas.openxmlformats.org/officeDocument/2006/relationships/image" Target="../media/image223.wmf"/><Relationship Id="rId17" Type="http://schemas.openxmlformats.org/officeDocument/2006/relationships/oleObject" Target="../embeddings/oleObject215.bin"/><Relationship Id="rId16" Type="http://schemas.openxmlformats.org/officeDocument/2006/relationships/image" Target="../media/image222.wmf"/><Relationship Id="rId15" Type="http://schemas.openxmlformats.org/officeDocument/2006/relationships/oleObject" Target="../embeddings/oleObject214.bin"/><Relationship Id="rId14" Type="http://schemas.openxmlformats.org/officeDocument/2006/relationships/image" Target="../media/image221.wmf"/><Relationship Id="rId13" Type="http://schemas.openxmlformats.org/officeDocument/2006/relationships/oleObject" Target="../embeddings/oleObject213.bin"/><Relationship Id="rId12" Type="http://schemas.openxmlformats.org/officeDocument/2006/relationships/image" Target="../media/image220.wmf"/><Relationship Id="rId11" Type="http://schemas.openxmlformats.org/officeDocument/2006/relationships/oleObject" Target="../embeddings/oleObject212.bin"/><Relationship Id="rId10" Type="http://schemas.openxmlformats.org/officeDocument/2006/relationships/image" Target="../media/image219.wmf"/><Relationship Id="rId1" Type="http://schemas.openxmlformats.org/officeDocument/2006/relationships/oleObject" Target="../embeddings/oleObject207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7.png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0.vml"/><Relationship Id="rId8" Type="http://schemas.openxmlformats.org/officeDocument/2006/relationships/slideLayout" Target="../slideLayouts/slideLayout2.xml"/><Relationship Id="rId7" Type="http://schemas.openxmlformats.org/officeDocument/2006/relationships/oleObject" Target="../embeddings/oleObject221.bin"/><Relationship Id="rId6" Type="http://schemas.openxmlformats.org/officeDocument/2006/relationships/image" Target="../media/image230.wmf"/><Relationship Id="rId5" Type="http://schemas.openxmlformats.org/officeDocument/2006/relationships/oleObject" Target="../embeddings/oleObject220.bin"/><Relationship Id="rId4" Type="http://schemas.openxmlformats.org/officeDocument/2006/relationships/image" Target="../media/image229.wmf"/><Relationship Id="rId3" Type="http://schemas.openxmlformats.org/officeDocument/2006/relationships/oleObject" Target="../embeddings/oleObject219.bin"/><Relationship Id="rId2" Type="http://schemas.openxmlformats.org/officeDocument/2006/relationships/image" Target="../media/image228.wmf"/><Relationship Id="rId1" Type="http://schemas.openxmlformats.org/officeDocument/2006/relationships/oleObject" Target="../embeddings/oleObject218.bin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6.bin"/><Relationship Id="rId8" Type="http://schemas.openxmlformats.org/officeDocument/2006/relationships/image" Target="../media/image234.wmf"/><Relationship Id="rId7" Type="http://schemas.openxmlformats.org/officeDocument/2006/relationships/oleObject" Target="../embeddings/oleObject225.bin"/><Relationship Id="rId6" Type="http://schemas.openxmlformats.org/officeDocument/2006/relationships/image" Target="../media/image233.wmf"/><Relationship Id="rId5" Type="http://schemas.openxmlformats.org/officeDocument/2006/relationships/oleObject" Target="../embeddings/oleObject224.bin"/><Relationship Id="rId4" Type="http://schemas.openxmlformats.org/officeDocument/2006/relationships/image" Target="../media/image232.wmf"/><Relationship Id="rId3" Type="http://schemas.openxmlformats.org/officeDocument/2006/relationships/oleObject" Target="../embeddings/oleObject223.bin"/><Relationship Id="rId2" Type="http://schemas.openxmlformats.org/officeDocument/2006/relationships/image" Target="../media/image231.wmf"/><Relationship Id="rId12" Type="http://schemas.openxmlformats.org/officeDocument/2006/relationships/notesSlide" Target="../notesSlides/notesSlide6.xml"/><Relationship Id="rId11" Type="http://schemas.openxmlformats.org/officeDocument/2006/relationships/vmlDrawing" Target="../drawings/vmlDrawing41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222.bin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5.png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1.bin"/><Relationship Id="rId8" Type="http://schemas.openxmlformats.org/officeDocument/2006/relationships/image" Target="../media/image239.wmf"/><Relationship Id="rId7" Type="http://schemas.openxmlformats.org/officeDocument/2006/relationships/oleObject" Target="../embeddings/oleObject230.bin"/><Relationship Id="rId6" Type="http://schemas.openxmlformats.org/officeDocument/2006/relationships/image" Target="../media/image238.wmf"/><Relationship Id="rId5" Type="http://schemas.openxmlformats.org/officeDocument/2006/relationships/oleObject" Target="../embeddings/oleObject229.bin"/><Relationship Id="rId4" Type="http://schemas.openxmlformats.org/officeDocument/2006/relationships/image" Target="../media/image237.wmf"/><Relationship Id="rId3" Type="http://schemas.openxmlformats.org/officeDocument/2006/relationships/oleObject" Target="../embeddings/oleObject228.bin"/><Relationship Id="rId23" Type="http://schemas.openxmlformats.org/officeDocument/2006/relationships/notesSlide" Target="../notesSlides/notesSlide7.xml"/><Relationship Id="rId22" Type="http://schemas.openxmlformats.org/officeDocument/2006/relationships/vmlDrawing" Target="../drawings/vmlDrawing42.v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245.wmf"/><Relationship Id="rId2" Type="http://schemas.openxmlformats.org/officeDocument/2006/relationships/image" Target="../media/image236.wmf"/><Relationship Id="rId19" Type="http://schemas.openxmlformats.org/officeDocument/2006/relationships/oleObject" Target="../embeddings/oleObject236.bin"/><Relationship Id="rId18" Type="http://schemas.openxmlformats.org/officeDocument/2006/relationships/image" Target="../media/image244.wmf"/><Relationship Id="rId17" Type="http://schemas.openxmlformats.org/officeDocument/2006/relationships/oleObject" Target="../embeddings/oleObject235.bin"/><Relationship Id="rId16" Type="http://schemas.openxmlformats.org/officeDocument/2006/relationships/image" Target="../media/image243.wmf"/><Relationship Id="rId15" Type="http://schemas.openxmlformats.org/officeDocument/2006/relationships/oleObject" Target="../embeddings/oleObject234.bin"/><Relationship Id="rId14" Type="http://schemas.openxmlformats.org/officeDocument/2006/relationships/image" Target="../media/image242.wmf"/><Relationship Id="rId13" Type="http://schemas.openxmlformats.org/officeDocument/2006/relationships/oleObject" Target="../embeddings/oleObject233.bin"/><Relationship Id="rId12" Type="http://schemas.openxmlformats.org/officeDocument/2006/relationships/image" Target="../media/image241.wmf"/><Relationship Id="rId11" Type="http://schemas.openxmlformats.org/officeDocument/2006/relationships/oleObject" Target="../embeddings/oleObject232.bin"/><Relationship Id="rId10" Type="http://schemas.openxmlformats.org/officeDocument/2006/relationships/image" Target="../media/image240.wmf"/><Relationship Id="rId1" Type="http://schemas.openxmlformats.org/officeDocument/2006/relationships/oleObject" Target="../embeddings/oleObject227.bin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1.bin"/><Relationship Id="rId8" Type="http://schemas.openxmlformats.org/officeDocument/2006/relationships/image" Target="../media/image249.wmf"/><Relationship Id="rId7" Type="http://schemas.openxmlformats.org/officeDocument/2006/relationships/oleObject" Target="../embeddings/oleObject240.bin"/><Relationship Id="rId6" Type="http://schemas.openxmlformats.org/officeDocument/2006/relationships/image" Target="../media/image248.wmf"/><Relationship Id="rId5" Type="http://schemas.openxmlformats.org/officeDocument/2006/relationships/oleObject" Target="../embeddings/oleObject239.bin"/><Relationship Id="rId4" Type="http://schemas.openxmlformats.org/officeDocument/2006/relationships/image" Target="../media/image247.wmf"/><Relationship Id="rId3" Type="http://schemas.openxmlformats.org/officeDocument/2006/relationships/oleObject" Target="../embeddings/oleObject238.bin"/><Relationship Id="rId2" Type="http://schemas.openxmlformats.org/officeDocument/2006/relationships/image" Target="../media/image246.wmf"/><Relationship Id="rId16" Type="http://schemas.openxmlformats.org/officeDocument/2006/relationships/vmlDrawing" Target="../drawings/vmlDrawing43.vml"/><Relationship Id="rId15" Type="http://schemas.openxmlformats.org/officeDocument/2006/relationships/slideLayout" Target="../slideLayouts/slideLayout6.xml"/><Relationship Id="rId14" Type="http://schemas.openxmlformats.org/officeDocument/2006/relationships/image" Target="../media/image252.wmf"/><Relationship Id="rId13" Type="http://schemas.openxmlformats.org/officeDocument/2006/relationships/oleObject" Target="../embeddings/oleObject243.bin"/><Relationship Id="rId12" Type="http://schemas.openxmlformats.org/officeDocument/2006/relationships/image" Target="../media/image251.wmf"/><Relationship Id="rId11" Type="http://schemas.openxmlformats.org/officeDocument/2006/relationships/oleObject" Target="../embeddings/oleObject242.bin"/><Relationship Id="rId10" Type="http://schemas.openxmlformats.org/officeDocument/2006/relationships/image" Target="../media/image250.wmf"/><Relationship Id="rId1" Type="http://schemas.openxmlformats.org/officeDocument/2006/relationships/oleObject" Target="../embeddings/oleObject237.bin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8.bin"/><Relationship Id="rId8" Type="http://schemas.openxmlformats.org/officeDocument/2006/relationships/image" Target="../media/image256.wmf"/><Relationship Id="rId7" Type="http://schemas.openxmlformats.org/officeDocument/2006/relationships/oleObject" Target="../embeddings/oleObject247.bin"/><Relationship Id="rId6" Type="http://schemas.openxmlformats.org/officeDocument/2006/relationships/image" Target="../media/image255.wmf"/><Relationship Id="rId5" Type="http://schemas.openxmlformats.org/officeDocument/2006/relationships/oleObject" Target="../embeddings/oleObject246.bin"/><Relationship Id="rId4" Type="http://schemas.openxmlformats.org/officeDocument/2006/relationships/image" Target="../media/image254.wmf"/><Relationship Id="rId3" Type="http://schemas.openxmlformats.org/officeDocument/2006/relationships/oleObject" Target="../embeddings/oleObject245.bin"/><Relationship Id="rId20" Type="http://schemas.openxmlformats.org/officeDocument/2006/relationships/vmlDrawing" Target="../drawings/vmlDrawing44.vml"/><Relationship Id="rId2" Type="http://schemas.openxmlformats.org/officeDocument/2006/relationships/image" Target="../media/image253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261.wmf"/><Relationship Id="rId17" Type="http://schemas.openxmlformats.org/officeDocument/2006/relationships/oleObject" Target="../embeddings/oleObject252.bin"/><Relationship Id="rId16" Type="http://schemas.openxmlformats.org/officeDocument/2006/relationships/image" Target="../media/image260.wmf"/><Relationship Id="rId15" Type="http://schemas.openxmlformats.org/officeDocument/2006/relationships/oleObject" Target="../embeddings/oleObject251.bin"/><Relationship Id="rId14" Type="http://schemas.openxmlformats.org/officeDocument/2006/relationships/image" Target="../media/image259.wmf"/><Relationship Id="rId13" Type="http://schemas.openxmlformats.org/officeDocument/2006/relationships/oleObject" Target="../embeddings/oleObject250.bin"/><Relationship Id="rId12" Type="http://schemas.openxmlformats.org/officeDocument/2006/relationships/image" Target="../media/image258.wmf"/><Relationship Id="rId11" Type="http://schemas.openxmlformats.org/officeDocument/2006/relationships/oleObject" Target="../embeddings/oleObject249.bin"/><Relationship Id="rId10" Type="http://schemas.openxmlformats.org/officeDocument/2006/relationships/image" Target="../media/image257.wmf"/><Relationship Id="rId1" Type="http://schemas.openxmlformats.org/officeDocument/2006/relationships/oleObject" Target="../embeddings/oleObject244.bin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7.bin"/><Relationship Id="rId8" Type="http://schemas.openxmlformats.org/officeDocument/2006/relationships/image" Target="../media/image265.wmf"/><Relationship Id="rId7" Type="http://schemas.openxmlformats.org/officeDocument/2006/relationships/oleObject" Target="../embeddings/oleObject256.bin"/><Relationship Id="rId6" Type="http://schemas.openxmlformats.org/officeDocument/2006/relationships/image" Target="../media/image264.wmf"/><Relationship Id="rId5" Type="http://schemas.openxmlformats.org/officeDocument/2006/relationships/oleObject" Target="../embeddings/oleObject255.bin"/><Relationship Id="rId4" Type="http://schemas.openxmlformats.org/officeDocument/2006/relationships/image" Target="../media/image263.wmf"/><Relationship Id="rId3" Type="http://schemas.openxmlformats.org/officeDocument/2006/relationships/oleObject" Target="../embeddings/oleObject254.bin"/><Relationship Id="rId2" Type="http://schemas.openxmlformats.org/officeDocument/2006/relationships/image" Target="../media/image262.wmf"/><Relationship Id="rId12" Type="http://schemas.openxmlformats.org/officeDocument/2006/relationships/vmlDrawing" Target="../drawings/vmlDrawing45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66.wmf"/><Relationship Id="rId1" Type="http://schemas.openxmlformats.org/officeDocument/2006/relationships/oleObject" Target="../embeddings/oleObject253.bin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2.bin"/><Relationship Id="rId8" Type="http://schemas.openxmlformats.org/officeDocument/2006/relationships/image" Target="../media/image270.wmf"/><Relationship Id="rId7" Type="http://schemas.openxmlformats.org/officeDocument/2006/relationships/oleObject" Target="../embeddings/oleObject261.bin"/><Relationship Id="rId6" Type="http://schemas.openxmlformats.org/officeDocument/2006/relationships/image" Target="../media/image269.wmf"/><Relationship Id="rId5" Type="http://schemas.openxmlformats.org/officeDocument/2006/relationships/oleObject" Target="../embeddings/oleObject260.bin"/><Relationship Id="rId4" Type="http://schemas.openxmlformats.org/officeDocument/2006/relationships/image" Target="../media/image268.wmf"/><Relationship Id="rId3" Type="http://schemas.openxmlformats.org/officeDocument/2006/relationships/oleObject" Target="../embeddings/oleObject259.bin"/><Relationship Id="rId2" Type="http://schemas.openxmlformats.org/officeDocument/2006/relationships/image" Target="../media/image267.wmf"/><Relationship Id="rId14" Type="http://schemas.openxmlformats.org/officeDocument/2006/relationships/vmlDrawing" Target="../drawings/vmlDrawing46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72.wmf"/><Relationship Id="rId11" Type="http://schemas.openxmlformats.org/officeDocument/2006/relationships/oleObject" Target="../embeddings/oleObject263.bin"/><Relationship Id="rId10" Type="http://schemas.openxmlformats.org/officeDocument/2006/relationships/image" Target="../media/image271.wmf"/><Relationship Id="rId1" Type="http://schemas.openxmlformats.org/officeDocument/2006/relationships/oleObject" Target="../embeddings/oleObject258.bin"/></Relationships>
</file>

<file path=ppt/slides/_rels/slide5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7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75.wmf"/><Relationship Id="rId4" Type="http://schemas.openxmlformats.org/officeDocument/2006/relationships/oleObject" Target="../embeddings/oleObject265.bin"/><Relationship Id="rId3" Type="http://schemas.openxmlformats.org/officeDocument/2006/relationships/image" Target="../media/image274.wmf"/><Relationship Id="rId2" Type="http://schemas.openxmlformats.org/officeDocument/2006/relationships/oleObject" Target="../embeddings/oleObject264.bin"/><Relationship Id="rId1" Type="http://schemas.openxmlformats.org/officeDocument/2006/relationships/image" Target="../media/image27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7.png"/><Relationship Id="rId1" Type="http://schemas.openxmlformats.org/officeDocument/2006/relationships/image" Target="../media/image276.png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0.bin"/><Relationship Id="rId8" Type="http://schemas.openxmlformats.org/officeDocument/2006/relationships/image" Target="../media/image281.wmf"/><Relationship Id="rId7" Type="http://schemas.openxmlformats.org/officeDocument/2006/relationships/oleObject" Target="../embeddings/oleObject269.bin"/><Relationship Id="rId6" Type="http://schemas.openxmlformats.org/officeDocument/2006/relationships/image" Target="../media/image280.wmf"/><Relationship Id="rId5" Type="http://schemas.openxmlformats.org/officeDocument/2006/relationships/oleObject" Target="../embeddings/oleObject268.bin"/><Relationship Id="rId4" Type="http://schemas.openxmlformats.org/officeDocument/2006/relationships/image" Target="../media/image279.wmf"/><Relationship Id="rId3" Type="http://schemas.openxmlformats.org/officeDocument/2006/relationships/oleObject" Target="../embeddings/oleObject267.bin"/><Relationship Id="rId2" Type="http://schemas.openxmlformats.org/officeDocument/2006/relationships/image" Target="../media/image278.wmf"/><Relationship Id="rId16" Type="http://schemas.openxmlformats.org/officeDocument/2006/relationships/vmlDrawing" Target="../drawings/vmlDrawing48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84.wmf"/><Relationship Id="rId13" Type="http://schemas.openxmlformats.org/officeDocument/2006/relationships/oleObject" Target="../embeddings/oleObject272.bin"/><Relationship Id="rId12" Type="http://schemas.openxmlformats.org/officeDocument/2006/relationships/image" Target="../media/image283.wmf"/><Relationship Id="rId11" Type="http://schemas.openxmlformats.org/officeDocument/2006/relationships/oleObject" Target="../embeddings/oleObject271.bin"/><Relationship Id="rId10" Type="http://schemas.openxmlformats.org/officeDocument/2006/relationships/image" Target="../media/image282.wmf"/><Relationship Id="rId1" Type="http://schemas.openxmlformats.org/officeDocument/2006/relationships/oleObject" Target="../embeddings/oleObject266.bin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7.bin"/><Relationship Id="rId8" Type="http://schemas.openxmlformats.org/officeDocument/2006/relationships/image" Target="../media/image288.wmf"/><Relationship Id="rId7" Type="http://schemas.openxmlformats.org/officeDocument/2006/relationships/oleObject" Target="../embeddings/oleObject276.bin"/><Relationship Id="rId6" Type="http://schemas.openxmlformats.org/officeDocument/2006/relationships/image" Target="../media/image287.wmf"/><Relationship Id="rId5" Type="http://schemas.openxmlformats.org/officeDocument/2006/relationships/oleObject" Target="../embeddings/oleObject275.bin"/><Relationship Id="rId4" Type="http://schemas.openxmlformats.org/officeDocument/2006/relationships/image" Target="../media/image286.wmf"/><Relationship Id="rId3" Type="http://schemas.openxmlformats.org/officeDocument/2006/relationships/oleObject" Target="../embeddings/oleObject274.bin"/><Relationship Id="rId2" Type="http://schemas.openxmlformats.org/officeDocument/2006/relationships/image" Target="../media/image285.wmf"/><Relationship Id="rId18" Type="http://schemas.openxmlformats.org/officeDocument/2006/relationships/vmlDrawing" Target="../drawings/vmlDrawing49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292.wmf"/><Relationship Id="rId15" Type="http://schemas.openxmlformats.org/officeDocument/2006/relationships/oleObject" Target="../embeddings/oleObject280.bin"/><Relationship Id="rId14" Type="http://schemas.openxmlformats.org/officeDocument/2006/relationships/image" Target="../media/image291.wmf"/><Relationship Id="rId13" Type="http://schemas.openxmlformats.org/officeDocument/2006/relationships/oleObject" Target="../embeddings/oleObject279.bin"/><Relationship Id="rId12" Type="http://schemas.openxmlformats.org/officeDocument/2006/relationships/image" Target="../media/image290.wmf"/><Relationship Id="rId11" Type="http://schemas.openxmlformats.org/officeDocument/2006/relationships/oleObject" Target="../embeddings/oleObject278.bin"/><Relationship Id="rId10" Type="http://schemas.openxmlformats.org/officeDocument/2006/relationships/image" Target="../media/image289.wmf"/><Relationship Id="rId1" Type="http://schemas.openxmlformats.org/officeDocument/2006/relationships/oleObject" Target="../embeddings/oleObject273.bin"/></Relationships>
</file>

<file path=ppt/slides/_rels/slide6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4.png"/><Relationship Id="rId1" Type="http://schemas.openxmlformats.org/officeDocument/2006/relationships/image" Target="../media/image29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4.png"/><Relationship Id="rId1" Type="http://schemas.openxmlformats.org/officeDocument/2006/relationships/image" Target="../media/image295.png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5.bin"/><Relationship Id="rId8" Type="http://schemas.openxmlformats.org/officeDocument/2006/relationships/image" Target="../media/image299.wmf"/><Relationship Id="rId7" Type="http://schemas.openxmlformats.org/officeDocument/2006/relationships/oleObject" Target="../embeddings/oleObject284.bin"/><Relationship Id="rId6" Type="http://schemas.openxmlformats.org/officeDocument/2006/relationships/image" Target="../media/image298.wmf"/><Relationship Id="rId5" Type="http://schemas.openxmlformats.org/officeDocument/2006/relationships/oleObject" Target="../embeddings/oleObject283.bin"/><Relationship Id="rId4" Type="http://schemas.openxmlformats.org/officeDocument/2006/relationships/image" Target="../media/image297.wmf"/><Relationship Id="rId3" Type="http://schemas.openxmlformats.org/officeDocument/2006/relationships/oleObject" Target="../embeddings/oleObject282.bin"/><Relationship Id="rId2" Type="http://schemas.openxmlformats.org/officeDocument/2006/relationships/image" Target="../media/image296.wmf"/><Relationship Id="rId12" Type="http://schemas.openxmlformats.org/officeDocument/2006/relationships/vmlDrawing" Target="../drawings/vmlDrawing50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00.wmf"/><Relationship Id="rId1" Type="http://schemas.openxmlformats.org/officeDocument/2006/relationships/oleObject" Target="../embeddings/oleObject281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1.png"/></Relationships>
</file>

<file path=ppt/slides/_rels/slide6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1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04.wmf"/><Relationship Id="rId4" Type="http://schemas.openxmlformats.org/officeDocument/2006/relationships/oleObject" Target="../embeddings/oleObject287.bin"/><Relationship Id="rId3" Type="http://schemas.openxmlformats.org/officeDocument/2006/relationships/image" Target="../media/image303.wmf"/><Relationship Id="rId2" Type="http://schemas.openxmlformats.org/officeDocument/2006/relationships/oleObject" Target="../embeddings/oleObject286.bin"/><Relationship Id="rId1" Type="http://schemas.openxmlformats.org/officeDocument/2006/relationships/image" Target="../media/image30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5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6.jpe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7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9.png"/><Relationship Id="rId1" Type="http://schemas.openxmlformats.org/officeDocument/2006/relationships/image" Target="../media/image308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vmlDrawing" Target="../drawings/vmlDrawing5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0.wmf"/><Relationship Id="rId1" Type="http://schemas.openxmlformats.org/officeDocument/2006/relationships/oleObject" Target="../embeddings/oleObject288.bin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vmlDrawing" Target="../drawings/vmlDrawing5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1.wmf"/><Relationship Id="rId1" Type="http://schemas.openxmlformats.org/officeDocument/2006/relationships/oleObject" Target="../embeddings/oleObject289.bin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8.png"/><Relationship Id="rId8" Type="http://schemas.openxmlformats.org/officeDocument/2006/relationships/image" Target="../media/image317.png"/><Relationship Id="rId7" Type="http://schemas.openxmlformats.org/officeDocument/2006/relationships/image" Target="../media/image316.emf"/><Relationship Id="rId6" Type="http://schemas.openxmlformats.org/officeDocument/2006/relationships/oleObject" Target="../embeddings/oleObject291.bin"/><Relationship Id="rId5" Type="http://schemas.openxmlformats.org/officeDocument/2006/relationships/image" Target="../media/image315.png"/><Relationship Id="rId4" Type="http://schemas.openxmlformats.org/officeDocument/2006/relationships/image" Target="../media/image314.emf"/><Relationship Id="rId3" Type="http://schemas.openxmlformats.org/officeDocument/2006/relationships/oleObject" Target="../embeddings/oleObject290.bin"/><Relationship Id="rId2" Type="http://schemas.openxmlformats.org/officeDocument/2006/relationships/image" Target="../media/image313.png"/><Relationship Id="rId14" Type="http://schemas.openxmlformats.org/officeDocument/2006/relationships/notesSlide" Target="../notesSlides/notesSlide19.xml"/><Relationship Id="rId13" Type="http://schemas.openxmlformats.org/officeDocument/2006/relationships/vmlDrawing" Target="../drawings/vmlDrawing54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320.png"/><Relationship Id="rId10" Type="http://schemas.openxmlformats.org/officeDocument/2006/relationships/image" Target="../media/image319.png"/><Relationship Id="rId1" Type="http://schemas.openxmlformats.org/officeDocument/2006/relationships/image" Target="../media/image312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25.png"/><Relationship Id="rId4" Type="http://schemas.openxmlformats.org/officeDocument/2006/relationships/image" Target="../media/image324.png"/><Relationship Id="rId3" Type="http://schemas.openxmlformats.org/officeDocument/2006/relationships/image" Target="../media/image323.png"/><Relationship Id="rId2" Type="http://schemas.openxmlformats.org/officeDocument/2006/relationships/image" Target="../media/image322.png"/><Relationship Id="rId1" Type="http://schemas.openxmlformats.org/officeDocument/2006/relationships/image" Target="../media/image3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2133600"/>
            <a:ext cx="8105775" cy="147002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000" b="1" i="0" u="none" strike="noStrike" kern="1200" cap="all" spc="-80" normalizeH="0" baseline="0" noProof="0" dirty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楷体_GB2312" pitchFamily="49" charset="-122"/>
                <a:cs typeface="+mj-cs"/>
              </a:rPr>
              <a:t>第二章 同余</a:t>
            </a:r>
            <a:endParaRPr kumimoji="0" lang="zh-CN" altLang="en-US" sz="7000" b="0" i="0" u="none" strike="noStrike" kern="1200" cap="all" spc="-8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99" name="灯片编号占位符 5"/>
          <p:cNvSpPr txBox="1">
            <a:spLocks noGrp="1"/>
          </p:cNvSpPr>
          <p:nvPr>
            <p:ph type="sldNum" sz="quarter" idx="4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 dirty="0"/>
          </a:p>
        </p:txBody>
      </p:sp>
      <p:sp>
        <p:nvSpPr>
          <p:cNvPr id="5123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 dirty="0"/>
          </a:p>
        </p:txBody>
      </p:sp>
      <p:sp>
        <p:nvSpPr>
          <p:cNvPr id="22" name="标题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5791200" cy="903288"/>
          </a:xfrm>
        </p:spPr>
        <p:txBody>
          <a:bodyPr vert="horz" wrap="square" lIns="91440" tIns="45720" rIns="91440" bIns="45720" numCol="1" rtlCol="0" anchor="b" anchorCtr="0" compatLnSpc="1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-6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第二章 同余</a:t>
            </a:r>
            <a:endParaRPr kumimoji="0" lang="zh-CN" altLang="en-US" sz="3600" b="0" i="0" u="none" strike="noStrike" kern="1200" cap="none" spc="-6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graphicFrame>
        <p:nvGraphicFramePr>
          <p:cNvPr id="24" name="内容占位符 7"/>
          <p:cNvGraphicFramePr/>
          <p:nvPr/>
        </p:nvGraphicFramePr>
        <p:xfrm>
          <a:off x="1376531" y="1801505"/>
          <a:ext cx="6405110" cy="4094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25" name="燕尾形 24"/>
          <p:cNvSpPr/>
          <p:nvPr/>
        </p:nvSpPr>
        <p:spPr>
          <a:xfrm>
            <a:off x="941388" y="1916113"/>
            <a:ext cx="434975" cy="32702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标题 1"/>
          <p:cNvSpPr>
            <a:spLocks noGrp="1"/>
          </p:cNvSpPr>
          <p:nvPr>
            <p:ph type="title"/>
          </p:nvPr>
        </p:nvSpPr>
        <p:spPr>
          <a:xfrm>
            <a:off x="457200" y="7938"/>
            <a:ext cx="5791200" cy="75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all" spc="-6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2.1</a:t>
            </a:r>
            <a:r>
              <a:rPr kumimoji="0" lang="en-US" altLang="zh-CN" sz="3600" b="0" i="0" u="none" strike="noStrike" kern="1200" cap="all" spc="-6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zh-CN" altLang="en-US" sz="3600" b="0" i="0" u="none" strike="noStrike" kern="1200" cap="all" spc="-6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同余的概念和基本性质</a:t>
            </a:r>
            <a:endParaRPr kumimoji="0" lang="zh-CN" altLang="en-US" sz="3600" b="0" i="0" u="none" strike="noStrike" kern="1200" cap="all" spc="-6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47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 dirty="0">
              <a:solidFill>
                <a:srgbClr val="000000"/>
              </a:solidFill>
            </a:endParaRPr>
          </a:p>
        </p:txBody>
      </p:sp>
      <p:sp>
        <p:nvSpPr>
          <p:cNvPr id="6148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 dirty="0">
              <a:solidFill>
                <a:srgbClr val="000000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01613" y="765175"/>
          <a:ext cx="8699500" cy="276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1" imgW="3632200" imgH="1155700" progId="Equation.DSMT4">
                  <p:embed/>
                </p:oleObj>
              </mc:Choice>
              <mc:Fallback>
                <p:oleObj name="" r:id="rId1" imgW="3632200" imgH="11557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1613" y="765175"/>
                        <a:ext cx="8699500" cy="2763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325563" y="3843338"/>
          <a:ext cx="595947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3" imgW="2476500" imgH="215900" progId="Equation.DSMT4">
                  <p:embed/>
                </p:oleObj>
              </mc:Choice>
              <mc:Fallback>
                <p:oleObj name="" r:id="rId3" imgW="2476500" imgH="2159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5563" y="3843338"/>
                        <a:ext cx="5959475" cy="519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905000" y="4529138"/>
          <a:ext cx="57150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5" imgW="2373630" imgH="215900" progId="Equation.DSMT4">
                  <p:embed/>
                </p:oleObj>
              </mc:Choice>
              <mc:Fallback>
                <p:oleObj name="" r:id="rId5" imgW="2373630" imgH="2159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5000" y="4529138"/>
                        <a:ext cx="5715000" cy="519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188" y="5300663"/>
            <a:ext cx="8045450" cy="1081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53" name="灯片编号占位符 4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4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48133" name="Object 5"/>
          <p:cNvGraphicFramePr>
            <a:graphicFrameLocks noChangeAspect="1"/>
          </p:cNvGraphicFramePr>
          <p:nvPr/>
        </p:nvGraphicFramePr>
        <p:xfrm>
          <a:off x="539750" y="260350"/>
          <a:ext cx="7408863" cy="160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8" name="" r:id="rId1" imgW="3098800" imgH="673100" progId="Equation.DSMT4">
                  <p:embed/>
                </p:oleObj>
              </mc:Choice>
              <mc:Fallback>
                <p:oleObj name="" r:id="rId1" imgW="3098800" imgH="6731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9750" y="260350"/>
                        <a:ext cx="7408863" cy="1609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6"/>
          <p:cNvGraphicFramePr>
            <a:graphicFrameLocks noChangeAspect="1"/>
          </p:cNvGraphicFramePr>
          <p:nvPr/>
        </p:nvGraphicFramePr>
        <p:xfrm>
          <a:off x="1235075" y="2090738"/>
          <a:ext cx="47434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9" name="" r:id="rId3" imgW="1955165" imgH="215900" progId="Equation.DSMT4">
                  <p:embed/>
                </p:oleObj>
              </mc:Choice>
              <mc:Fallback>
                <p:oleObj name="" r:id="rId3" imgW="1955165" imgH="2159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35075" y="2090738"/>
                        <a:ext cx="4743450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8" name="Object 10"/>
          <p:cNvGraphicFramePr>
            <a:graphicFrameLocks noChangeAspect="1"/>
          </p:cNvGraphicFramePr>
          <p:nvPr/>
        </p:nvGraphicFramePr>
        <p:xfrm>
          <a:off x="1692275" y="3538538"/>
          <a:ext cx="25146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0" name="" r:id="rId5" imgW="964565" imgH="177800" progId="Equation.DSMT4">
                  <p:embed/>
                </p:oleObj>
              </mc:Choice>
              <mc:Fallback>
                <p:oleObj name="" r:id="rId5" imgW="964565" imgH="1778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2275" y="3538538"/>
                        <a:ext cx="25146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9" name="Object 11"/>
          <p:cNvGraphicFramePr>
            <a:graphicFrameLocks noChangeAspect="1"/>
          </p:cNvGraphicFramePr>
          <p:nvPr/>
        </p:nvGraphicFramePr>
        <p:xfrm>
          <a:off x="1692275" y="2852738"/>
          <a:ext cx="48768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1" name="" r:id="rId7" imgW="1943100" imgH="203200" progId="Equation.DSMT4">
                  <p:embed/>
                </p:oleObj>
              </mc:Choice>
              <mc:Fallback>
                <p:oleObj name="" r:id="rId7" imgW="1943100" imgH="2032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92275" y="2852738"/>
                        <a:ext cx="4876800" cy="509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0" name="Object 12"/>
          <p:cNvGraphicFramePr>
            <a:graphicFrameLocks noChangeAspect="1"/>
          </p:cNvGraphicFramePr>
          <p:nvPr/>
        </p:nvGraphicFramePr>
        <p:xfrm>
          <a:off x="1158875" y="4300538"/>
          <a:ext cx="64770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2" name="" r:id="rId9" imgW="2654300" imgH="215900" progId="Equation.DSMT4">
                  <p:embed/>
                </p:oleObj>
              </mc:Choice>
              <mc:Fallback>
                <p:oleObj name="" r:id="rId9" imgW="2654300" imgH="2159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58875" y="4300538"/>
                        <a:ext cx="6477000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82944" name="Object 1024"/>
          <p:cNvGraphicFramePr>
            <a:graphicFrameLocks noChangeAspect="1"/>
          </p:cNvGraphicFramePr>
          <p:nvPr/>
        </p:nvGraphicFramePr>
        <p:xfrm>
          <a:off x="468313" y="23813"/>
          <a:ext cx="7461250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3" name="" r:id="rId1" imgW="2984500" imgH="431800" progId="Equation.DSMT4">
                  <p:embed/>
                </p:oleObj>
              </mc:Choice>
              <mc:Fallback>
                <p:oleObj name="" r:id="rId1" imgW="2984500" imgH="4318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8313" y="23813"/>
                        <a:ext cx="7461250" cy="1042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5" name="Object 1025"/>
          <p:cNvGraphicFramePr>
            <a:graphicFrameLocks noChangeAspect="1"/>
          </p:cNvGraphicFramePr>
          <p:nvPr/>
        </p:nvGraphicFramePr>
        <p:xfrm>
          <a:off x="1371600" y="1247775"/>
          <a:ext cx="5330825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4" name="" r:id="rId3" imgW="2171700" imgH="444500" progId="Equation.DSMT4">
                  <p:embed/>
                </p:oleObj>
              </mc:Choice>
              <mc:Fallback>
                <p:oleObj name="" r:id="rId3" imgW="2171700" imgH="4445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1600" y="1247775"/>
                        <a:ext cx="5330825" cy="1090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6" name="Object 1026"/>
          <p:cNvGraphicFramePr>
            <a:graphicFrameLocks noChangeAspect="1"/>
          </p:cNvGraphicFramePr>
          <p:nvPr/>
        </p:nvGraphicFramePr>
        <p:xfrm>
          <a:off x="685800" y="2466975"/>
          <a:ext cx="468312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5" name="" r:id="rId5" imgW="1930400" imgH="215900" progId="Equation.DSMT4">
                  <p:embed/>
                </p:oleObj>
              </mc:Choice>
              <mc:Fallback>
                <p:oleObj name="" r:id="rId5" imgW="1930400" imgH="2159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5800" y="2466975"/>
                        <a:ext cx="4683125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7" name="Object 1027"/>
          <p:cNvGraphicFramePr>
            <a:graphicFrameLocks noChangeAspect="1"/>
          </p:cNvGraphicFramePr>
          <p:nvPr/>
        </p:nvGraphicFramePr>
        <p:xfrm>
          <a:off x="685800" y="3228975"/>
          <a:ext cx="410686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6" name="" r:id="rId7" imgW="1726565" imgH="215900" progId="Equation.DSMT4">
                  <p:embed/>
                </p:oleObj>
              </mc:Choice>
              <mc:Fallback>
                <p:oleObj name="" r:id="rId7" imgW="1726565" imgH="2159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5800" y="3228975"/>
                        <a:ext cx="4106863" cy="51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8" name="Object 1028"/>
          <p:cNvGraphicFramePr>
            <a:graphicFrameLocks noChangeAspect="1"/>
          </p:cNvGraphicFramePr>
          <p:nvPr/>
        </p:nvGraphicFramePr>
        <p:xfrm>
          <a:off x="5105400" y="3228975"/>
          <a:ext cx="2881313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7" name="" r:id="rId9" imgW="1155065" imgH="215900" progId="Equation.DSMT4">
                  <p:embed/>
                </p:oleObj>
              </mc:Choice>
              <mc:Fallback>
                <p:oleObj name="" r:id="rId9" imgW="1155065" imgH="2159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05400" y="3228975"/>
                        <a:ext cx="2881313" cy="538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9" name="Object 1029"/>
          <p:cNvGraphicFramePr>
            <a:graphicFrameLocks noChangeAspect="1"/>
          </p:cNvGraphicFramePr>
          <p:nvPr/>
        </p:nvGraphicFramePr>
        <p:xfrm>
          <a:off x="762000" y="3914775"/>
          <a:ext cx="576421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8" name="" r:id="rId11" imgW="2425700" imgH="215900" progId="Equation.DSMT4">
                  <p:embed/>
                </p:oleObj>
              </mc:Choice>
              <mc:Fallback>
                <p:oleObj name="" r:id="rId11" imgW="2425700" imgH="2159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62000" y="3914775"/>
                        <a:ext cx="5764213" cy="51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0" name="Object 1030"/>
          <p:cNvGraphicFramePr>
            <a:graphicFrameLocks noChangeAspect="1"/>
          </p:cNvGraphicFramePr>
          <p:nvPr/>
        </p:nvGraphicFramePr>
        <p:xfrm>
          <a:off x="1536700" y="4816475"/>
          <a:ext cx="544988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9" name="" r:id="rId13" imgW="2209800" imgH="215900" progId="Equation.DSMT4">
                  <p:embed/>
                </p:oleObj>
              </mc:Choice>
              <mc:Fallback>
                <p:oleObj name="" r:id="rId13" imgW="2209800" imgH="2159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36700" y="4816475"/>
                        <a:ext cx="5449888" cy="531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1" name="Object 1031"/>
          <p:cNvGraphicFramePr>
            <a:graphicFrameLocks noChangeAspect="1"/>
          </p:cNvGraphicFramePr>
          <p:nvPr/>
        </p:nvGraphicFramePr>
        <p:xfrm>
          <a:off x="609600" y="5426075"/>
          <a:ext cx="360203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0" name="" r:id="rId15" imgW="1485265" imgH="215900" progId="Equation.DSMT4">
                  <p:embed/>
                </p:oleObj>
              </mc:Choice>
              <mc:Fallback>
                <p:oleObj name="" r:id="rId15" imgW="1485265" imgH="2159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09600" y="5426075"/>
                        <a:ext cx="3602038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2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2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pic>
        <p:nvPicPr>
          <p:cNvPr id="10243" name="Picture 2"/>
          <p:cNvPicPr>
            <a:picLocks noChangeAspect="1"/>
          </p:cNvPicPr>
          <p:nvPr/>
        </p:nvPicPr>
        <p:blipFill>
          <a:blip r:embed="rId1"/>
          <a:srcRect l="3241" t="3726" r="18092" b="65555"/>
          <a:stretch>
            <a:fillRect/>
          </a:stretch>
        </p:blipFill>
        <p:spPr>
          <a:xfrm>
            <a:off x="331788" y="188913"/>
            <a:ext cx="7172325" cy="1216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Picture 2"/>
          <p:cNvPicPr>
            <a:picLocks noChangeAspect="1"/>
          </p:cNvPicPr>
          <p:nvPr/>
        </p:nvPicPr>
        <p:blipFill>
          <a:blip r:embed="rId1">
            <a:grayscl/>
          </a:blip>
          <a:srcRect l="3241" t="43684" r="3400" b="37447"/>
          <a:stretch>
            <a:fillRect/>
          </a:stretch>
        </p:blipFill>
        <p:spPr>
          <a:xfrm>
            <a:off x="331788" y="1916113"/>
            <a:ext cx="8512175" cy="7477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 2"/>
          <p:cNvPicPr>
            <a:picLocks noChangeAspect="1"/>
          </p:cNvPicPr>
          <p:nvPr/>
        </p:nvPicPr>
        <p:blipFill>
          <a:blip r:embed="rId2"/>
          <a:srcRect l="3241" t="63457" r="3400" b="4715"/>
          <a:stretch>
            <a:fillRect/>
          </a:stretch>
        </p:blipFill>
        <p:spPr>
          <a:xfrm>
            <a:off x="385763" y="2852738"/>
            <a:ext cx="8512175" cy="1260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81920" name="Object 1024"/>
          <p:cNvGraphicFramePr>
            <a:graphicFrameLocks noChangeAspect="1"/>
          </p:cNvGraphicFramePr>
          <p:nvPr/>
        </p:nvGraphicFramePr>
        <p:xfrm>
          <a:off x="715963" y="-14287"/>
          <a:ext cx="7380287" cy="274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3" name="" r:id="rId1" imgW="3149600" imgH="1168400" progId="Equation.DSMT4">
                  <p:embed/>
                </p:oleObj>
              </mc:Choice>
              <mc:Fallback>
                <p:oleObj name="" r:id="rId1" imgW="3149600" imgH="11684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15963" y="-14287"/>
                        <a:ext cx="7380287" cy="2741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1" name="Object 1025"/>
          <p:cNvGraphicFramePr>
            <a:graphicFrameLocks noChangeAspect="1"/>
          </p:cNvGraphicFramePr>
          <p:nvPr/>
        </p:nvGraphicFramePr>
        <p:xfrm>
          <a:off x="685800" y="2819400"/>
          <a:ext cx="64770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" name="" r:id="rId3" imgW="2743200" imgH="215900" progId="Equation.DSMT4">
                  <p:embed/>
                </p:oleObj>
              </mc:Choice>
              <mc:Fallback>
                <p:oleObj name="" r:id="rId3" imgW="2743200" imgH="2159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" y="2819400"/>
                        <a:ext cx="6477000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2" name="Object 1026"/>
          <p:cNvGraphicFramePr>
            <a:graphicFrameLocks noChangeAspect="1"/>
          </p:cNvGraphicFramePr>
          <p:nvPr/>
        </p:nvGraphicFramePr>
        <p:xfrm>
          <a:off x="685800" y="3429000"/>
          <a:ext cx="74676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5" name="" r:id="rId5" imgW="3124200" imgH="215900" progId="Equation.DSMT4">
                  <p:embed/>
                </p:oleObj>
              </mc:Choice>
              <mc:Fallback>
                <p:oleObj name="" r:id="rId5" imgW="3124200" imgH="2159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5800" y="3429000"/>
                        <a:ext cx="7467600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3" name="Object 1027"/>
          <p:cNvGraphicFramePr>
            <a:graphicFrameLocks noChangeAspect="1"/>
          </p:cNvGraphicFramePr>
          <p:nvPr/>
        </p:nvGraphicFramePr>
        <p:xfrm>
          <a:off x="2895600" y="4038600"/>
          <a:ext cx="25908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6" name="" r:id="rId7" imgW="989965" imgH="203200" progId="Equation.DSMT4">
                  <p:embed/>
                </p:oleObj>
              </mc:Choice>
              <mc:Fallback>
                <p:oleObj name="" r:id="rId7" imgW="989965" imgH="2032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95600" y="4038600"/>
                        <a:ext cx="2590800" cy="531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1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83968" name="Object 1024"/>
          <p:cNvGraphicFramePr>
            <a:graphicFrameLocks noChangeAspect="1"/>
          </p:cNvGraphicFramePr>
          <p:nvPr/>
        </p:nvGraphicFramePr>
        <p:xfrm>
          <a:off x="533400" y="0"/>
          <a:ext cx="55626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0" name="" r:id="rId1" imgW="2286000" imgH="203200" progId="Equation.DSMT4">
                  <p:embed/>
                </p:oleObj>
              </mc:Choice>
              <mc:Fallback>
                <p:oleObj name="" r:id="rId1" imgW="2286000" imgH="2032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3400" y="0"/>
                        <a:ext cx="5562600" cy="493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69" name="Object 1025"/>
          <p:cNvGraphicFramePr>
            <a:graphicFrameLocks noChangeAspect="1"/>
          </p:cNvGraphicFramePr>
          <p:nvPr/>
        </p:nvGraphicFramePr>
        <p:xfrm>
          <a:off x="273050" y="609600"/>
          <a:ext cx="8645525" cy="271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" name="" r:id="rId3" imgW="3594100" imgH="1168400" progId="Equation.DSMT4">
                  <p:embed/>
                </p:oleObj>
              </mc:Choice>
              <mc:Fallback>
                <p:oleObj name="" r:id="rId3" imgW="3594100" imgH="11684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050" y="609600"/>
                        <a:ext cx="8645525" cy="2719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AutoShape 5"/>
          <p:cNvSpPr/>
          <p:nvPr/>
        </p:nvSpPr>
        <p:spPr>
          <a:xfrm>
            <a:off x="6400800" y="2286000"/>
            <a:ext cx="2438400" cy="838200"/>
          </a:xfrm>
          <a:prstGeom prst="wedgeRectCallout">
            <a:avLst>
              <a:gd name="adj1" fmla="val -87500"/>
              <a:gd name="adj2" fmla="val 28218"/>
            </a:avLst>
          </a:prstGeom>
          <a:solidFill>
            <a:schemeClr val="bg1"/>
          </a:solidFill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同余式可逐项相加、减、乘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3970" name="Object 1026"/>
          <p:cNvGraphicFramePr>
            <a:graphicFrameLocks noChangeAspect="1"/>
          </p:cNvGraphicFramePr>
          <p:nvPr/>
        </p:nvGraphicFramePr>
        <p:xfrm>
          <a:off x="549275" y="3575050"/>
          <a:ext cx="71786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2" name="" r:id="rId5" imgW="2984500" imgH="215900" progId="Equation.DSMT4">
                  <p:embed/>
                </p:oleObj>
              </mc:Choice>
              <mc:Fallback>
                <p:oleObj name="" r:id="rId5" imgW="2984500" imgH="2159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9275" y="3575050"/>
                        <a:ext cx="7178675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1" name="Object 1027"/>
          <p:cNvGraphicFramePr>
            <a:graphicFrameLocks noChangeAspect="1"/>
          </p:cNvGraphicFramePr>
          <p:nvPr/>
        </p:nvGraphicFramePr>
        <p:xfrm>
          <a:off x="2489200" y="5095875"/>
          <a:ext cx="45466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3" name="" r:id="rId7" imgW="1841500" imgH="228600" progId="Equation.DSMT4">
                  <p:embed/>
                </p:oleObj>
              </mc:Choice>
              <mc:Fallback>
                <p:oleObj name="" r:id="rId7" imgW="1841500" imgH="2286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89200" y="5095875"/>
                        <a:ext cx="4546600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2" name="Object 1028"/>
          <p:cNvGraphicFramePr>
            <a:graphicFrameLocks noChangeAspect="1"/>
          </p:cNvGraphicFramePr>
          <p:nvPr/>
        </p:nvGraphicFramePr>
        <p:xfrm>
          <a:off x="990600" y="4338638"/>
          <a:ext cx="7620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4" name="" r:id="rId9" imgW="3187700" imgH="228600" progId="Equation.DSMT4">
                  <p:embed/>
                </p:oleObj>
              </mc:Choice>
              <mc:Fallback>
                <p:oleObj name="" r:id="rId9" imgW="3187700" imgH="2286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90600" y="4338638"/>
                        <a:ext cx="7620000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83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84992" name="Object 1024"/>
          <p:cNvGraphicFramePr>
            <a:graphicFrameLocks noChangeAspect="1"/>
          </p:cNvGraphicFramePr>
          <p:nvPr/>
        </p:nvGraphicFramePr>
        <p:xfrm>
          <a:off x="609600" y="125413"/>
          <a:ext cx="7594600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" name="" r:id="rId1" imgW="2857500" imgH="457200" progId="Equation.DSMT4">
                  <p:embed/>
                </p:oleObj>
              </mc:Choice>
              <mc:Fallback>
                <p:oleObj name="" r:id="rId1" imgW="2857500" imgH="4572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9600" y="125413"/>
                        <a:ext cx="7594600" cy="1216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3" name="Object 1025"/>
          <p:cNvGraphicFramePr>
            <a:graphicFrameLocks noChangeAspect="1"/>
          </p:cNvGraphicFramePr>
          <p:nvPr/>
        </p:nvGraphicFramePr>
        <p:xfrm>
          <a:off x="685800" y="1520825"/>
          <a:ext cx="754380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" name="" r:id="rId3" imgW="3009900" imgH="444500" progId="Equation.DSMT4">
                  <p:embed/>
                </p:oleObj>
              </mc:Choice>
              <mc:Fallback>
                <p:oleObj name="" r:id="rId3" imgW="3009900" imgH="4445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" y="1520825"/>
                        <a:ext cx="7543800" cy="1116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4" name="Object 1026"/>
          <p:cNvGraphicFramePr>
            <a:graphicFrameLocks noChangeAspect="1"/>
          </p:cNvGraphicFramePr>
          <p:nvPr/>
        </p:nvGraphicFramePr>
        <p:xfrm>
          <a:off x="2133600" y="2667000"/>
          <a:ext cx="4321175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3" name="" r:id="rId5" imgW="1625600" imgH="457200" progId="Equation.DSMT4">
                  <p:embed/>
                </p:oleObj>
              </mc:Choice>
              <mc:Fallback>
                <p:oleObj name="" r:id="rId5" imgW="1625600" imgH="4572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3600" y="2667000"/>
                        <a:ext cx="4321175" cy="1216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5" name="Object 1027"/>
          <p:cNvGraphicFramePr>
            <a:graphicFrameLocks noChangeAspect="1"/>
          </p:cNvGraphicFramePr>
          <p:nvPr/>
        </p:nvGraphicFramePr>
        <p:xfrm>
          <a:off x="1447800" y="5105400"/>
          <a:ext cx="67056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" name="" r:id="rId7" imgW="2616200" imgH="215900" progId="Equation.DSMT4">
                  <p:embed/>
                </p:oleObj>
              </mc:Choice>
              <mc:Fallback>
                <p:oleObj name="" r:id="rId7" imgW="2616200" imgH="2159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47800" y="5105400"/>
                        <a:ext cx="6705600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6" name="Object 1028"/>
          <p:cNvGraphicFramePr>
            <a:graphicFrameLocks noChangeAspect="1"/>
          </p:cNvGraphicFramePr>
          <p:nvPr/>
        </p:nvGraphicFramePr>
        <p:xfrm>
          <a:off x="1041400" y="3962400"/>
          <a:ext cx="70612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" name="" r:id="rId9" imgW="2832100" imgH="215900" progId="Equation.DSMT4">
                  <p:embed/>
                </p:oleObj>
              </mc:Choice>
              <mc:Fallback>
                <p:oleObj name="" r:id="rId9" imgW="2832100" imgH="2159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41400" y="3962400"/>
                        <a:ext cx="7061200" cy="538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7" name="Object 1029"/>
          <p:cNvGraphicFramePr>
            <a:graphicFrameLocks noChangeAspect="1"/>
          </p:cNvGraphicFramePr>
          <p:nvPr/>
        </p:nvGraphicFramePr>
        <p:xfrm>
          <a:off x="1524000" y="4572000"/>
          <a:ext cx="65532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" name="" r:id="rId11" imgW="2667000" imgH="215900" progId="Equation.DSMT4">
                  <p:embed/>
                </p:oleObj>
              </mc:Choice>
              <mc:Fallback>
                <p:oleObj name="" r:id="rId11" imgW="2667000" imgH="2159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24000" y="4572000"/>
                        <a:ext cx="6553200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86016" name="Object 1024"/>
          <p:cNvGraphicFramePr>
            <a:graphicFrameLocks noChangeAspect="1"/>
          </p:cNvGraphicFramePr>
          <p:nvPr/>
        </p:nvGraphicFramePr>
        <p:xfrm>
          <a:off x="155417" y="163672"/>
          <a:ext cx="8326755" cy="528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5" name="" r:id="rId1" imgW="3390900" imgH="228600" progId="Equation.DSMT4">
                  <p:embed/>
                </p:oleObj>
              </mc:Choice>
              <mc:Fallback>
                <p:oleObj name="" r:id="rId1" imgW="3390900" imgH="2286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5417" y="163672"/>
                        <a:ext cx="8326755" cy="5283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17" name="Object 1025"/>
          <p:cNvGraphicFramePr>
            <a:graphicFrameLocks noChangeAspect="1"/>
          </p:cNvGraphicFramePr>
          <p:nvPr/>
        </p:nvGraphicFramePr>
        <p:xfrm>
          <a:off x="5791200" y="2819400"/>
          <a:ext cx="2895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6" name="" r:id="rId3" imgW="1129665" imgH="203200" progId="Equation.DSMT4">
                  <p:embed/>
                </p:oleObj>
              </mc:Choice>
              <mc:Fallback>
                <p:oleObj name="" r:id="rId3" imgW="1129665" imgH="2032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91200" y="2819400"/>
                        <a:ext cx="28956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18" name="Object 1026"/>
          <p:cNvGraphicFramePr>
            <a:graphicFrameLocks noChangeAspect="1"/>
          </p:cNvGraphicFramePr>
          <p:nvPr/>
        </p:nvGraphicFramePr>
        <p:xfrm>
          <a:off x="1066800" y="762000"/>
          <a:ext cx="550227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7" name="" r:id="rId5" imgW="2349500" imgH="482600" progId="Equation.DSMT4">
                  <p:embed/>
                </p:oleObj>
              </mc:Choice>
              <mc:Fallback>
                <p:oleObj name="" r:id="rId5" imgW="2349500" imgH="4826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6800" y="762000"/>
                        <a:ext cx="5502275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19" name="Object 1027"/>
          <p:cNvGraphicFramePr>
            <a:graphicFrameLocks noChangeAspect="1"/>
          </p:cNvGraphicFramePr>
          <p:nvPr/>
        </p:nvGraphicFramePr>
        <p:xfrm>
          <a:off x="457200" y="2133600"/>
          <a:ext cx="40386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8" name="" r:id="rId7" imgW="1726565" imgH="215900" progId="Equation.DSMT4">
                  <p:embed/>
                </p:oleObj>
              </mc:Choice>
              <mc:Fallback>
                <p:oleObj name="" r:id="rId7" imgW="1726565" imgH="2159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200" y="2133600"/>
                        <a:ext cx="4038600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0" name="Object 1028"/>
          <p:cNvGraphicFramePr>
            <a:graphicFrameLocks noChangeAspect="1"/>
          </p:cNvGraphicFramePr>
          <p:nvPr/>
        </p:nvGraphicFramePr>
        <p:xfrm>
          <a:off x="1219200" y="2819400"/>
          <a:ext cx="45720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9" name="" r:id="rId9" imgW="1689100" imgH="228600" progId="Equation.DSMT4">
                  <p:embed/>
                </p:oleObj>
              </mc:Choice>
              <mc:Fallback>
                <p:oleObj name="" r:id="rId9" imgW="1689100" imgH="2286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19200" y="2819400"/>
                        <a:ext cx="4572000" cy="617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1" name="Object 1029"/>
          <p:cNvGraphicFramePr>
            <a:graphicFrameLocks noChangeAspect="1"/>
          </p:cNvGraphicFramePr>
          <p:nvPr/>
        </p:nvGraphicFramePr>
        <p:xfrm>
          <a:off x="457200" y="3581400"/>
          <a:ext cx="5943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0" name="" r:id="rId11" imgW="2463800" imgH="215900" progId="Equation.DSMT4">
                  <p:embed/>
                </p:oleObj>
              </mc:Choice>
              <mc:Fallback>
                <p:oleObj name="" r:id="rId11" imgW="2463800" imgH="2159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7200" y="3581400"/>
                        <a:ext cx="59436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59396" name="Object 4"/>
          <p:cNvGraphicFramePr>
            <a:graphicFrameLocks noChangeAspect="1"/>
          </p:cNvGraphicFramePr>
          <p:nvPr/>
        </p:nvGraphicFramePr>
        <p:xfrm>
          <a:off x="-100012" y="0"/>
          <a:ext cx="9344025" cy="167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" name="" r:id="rId1" imgW="3695700" imgH="685800" progId="Equation.DSMT4">
                  <p:embed/>
                </p:oleObj>
              </mc:Choice>
              <mc:Fallback>
                <p:oleObj name="" r:id="rId1" imgW="3695700" imgH="6858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100012" y="0"/>
                        <a:ext cx="9344025" cy="1674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7" name="Object 5"/>
          <p:cNvGraphicFramePr>
            <a:graphicFrameLocks noChangeAspect="1"/>
          </p:cNvGraphicFramePr>
          <p:nvPr/>
        </p:nvGraphicFramePr>
        <p:xfrm>
          <a:off x="533400" y="3429000"/>
          <a:ext cx="51816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0" name="" r:id="rId3" imgW="2019300" imgH="215900" progId="Equation.DSMT4">
                  <p:embed/>
                </p:oleObj>
              </mc:Choice>
              <mc:Fallback>
                <p:oleObj name="" r:id="rId3" imgW="2019300" imgH="2159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400" y="3429000"/>
                        <a:ext cx="5181600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8" name="Object 6"/>
          <p:cNvGraphicFramePr>
            <a:graphicFrameLocks noChangeAspect="1"/>
          </p:cNvGraphicFramePr>
          <p:nvPr/>
        </p:nvGraphicFramePr>
        <p:xfrm>
          <a:off x="1219200" y="1981200"/>
          <a:ext cx="72390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1" name="" r:id="rId5" imgW="2743200" imgH="215900" progId="Equation.DSMT4">
                  <p:embed/>
                </p:oleObj>
              </mc:Choice>
              <mc:Fallback>
                <p:oleObj name="" r:id="rId5" imgW="2743200" imgH="2159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19200" y="1981200"/>
                        <a:ext cx="7239000" cy="569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Object 7"/>
          <p:cNvGraphicFramePr>
            <a:graphicFrameLocks noChangeAspect="1"/>
          </p:cNvGraphicFramePr>
          <p:nvPr/>
        </p:nvGraphicFramePr>
        <p:xfrm>
          <a:off x="3200400" y="2667000"/>
          <a:ext cx="20574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2" name="" r:id="rId7" imgW="774065" imgH="203200" progId="Equation.DSMT4">
                  <p:embed/>
                </p:oleObj>
              </mc:Choice>
              <mc:Fallback>
                <p:oleObj name="" r:id="rId7" imgW="774065" imgH="2032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00400" y="2667000"/>
                        <a:ext cx="2057400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0" name="Object 8"/>
          <p:cNvGraphicFramePr>
            <a:graphicFrameLocks noChangeAspect="1"/>
          </p:cNvGraphicFramePr>
          <p:nvPr/>
        </p:nvGraphicFramePr>
        <p:xfrm>
          <a:off x="2895600" y="4191000"/>
          <a:ext cx="28194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3" name="" r:id="rId9" imgW="1078865" imgH="203200" progId="Equation.DSMT4">
                  <p:embed/>
                </p:oleObj>
              </mc:Choice>
              <mc:Fallback>
                <p:oleObj name="" r:id="rId9" imgW="1078865" imgH="2032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95600" y="4191000"/>
                        <a:ext cx="2819400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1" name="Object 9"/>
          <p:cNvGraphicFramePr>
            <a:graphicFrameLocks noChangeAspect="1"/>
          </p:cNvGraphicFramePr>
          <p:nvPr/>
        </p:nvGraphicFramePr>
        <p:xfrm>
          <a:off x="914400" y="4953000"/>
          <a:ext cx="7696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4" name="" r:id="rId11" imgW="3238500" imgH="203200" progId="Equation.DSMT4">
                  <p:embed/>
                </p:oleObj>
              </mc:Choice>
              <mc:Fallback>
                <p:oleObj name="" r:id="rId11" imgW="3238500" imgH="2032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14400" y="4953000"/>
                        <a:ext cx="76962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60420" name="Object 4"/>
          <p:cNvGraphicFramePr>
            <a:graphicFrameLocks noChangeAspect="1"/>
          </p:cNvGraphicFramePr>
          <p:nvPr/>
        </p:nvGraphicFramePr>
        <p:xfrm>
          <a:off x="87313" y="0"/>
          <a:ext cx="8893175" cy="210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3" name="" r:id="rId1" imgW="3568700" imgH="876300" progId="Equation.DSMT4">
                  <p:embed/>
                </p:oleObj>
              </mc:Choice>
              <mc:Fallback>
                <p:oleObj name="" r:id="rId1" imgW="3568700" imgH="8763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7313" y="0"/>
                        <a:ext cx="8893175" cy="2109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1" name="Object 5"/>
          <p:cNvGraphicFramePr>
            <a:graphicFrameLocks noChangeAspect="1"/>
          </p:cNvGraphicFramePr>
          <p:nvPr/>
        </p:nvGraphicFramePr>
        <p:xfrm>
          <a:off x="4114800" y="3505200"/>
          <a:ext cx="389255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4" name="" r:id="rId3" imgW="1562100" imgH="406400" progId="Equation.DSMT4">
                  <p:embed/>
                </p:oleObj>
              </mc:Choice>
              <mc:Fallback>
                <p:oleObj name="" r:id="rId3" imgW="1562100" imgH="4064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4800" y="3505200"/>
                        <a:ext cx="3892550" cy="1012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2" name="Object 6"/>
          <p:cNvGraphicFramePr>
            <a:graphicFrameLocks noChangeAspect="1"/>
          </p:cNvGraphicFramePr>
          <p:nvPr/>
        </p:nvGraphicFramePr>
        <p:xfrm>
          <a:off x="1447800" y="2286000"/>
          <a:ext cx="65532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5" name="" r:id="rId5" imgW="2781300" imgH="215900" progId="Equation.DSMT4">
                  <p:embed/>
                </p:oleObj>
              </mc:Choice>
              <mc:Fallback>
                <p:oleObj name="" r:id="rId5" imgW="2781300" imgH="2159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47800" y="2286000"/>
                        <a:ext cx="6553200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3" name="Object 7"/>
          <p:cNvGraphicFramePr>
            <a:graphicFrameLocks noChangeAspect="1"/>
          </p:cNvGraphicFramePr>
          <p:nvPr/>
        </p:nvGraphicFramePr>
        <p:xfrm>
          <a:off x="3124200" y="2895600"/>
          <a:ext cx="19685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6" name="" r:id="rId7" imgW="735965" imgH="177800" progId="Equation.DSMT4">
                  <p:embed/>
                </p:oleObj>
              </mc:Choice>
              <mc:Fallback>
                <p:oleObj name="" r:id="rId7" imgW="735965" imgH="1778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24200" y="2895600"/>
                        <a:ext cx="1968500" cy="474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4" name="Object 8"/>
          <p:cNvGraphicFramePr>
            <a:graphicFrameLocks noChangeAspect="1"/>
          </p:cNvGraphicFramePr>
          <p:nvPr/>
        </p:nvGraphicFramePr>
        <p:xfrm>
          <a:off x="733425" y="3505200"/>
          <a:ext cx="3255963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7" name="" r:id="rId9" imgW="1294765" imgH="406400" progId="Equation.DSMT4">
                  <p:embed/>
                </p:oleObj>
              </mc:Choice>
              <mc:Fallback>
                <p:oleObj name="" r:id="rId9" imgW="1294765" imgH="4064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33425" y="3505200"/>
                        <a:ext cx="3255963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5" name="Object 9"/>
          <p:cNvGraphicFramePr>
            <a:graphicFrameLocks noChangeAspect="1"/>
          </p:cNvGraphicFramePr>
          <p:nvPr/>
        </p:nvGraphicFramePr>
        <p:xfrm>
          <a:off x="2743200" y="4648200"/>
          <a:ext cx="2514600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8" name="" r:id="rId11" imgW="1015365" imgH="406400" progId="Equation.DSMT4">
                  <p:embed/>
                </p:oleObj>
              </mc:Choice>
              <mc:Fallback>
                <p:oleObj name="" r:id="rId11" imgW="1015365" imgH="4064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43200" y="4648200"/>
                        <a:ext cx="2514600" cy="1004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304800" y="260350"/>
          <a:ext cx="8228013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7" name="" r:id="rId1" imgW="2755900" imgH="711200" progId="Equation.DSMT4">
                  <p:embed/>
                </p:oleObj>
              </mc:Choice>
              <mc:Fallback>
                <p:oleObj name="" r:id="rId1" imgW="2755900" imgH="7112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800" y="260350"/>
                        <a:ext cx="8228013" cy="1838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/>
          <p:cNvGraphicFramePr>
            <a:graphicFrameLocks noChangeAspect="1"/>
          </p:cNvGraphicFramePr>
          <p:nvPr/>
        </p:nvGraphicFramePr>
        <p:xfrm>
          <a:off x="466725" y="4933950"/>
          <a:ext cx="698023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8" name="" r:id="rId3" imgW="2260600" imgH="228600" progId="Equation.DSMT4">
                  <p:embed/>
                </p:oleObj>
              </mc:Choice>
              <mc:Fallback>
                <p:oleObj name="" r:id="rId3" imgW="2260600" imgH="2286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6725" y="4933950"/>
                        <a:ext cx="6980238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8"/>
          <p:cNvGraphicFramePr>
            <a:graphicFrameLocks noChangeAspect="1"/>
          </p:cNvGraphicFramePr>
          <p:nvPr/>
        </p:nvGraphicFramePr>
        <p:xfrm>
          <a:off x="725488" y="2420938"/>
          <a:ext cx="7950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9" name="" r:id="rId5" imgW="2527300" imgH="228600" progId="Equation.DSMT4">
                  <p:embed/>
                </p:oleObj>
              </mc:Choice>
              <mc:Fallback>
                <p:oleObj name="" r:id="rId5" imgW="2527300" imgH="2286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5488" y="2420938"/>
                        <a:ext cx="7950200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9"/>
          <p:cNvGraphicFramePr>
            <a:graphicFrameLocks noChangeAspect="1"/>
          </p:cNvGraphicFramePr>
          <p:nvPr/>
        </p:nvGraphicFramePr>
        <p:xfrm>
          <a:off x="1466850" y="3141663"/>
          <a:ext cx="526573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0" name="" r:id="rId7" imgW="1536700" imgH="228600" progId="Equation.DSMT4">
                  <p:embed/>
                </p:oleObj>
              </mc:Choice>
              <mc:Fallback>
                <p:oleObj name="" r:id="rId7" imgW="1536700" imgH="2286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66850" y="3141663"/>
                        <a:ext cx="5265738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0"/>
          <p:cNvGraphicFramePr>
            <a:graphicFrameLocks noChangeAspect="1"/>
          </p:cNvGraphicFramePr>
          <p:nvPr/>
        </p:nvGraphicFramePr>
        <p:xfrm>
          <a:off x="2616994" y="4005421"/>
          <a:ext cx="4410075" cy="59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1" name="" r:id="rId9" imgW="1384300" imgH="228600" progId="Equation.DSMT4">
                  <p:embed/>
                </p:oleObj>
              </mc:Choice>
              <mc:Fallback>
                <p:oleObj name="" r:id="rId9" imgW="1384300" imgH="2286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16994" y="4005421"/>
                        <a:ext cx="4410075" cy="5918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1"/>
          <p:cNvGraphicFramePr>
            <a:graphicFrameLocks noChangeAspect="1"/>
          </p:cNvGraphicFramePr>
          <p:nvPr/>
        </p:nvGraphicFramePr>
        <p:xfrm>
          <a:off x="1187450" y="4076700"/>
          <a:ext cx="134143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2" name="" r:id="rId11" imgW="431800" imgH="203200" progId="Equation.DSMT4">
                  <p:embed/>
                </p:oleObj>
              </mc:Choice>
              <mc:Fallback>
                <p:oleObj name="" r:id="rId11" imgW="431800" imgH="2032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87450" y="4076700"/>
                        <a:ext cx="1341438" cy="51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pic>
        <p:nvPicPr>
          <p:cNvPr id="17411" name="Picture 2"/>
          <p:cNvPicPr>
            <a:picLocks noChangeAspect="1"/>
          </p:cNvPicPr>
          <p:nvPr/>
        </p:nvPicPr>
        <p:blipFill>
          <a:blip r:embed="rId1"/>
          <a:srcRect l="4539" t="5923" r="46094" b="68141"/>
          <a:stretch>
            <a:fillRect/>
          </a:stretch>
        </p:blipFill>
        <p:spPr>
          <a:xfrm>
            <a:off x="107950" y="693738"/>
            <a:ext cx="4511675" cy="635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Picture 2"/>
          <p:cNvPicPr>
            <a:picLocks noChangeAspect="1"/>
          </p:cNvPicPr>
          <p:nvPr/>
        </p:nvPicPr>
        <p:blipFill>
          <a:blip r:embed="rId1"/>
          <a:srcRect l="4539" t="29131" r="2969" b="27188"/>
          <a:stretch>
            <a:fillRect/>
          </a:stretch>
        </p:blipFill>
        <p:spPr>
          <a:xfrm>
            <a:off x="179388" y="1484313"/>
            <a:ext cx="8453437" cy="1069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 2"/>
          <p:cNvPicPr>
            <a:picLocks noChangeAspect="1"/>
          </p:cNvPicPr>
          <p:nvPr/>
        </p:nvPicPr>
        <p:blipFill>
          <a:blip r:embed="rId1"/>
          <a:srcRect l="4539" t="73685" r="2969" b="-2"/>
          <a:stretch>
            <a:fillRect/>
          </a:stretch>
        </p:blipFill>
        <p:spPr>
          <a:xfrm>
            <a:off x="180975" y="2852738"/>
            <a:ext cx="8451850" cy="644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515938" y="104775"/>
          <a:ext cx="8188325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4" name="" r:id="rId1" imgW="3352800" imgH="711200" progId="Equation.DSMT4">
                  <p:embed/>
                </p:oleObj>
              </mc:Choice>
              <mc:Fallback>
                <p:oleObj name="" r:id="rId1" imgW="3352800" imgH="7112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5938" y="104775"/>
                        <a:ext cx="8188325" cy="173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6"/>
          <p:cNvGraphicFramePr>
            <a:graphicFrameLocks noChangeAspect="1"/>
          </p:cNvGraphicFramePr>
          <p:nvPr/>
        </p:nvGraphicFramePr>
        <p:xfrm>
          <a:off x="533400" y="4491038"/>
          <a:ext cx="78486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5" name="" r:id="rId3" imgW="3352800" imgH="469900" progId="Equation.DSMT4">
                  <p:embed/>
                </p:oleObj>
              </mc:Choice>
              <mc:Fallback>
                <p:oleObj name="" r:id="rId3" imgW="3352800" imgH="4699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400" y="4491038"/>
                        <a:ext cx="7848600" cy="1098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7"/>
          <p:cNvGraphicFramePr>
            <a:graphicFrameLocks noChangeAspect="1"/>
          </p:cNvGraphicFramePr>
          <p:nvPr/>
        </p:nvGraphicFramePr>
        <p:xfrm>
          <a:off x="1295400" y="1976438"/>
          <a:ext cx="5715000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6" name="" r:id="rId5" imgW="2235200" imgH="469900" progId="Equation.DSMT4">
                  <p:embed/>
                </p:oleObj>
              </mc:Choice>
              <mc:Fallback>
                <p:oleObj name="" r:id="rId5" imgW="2235200" imgH="4699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95400" y="1976438"/>
                        <a:ext cx="5715000" cy="1201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8"/>
          <p:cNvGraphicFramePr>
            <a:graphicFrameLocks noChangeAspect="1"/>
          </p:cNvGraphicFramePr>
          <p:nvPr/>
        </p:nvGraphicFramePr>
        <p:xfrm>
          <a:off x="533400" y="3271838"/>
          <a:ext cx="57912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7" name="" r:id="rId7" imgW="2438400" imgH="228600" progId="Equation.DSMT4">
                  <p:embed/>
                </p:oleObj>
              </mc:Choice>
              <mc:Fallback>
                <p:oleObj name="" r:id="rId7" imgW="2438400" imgH="2286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3400" y="3271838"/>
                        <a:ext cx="5791200" cy="544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9"/>
          <p:cNvGraphicFramePr>
            <a:graphicFrameLocks noChangeAspect="1"/>
          </p:cNvGraphicFramePr>
          <p:nvPr/>
        </p:nvGraphicFramePr>
        <p:xfrm>
          <a:off x="1752600" y="3881438"/>
          <a:ext cx="510540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8" name="" r:id="rId9" imgW="1930400" imgH="241300" progId="Equation.DSMT4">
                  <p:embed/>
                </p:oleObj>
              </mc:Choice>
              <mc:Fallback>
                <p:oleObj name="" r:id="rId9" imgW="1930400" imgH="2413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52600" y="3881438"/>
                        <a:ext cx="5105400" cy="638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53252" name="Object 4"/>
          <p:cNvGraphicFramePr>
            <a:graphicFrameLocks noChangeAspect="1"/>
          </p:cNvGraphicFramePr>
          <p:nvPr/>
        </p:nvGraphicFramePr>
        <p:xfrm>
          <a:off x="735013" y="31750"/>
          <a:ext cx="7672387" cy="238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5" name="" r:id="rId1" imgW="3098800" imgH="965200" progId="Equation.DSMT4">
                  <p:embed/>
                </p:oleObj>
              </mc:Choice>
              <mc:Fallback>
                <p:oleObj name="" r:id="rId1" imgW="3098800" imgH="9652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35013" y="31750"/>
                        <a:ext cx="7672387" cy="2389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1295400" y="3886200"/>
          <a:ext cx="5791200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6" name="" r:id="rId3" imgW="2273300" imgH="482600" progId="Equation.DSMT4">
                  <p:embed/>
                </p:oleObj>
              </mc:Choice>
              <mc:Fallback>
                <p:oleObj name="" r:id="rId3" imgW="2273300" imgH="4826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5400" y="3886200"/>
                        <a:ext cx="5791200" cy="1228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4" name="Object 6"/>
          <p:cNvGraphicFramePr>
            <a:graphicFrameLocks noChangeAspect="1"/>
          </p:cNvGraphicFramePr>
          <p:nvPr/>
        </p:nvGraphicFramePr>
        <p:xfrm>
          <a:off x="1112838" y="2514600"/>
          <a:ext cx="772795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7" name="" r:id="rId5" imgW="3213100" imgH="241300" progId="Equation.DSMT4">
                  <p:embed/>
                </p:oleObj>
              </mc:Choice>
              <mc:Fallback>
                <p:oleObj name="" r:id="rId5" imgW="3213100" imgH="2413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2838" y="2514600"/>
                        <a:ext cx="7727950" cy="579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5" name="Object 7"/>
          <p:cNvGraphicFramePr>
            <a:graphicFrameLocks noChangeAspect="1"/>
          </p:cNvGraphicFramePr>
          <p:nvPr/>
        </p:nvGraphicFramePr>
        <p:xfrm>
          <a:off x="2228850" y="3200400"/>
          <a:ext cx="241458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8" name="" r:id="rId7" imgW="951865" imgH="203200" progId="Equation.DSMT4">
                  <p:embed/>
                </p:oleObj>
              </mc:Choice>
              <mc:Fallback>
                <p:oleObj name="" r:id="rId7" imgW="951865" imgH="2032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28850" y="3200400"/>
                        <a:ext cx="2414588" cy="515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6" name="Object 8"/>
          <p:cNvGraphicFramePr>
            <a:graphicFrameLocks noChangeAspect="1"/>
          </p:cNvGraphicFramePr>
          <p:nvPr/>
        </p:nvGraphicFramePr>
        <p:xfrm>
          <a:off x="609600" y="3200400"/>
          <a:ext cx="16002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9" name="" r:id="rId9" imgW="622300" imgH="203200" progId="Equation.DSMT4">
                  <p:embed/>
                </p:oleObj>
              </mc:Choice>
              <mc:Fallback>
                <p:oleObj name="" r:id="rId9" imgW="622300" imgH="2032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9600" y="3200400"/>
                        <a:ext cx="1600200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236538" y="5334000"/>
          <a:ext cx="82962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0" name="" r:id="rId11" imgW="3683000" imgH="228600" progId="Equation.DSMT4">
                  <p:embed/>
                </p:oleObj>
              </mc:Choice>
              <mc:Fallback>
                <p:oleObj name="" r:id="rId11" imgW="3683000" imgH="2286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6538" y="5334000"/>
                        <a:ext cx="8296275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1143000" y="1295400"/>
          <a:ext cx="627697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6" name="" r:id="rId1" imgW="2463800" imgH="228600" progId="Equation.DSMT4">
                  <p:embed/>
                </p:oleObj>
              </mc:Choice>
              <mc:Fallback>
                <p:oleObj name="" r:id="rId1" imgW="2463800" imgH="2286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43000" y="1295400"/>
                        <a:ext cx="6276975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7" name="Object 5"/>
          <p:cNvGraphicFramePr>
            <a:graphicFrameLocks noChangeAspect="1"/>
          </p:cNvGraphicFramePr>
          <p:nvPr/>
        </p:nvGraphicFramePr>
        <p:xfrm>
          <a:off x="609600" y="0"/>
          <a:ext cx="838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7" name="" r:id="rId3" imgW="342900" imgH="203200" progId="Equation.DSMT4">
                  <p:embed/>
                </p:oleObj>
              </mc:Choice>
              <mc:Fallback>
                <p:oleObj name="" r:id="rId3" imgW="342900" imgH="2032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" y="0"/>
                        <a:ext cx="8382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8" name="Object 6"/>
          <p:cNvGraphicFramePr>
            <a:graphicFrameLocks noChangeAspect="1"/>
          </p:cNvGraphicFramePr>
          <p:nvPr/>
        </p:nvGraphicFramePr>
        <p:xfrm>
          <a:off x="457200" y="609600"/>
          <a:ext cx="827246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8" name="" r:id="rId5" imgW="3416300" imgH="241300" progId="Equation.DSMT4">
                  <p:embed/>
                </p:oleObj>
              </mc:Choice>
              <mc:Fallback>
                <p:oleObj name="" r:id="rId5" imgW="3416300" imgH="2413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200" y="609600"/>
                        <a:ext cx="8272463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9" name="Object 7"/>
          <p:cNvGraphicFramePr>
            <a:graphicFrameLocks noChangeAspect="1"/>
          </p:cNvGraphicFramePr>
          <p:nvPr/>
        </p:nvGraphicFramePr>
        <p:xfrm>
          <a:off x="1143000" y="1981200"/>
          <a:ext cx="47244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9" name="" r:id="rId7" imgW="1803400" imgH="228600" progId="Equation.DSMT4">
                  <p:embed/>
                </p:oleObj>
              </mc:Choice>
              <mc:Fallback>
                <p:oleObj name="" r:id="rId7" imgW="1803400" imgH="2286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43000" y="1981200"/>
                        <a:ext cx="4724400" cy="598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0" name="Object 8"/>
          <p:cNvGraphicFramePr>
            <a:graphicFrameLocks noChangeAspect="1"/>
          </p:cNvGraphicFramePr>
          <p:nvPr/>
        </p:nvGraphicFramePr>
        <p:xfrm>
          <a:off x="1143000" y="2743200"/>
          <a:ext cx="5410200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0" name="" r:id="rId9" imgW="2247900" imgH="457200" progId="Equation.DSMT4">
                  <p:embed/>
                </p:oleObj>
              </mc:Choice>
              <mc:Fallback>
                <p:oleObj name="" r:id="rId9" imgW="2247900" imgH="4572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43000" y="2743200"/>
                        <a:ext cx="5410200" cy="1100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1" name="Object 9"/>
          <p:cNvGraphicFramePr>
            <a:graphicFrameLocks noChangeAspect="1"/>
          </p:cNvGraphicFramePr>
          <p:nvPr/>
        </p:nvGraphicFramePr>
        <p:xfrm>
          <a:off x="790575" y="5029200"/>
          <a:ext cx="68484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1" name="" r:id="rId11" imgW="2755900" imgH="215900" progId="Equation.DSMT4">
                  <p:embed/>
                </p:oleObj>
              </mc:Choice>
              <mc:Fallback>
                <p:oleObj name="" r:id="rId11" imgW="2755900" imgH="2159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0575" y="5029200"/>
                        <a:ext cx="6848475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2" name="Object 10"/>
          <p:cNvGraphicFramePr>
            <a:graphicFrameLocks noChangeAspect="1"/>
          </p:cNvGraphicFramePr>
          <p:nvPr/>
        </p:nvGraphicFramePr>
        <p:xfrm>
          <a:off x="1208088" y="3886200"/>
          <a:ext cx="550862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2" name="" r:id="rId13" imgW="2222500" imgH="419100" progId="Equation.DSMT4">
                  <p:embed/>
                </p:oleObj>
              </mc:Choice>
              <mc:Fallback>
                <p:oleObj name="" r:id="rId13" imgW="2222500" imgH="4191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08088" y="3886200"/>
                        <a:ext cx="5508625" cy="1038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12293" name="Object 5"/>
          <p:cNvGraphicFramePr>
            <a:graphicFrameLocks noChangeAspect="1"/>
          </p:cNvGraphicFramePr>
          <p:nvPr/>
        </p:nvGraphicFramePr>
        <p:xfrm>
          <a:off x="595313" y="3581400"/>
          <a:ext cx="757237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6" name="" r:id="rId1" imgW="3378200" imgH="431800" progId="Equation.DSMT4">
                  <p:embed/>
                </p:oleObj>
              </mc:Choice>
              <mc:Fallback>
                <p:oleObj name="" r:id="rId1" imgW="3378200" imgH="4318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95313" y="3581400"/>
                        <a:ext cx="7572375" cy="1098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6"/>
          <p:cNvGraphicFramePr>
            <a:graphicFrameLocks noChangeAspect="1"/>
          </p:cNvGraphicFramePr>
          <p:nvPr/>
        </p:nvGraphicFramePr>
        <p:xfrm>
          <a:off x="457200" y="1066800"/>
          <a:ext cx="82486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7" name="" r:id="rId3" imgW="3314700" imgH="228600" progId="Equation.DSMT4">
                  <p:embed/>
                </p:oleObj>
              </mc:Choice>
              <mc:Fallback>
                <p:oleObj name="" r:id="rId3" imgW="3314700" imgH="2286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1066800"/>
                        <a:ext cx="8248650" cy="568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7"/>
          <p:cNvGraphicFramePr>
            <a:graphicFrameLocks noChangeAspect="1"/>
          </p:cNvGraphicFramePr>
          <p:nvPr/>
        </p:nvGraphicFramePr>
        <p:xfrm>
          <a:off x="457200" y="304800"/>
          <a:ext cx="64008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8" name="" r:id="rId5" imgW="2565400" imgH="203200" progId="Equation.DSMT4">
                  <p:embed/>
                </p:oleObj>
              </mc:Choice>
              <mc:Fallback>
                <p:oleObj name="" r:id="rId5" imgW="2565400" imgH="2032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200" y="304800"/>
                        <a:ext cx="6400800" cy="506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457200" y="1905000"/>
          <a:ext cx="280035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9" name="" r:id="rId7" imgW="1116965" imgH="203200" progId="Equation.DSMT4">
                  <p:embed/>
                </p:oleObj>
              </mc:Choice>
              <mc:Fallback>
                <p:oleObj name="" r:id="rId7" imgW="1116965" imgH="2032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200" y="1905000"/>
                        <a:ext cx="2800350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9"/>
          <p:cNvGraphicFramePr>
            <a:graphicFrameLocks noChangeAspect="1"/>
          </p:cNvGraphicFramePr>
          <p:nvPr/>
        </p:nvGraphicFramePr>
        <p:xfrm>
          <a:off x="304800" y="2667000"/>
          <a:ext cx="770413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0" name="" r:id="rId9" imgW="2679700" imgH="203200" progId="Equation.DSMT4">
                  <p:embed/>
                </p:oleObj>
              </mc:Choice>
              <mc:Fallback>
                <p:oleObj name="" r:id="rId9" imgW="2679700" imgH="2032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4800" y="2667000"/>
                        <a:ext cx="7704138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 dirty="0"/>
          </a:p>
        </p:txBody>
      </p:sp>
      <p:sp>
        <p:nvSpPr>
          <p:cNvPr id="22531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 dirty="0"/>
          </a:p>
        </p:txBody>
      </p:sp>
      <p:sp>
        <p:nvSpPr>
          <p:cNvPr id="2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b" anchorCtr="0" compatLnSpc="1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-6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第二章 同余</a:t>
            </a:r>
            <a:endParaRPr kumimoji="0" lang="zh-CN" altLang="en-US" sz="3600" b="0" i="0" u="none" strike="noStrike" kern="1200" cap="none" spc="-6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graphicFrame>
        <p:nvGraphicFramePr>
          <p:cNvPr id="24" name="内容占位符 7"/>
          <p:cNvGraphicFramePr/>
          <p:nvPr/>
        </p:nvGraphicFramePr>
        <p:xfrm>
          <a:off x="1376531" y="1801505"/>
          <a:ext cx="6405110" cy="4094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25" name="燕尾形 24"/>
          <p:cNvSpPr/>
          <p:nvPr/>
        </p:nvSpPr>
        <p:spPr>
          <a:xfrm>
            <a:off x="879475" y="3213100"/>
            <a:ext cx="434975" cy="32702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/>
          <p:cNvSpPr>
            <a:spLocks noGrp="1"/>
          </p:cNvSpPr>
          <p:nvPr>
            <p:ph type="title"/>
          </p:nvPr>
        </p:nvSpPr>
        <p:spPr>
          <a:xfrm>
            <a:off x="468313" y="31750"/>
            <a:ext cx="4679950" cy="7334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all" spc="-6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2.2</a:t>
            </a:r>
            <a:r>
              <a:rPr kumimoji="0" lang="en-US" altLang="zh-CN" sz="3600" b="0" i="0" u="none" strike="noStrike" kern="1200" cap="all" spc="-6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zh-CN" altLang="en-US" sz="3600" b="0" i="0" u="none" strike="noStrike" kern="1200" cap="all" spc="-6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同余类与剩余系</a:t>
            </a:r>
            <a:endParaRPr kumimoji="0" lang="zh-CN" altLang="en-US" sz="3600" b="0" i="0" u="none" strike="noStrike" kern="1200" cap="all" spc="-6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457200" y="908050"/>
            <a:ext cx="8229600" cy="1584325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集合根据等价关系可分为两两互不相交的集合。</a:t>
            </a: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    整数的同余关系是一个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等价关系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609600" y="2420938"/>
            <a:ext cx="8229600" cy="30241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buNone/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    给定正整数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，全体整数可按照模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是否同余分为若干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两 两不相交的集合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，使得每一个集合中的任意两个正整数对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一定同余，而属于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不同集合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的任意两个整数对模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同余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，每一个这样的集合称为模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 m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的同余类或剩余类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7" name="灯片编号占位符 4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pic>
        <p:nvPicPr>
          <p:cNvPr id="25603" name="Picture 2"/>
          <p:cNvPicPr>
            <a:picLocks noChangeAspect="1"/>
          </p:cNvPicPr>
          <p:nvPr/>
        </p:nvPicPr>
        <p:blipFill>
          <a:blip r:embed="rId1"/>
          <a:srcRect l="2316" r="5280" b="71805"/>
          <a:stretch>
            <a:fillRect/>
          </a:stretch>
        </p:blipFill>
        <p:spPr>
          <a:xfrm>
            <a:off x="69850" y="188913"/>
            <a:ext cx="8447088" cy="10144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Picture 2"/>
          <p:cNvPicPr>
            <a:picLocks noChangeAspect="1"/>
          </p:cNvPicPr>
          <p:nvPr/>
        </p:nvPicPr>
        <p:blipFill>
          <a:blip r:embed="rId1"/>
          <a:srcRect l="2316" t="27502"/>
          <a:stretch>
            <a:fillRect/>
          </a:stretch>
        </p:blipFill>
        <p:spPr>
          <a:xfrm>
            <a:off x="34925" y="1412875"/>
            <a:ext cx="8929688" cy="2609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186738" y="5981700"/>
            <a:ext cx="1316037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4579" name="Rectangle 1"/>
          <p:cNvSpPr/>
          <p:nvPr/>
        </p:nvSpPr>
        <p:spPr>
          <a:xfrm>
            <a:off x="323850" y="335281"/>
            <a:ext cx="8408988" cy="1091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定理</a:t>
            </a:r>
            <a:r>
              <a:rPr lang="en-US" altLang="zh-CN" sz="2600" dirty="0">
                <a:latin typeface="Times New Roman" panose="02020603050405020304" pitchFamily="18" charset="0"/>
                <a:ea typeface="仿宋" panose="02010609060101010101" pitchFamily="49" charset="-122"/>
              </a:rPr>
              <a:t>2.2.1</a:t>
            </a:r>
            <a:r>
              <a:rPr lang="en-US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对于给定的正整数</a:t>
            </a:r>
            <a:r>
              <a:rPr lang="en-US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en-US" altLang="zh-CN" sz="2600" dirty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，有且恰有</a:t>
            </a:r>
            <a:r>
              <a:rPr lang="en-US" altLang="zh-CN" sz="2600" dirty="0">
                <a:latin typeface="Times New Roman" panose="02020603050405020304" pitchFamily="18" charset="0"/>
                <a:ea typeface="仿宋" panose="02010609060101010101" pitchFamily="49" charset="-122"/>
              </a:rPr>
              <a:t>m 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个</a:t>
            </a:r>
            <a:r>
              <a:rPr lang="zh-CN" altLang="en-US" sz="26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不同的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模</a:t>
            </a:r>
            <a:r>
              <a:rPr lang="en-US" altLang="zh-CN" sz="2600" dirty="0">
                <a:latin typeface="Times New Roman" panose="02020603050405020304" pitchFamily="18" charset="0"/>
                <a:ea typeface="仿宋" panose="02010609060101010101" pitchFamily="49" charset="-122"/>
              </a:rPr>
              <a:t>m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的剩余类。</a:t>
            </a:r>
            <a:endParaRPr lang="en-US" altLang="zh-CN" sz="2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476250" y="1533525"/>
            <a:ext cx="8408988" cy="31400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证明：根据带余除法，对于任意整数</a:t>
            </a:r>
            <a:r>
              <a:rPr lang="en-US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en-US" altLang="zh-CN" sz="2600" i="1" dirty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，都有</a:t>
            </a:r>
            <a:endParaRPr lang="en-US" altLang="zh-CN" sz="2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a = qm+r    0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≤</a:t>
            </a:r>
            <a:r>
              <a:rPr lang="en-US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r</a:t>
            </a:r>
            <a:r>
              <a:rPr lang="en-US" altLang="zh-CN" sz="2600" dirty="0">
                <a:latin typeface="Times New Roman" panose="02020603050405020304" pitchFamily="18" charset="0"/>
                <a:ea typeface="仿宋" panose="02010609060101010101" pitchFamily="49" charset="-122"/>
              </a:rPr>
              <a:t>&lt;</a:t>
            </a:r>
            <a:r>
              <a:rPr lang="en-US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m</a:t>
            </a:r>
            <a:endParaRPr lang="en-US" altLang="zh-CN" sz="2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也就是说任何一个整数模</a:t>
            </a:r>
            <a:r>
              <a:rPr lang="en-US" altLang="zh-CN" sz="2600" dirty="0">
                <a:latin typeface="Times New Roman" panose="02020603050405020304" pitchFamily="18" charset="0"/>
                <a:ea typeface="仿宋" panose="02010609060101010101" pitchFamily="49" charset="-122"/>
              </a:rPr>
              <a:t>m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必然与 </a:t>
            </a:r>
            <a:r>
              <a:rPr lang="en-US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  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中的一个同余，而且这</a:t>
            </a:r>
            <a:r>
              <a:rPr lang="en-US" altLang="zh-CN" sz="2600" dirty="0">
                <a:latin typeface="Times New Roman" panose="02020603050405020304" pitchFamily="18" charset="0"/>
                <a:ea typeface="仿宋" panose="02010609060101010101" pitchFamily="49" charset="-122"/>
              </a:rPr>
              <a:t> m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个整数模</a:t>
            </a:r>
            <a:r>
              <a:rPr lang="en-US" altLang="zh-CN" sz="2600" dirty="0">
                <a:latin typeface="Times New Roman" panose="02020603050405020304" pitchFamily="18" charset="0"/>
                <a:ea typeface="仿宋" panose="02010609060101010101" pitchFamily="49" charset="-122"/>
              </a:rPr>
              <a:t>m</a:t>
            </a:r>
            <a:r>
              <a:rPr lang="zh-CN" altLang="en-US" sz="26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互不同余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。所以模</a:t>
            </a:r>
            <a:r>
              <a:rPr lang="en-US" altLang="zh-CN" sz="2600" dirty="0">
                <a:latin typeface="Times New Roman" panose="02020603050405020304" pitchFamily="18" charset="0"/>
                <a:ea typeface="仿宋" panose="02010609060101010101" pitchFamily="49" charset="-122"/>
              </a:rPr>
              <a:t>m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的剩余类有且恰有</a:t>
            </a:r>
            <a:r>
              <a:rPr lang="en-US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m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个。</a:t>
            </a:r>
            <a:r>
              <a:rPr lang="en-US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                 </a:t>
            </a:r>
            <a:endParaRPr lang="zh-CN" altLang="en-US" sz="2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692775" y="2959100"/>
          <a:ext cx="247967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2" name="" r:id="rId1" imgW="1250950" imgH="177800" progId="Equation.Ribbit">
                  <p:embed/>
                </p:oleObj>
              </mc:Choice>
              <mc:Fallback>
                <p:oleObj name="" r:id="rId1" imgW="1250950" imgH="177800" progId="Equation.Ribbit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92775" y="2959100"/>
                        <a:ext cx="2479675" cy="352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149225" y="47625"/>
          <a:ext cx="8761413" cy="280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0" name="" r:id="rId1" imgW="3721100" imgH="1193800" progId="Equation.DSMT4">
                  <p:embed/>
                </p:oleObj>
              </mc:Choice>
              <mc:Fallback>
                <p:oleObj name="" r:id="rId1" imgW="3721100" imgH="11938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9225" y="47625"/>
                        <a:ext cx="8761413" cy="2809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520700" y="3251200"/>
          <a:ext cx="8024813" cy="212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1" name="" r:id="rId3" imgW="3454400" imgH="914400" progId="Equation.DSMT4">
                  <p:embed/>
                </p:oleObj>
              </mc:Choice>
              <mc:Fallback>
                <p:oleObj name="" r:id="rId3" imgW="3454400" imgH="9144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0700" y="3251200"/>
                        <a:ext cx="8024813" cy="2127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755650" y="5732463"/>
          <a:ext cx="80835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2" name="" r:id="rId5" imgW="3479800" imgH="215900" progId="Equation.DSMT4">
                  <p:embed/>
                </p:oleObj>
              </mc:Choice>
              <mc:Fallback>
                <p:oleObj name="" r:id="rId5" imgW="3479800" imgH="2159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5650" y="5732463"/>
                        <a:ext cx="8083550" cy="5016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3300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矩形 3"/>
          <p:cNvSpPr/>
          <p:nvPr/>
        </p:nvSpPr>
        <p:spPr>
          <a:xfrm>
            <a:off x="395288" y="188913"/>
            <a:ext cx="5605462" cy="492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600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sz="2600" dirty="0">
                <a:solidFill>
                  <a:srgbClr val="00B0F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2.2.1</a:t>
            </a:r>
            <a:r>
              <a:rPr lang="en-US" altLang="zh-CN" sz="2600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600" b="0" dirty="0">
                <a:latin typeface="仿宋" panose="02010609060101010101" pitchFamily="49" charset="-122"/>
                <a:ea typeface="仿宋" panose="02010609060101010101" pitchFamily="49" charset="-122"/>
              </a:rPr>
              <a:t>取     ，则模</a:t>
            </a:r>
            <a:r>
              <a:rPr lang="en-US" altLang="zh-CN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     </a:t>
            </a:r>
            <a:r>
              <a:rPr lang="zh-CN" altLang="en-US" sz="2600" b="0" dirty="0">
                <a:latin typeface="仿宋" panose="02010609060101010101" pitchFamily="49" charset="-122"/>
                <a:ea typeface="仿宋" panose="02010609060101010101" pitchFamily="49" charset="-122"/>
              </a:rPr>
              <a:t>的剩余类为</a:t>
            </a:r>
            <a:endParaRPr lang="zh-CN" altLang="en-US" sz="2600" b="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9700" name="Rectangle 16"/>
          <p:cNvSpPr/>
          <p:nvPr/>
        </p:nvSpPr>
        <p:spPr>
          <a:xfrm>
            <a:off x="468313" y="4437063"/>
            <a:ext cx="8018462" cy="8921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7</a:t>
            </a:r>
            <a:r>
              <a:rPr lang="zh-CN" altLang="en-US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15</a:t>
            </a:r>
            <a:r>
              <a:rPr lang="zh-CN" altLang="en-US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16</a:t>
            </a:r>
            <a:r>
              <a:rPr lang="zh-CN" altLang="en-US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-4</a:t>
            </a:r>
            <a:r>
              <a:rPr lang="zh-CN" altLang="en-US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-10</a:t>
            </a:r>
            <a:r>
              <a:rPr lang="zh-CN" altLang="en-US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5</a:t>
            </a:r>
            <a:r>
              <a:rPr lang="zh-CN" altLang="en-US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-1</a:t>
            </a:r>
            <a:r>
              <a:rPr lang="zh-CN" altLang="en-US" sz="2600" b="0" dirty="0">
                <a:latin typeface="仿宋" panose="02010609060101010101" pitchFamily="49" charset="-122"/>
                <a:ea typeface="仿宋" panose="02010609060101010101" pitchFamily="49" charset="-122"/>
              </a:rPr>
              <a:t>为模</a:t>
            </a:r>
            <a:r>
              <a:rPr lang="en-US" altLang="zh-CN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7</a:t>
            </a:r>
            <a:r>
              <a:rPr lang="zh-CN" altLang="en-US" sz="2600" b="0" dirty="0">
                <a:latin typeface="仿宋" panose="02010609060101010101" pitchFamily="49" charset="-122"/>
                <a:ea typeface="仿宋" panose="02010609060101010101" pitchFamily="49" charset="-122"/>
              </a:rPr>
              <a:t>的一组完全剩余系。</a:t>
            </a:r>
            <a:endParaRPr lang="en-US" altLang="zh-CN" sz="2600" b="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0</a:t>
            </a:r>
            <a:r>
              <a:rPr lang="zh-CN" altLang="en-US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1</a:t>
            </a:r>
            <a:r>
              <a:rPr lang="zh-CN" altLang="en-US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2</a:t>
            </a:r>
            <a:r>
              <a:rPr lang="zh-CN" altLang="en-US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3</a:t>
            </a:r>
            <a:r>
              <a:rPr lang="zh-CN" altLang="en-US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4</a:t>
            </a:r>
            <a:r>
              <a:rPr lang="zh-CN" altLang="en-US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5</a:t>
            </a:r>
            <a:r>
              <a:rPr lang="zh-CN" altLang="en-US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6</a:t>
            </a:r>
            <a:r>
              <a:rPr lang="zh-CN" altLang="en-US" sz="2600" b="0" dirty="0">
                <a:latin typeface="仿宋" panose="02010609060101010101" pitchFamily="49" charset="-122"/>
                <a:ea typeface="仿宋" panose="02010609060101010101" pitchFamily="49" charset="-122"/>
              </a:rPr>
              <a:t>为模</a:t>
            </a:r>
            <a:r>
              <a:rPr lang="en-US" altLang="zh-CN" sz="2600" b="0" dirty="0">
                <a:latin typeface="Times New Roman" panose="02020603050405020304" pitchFamily="18" charset="0"/>
                <a:ea typeface="仿宋" panose="02010609060101010101" pitchFamily="49" charset="-122"/>
              </a:rPr>
              <a:t>7</a:t>
            </a:r>
            <a:r>
              <a:rPr lang="zh-CN" altLang="en-US" sz="2600" b="0" dirty="0">
                <a:latin typeface="仿宋" panose="02010609060101010101" pitchFamily="49" charset="-122"/>
                <a:ea typeface="仿宋" panose="02010609060101010101" pitchFamily="49" charset="-122"/>
              </a:rPr>
              <a:t>的最小非负完全剩余系。</a:t>
            </a:r>
            <a:endParaRPr lang="zh-CN" altLang="en-US" sz="2600" b="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pSp>
        <p:nvGrpSpPr>
          <p:cNvPr id="27652" name="组合 2"/>
          <p:cNvGrpSpPr/>
          <p:nvPr/>
        </p:nvGrpSpPr>
        <p:grpSpPr>
          <a:xfrm>
            <a:off x="1863725" y="290513"/>
            <a:ext cx="4148138" cy="3819525"/>
            <a:chOff x="1763688" y="1455384"/>
            <a:chExt cx="4148162" cy="3819754"/>
          </a:xfrm>
        </p:grpSpPr>
        <p:graphicFrame>
          <p:nvGraphicFramePr>
            <p:cNvPr id="27655" name="对象 1"/>
            <p:cNvGraphicFramePr>
              <a:graphicFrameLocks noChangeAspect="1"/>
            </p:cNvGraphicFramePr>
            <p:nvPr/>
          </p:nvGraphicFramePr>
          <p:xfrm>
            <a:off x="1835696" y="1455384"/>
            <a:ext cx="841031" cy="317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16" name="" r:id="rId1" imgW="411480" imgH="156210" progId="Equation.Ribbit">
                    <p:embed/>
                  </p:oleObj>
                </mc:Choice>
                <mc:Fallback>
                  <p:oleObj name="" r:id="rId1" imgW="411480" imgH="156210" progId="Equation.Ribbit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35696" y="1455384"/>
                          <a:ext cx="841031" cy="317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6" name="对象 2"/>
            <p:cNvGraphicFramePr>
              <a:graphicFrameLocks noChangeAspect="1"/>
            </p:cNvGraphicFramePr>
            <p:nvPr/>
          </p:nvGraphicFramePr>
          <p:xfrm>
            <a:off x="1785938" y="1982663"/>
            <a:ext cx="4125912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17" name="" r:id="rId3" imgW="2080260" imgH="177800" progId="Equation.Ribbit">
                    <p:embed/>
                  </p:oleObj>
                </mc:Choice>
                <mc:Fallback>
                  <p:oleObj name="" r:id="rId3" imgW="2080260" imgH="177800" progId="Equation.Ribbit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85938" y="1982663"/>
                          <a:ext cx="4125912" cy="3524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7" name="对象 3"/>
            <p:cNvGraphicFramePr>
              <a:graphicFrameLocks noChangeAspect="1"/>
            </p:cNvGraphicFramePr>
            <p:nvPr/>
          </p:nvGraphicFramePr>
          <p:xfrm>
            <a:off x="1763713" y="2474913"/>
            <a:ext cx="3889375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18" name="" r:id="rId5" imgW="14716125" imgH="1333500" progId="Equation.Ribbit">
                    <p:embed/>
                  </p:oleObj>
                </mc:Choice>
                <mc:Fallback>
                  <p:oleObj name="" r:id="rId5" imgW="14716125" imgH="1333500" progId="Equation.Ribbit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63713" y="2474913"/>
                          <a:ext cx="3889375" cy="3524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8" name="对象 4"/>
            <p:cNvGraphicFramePr>
              <a:graphicFrameLocks noChangeAspect="1"/>
            </p:cNvGraphicFramePr>
            <p:nvPr/>
          </p:nvGraphicFramePr>
          <p:xfrm>
            <a:off x="1763688" y="2973388"/>
            <a:ext cx="4124325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19" name="" r:id="rId7" imgW="15601950" imgH="1333500" progId="Equation.Ribbit">
                    <p:embed/>
                  </p:oleObj>
                </mc:Choice>
                <mc:Fallback>
                  <p:oleObj name="" r:id="rId7" imgW="15601950" imgH="1333500" progId="Equation.Ribbit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763688" y="2973388"/>
                          <a:ext cx="4124325" cy="3524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9" name="对象 5"/>
            <p:cNvGraphicFramePr>
              <a:graphicFrameLocks noChangeAspect="1"/>
            </p:cNvGraphicFramePr>
            <p:nvPr/>
          </p:nvGraphicFramePr>
          <p:xfrm>
            <a:off x="1785938" y="3439988"/>
            <a:ext cx="3844925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20" name="" r:id="rId9" imgW="1939290" imgH="177800" progId="Equation.Ribbit">
                    <p:embed/>
                  </p:oleObj>
                </mc:Choice>
                <mc:Fallback>
                  <p:oleObj name="" r:id="rId9" imgW="1939290" imgH="177800" progId="Equation.Ribbit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785938" y="3439988"/>
                          <a:ext cx="3844925" cy="3524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0" name="对象 6"/>
            <p:cNvGraphicFramePr>
              <a:graphicFrameLocks noChangeAspect="1"/>
            </p:cNvGraphicFramePr>
            <p:nvPr/>
          </p:nvGraphicFramePr>
          <p:xfrm>
            <a:off x="1785938" y="3928938"/>
            <a:ext cx="3844925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21" name="" r:id="rId11" imgW="1939290" imgH="177800" progId="Equation.Ribbit">
                    <p:embed/>
                  </p:oleObj>
                </mc:Choice>
                <mc:Fallback>
                  <p:oleObj name="" r:id="rId11" imgW="1939290" imgH="177800" progId="Equation.Ribbit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785938" y="3928938"/>
                          <a:ext cx="3844925" cy="3524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1" name="对象 7"/>
            <p:cNvGraphicFramePr>
              <a:graphicFrameLocks noChangeAspect="1"/>
            </p:cNvGraphicFramePr>
            <p:nvPr/>
          </p:nvGraphicFramePr>
          <p:xfrm>
            <a:off x="1785938" y="4429001"/>
            <a:ext cx="3697287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22" name="" r:id="rId13" imgW="1865630" imgH="177800" progId="Equation.Ribbit">
                    <p:embed/>
                  </p:oleObj>
                </mc:Choice>
                <mc:Fallback>
                  <p:oleObj name="" r:id="rId13" imgW="1865630" imgH="177800" progId="Equation.Ribbit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785938" y="4429001"/>
                          <a:ext cx="3697287" cy="3524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2" name="对象 8"/>
            <p:cNvGraphicFramePr>
              <a:graphicFrameLocks noChangeAspect="1"/>
            </p:cNvGraphicFramePr>
            <p:nvPr/>
          </p:nvGraphicFramePr>
          <p:xfrm>
            <a:off x="1787525" y="4922713"/>
            <a:ext cx="3694113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23" name="" r:id="rId15" imgW="1864360" imgH="177800" progId="Equation.Ribbit">
                    <p:embed/>
                  </p:oleObj>
                </mc:Choice>
                <mc:Fallback>
                  <p:oleObj name="" r:id="rId15" imgW="1864360" imgH="177800" progId="Equation.Ribbit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787525" y="4922713"/>
                          <a:ext cx="3694113" cy="3524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3" name="对象 1"/>
            <p:cNvGraphicFramePr>
              <a:graphicFrameLocks noChangeAspect="1"/>
            </p:cNvGraphicFramePr>
            <p:nvPr/>
          </p:nvGraphicFramePr>
          <p:xfrm>
            <a:off x="3810114" y="1484784"/>
            <a:ext cx="329827" cy="2710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24" name="" r:id="rId17" imgW="165100" imgH="135890" progId="Equation.Ribbit">
                    <p:embed/>
                  </p:oleObj>
                </mc:Choice>
                <mc:Fallback>
                  <p:oleObj name="" r:id="rId17" imgW="165100" imgH="135890" progId="Equation.Ribbit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810114" y="1484784"/>
                          <a:ext cx="329827" cy="2710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53" name="灯片编号占位符 4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3" name="墨迹 2"/>
              <p14:cNvContentPartPr/>
              <p14:nvPr/>
            </p14:nvContentPartPr>
            <p14:xfrm>
              <a:off x="3214800" y="1473480"/>
              <a:ext cx="98640" cy="936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20"/>
            </p:blipFill>
            <p:spPr>
              <a:xfrm>
                <a:off x="3214800" y="1473480"/>
                <a:ext cx="98640" cy="93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pic>
        <p:nvPicPr>
          <p:cNvPr id="28675" name="Picture 2"/>
          <p:cNvPicPr>
            <a:picLocks noChangeAspect="1"/>
          </p:cNvPicPr>
          <p:nvPr/>
        </p:nvPicPr>
        <p:blipFill>
          <a:blip r:embed="rId1"/>
          <a:srcRect l="2864"/>
          <a:stretch>
            <a:fillRect/>
          </a:stretch>
        </p:blipFill>
        <p:spPr>
          <a:xfrm>
            <a:off x="342900" y="620713"/>
            <a:ext cx="8045450" cy="15128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276225" y="76200"/>
          <a:ext cx="8577263" cy="161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5" name="" r:id="rId1" imgW="3581400" imgH="673100" progId="Equation.DSMT4">
                  <p:embed/>
                </p:oleObj>
              </mc:Choice>
              <mc:Fallback>
                <p:oleObj name="" r:id="rId1" imgW="3581400" imgH="6731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6225" y="76200"/>
                        <a:ext cx="8577263" cy="1611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1115060" y="2202815"/>
          <a:ext cx="6356350" cy="1443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6" name="Equation" r:id="rId3" imgW="3009900" imgH="685800" progId="Equation.DSMT4">
                  <p:embed/>
                </p:oleObj>
              </mc:Choice>
              <mc:Fallback>
                <p:oleObj name="Equation" r:id="rId3" imgW="3009900" imgH="6858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5060" y="2202815"/>
                        <a:ext cx="6356350" cy="14439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2699792" y="4162633"/>
          <a:ext cx="5068887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7" name="Equation" r:id="rId5" imgW="49987200" imgH="5791200" progId="Equation.DSMT4">
                  <p:embed/>
                </p:oleObj>
              </mc:Choice>
              <mc:Fallback>
                <p:oleObj name="Equation" r:id="rId5" imgW="49987200" imgH="57912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99792" y="4162633"/>
                        <a:ext cx="5068887" cy="587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1752600" y="5029200"/>
          <a:ext cx="42672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8" name="" r:id="rId7" imgW="1853565" imgH="215900" progId="Equation.DSMT4">
                  <p:embed/>
                </p:oleObj>
              </mc:Choice>
              <mc:Fallback>
                <p:oleObj name="" r:id="rId7" imgW="1853565" imgH="2159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52600" y="5029200"/>
                        <a:ext cx="4267200" cy="496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 flipH="1">
            <a:off x="971600" y="4225489"/>
            <a:ext cx="2047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只需要证明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2133600" y="2057242"/>
          <a:ext cx="3962400" cy="627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4" name="" r:id="rId1" imgW="1524000" imgH="241300" progId="Equation.DSMT4">
                  <p:embed/>
                </p:oleObj>
              </mc:Choice>
              <mc:Fallback>
                <p:oleObj name="" r:id="rId1" imgW="1524000" imgH="241300" progId="Equation.DSMT4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3600" y="2057242"/>
                        <a:ext cx="3962400" cy="6273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3"/>
          <p:cNvGraphicFramePr>
            <a:graphicFrameLocks noChangeAspect="1"/>
          </p:cNvGraphicFramePr>
          <p:nvPr/>
        </p:nvGraphicFramePr>
        <p:xfrm>
          <a:off x="1310958" y="76042"/>
          <a:ext cx="4693285" cy="595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5" name="Equation" r:id="rId3" imgW="1905000" imgH="241300" progId="Equation.DSMT4">
                  <p:embed/>
                </p:oleObj>
              </mc:Choice>
              <mc:Fallback>
                <p:oleObj name="Equation" r:id="rId3" imgW="1905000" imgH="2413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10958" y="76042"/>
                        <a:ext cx="4693285" cy="5956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2044700" y="685800"/>
          <a:ext cx="52070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6" name="" r:id="rId5" imgW="2082800" imgH="241300" progId="Equation.DSMT4">
                  <p:embed/>
                </p:oleObj>
              </mc:Choice>
              <mc:Fallback>
                <p:oleObj name="" r:id="rId5" imgW="2082800" imgH="2413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44700" y="685800"/>
                        <a:ext cx="5207000" cy="60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533083" y="1371442"/>
          <a:ext cx="2737485" cy="627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7" name="" r:id="rId7" imgW="1054100" imgH="241300" progId="Equation.DSMT4">
                  <p:embed/>
                </p:oleObj>
              </mc:Choice>
              <mc:Fallback>
                <p:oleObj name="" r:id="rId7" imgW="1054100" imgH="2413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3083" y="1371442"/>
                        <a:ext cx="2737485" cy="6273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3276283" y="1371442"/>
          <a:ext cx="5106035" cy="576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8" name="" r:id="rId9" imgW="2133600" imgH="241300" progId="Equation.DSMT4">
                  <p:embed/>
                </p:oleObj>
              </mc:Choice>
              <mc:Fallback>
                <p:oleObj name="" r:id="rId9" imgW="2133600" imgH="2413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76283" y="1371442"/>
                        <a:ext cx="5106035" cy="5765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7"/>
          <p:cNvGraphicFramePr>
            <a:graphicFrameLocks noChangeAspect="1"/>
          </p:cNvGraphicFramePr>
          <p:nvPr/>
        </p:nvGraphicFramePr>
        <p:xfrm>
          <a:off x="609283" y="2819242"/>
          <a:ext cx="8001635" cy="548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9" name="" r:id="rId11" imgW="3340100" imgH="228600" progId="Equation.DSMT4">
                  <p:embed/>
                </p:oleObj>
              </mc:Choice>
              <mc:Fallback>
                <p:oleObj name="" r:id="rId11" imgW="3340100" imgH="228600" progId="Equation.DSMT4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9283" y="2819242"/>
                        <a:ext cx="8001635" cy="5480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8"/>
          <p:cNvGraphicFramePr>
            <a:graphicFrameLocks noChangeAspect="1"/>
          </p:cNvGraphicFramePr>
          <p:nvPr/>
        </p:nvGraphicFramePr>
        <p:xfrm>
          <a:off x="1818005" y="4038124"/>
          <a:ext cx="5203190" cy="589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0" name="" r:id="rId13" imgW="2019300" imgH="228600" progId="Equation.DSMT4">
                  <p:embed/>
                </p:oleObj>
              </mc:Choice>
              <mc:Fallback>
                <p:oleObj name="" r:id="rId13" imgW="2019300" imgH="2286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18005" y="4038124"/>
                        <a:ext cx="5203190" cy="5899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9"/>
          <p:cNvGraphicFramePr>
            <a:graphicFrameLocks noChangeAspect="1"/>
          </p:cNvGraphicFramePr>
          <p:nvPr/>
        </p:nvGraphicFramePr>
        <p:xfrm>
          <a:off x="685800" y="3505200"/>
          <a:ext cx="5000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1" name="" r:id="rId15" imgW="190500" imgH="203200" progId="Equation.DSMT4">
                  <p:embed/>
                </p:oleObj>
              </mc:Choice>
              <mc:Fallback>
                <p:oleObj name="" r:id="rId15" imgW="190500" imgH="2032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85800" y="3505200"/>
                        <a:ext cx="500063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0"/>
          <p:cNvGraphicFramePr>
            <a:graphicFrameLocks noChangeAspect="1"/>
          </p:cNvGraphicFramePr>
          <p:nvPr/>
        </p:nvGraphicFramePr>
        <p:xfrm>
          <a:off x="685800" y="4800600"/>
          <a:ext cx="35814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2" name="" r:id="rId17" imgW="1422400" imgH="203200" progId="Equation.DSMT4">
                  <p:embed/>
                </p:oleObj>
              </mc:Choice>
              <mc:Fallback>
                <p:oleObj name="" r:id="rId17" imgW="1422400" imgH="2032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85800" y="4800600"/>
                        <a:ext cx="3581400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467995" y="260350"/>
          <a:ext cx="828421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0" name="" r:id="rId1" imgW="3352800" imgH="431800" progId="Equation.DSMT4">
                  <p:embed/>
                </p:oleObj>
              </mc:Choice>
              <mc:Fallback>
                <p:oleObj name="" r:id="rId1" imgW="3352800" imgH="4318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7995" y="260350"/>
                        <a:ext cx="828421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2209800" y="1479550"/>
          <a:ext cx="44958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1" name="" r:id="rId3" imgW="1739900" imgH="203200" progId="Equation.DSMT4">
                  <p:embed/>
                </p:oleObj>
              </mc:Choice>
              <mc:Fallback>
                <p:oleObj name="" r:id="rId3" imgW="1739900" imgH="203200" progId="Equation.DSMT4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09800" y="1479550"/>
                        <a:ext cx="4495800" cy="525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609600" y="2241550"/>
          <a:ext cx="42672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2" name="" r:id="rId5" imgW="1675765" imgH="215900" progId="Equation.DSMT4">
                  <p:embed/>
                </p:oleObj>
              </mc:Choice>
              <mc:Fallback>
                <p:oleObj name="" r:id="rId5" imgW="1675765" imgH="215900" progId="Equation.DSMT4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600" y="2241550"/>
                        <a:ext cx="4267200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609600" y="3765550"/>
          <a:ext cx="44196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3" name="" r:id="rId7" imgW="1752600" imgH="203200" progId="Equation.DSMT4">
                  <p:embed/>
                </p:oleObj>
              </mc:Choice>
              <mc:Fallback>
                <p:oleObj name="" r:id="rId7" imgW="1752600" imgH="2032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600" y="3765550"/>
                        <a:ext cx="4419600" cy="51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1295400" y="3003550"/>
          <a:ext cx="61722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4" name="" r:id="rId9" imgW="2425700" imgH="203200" progId="Equation.DSMT4">
                  <p:embed/>
                </p:oleObj>
              </mc:Choice>
              <mc:Fallback>
                <p:oleObj name="" r:id="rId9" imgW="2425700" imgH="203200" progId="Equation.DSMT4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95400" y="3003550"/>
                        <a:ext cx="6172200" cy="515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257175" y="76200"/>
          <a:ext cx="8339138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8" name="" r:id="rId1" imgW="3441700" imgH="711200" progId="Equation.DSMT4">
                  <p:embed/>
                </p:oleObj>
              </mc:Choice>
              <mc:Fallback>
                <p:oleObj name="" r:id="rId1" imgW="3441700" imgH="711200" progId="Equation.DSMT4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7175" y="76200"/>
                        <a:ext cx="8339138" cy="172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4343400" y="2667000"/>
          <a:ext cx="39624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9" name="" r:id="rId3" imgW="1625600" imgH="228600" progId="Equation.DSMT4">
                  <p:embed/>
                </p:oleObj>
              </mc:Choice>
              <mc:Fallback>
                <p:oleObj name="" r:id="rId3" imgW="1625600" imgH="228600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43400" y="2667000"/>
                        <a:ext cx="3962400" cy="557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1143000" y="1905000"/>
          <a:ext cx="71024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0" name="" r:id="rId5" imgW="2908300" imgH="228600" progId="Equation.DSMT4">
                  <p:embed/>
                </p:oleObj>
              </mc:Choice>
              <mc:Fallback>
                <p:oleObj name="" r:id="rId5" imgW="2908300" imgH="228600" progId="Equation.DSMT4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3000" y="1905000"/>
                        <a:ext cx="7102475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685800" y="2667000"/>
          <a:ext cx="346551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1" name="" r:id="rId7" imgW="1460500" imgH="228600" progId="Equation.DSMT4">
                  <p:embed/>
                </p:oleObj>
              </mc:Choice>
              <mc:Fallback>
                <p:oleObj name="" r:id="rId7" imgW="1460500" imgH="228600" progId="Equation.DSMT4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5800" y="2667000"/>
                        <a:ext cx="3465513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609600" y="3429000"/>
          <a:ext cx="5181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2" name="" r:id="rId9" imgW="2120900" imgH="228600" progId="Equation.DSMT4">
                  <p:embed/>
                </p:oleObj>
              </mc:Choice>
              <mc:Fallback>
                <p:oleObj name="" r:id="rId9" imgW="2120900" imgH="228600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9600" y="3429000"/>
                        <a:ext cx="518160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7"/>
          <p:cNvGraphicFramePr>
            <a:graphicFrameLocks noChangeAspect="1"/>
          </p:cNvGraphicFramePr>
          <p:nvPr/>
        </p:nvGraphicFramePr>
        <p:xfrm>
          <a:off x="838200" y="4191000"/>
          <a:ext cx="68643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3" name="" r:id="rId11" imgW="2870200" imgH="228600" progId="Equation.DSMT4">
                  <p:embed/>
                </p:oleObj>
              </mc:Choice>
              <mc:Fallback>
                <p:oleObj name="" r:id="rId11" imgW="2870200" imgH="228600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38200" y="4191000"/>
                        <a:ext cx="6864350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1143000" y="5029200"/>
          <a:ext cx="6513513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4" name="" r:id="rId13" imgW="2565400" imgH="228600" progId="Equation.DSMT4">
                  <p:embed/>
                </p:oleObj>
              </mc:Choice>
              <mc:Fallback>
                <p:oleObj name="" r:id="rId13" imgW="2565400" imgH="228600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43000" y="5029200"/>
                        <a:ext cx="6513513" cy="579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609600" y="76200"/>
          <a:ext cx="32004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19" name="" r:id="rId1" imgW="1333500" imgH="228600" progId="Equation.DSMT4">
                  <p:embed/>
                </p:oleObj>
              </mc:Choice>
              <mc:Fallback>
                <p:oleObj name="" r:id="rId1" imgW="1333500" imgH="22860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9600" y="76200"/>
                        <a:ext cx="3200400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1524000" y="762000"/>
          <a:ext cx="606107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0" name="" r:id="rId3" imgW="2387600" imgH="228600" progId="Equation.DSMT4">
                  <p:embed/>
                </p:oleObj>
              </mc:Choice>
              <mc:Fallback>
                <p:oleObj name="" r:id="rId3" imgW="2387600" imgH="228600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762000"/>
                        <a:ext cx="6061075" cy="579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593725" y="1600200"/>
          <a:ext cx="483552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1" name="" r:id="rId5" imgW="1905000" imgH="228600" progId="Equation.DSMT4">
                  <p:embed/>
                </p:oleObj>
              </mc:Choice>
              <mc:Fallback>
                <p:oleObj name="" r:id="rId5" imgW="1905000" imgH="228600" progId="Equation.DSMT4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3725" y="1600200"/>
                        <a:ext cx="4835525" cy="579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/>
          <p:cNvGraphicFramePr>
            <a:graphicFrameLocks noChangeAspect="1"/>
          </p:cNvGraphicFramePr>
          <p:nvPr/>
        </p:nvGraphicFramePr>
        <p:xfrm>
          <a:off x="717550" y="2438400"/>
          <a:ext cx="3579813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2" name="" r:id="rId7" imgW="1409700" imgH="228600" progId="Equation.DSMT4">
                  <p:embed/>
                </p:oleObj>
              </mc:Choice>
              <mc:Fallback>
                <p:oleObj name="" r:id="rId7" imgW="1409700" imgH="2286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7550" y="2438400"/>
                        <a:ext cx="3579813" cy="579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7"/>
          <p:cNvGraphicFramePr>
            <a:graphicFrameLocks noChangeAspect="1"/>
          </p:cNvGraphicFramePr>
          <p:nvPr/>
        </p:nvGraphicFramePr>
        <p:xfrm>
          <a:off x="655638" y="3352800"/>
          <a:ext cx="56975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3" name="" r:id="rId9" imgW="2324100" imgH="228600" progId="Equation.DSMT4">
                  <p:embed/>
                </p:oleObj>
              </mc:Choice>
              <mc:Fallback>
                <p:oleObj name="" r:id="rId9" imgW="2324100" imgH="228600" progId="Equation.DSMT4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5638" y="3352800"/>
                        <a:ext cx="5697537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/>
        </p:nvGraphicFramePr>
        <p:xfrm>
          <a:off x="396875" y="4267200"/>
          <a:ext cx="393382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4" name="" r:id="rId11" imgW="1549400" imgH="228600" progId="Equation.DSMT4">
                  <p:embed/>
                </p:oleObj>
              </mc:Choice>
              <mc:Fallback>
                <p:oleObj name="" r:id="rId11" imgW="1549400" imgH="228600" progId="Equation.DSMT4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6875" y="4267200"/>
                        <a:ext cx="3933825" cy="579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4408488" y="4267200"/>
          <a:ext cx="37719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5" name="" r:id="rId13" imgW="1485900" imgH="228600" progId="Equation.DSMT4">
                  <p:embed/>
                </p:oleObj>
              </mc:Choice>
              <mc:Fallback>
                <p:oleObj name="" r:id="rId13" imgW="1485900" imgH="228600" progId="Equation.DSMT4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08488" y="4267200"/>
                        <a:ext cx="3771900" cy="579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10"/>
          <p:cNvGraphicFramePr>
            <a:graphicFrameLocks noChangeAspect="1"/>
          </p:cNvGraphicFramePr>
          <p:nvPr/>
        </p:nvGraphicFramePr>
        <p:xfrm>
          <a:off x="467360" y="5732780"/>
          <a:ext cx="21336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6" name="" r:id="rId15" imgW="850265" imgH="203200" progId="Equation.DSMT4">
                  <p:embed/>
                </p:oleObj>
              </mc:Choice>
              <mc:Fallback>
                <p:oleObj name="" r:id="rId15" imgW="850265" imgH="203200" progId="Equation.DSMT4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7360" y="5732780"/>
                        <a:ext cx="2133600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94970" y="5013325"/>
            <a:ext cx="65398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与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是遍历模</a:t>
            </a:r>
            <a:r>
              <a:rPr lang="en-US" altLang="zh-CN" sz="2400" b="1" dirty="0"/>
              <a:t>m1</a:t>
            </a:r>
            <a:r>
              <a:rPr lang="zh-CN" altLang="en-US" sz="2400" b="1" dirty="0"/>
              <a:t>的完全剩余系矛盾，</a:t>
            </a:r>
            <a:r>
              <a:rPr lang="en-US" altLang="zh-CN" sz="2400" b="1" dirty="0"/>
              <a:t>y</a:t>
            </a:r>
            <a:r>
              <a:rPr lang="zh-CN" altLang="en-US" sz="2400" b="1" dirty="0"/>
              <a:t>同理。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1029"/>
          <p:cNvSpPr txBox="1"/>
          <p:nvPr/>
        </p:nvSpPr>
        <p:spPr>
          <a:xfrm>
            <a:off x="395288" y="0"/>
            <a:ext cx="7993062" cy="19161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-34290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</a:rPr>
              <a:t>在模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</a:rPr>
              <a:t>的一个剩余类当中，如果有一个数与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</a:rPr>
              <a:t>互素，则该剩余类中所有的数均与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</a:rPr>
              <a:t>互素，这时称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该剩余类与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m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互素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</a:rPr>
              <a:t>。</a:t>
            </a:r>
            <a:endParaRPr lang="zh-CN" altLang="en-US" sz="28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graphicFrame>
        <p:nvGraphicFramePr>
          <p:cNvPr id="4" name="Object 1030"/>
          <p:cNvGraphicFramePr>
            <a:graphicFrameLocks noChangeAspect="1"/>
          </p:cNvGraphicFramePr>
          <p:nvPr/>
        </p:nvGraphicFramePr>
        <p:xfrm>
          <a:off x="323850" y="1965325"/>
          <a:ext cx="8743950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8" name="" r:id="rId1" imgW="3670300" imgH="457200" progId="Equation.DSMT4">
                  <p:embed/>
                </p:oleObj>
              </mc:Choice>
              <mc:Fallback>
                <p:oleObj name="" r:id="rId1" imgW="3670300" imgH="457200" progId="Equation.DSMT4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3850" y="1965325"/>
                        <a:ext cx="8743950" cy="1090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31"/>
          <p:cNvGraphicFramePr>
            <a:graphicFrameLocks noChangeAspect="1"/>
          </p:cNvGraphicFramePr>
          <p:nvPr/>
        </p:nvGraphicFramePr>
        <p:xfrm>
          <a:off x="615950" y="3284538"/>
          <a:ext cx="7958138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9" name="" r:id="rId3" imgW="3429000" imgH="698500" progId="Equation.DSMT4">
                  <p:embed/>
                </p:oleObj>
              </mc:Choice>
              <mc:Fallback>
                <p:oleObj name="" r:id="rId3" imgW="3429000" imgH="698500" progId="Equation.DSMT4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5950" y="3284538"/>
                        <a:ext cx="7958138" cy="1622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32"/>
          <p:cNvGraphicFramePr>
            <a:graphicFrameLocks noChangeAspect="1"/>
          </p:cNvGraphicFramePr>
          <p:nvPr/>
        </p:nvGraphicFramePr>
        <p:xfrm>
          <a:off x="1407637" y="5348447"/>
          <a:ext cx="5222240" cy="474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0" name="" r:id="rId5" imgW="2234565" imgH="203200" progId="Equation.DSMT4">
                  <p:embed/>
                </p:oleObj>
              </mc:Choice>
              <mc:Fallback>
                <p:oleObj name="" r:id="rId5" imgW="2234565" imgH="203200" progId="Equation.DSMT4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07637" y="5348447"/>
                        <a:ext cx="5222240" cy="4743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4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>
          <a:xfrm>
            <a:off x="323850" y="188913"/>
            <a:ext cx="3249613" cy="5762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all" spc="-6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简化剩余系</a:t>
            </a:r>
            <a:endParaRPr kumimoji="0" lang="zh-CN" altLang="en-US" sz="2800" b="1" i="0" u="none" strike="noStrike" kern="1200" cap="all" spc="-6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803275" y="981075"/>
          <a:ext cx="7467600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2" name="Equation" r:id="rId1" imgW="3644900" imgH="914400" progId="Equation.DSMT4">
                  <p:embed/>
                </p:oleObj>
              </mc:Choice>
              <mc:Fallback>
                <p:oleObj name="Equation" r:id="rId1" imgW="3644900" imgH="914400" progId="Equation.DSMT4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3275" y="981075"/>
                        <a:ext cx="7467600" cy="215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90513" y="3500438"/>
          <a:ext cx="8662987" cy="157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3" name="" r:id="rId3" imgW="3695700" imgH="673100" progId="Equation.DSMT4">
                  <p:embed/>
                </p:oleObj>
              </mc:Choice>
              <mc:Fallback>
                <p:oleObj name="" r:id="rId3" imgW="3695700" imgH="673100" progId="Equation.DSMT4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0513" y="3500438"/>
                        <a:ext cx="8662987" cy="1579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042988" y="5516563"/>
          <a:ext cx="63182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4" name="" r:id="rId5" imgW="2705100" imgH="215900" progId="Equation.DSMT4">
                  <p:embed/>
                </p:oleObj>
              </mc:Choice>
              <mc:Fallback>
                <p:oleObj name="" r:id="rId5" imgW="2705100" imgH="215900" progId="Equation.DSMT4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2988" y="5516563"/>
                        <a:ext cx="6318250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5126" name="Object 6"/>
          <p:cNvGraphicFramePr>
            <a:graphicFrameLocks noChangeAspect="1"/>
          </p:cNvGraphicFramePr>
          <p:nvPr/>
        </p:nvGraphicFramePr>
        <p:xfrm>
          <a:off x="468313" y="1341438"/>
          <a:ext cx="8051800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3" name="" r:id="rId1" imgW="3683000" imgH="952500" progId="Equation.DSMT4">
                  <p:embed/>
                </p:oleObj>
              </mc:Choice>
              <mc:Fallback>
                <p:oleObj name="" r:id="rId1" imgW="3683000" imgH="952500" progId="Equation.DSMT4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8313" y="1341438"/>
                        <a:ext cx="8051800" cy="2114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" name="Object 8"/>
          <p:cNvGraphicFramePr>
            <a:graphicFrameLocks noChangeAspect="1"/>
          </p:cNvGraphicFramePr>
          <p:nvPr/>
        </p:nvGraphicFramePr>
        <p:xfrm>
          <a:off x="533400" y="3644900"/>
          <a:ext cx="81534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4" name="" r:id="rId3" imgW="3505200" imgH="457200" progId="Equation.DSMT4">
                  <p:embed/>
                </p:oleObj>
              </mc:Choice>
              <mc:Fallback>
                <p:oleObj name="" r:id="rId3" imgW="3505200" imgH="457200" progId="Equation.DSMT4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400" y="3644900"/>
                        <a:ext cx="8153400" cy="1063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Object 9"/>
          <p:cNvGraphicFramePr>
            <a:graphicFrameLocks noChangeAspect="1"/>
          </p:cNvGraphicFramePr>
          <p:nvPr/>
        </p:nvGraphicFramePr>
        <p:xfrm>
          <a:off x="457200" y="4868863"/>
          <a:ext cx="8116888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5" name="" r:id="rId5" imgW="3403600" imgH="457200" progId="Equation.DSMT4">
                  <p:embed/>
                </p:oleObj>
              </mc:Choice>
              <mc:Fallback>
                <p:oleObj name="" r:id="rId5" imgW="3403600" imgH="457200" progId="Equation.DSMT4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200" y="4868863"/>
                        <a:ext cx="8116888" cy="1090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23850" y="188913"/>
          <a:ext cx="8020050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6" name="" r:id="rId7" imgW="3670300" imgH="457200" progId="Equation.DSMT4">
                  <p:embed/>
                </p:oleObj>
              </mc:Choice>
              <mc:Fallback>
                <p:oleObj name="" r:id="rId7" imgW="3670300" imgH="457200" progId="Equation.DSMT4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3850" y="188913"/>
                        <a:ext cx="8020050" cy="998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4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8001000" cy="944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all" spc="-6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有关简化剩余系的定理</a:t>
            </a:r>
            <a:endParaRPr kumimoji="0" lang="zh-CN" altLang="en-US" sz="2800" b="1" i="0" u="none" strike="noStrike" kern="1200" cap="all" spc="-6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0726" name="Object 6"/>
          <p:cNvGraphicFramePr>
            <a:graphicFrameLocks noChangeAspect="1"/>
          </p:cNvGraphicFramePr>
          <p:nvPr/>
        </p:nvGraphicFramePr>
        <p:xfrm>
          <a:off x="723900" y="1447800"/>
          <a:ext cx="7696200" cy="160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7" name="" r:id="rId1" imgW="3403600" imgH="711200" progId="Equation.DSMT4">
                  <p:embed/>
                </p:oleObj>
              </mc:Choice>
              <mc:Fallback>
                <p:oleObj name="" r:id="rId1" imgW="3403600" imgH="711200" progId="Equation.DSMT4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23900" y="1447800"/>
                        <a:ext cx="7696200" cy="1609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8"/>
          <p:cNvGraphicFramePr>
            <a:graphicFrameLocks noChangeAspect="1"/>
          </p:cNvGraphicFramePr>
          <p:nvPr/>
        </p:nvGraphicFramePr>
        <p:xfrm>
          <a:off x="1371600" y="3200400"/>
          <a:ext cx="67818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8" name="" r:id="rId3" imgW="2781300" imgH="215900" progId="Equation.DSMT4">
                  <p:embed/>
                </p:oleObj>
              </mc:Choice>
              <mc:Fallback>
                <p:oleObj name="" r:id="rId3" imgW="2781300" imgH="215900" progId="Equation.DSMT4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1600" y="3200400"/>
                        <a:ext cx="6781800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9"/>
          <p:cNvGraphicFramePr>
            <a:graphicFrameLocks noChangeAspect="1"/>
          </p:cNvGraphicFramePr>
          <p:nvPr/>
        </p:nvGraphicFramePr>
        <p:xfrm>
          <a:off x="652463" y="3886200"/>
          <a:ext cx="7839075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9" name="" r:id="rId5" imgW="3467100" imgH="482600" progId="Equation.DSMT4">
                  <p:embed/>
                </p:oleObj>
              </mc:Choice>
              <mc:Fallback>
                <p:oleObj name="" r:id="rId5" imgW="3467100" imgH="482600" progId="Equation.DSMT4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2463" y="3886200"/>
                        <a:ext cx="7839075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0" name="Object 10"/>
          <p:cNvGraphicFramePr>
            <a:graphicFrameLocks noChangeAspect="1"/>
          </p:cNvGraphicFramePr>
          <p:nvPr/>
        </p:nvGraphicFramePr>
        <p:xfrm>
          <a:off x="609600" y="5029200"/>
          <a:ext cx="7848600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0" name="" r:id="rId7" imgW="3276600" imgH="444500" progId="Equation.DSMT4">
                  <p:embed/>
                </p:oleObj>
              </mc:Choice>
              <mc:Fallback>
                <p:oleObj name="" r:id="rId7" imgW="3276600" imgH="444500" progId="Equation.DSMT4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600" y="5029200"/>
                        <a:ext cx="7848600" cy="1065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22702" y="69215"/>
          <a:ext cx="8871585" cy="1548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6" name="" r:id="rId1" imgW="3860800" imgH="673100" progId="Equation.DSMT4">
                  <p:embed/>
                </p:oleObj>
              </mc:Choice>
              <mc:Fallback>
                <p:oleObj name="" r:id="rId1" imgW="3860800" imgH="673100" progId="Equation.DSMT4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02" y="69215"/>
                        <a:ext cx="8871585" cy="15481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/>
          <p:cNvGraphicFramePr>
            <a:graphicFrameLocks noChangeAspect="1"/>
          </p:cNvGraphicFramePr>
          <p:nvPr/>
        </p:nvGraphicFramePr>
        <p:xfrm>
          <a:off x="1295400" y="3545840"/>
          <a:ext cx="63246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7" name="" r:id="rId3" imgW="2679700" imgH="215900" progId="Equation.DSMT4">
                  <p:embed/>
                </p:oleObj>
              </mc:Choice>
              <mc:Fallback>
                <p:oleObj name="" r:id="rId3" imgW="2679700" imgH="215900" progId="Equation.DSMT4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5400" y="3545840"/>
                        <a:ext cx="6324600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8"/>
          <p:cNvGraphicFramePr>
            <a:graphicFrameLocks noChangeAspect="1"/>
          </p:cNvGraphicFramePr>
          <p:nvPr/>
        </p:nvGraphicFramePr>
        <p:xfrm>
          <a:off x="395288" y="1740853"/>
          <a:ext cx="8104187" cy="172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8" name="" r:id="rId5" imgW="3454400" imgH="736600" progId="Equation.DSMT4">
                  <p:embed/>
                </p:oleObj>
              </mc:Choice>
              <mc:Fallback>
                <p:oleObj name="" r:id="rId5" imgW="3454400" imgH="736600" progId="Equation.DSMT4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288" y="1740853"/>
                        <a:ext cx="8104187" cy="1728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9"/>
          <p:cNvGraphicFramePr>
            <a:graphicFrameLocks noChangeAspect="1"/>
          </p:cNvGraphicFramePr>
          <p:nvPr/>
        </p:nvGraphicFramePr>
        <p:xfrm>
          <a:off x="304800" y="4155440"/>
          <a:ext cx="8091488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9" name="" r:id="rId7" imgW="3314700" imgH="241300" progId="Equation.DSMT4">
                  <p:embed/>
                </p:oleObj>
              </mc:Choice>
              <mc:Fallback>
                <p:oleObj name="" r:id="rId7" imgW="3314700" imgH="241300" progId="Equation.DSMT4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4800" y="4155440"/>
                        <a:ext cx="8091488" cy="588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10"/>
          <p:cNvGraphicFramePr>
            <a:graphicFrameLocks noChangeAspect="1"/>
          </p:cNvGraphicFramePr>
          <p:nvPr/>
        </p:nvGraphicFramePr>
        <p:xfrm>
          <a:off x="1066800" y="4765040"/>
          <a:ext cx="47244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0" name="" r:id="rId9" imgW="1905000" imgH="241300" progId="Equation.DSMT4">
                  <p:embed/>
                </p:oleObj>
              </mc:Choice>
              <mc:Fallback>
                <p:oleObj name="" r:id="rId9" imgW="1905000" imgH="241300" progId="Equation.DSMT4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66800" y="4765040"/>
                        <a:ext cx="4724400" cy="598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" name="Object 11"/>
          <p:cNvGraphicFramePr>
            <a:graphicFrameLocks noChangeAspect="1"/>
          </p:cNvGraphicFramePr>
          <p:nvPr/>
        </p:nvGraphicFramePr>
        <p:xfrm>
          <a:off x="6019800" y="4765040"/>
          <a:ext cx="22098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1" name="" r:id="rId11" imgW="977265" imgH="215900" progId="Equation.DSMT4">
                  <p:embed/>
                </p:oleObj>
              </mc:Choice>
              <mc:Fallback>
                <p:oleObj name="" r:id="rId11" imgW="977265" imgH="215900" progId="Equation.DSMT4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19800" y="4765040"/>
                        <a:ext cx="2209800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1" name="Object 13"/>
          <p:cNvGraphicFramePr>
            <a:graphicFrameLocks noChangeAspect="1"/>
          </p:cNvGraphicFramePr>
          <p:nvPr/>
        </p:nvGraphicFramePr>
        <p:xfrm>
          <a:off x="5257800" y="5374640"/>
          <a:ext cx="2438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2" name="" r:id="rId13" imgW="1002665" imgH="203200" progId="Equation.DSMT4">
                  <p:embed/>
                </p:oleObj>
              </mc:Choice>
              <mc:Fallback>
                <p:oleObj name="" r:id="rId13" imgW="1002665" imgH="203200" progId="Equation.DSMT4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57800" y="5374640"/>
                        <a:ext cx="24384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2" name="Object 14"/>
          <p:cNvGraphicFramePr>
            <a:graphicFrameLocks noChangeAspect="1"/>
          </p:cNvGraphicFramePr>
          <p:nvPr/>
        </p:nvGraphicFramePr>
        <p:xfrm>
          <a:off x="838200" y="5374640"/>
          <a:ext cx="44196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3" name="" r:id="rId15" imgW="1892300" imgH="241300" progId="Equation.DSMT4">
                  <p:embed/>
                </p:oleObj>
              </mc:Choice>
              <mc:Fallback>
                <p:oleObj name="" r:id="rId15" imgW="1892300" imgH="241300" progId="Equation.DSMT4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38200" y="5374640"/>
                        <a:ext cx="4419600" cy="563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3" name="Object 15"/>
          <p:cNvGraphicFramePr>
            <a:graphicFrameLocks noChangeAspect="1"/>
          </p:cNvGraphicFramePr>
          <p:nvPr/>
        </p:nvGraphicFramePr>
        <p:xfrm>
          <a:off x="1524000" y="5984240"/>
          <a:ext cx="4724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4" name="" r:id="rId17" imgW="1892300" imgH="203200" progId="Equation.DSMT4">
                  <p:embed/>
                </p:oleObj>
              </mc:Choice>
              <mc:Fallback>
                <p:oleObj name="" r:id="rId17" imgW="1892300" imgH="203200" progId="Equation.DSMT4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24000" y="5984240"/>
                        <a:ext cx="47244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68610" name="Object 2"/>
          <p:cNvGraphicFramePr>
            <a:graphicFrameLocks noChangeAspect="1"/>
          </p:cNvGraphicFramePr>
          <p:nvPr/>
        </p:nvGraphicFramePr>
        <p:xfrm>
          <a:off x="0" y="1196752"/>
          <a:ext cx="9045575" cy="154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1" name="" r:id="rId1" imgW="3937000" imgH="673100" progId="Equation.DSMT4">
                  <p:embed/>
                </p:oleObj>
              </mc:Choice>
              <mc:Fallback>
                <p:oleObj name="" r:id="rId1" imgW="3937000" imgH="673100" progId="Equation.DSMT4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1196752"/>
                        <a:ext cx="9045575" cy="1547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9" name="Object 11"/>
          <p:cNvGraphicFramePr>
            <a:graphicFrameLocks noChangeAspect="1"/>
          </p:cNvGraphicFramePr>
          <p:nvPr/>
        </p:nvGraphicFramePr>
        <p:xfrm>
          <a:off x="990600" y="3657600"/>
          <a:ext cx="531177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2" name="" r:id="rId3" imgW="2311400" imgH="215900" progId="Equation.DSMT4">
                  <p:embed/>
                </p:oleObj>
              </mc:Choice>
              <mc:Fallback>
                <p:oleObj name="" r:id="rId3" imgW="2311400" imgH="215900" progId="Equation.DSMT4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0600" y="3657600"/>
                        <a:ext cx="5311775" cy="496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70656" name="Object 0"/>
          <p:cNvGraphicFramePr>
            <a:graphicFrameLocks noChangeAspect="1"/>
          </p:cNvGraphicFramePr>
          <p:nvPr/>
        </p:nvGraphicFramePr>
        <p:xfrm>
          <a:off x="609600" y="2057400"/>
          <a:ext cx="8001000" cy="205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2" name="" r:id="rId1" imgW="3467100" imgH="889000" progId="Equation.DSMT4">
                  <p:embed/>
                </p:oleObj>
              </mc:Choice>
              <mc:Fallback>
                <p:oleObj name="" r:id="rId1" imgW="3467100" imgH="889000" progId="Equation.DSMT4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9600" y="2057400"/>
                        <a:ext cx="8001000" cy="2051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57" name="Object 1"/>
          <p:cNvGraphicFramePr>
            <a:graphicFrameLocks noChangeAspect="1"/>
          </p:cNvGraphicFramePr>
          <p:nvPr/>
        </p:nvGraphicFramePr>
        <p:xfrm>
          <a:off x="487363" y="838200"/>
          <a:ext cx="8167687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3" name="" r:id="rId3" imgW="3365500" imgH="457200" progId="Equation.DSMT4">
                  <p:embed/>
                </p:oleObj>
              </mc:Choice>
              <mc:Fallback>
                <p:oleObj name="" r:id="rId3" imgW="3365500" imgH="457200" progId="Equation.DSMT4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7363" y="838200"/>
                        <a:ext cx="8167687" cy="1108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58" name="Object 2"/>
          <p:cNvGraphicFramePr>
            <a:graphicFrameLocks noChangeAspect="1"/>
          </p:cNvGraphicFramePr>
          <p:nvPr/>
        </p:nvGraphicFramePr>
        <p:xfrm>
          <a:off x="533400" y="4191000"/>
          <a:ext cx="800100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4" name="" r:id="rId5" imgW="3467100" imgH="444500" progId="Equation.DSMT4">
                  <p:embed/>
                </p:oleObj>
              </mc:Choice>
              <mc:Fallback>
                <p:oleObj name="" r:id="rId5" imgW="3467100" imgH="444500" progId="Equation.DSMT4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3400" y="4191000"/>
                        <a:ext cx="8001000" cy="1027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0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4" dur="1000"/>
                                        <p:tgtEl>
                                          <p:spTgt spid="70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6629400" y="6153150"/>
            <a:ext cx="2133600" cy="476250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339725" y="0"/>
          <a:ext cx="770255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7" name="" r:id="rId1" imgW="3530600" imgH="711200" progId="Equation.DSMT4">
                  <p:embed/>
                </p:oleObj>
              </mc:Choice>
              <mc:Fallback>
                <p:oleObj name="" r:id="rId1" imgW="3530600" imgH="711200" progId="Equation.DSMT4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9725" y="0"/>
                        <a:ext cx="7702550" cy="154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739775" y="1680687"/>
          <a:ext cx="7131050" cy="1536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8" name="" r:id="rId3" imgW="3302000" imgH="711200" progId="Equation.DSMT4">
                  <p:embed/>
                </p:oleObj>
              </mc:Choice>
              <mc:Fallback>
                <p:oleObj name="" r:id="rId3" imgW="3302000" imgH="711200" progId="Equation.DSMT4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9775" y="1680687"/>
                        <a:ext cx="7131050" cy="15360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6"/>
          <p:cNvGraphicFramePr>
            <a:graphicFrameLocks noChangeAspect="1"/>
          </p:cNvGraphicFramePr>
          <p:nvPr/>
        </p:nvGraphicFramePr>
        <p:xfrm>
          <a:off x="1143000" y="4038600"/>
          <a:ext cx="78962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9" name="" r:id="rId5" imgW="3479800" imgH="228600" progId="Equation.DSMT4">
                  <p:embed/>
                </p:oleObj>
              </mc:Choice>
              <mc:Fallback>
                <p:oleObj name="" r:id="rId5" imgW="3479800" imgH="228600" progId="Equation.DSMT4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3000" y="4038600"/>
                        <a:ext cx="7896225" cy="519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/>
          <p:nvPr/>
        </p:nvGrpSpPr>
        <p:grpSpPr>
          <a:xfrm>
            <a:off x="5410200" y="3581400"/>
            <a:ext cx="2514600" cy="533400"/>
            <a:chOff x="3168" y="3744"/>
            <a:chExt cx="1584" cy="336"/>
          </a:xfrm>
        </p:grpSpPr>
        <p:sp>
          <p:nvSpPr>
            <p:cNvPr id="41994" name="AutoShape 8"/>
            <p:cNvSpPr/>
            <p:nvPr/>
          </p:nvSpPr>
          <p:spPr>
            <a:xfrm>
              <a:off x="3168" y="3744"/>
              <a:ext cx="1584" cy="336"/>
            </a:xfrm>
            <a:prstGeom prst="wedgeRectCallout">
              <a:avLst>
                <a:gd name="adj1" fmla="val -80069"/>
                <a:gd name="adj2" fmla="val 59921"/>
              </a:avLst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1995" name="Object 9"/>
            <p:cNvGraphicFramePr>
              <a:graphicFrameLocks noChangeAspect="1"/>
            </p:cNvGraphicFramePr>
            <p:nvPr/>
          </p:nvGraphicFramePr>
          <p:xfrm>
            <a:off x="3264" y="3792"/>
            <a:ext cx="137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80" name="" r:id="rId7" imgW="1091565" imgH="215900" progId="Equation.DSMT4">
                    <p:embed/>
                  </p:oleObj>
                </mc:Choice>
                <mc:Fallback>
                  <p:oleObj name="" r:id="rId7" imgW="1091565" imgH="215900" progId="Equation.DSMT4">
                    <p:embed/>
                    <p:pic>
                      <p:nvPicPr>
                        <p:cNvPr id="0" name="图片 319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264" y="3792"/>
                          <a:ext cx="137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02" name="Object 10"/>
          <p:cNvGraphicFramePr>
            <a:graphicFrameLocks noChangeAspect="1"/>
          </p:cNvGraphicFramePr>
          <p:nvPr/>
        </p:nvGraphicFramePr>
        <p:xfrm>
          <a:off x="1371600" y="3505200"/>
          <a:ext cx="3733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1" name="" r:id="rId9" imgW="1548765" imgH="215900" progId="Equation.DSMT4">
                  <p:embed/>
                </p:oleObj>
              </mc:Choice>
              <mc:Fallback>
                <p:oleObj name="" r:id="rId9" imgW="1548765" imgH="215900" progId="Equation.DSMT4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71600" y="3505200"/>
                        <a:ext cx="37338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304800" y="4532313"/>
          <a:ext cx="6708775" cy="171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2" name="" r:id="rId11" imgW="2781300" imgH="711200" progId="Equation.DSMT4">
                  <p:embed/>
                </p:oleObj>
              </mc:Choice>
              <mc:Fallback>
                <p:oleObj name="" r:id="rId11" imgW="2781300" imgH="711200" progId="Equation.DSMT4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4800" y="4532313"/>
                        <a:ext cx="6708775" cy="1716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3" name="灯片编号占位符 4"/>
          <p:cNvSpPr txBox="1"/>
          <p:nvPr/>
        </p:nvSpPr>
        <p:spPr>
          <a:xfrm rot="-5400000">
            <a:off x="8226425" y="5884863"/>
            <a:ext cx="1316038" cy="365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70" name="Object 6"/>
          <p:cNvGraphicFramePr>
            <a:graphicFrameLocks noChangeAspect="1"/>
          </p:cNvGraphicFramePr>
          <p:nvPr/>
        </p:nvGraphicFramePr>
        <p:xfrm>
          <a:off x="381000" y="1752600"/>
          <a:ext cx="46482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1" name="" r:id="rId1" imgW="2019300" imgH="482600" progId="Equation.DSMT4">
                  <p:embed/>
                </p:oleObj>
              </mc:Choice>
              <mc:Fallback>
                <p:oleObj name="" r:id="rId1" imgW="2019300" imgH="482600" progId="Equation.DSMT4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000" y="1752600"/>
                        <a:ext cx="4648200" cy="1111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7"/>
          <p:cNvGraphicFramePr>
            <a:graphicFrameLocks noChangeAspect="1"/>
          </p:cNvGraphicFramePr>
          <p:nvPr/>
        </p:nvGraphicFramePr>
        <p:xfrm>
          <a:off x="1295400" y="1143000"/>
          <a:ext cx="184308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2" name="" r:id="rId3" imgW="723900" imgH="203200" progId="Equation.DSMT4">
                  <p:embed/>
                </p:oleObj>
              </mc:Choice>
              <mc:Fallback>
                <p:oleObj name="" r:id="rId3" imgW="723900" imgH="203200" progId="Equation.DSMT4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5400" y="1143000"/>
                        <a:ext cx="1843088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2" name="Object 8"/>
          <p:cNvGraphicFramePr>
            <a:graphicFrameLocks noChangeAspect="1"/>
          </p:cNvGraphicFramePr>
          <p:nvPr/>
        </p:nvGraphicFramePr>
        <p:xfrm>
          <a:off x="2895600" y="2514600"/>
          <a:ext cx="55419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3" name="" r:id="rId5" imgW="2374900" imgH="228600" progId="Equation.DSMT4">
                  <p:embed/>
                </p:oleObj>
              </mc:Choice>
              <mc:Fallback>
                <p:oleObj name="" r:id="rId5" imgW="2374900" imgH="228600" progId="Equation.DSMT4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95600" y="2514600"/>
                        <a:ext cx="5541963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9"/>
          <p:cNvGraphicFramePr>
            <a:graphicFrameLocks noChangeAspect="1"/>
          </p:cNvGraphicFramePr>
          <p:nvPr/>
        </p:nvGraphicFramePr>
        <p:xfrm>
          <a:off x="304800" y="3124200"/>
          <a:ext cx="464820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4" name="" r:id="rId7" imgW="2082800" imgH="482600" progId="Equation.DSMT4">
                  <p:embed/>
                </p:oleObj>
              </mc:Choice>
              <mc:Fallback>
                <p:oleObj name="" r:id="rId7" imgW="2082800" imgH="482600" progId="Equation.DSMT4">
                  <p:embed/>
                  <p:pic>
                    <p:nvPicPr>
                      <p:cNvPr id="0" name="图片 322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4800" y="3124200"/>
                        <a:ext cx="4648200" cy="1076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4" name="Object 10"/>
          <p:cNvGraphicFramePr>
            <a:graphicFrameLocks noChangeAspect="1"/>
          </p:cNvGraphicFramePr>
          <p:nvPr/>
        </p:nvGraphicFramePr>
        <p:xfrm>
          <a:off x="4921250" y="3338513"/>
          <a:ext cx="37211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5" name="" r:id="rId9" imgW="1574800" imgH="228600" progId="Equation.DSMT4">
                  <p:embed/>
                </p:oleObj>
              </mc:Choice>
              <mc:Fallback>
                <p:oleObj name="" r:id="rId9" imgW="1574800" imgH="228600" progId="Equation.DSMT4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21250" y="3338513"/>
                        <a:ext cx="3721100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5" name="AutoShape 11"/>
          <p:cNvSpPr/>
          <p:nvPr/>
        </p:nvSpPr>
        <p:spPr>
          <a:xfrm>
            <a:off x="8686800" y="2286000"/>
            <a:ext cx="228600" cy="1371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 dirty="0">
              <a:ea typeface="宋体" panose="02010600030101010101" pitchFamily="2" charset="-122"/>
            </a:endParaRPr>
          </a:p>
        </p:txBody>
      </p:sp>
      <p:graphicFrame>
        <p:nvGraphicFramePr>
          <p:cNvPr id="36876" name="Object 12"/>
          <p:cNvGraphicFramePr>
            <a:graphicFrameLocks noChangeAspect="1"/>
          </p:cNvGraphicFramePr>
          <p:nvPr/>
        </p:nvGraphicFramePr>
        <p:xfrm>
          <a:off x="2362200" y="4267200"/>
          <a:ext cx="43180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6" name="" r:id="rId11" imgW="1777365" imgH="215900" progId="Equation.DSMT4">
                  <p:embed/>
                </p:oleObj>
              </mc:Choice>
              <mc:Fallback>
                <p:oleObj name="" r:id="rId11" imgW="1777365" imgH="215900" progId="Equation.DSMT4">
                  <p:embed/>
                  <p:pic>
                    <p:nvPicPr>
                      <p:cNvPr id="0" name="图片 322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62200" y="4267200"/>
                        <a:ext cx="4318000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8" name="灯片编号占位符 4"/>
          <p:cNvSpPr txBox="1"/>
          <p:nvPr/>
        </p:nvSpPr>
        <p:spPr>
          <a:xfrm rot="-5400000">
            <a:off x="8226425" y="5884863"/>
            <a:ext cx="1316038" cy="365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9228" name="Object 12"/>
          <p:cNvGraphicFramePr>
            <a:graphicFrameLocks noChangeAspect="1"/>
          </p:cNvGraphicFramePr>
          <p:nvPr/>
        </p:nvGraphicFramePr>
        <p:xfrm>
          <a:off x="535623" y="609600"/>
          <a:ext cx="701675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6" name="" r:id="rId1" imgW="2908300" imgH="469900" progId="Equation.DSMT4">
                  <p:embed/>
                </p:oleObj>
              </mc:Choice>
              <mc:Fallback>
                <p:oleObj name="" r:id="rId1" imgW="2908300" imgH="469900" progId="Equation.DSMT4">
                  <p:embed/>
                  <p:pic>
                    <p:nvPicPr>
                      <p:cNvPr id="0" name="图片 322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5623" y="609600"/>
                        <a:ext cx="7016750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Object 13"/>
          <p:cNvGraphicFramePr>
            <a:graphicFrameLocks noChangeAspect="1"/>
          </p:cNvGraphicFramePr>
          <p:nvPr/>
        </p:nvGraphicFramePr>
        <p:xfrm>
          <a:off x="729933" y="2056924"/>
          <a:ext cx="5321935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7" name="" r:id="rId3" imgW="2286000" imgH="228600" progId="Equation.DSMT4">
                  <p:embed/>
                </p:oleObj>
              </mc:Choice>
              <mc:Fallback>
                <p:oleObj name="" r:id="rId3" imgW="2286000" imgH="228600" progId="Equation.DSMT4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9933" y="2056924"/>
                        <a:ext cx="5321935" cy="5327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Object 14"/>
          <p:cNvGraphicFramePr>
            <a:graphicFrameLocks noChangeAspect="1"/>
          </p:cNvGraphicFramePr>
          <p:nvPr/>
        </p:nvGraphicFramePr>
        <p:xfrm>
          <a:off x="609600" y="2895600"/>
          <a:ext cx="404495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8" name="" r:id="rId5" imgW="1688465" imgH="482600" progId="Equation.DSMT4">
                  <p:embed/>
                </p:oleObj>
              </mc:Choice>
              <mc:Fallback>
                <p:oleObj name="" r:id="rId5" imgW="1688465" imgH="482600" progId="Equation.DSMT4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600" y="2895600"/>
                        <a:ext cx="4044950" cy="1155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1" name="Object 15"/>
          <p:cNvGraphicFramePr>
            <a:graphicFrameLocks noChangeAspect="1"/>
          </p:cNvGraphicFramePr>
          <p:nvPr/>
        </p:nvGraphicFramePr>
        <p:xfrm>
          <a:off x="4876800" y="2971800"/>
          <a:ext cx="281940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9" name="" r:id="rId7" imgW="1218565" imgH="482600" progId="Equation.DSMT4">
                  <p:embed/>
                </p:oleObj>
              </mc:Choice>
              <mc:Fallback>
                <p:oleObj name="" r:id="rId7" imgW="1218565" imgH="482600" progId="Equation.DSMT4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76800" y="2971800"/>
                        <a:ext cx="2819400" cy="1116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2" name="Object 16"/>
          <p:cNvGraphicFramePr>
            <a:graphicFrameLocks noChangeAspect="1"/>
          </p:cNvGraphicFramePr>
          <p:nvPr/>
        </p:nvGraphicFramePr>
        <p:xfrm>
          <a:off x="2514600" y="4267200"/>
          <a:ext cx="2174875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50" name="" r:id="rId9" imgW="862965" imgH="482600" progId="Equation.DSMT4">
                  <p:embed/>
                </p:oleObj>
              </mc:Choice>
              <mc:Fallback>
                <p:oleObj name="" r:id="rId9" imgW="862965" imgH="482600" progId="Equation.DSMT4">
                  <p:embed/>
                  <p:pic>
                    <p:nvPicPr>
                      <p:cNvPr id="0" name="图片 322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14600" y="4267200"/>
                        <a:ext cx="2174875" cy="1216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3" name="Object 17"/>
          <p:cNvGraphicFramePr>
            <a:graphicFrameLocks noChangeAspect="1"/>
          </p:cNvGraphicFramePr>
          <p:nvPr/>
        </p:nvGraphicFramePr>
        <p:xfrm>
          <a:off x="1143000" y="4724400"/>
          <a:ext cx="10668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51" name="" r:id="rId11" imgW="203200" imgH="139700" progId="Equation.DSMT4">
                  <p:embed/>
                </p:oleObj>
              </mc:Choice>
              <mc:Fallback>
                <p:oleObj name="" r:id="rId11" imgW="203200" imgH="139700" progId="Equation.DSMT4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43000" y="4724400"/>
                        <a:ext cx="1066800" cy="471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4" name="Object 18"/>
          <p:cNvGraphicFramePr>
            <a:graphicFrameLocks noChangeAspect="1"/>
          </p:cNvGraphicFramePr>
          <p:nvPr/>
        </p:nvGraphicFramePr>
        <p:xfrm>
          <a:off x="685800" y="4343400"/>
          <a:ext cx="167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52" name="" r:id="rId13" imgW="939800" imgH="228600" progId="Equation.DSMT4">
                  <p:embed/>
                </p:oleObj>
              </mc:Choice>
              <mc:Fallback>
                <p:oleObj name="" r:id="rId13" imgW="939800" imgH="228600" progId="Equation.DSMT4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5800" y="4343400"/>
                        <a:ext cx="16764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95935" y="5445125"/>
            <a:ext cx="2361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根据定理</a:t>
            </a:r>
            <a:r>
              <a:rPr lang="en-US" altLang="zh-CN"/>
              <a:t>1.1.3 (5)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483485" y="5445125"/>
            <a:ext cx="3951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若（</a:t>
            </a:r>
            <a:r>
              <a:rPr lang="en-US" altLang="zh-CN"/>
              <a:t>a,c</a:t>
            </a:r>
            <a:r>
              <a:rPr lang="zh-CN" altLang="en-US"/>
              <a:t>）</a:t>
            </a:r>
            <a:r>
              <a:rPr lang="en-US" altLang="zh-CN"/>
              <a:t>=1,b|c, </a:t>
            </a:r>
            <a:r>
              <a:rPr lang="zh-CN" altLang="en-US"/>
              <a:t>则（</a:t>
            </a:r>
            <a:r>
              <a:rPr lang="en-US" altLang="zh-CN"/>
              <a:t>a,b</a:t>
            </a:r>
            <a:r>
              <a:rPr lang="zh-CN" altLang="en-US"/>
              <a:t>）</a:t>
            </a:r>
            <a:r>
              <a:rPr lang="en-US" altLang="zh-CN"/>
              <a:t>=1</a:t>
            </a:r>
            <a:endParaRPr lang="en-US" altLang="zh-CN"/>
          </a:p>
        </p:txBody>
      </p:sp>
      <p:graphicFrame>
        <p:nvGraphicFramePr>
          <p:cNvPr id="5" name="对象 4"/>
          <p:cNvGraphicFramePr/>
          <p:nvPr/>
        </p:nvGraphicFramePr>
        <p:xfrm>
          <a:off x="418465" y="6021070"/>
          <a:ext cx="8295005" cy="704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53" name="" r:id="rId15" imgW="7645400" imgH="533400" progId="Equation.DSMT4">
                  <p:embed/>
                </p:oleObj>
              </mc:Choice>
              <mc:Fallback>
                <p:oleObj name="" r:id="rId15" imgW="7645400" imgH="53340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8465" y="6021070"/>
                        <a:ext cx="8295005" cy="704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207963" y="260350"/>
          <a:ext cx="868521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5" name="" r:id="rId1" imgW="3822700" imgH="203200" progId="Equation.DSMT4">
                  <p:embed/>
                </p:oleObj>
              </mc:Choice>
              <mc:Fallback>
                <p:oleObj name="" r:id="rId1" imgW="3822700" imgH="203200" progId="Equation.DSMT4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7963" y="260350"/>
                        <a:ext cx="8685212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7"/>
          <p:cNvGraphicFramePr>
            <a:graphicFrameLocks noChangeAspect="1"/>
          </p:cNvGraphicFramePr>
          <p:nvPr/>
        </p:nvGraphicFramePr>
        <p:xfrm>
          <a:off x="196850" y="5229225"/>
          <a:ext cx="86963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6" name="" r:id="rId3" imgW="4025900" imgH="457200" progId="Equation.DSMT4">
                  <p:embed/>
                </p:oleObj>
              </mc:Choice>
              <mc:Fallback>
                <p:oleObj name="" r:id="rId3" imgW="4025900" imgH="457200" progId="Equation.DSMT4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850" y="5229225"/>
                        <a:ext cx="8696325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187450" y="3284538"/>
          <a:ext cx="4929188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7" name="" r:id="rId5" imgW="2857500" imgH="863600" progId="Equation.DSMT4">
                  <p:embed/>
                </p:oleObj>
              </mc:Choice>
              <mc:Fallback>
                <p:oleObj name="" r:id="rId5" imgW="2857500" imgH="863600" progId="Equation.DSMT4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87450" y="3284538"/>
                        <a:ext cx="4929188" cy="1512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52425" y="836613"/>
          <a:ext cx="8396288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8" name="" r:id="rId7" imgW="3695700" imgH="990600" progId="Equation.DSMT4">
                  <p:embed/>
                </p:oleObj>
              </mc:Choice>
              <mc:Fallback>
                <p:oleObj name="" r:id="rId7" imgW="3695700" imgH="990600" progId="Equation.DSMT4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2425" y="836613"/>
                        <a:ext cx="8396288" cy="228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9850"/>
            <a:ext cx="8229600" cy="7683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all" spc="-6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欧拉函数的性质及计算方法</a:t>
            </a:r>
            <a:endParaRPr kumimoji="0" lang="zh-CN" altLang="en-US" sz="2800" b="1" i="0" u="none" strike="noStrike" kern="1200" cap="all" spc="-6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2704" name="Object 0"/>
          <p:cNvGraphicFramePr>
            <a:graphicFrameLocks noChangeAspect="1"/>
          </p:cNvGraphicFramePr>
          <p:nvPr/>
        </p:nvGraphicFramePr>
        <p:xfrm>
          <a:off x="974725" y="854075"/>
          <a:ext cx="7100888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07" name="" r:id="rId1" imgW="2946400" imgH="457200" progId="Equation.DSMT4">
                  <p:embed/>
                </p:oleObj>
              </mc:Choice>
              <mc:Fallback>
                <p:oleObj name="" r:id="rId1" imgW="2946400" imgH="457200" progId="Equation.DSMT4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4725" y="854075"/>
                        <a:ext cx="7100888" cy="1101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5" name="Object 1"/>
          <p:cNvGraphicFramePr>
            <a:graphicFrameLocks noChangeAspect="1"/>
          </p:cNvGraphicFramePr>
          <p:nvPr/>
        </p:nvGraphicFramePr>
        <p:xfrm>
          <a:off x="1219200" y="4144963"/>
          <a:ext cx="719296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08" name="" r:id="rId3" imgW="3175000" imgH="215900" progId="Equation.DSMT4">
                  <p:embed/>
                </p:oleObj>
              </mc:Choice>
              <mc:Fallback>
                <p:oleObj name="" r:id="rId3" imgW="3175000" imgH="215900" progId="Equation.DSMT4">
                  <p:embed/>
                  <p:pic>
                    <p:nvPicPr>
                      <p:cNvPr id="0" name="图片 323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9200" y="4144963"/>
                        <a:ext cx="7192963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6" name="Object 2"/>
          <p:cNvGraphicFramePr>
            <a:graphicFrameLocks noChangeAspect="1"/>
          </p:cNvGraphicFramePr>
          <p:nvPr/>
        </p:nvGraphicFramePr>
        <p:xfrm>
          <a:off x="609600" y="4754563"/>
          <a:ext cx="537051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09" name="" r:id="rId5" imgW="2311400" imgH="215900" progId="Equation.DSMT4">
                  <p:embed/>
                </p:oleObj>
              </mc:Choice>
              <mc:Fallback>
                <p:oleObj name="" r:id="rId5" imgW="2311400" imgH="215900" progId="Equation.DSMT4">
                  <p:embed/>
                  <p:pic>
                    <p:nvPicPr>
                      <p:cNvPr id="0" name="图片 323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600" y="4754563"/>
                        <a:ext cx="5370513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7" name="Object 3"/>
          <p:cNvGraphicFramePr>
            <a:graphicFrameLocks noChangeAspect="1"/>
          </p:cNvGraphicFramePr>
          <p:nvPr/>
        </p:nvGraphicFramePr>
        <p:xfrm>
          <a:off x="903288" y="2163763"/>
          <a:ext cx="78120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0" name="" r:id="rId7" imgW="3302000" imgH="215900" progId="Equation.DSMT4">
                  <p:embed/>
                </p:oleObj>
              </mc:Choice>
              <mc:Fallback>
                <p:oleObj name="" r:id="rId7" imgW="3302000" imgH="215900" progId="Equation.DSMT4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3288" y="2163763"/>
                        <a:ext cx="7812087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Object 4"/>
          <p:cNvGraphicFramePr>
            <a:graphicFrameLocks noChangeAspect="1"/>
          </p:cNvGraphicFramePr>
          <p:nvPr/>
        </p:nvGraphicFramePr>
        <p:xfrm>
          <a:off x="533400" y="2849563"/>
          <a:ext cx="63246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1" name="" r:id="rId9" imgW="2679700" imgH="215900" progId="Equation.DSMT4">
                  <p:embed/>
                </p:oleObj>
              </mc:Choice>
              <mc:Fallback>
                <p:oleObj name="" r:id="rId9" imgW="2679700" imgH="215900" progId="Equation.DSMT4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3400" y="2849563"/>
                        <a:ext cx="6324600" cy="509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9" name="Object 5"/>
          <p:cNvGraphicFramePr>
            <a:graphicFrameLocks noChangeAspect="1"/>
          </p:cNvGraphicFramePr>
          <p:nvPr/>
        </p:nvGraphicFramePr>
        <p:xfrm>
          <a:off x="6858000" y="2849563"/>
          <a:ext cx="16446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2" name="" r:id="rId11" imgW="698500" imgH="215900" progId="Equation.DSMT4">
                  <p:embed/>
                </p:oleObj>
              </mc:Choice>
              <mc:Fallback>
                <p:oleObj name="" r:id="rId11" imgW="698500" imgH="215900" progId="Equation.DSMT4">
                  <p:embed/>
                  <p:pic>
                    <p:nvPicPr>
                      <p:cNvPr id="0" name="图片 323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58000" y="2849563"/>
                        <a:ext cx="164465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0" name="Object 6"/>
          <p:cNvGraphicFramePr>
            <a:graphicFrameLocks noChangeAspect="1"/>
          </p:cNvGraphicFramePr>
          <p:nvPr/>
        </p:nvGraphicFramePr>
        <p:xfrm>
          <a:off x="533400" y="3459163"/>
          <a:ext cx="28194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3" name="" r:id="rId13" imgW="1269365" imgH="215900" progId="Equation.DSMT4">
                  <p:embed/>
                </p:oleObj>
              </mc:Choice>
              <mc:Fallback>
                <p:oleObj name="" r:id="rId13" imgW="1269365" imgH="215900" progId="Equation.DSMT4">
                  <p:embed/>
                  <p:pic>
                    <p:nvPicPr>
                      <p:cNvPr id="0" name="图片 323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3400" y="3459163"/>
                        <a:ext cx="2819400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1" name="Object 7"/>
          <p:cNvGraphicFramePr>
            <a:graphicFrameLocks noChangeAspect="1"/>
          </p:cNvGraphicFramePr>
          <p:nvPr/>
        </p:nvGraphicFramePr>
        <p:xfrm>
          <a:off x="1219200" y="5364163"/>
          <a:ext cx="4706938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4" name="" r:id="rId15" imgW="1815465" imgH="215900" progId="Equation.DSMT4">
                  <p:embed/>
                </p:oleObj>
              </mc:Choice>
              <mc:Fallback>
                <p:oleObj name="" r:id="rId15" imgW="1815465" imgH="215900" progId="Equation.DSMT4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19200" y="5364163"/>
                        <a:ext cx="4706938" cy="560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2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838200" y="76200"/>
          <a:ext cx="548005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7" name="" r:id="rId1" imgW="2260600" imgH="444500" progId="Equation.DSMT4">
                  <p:embed/>
                </p:oleObj>
              </mc:Choice>
              <mc:Fallback>
                <p:oleObj name="" r:id="rId1" imgW="2260600" imgH="444500" progId="Equation.DSMT4">
                  <p:embed/>
                  <p:pic>
                    <p:nvPicPr>
                      <p:cNvPr id="0" name="图片 324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200" y="76200"/>
                        <a:ext cx="5480050" cy="1076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914400" y="1295400"/>
          <a:ext cx="35814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8" name="" r:id="rId3" imgW="1422400" imgH="215900" progId="Equation.DSMT4">
                  <p:embed/>
                </p:oleObj>
              </mc:Choice>
              <mc:Fallback>
                <p:oleObj name="" r:id="rId3" imgW="1422400" imgH="215900" progId="Equation.DSMT4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1295400"/>
                        <a:ext cx="3581400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6"/>
          <p:cNvGraphicFramePr>
            <a:graphicFrameLocks noChangeAspect="1"/>
          </p:cNvGraphicFramePr>
          <p:nvPr/>
        </p:nvGraphicFramePr>
        <p:xfrm>
          <a:off x="2590800" y="1981200"/>
          <a:ext cx="49530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9" name="" r:id="rId5" imgW="2019300" imgH="203200" progId="Equation.DSMT4">
                  <p:embed/>
                </p:oleObj>
              </mc:Choice>
              <mc:Fallback>
                <p:oleObj name="" r:id="rId5" imgW="2019300" imgH="203200" progId="Equation.DSMT4">
                  <p:embed/>
                  <p:pic>
                    <p:nvPicPr>
                      <p:cNvPr id="0" name="图片 325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90800" y="1981200"/>
                        <a:ext cx="4953000" cy="496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Object 8"/>
          <p:cNvGraphicFramePr>
            <a:graphicFrameLocks noChangeAspect="1"/>
          </p:cNvGraphicFramePr>
          <p:nvPr/>
        </p:nvGraphicFramePr>
        <p:xfrm>
          <a:off x="609600" y="3886200"/>
          <a:ext cx="602456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0" name="" r:id="rId7" imgW="2501900" imgH="469900" progId="Equation.DSMT4">
                  <p:embed/>
                </p:oleObj>
              </mc:Choice>
              <mc:Fallback>
                <p:oleObj name="" r:id="rId7" imgW="2501900" imgH="469900" progId="Equation.DSMT4">
                  <p:embed/>
                  <p:pic>
                    <p:nvPicPr>
                      <p:cNvPr id="0" name="图片 325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600" y="3886200"/>
                        <a:ext cx="6024563" cy="1130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1" name="Object 9"/>
          <p:cNvGraphicFramePr>
            <a:graphicFrameLocks noChangeAspect="1"/>
          </p:cNvGraphicFramePr>
          <p:nvPr/>
        </p:nvGraphicFramePr>
        <p:xfrm>
          <a:off x="304800" y="5334000"/>
          <a:ext cx="85693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1" name="" r:id="rId9" imgW="3708400" imgH="228600" progId="Equation.DSMT4">
                  <p:embed/>
                </p:oleObj>
              </mc:Choice>
              <mc:Fallback>
                <p:oleObj name="" r:id="rId9" imgW="3708400" imgH="228600" progId="Equation.DSMT4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4800" y="5334000"/>
                        <a:ext cx="8569325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3" name="Object 11"/>
          <p:cNvGraphicFramePr>
            <a:graphicFrameLocks noChangeAspect="1"/>
          </p:cNvGraphicFramePr>
          <p:nvPr/>
        </p:nvGraphicFramePr>
        <p:xfrm>
          <a:off x="657225" y="2667000"/>
          <a:ext cx="7694613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2" name="" r:id="rId11" imgW="3136900" imgH="431800" progId="Equation.DSMT4">
                  <p:embed/>
                </p:oleObj>
              </mc:Choice>
              <mc:Fallback>
                <p:oleObj name="" r:id="rId11" imgW="3136900" imgH="431800" progId="Equation.DSMT4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7225" y="2667000"/>
                        <a:ext cx="7694613" cy="1057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10255" name="Object 15"/>
          <p:cNvGraphicFramePr>
            <a:graphicFrameLocks noChangeAspect="1"/>
          </p:cNvGraphicFramePr>
          <p:nvPr/>
        </p:nvGraphicFramePr>
        <p:xfrm>
          <a:off x="684213" y="260350"/>
          <a:ext cx="21304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4" name="" r:id="rId1" imgW="901065" imgH="215900" progId="Equation.DSMT4">
                  <p:embed/>
                </p:oleObj>
              </mc:Choice>
              <mc:Fallback>
                <p:oleObj name="" r:id="rId1" imgW="901065" imgH="215900" progId="Equation.DSMT4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4213" y="260350"/>
                        <a:ext cx="2130425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6" name="Object 16"/>
          <p:cNvGraphicFramePr>
            <a:graphicFrameLocks noChangeAspect="1"/>
          </p:cNvGraphicFramePr>
          <p:nvPr/>
        </p:nvGraphicFramePr>
        <p:xfrm>
          <a:off x="684213" y="1492250"/>
          <a:ext cx="22225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5" name="" r:id="rId3" imgW="939165" imgH="215900" progId="Equation.DSMT4">
                  <p:embed/>
                </p:oleObj>
              </mc:Choice>
              <mc:Fallback>
                <p:oleObj name="" r:id="rId3" imgW="939165" imgH="215900" progId="Equation.DSMT4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213" y="1492250"/>
                        <a:ext cx="2222500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9" name="Object 19"/>
          <p:cNvGraphicFramePr>
            <a:graphicFrameLocks noChangeAspect="1"/>
          </p:cNvGraphicFramePr>
          <p:nvPr/>
        </p:nvGraphicFramePr>
        <p:xfrm>
          <a:off x="2665413" y="2355850"/>
          <a:ext cx="193516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6" name="" r:id="rId5" imgW="799465" imgH="177800" progId="Equation.DSMT4">
                  <p:embed/>
                </p:oleObj>
              </mc:Choice>
              <mc:Fallback>
                <p:oleObj name="" r:id="rId5" imgW="799465" imgH="177800" progId="Equation.DSMT4">
                  <p:embed/>
                  <p:pic>
                    <p:nvPicPr>
                      <p:cNvPr id="0" name="图片 325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65413" y="2355850"/>
                        <a:ext cx="1935162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9"/>
          <p:cNvGraphicFramePr>
            <a:graphicFrameLocks noChangeAspect="1"/>
          </p:cNvGraphicFramePr>
          <p:nvPr/>
        </p:nvGraphicFramePr>
        <p:xfrm>
          <a:off x="2916238" y="260350"/>
          <a:ext cx="345281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7" name="" r:id="rId7" imgW="1459865" imgH="203200" progId="Equation.DSMT4">
                  <p:embed/>
                </p:oleObj>
              </mc:Choice>
              <mc:Fallback>
                <p:oleObj name="" r:id="rId7" imgW="1459865" imgH="203200" progId="Equation.DSMT4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16238" y="260350"/>
                        <a:ext cx="3452812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"/>
          <p:cNvGraphicFramePr>
            <a:graphicFrameLocks noChangeAspect="1"/>
          </p:cNvGraphicFramePr>
          <p:nvPr/>
        </p:nvGraphicFramePr>
        <p:xfrm>
          <a:off x="2916238" y="1492250"/>
          <a:ext cx="39624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8" name="" r:id="rId9" imgW="1676400" imgH="203200" progId="Equation.DSMT4">
                  <p:embed/>
                </p:oleObj>
              </mc:Choice>
              <mc:Fallback>
                <p:oleObj name="" r:id="rId9" imgW="1676400" imgH="203200" progId="Equation.DSMT4">
                  <p:embed/>
                  <p:pic>
                    <p:nvPicPr>
                      <p:cNvPr id="0" name="图片 324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16238" y="1492250"/>
                        <a:ext cx="3962400" cy="481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10257" name="Object 17"/>
          <p:cNvGraphicFramePr>
            <a:graphicFrameLocks noChangeAspect="1"/>
          </p:cNvGraphicFramePr>
          <p:nvPr/>
        </p:nvGraphicFramePr>
        <p:xfrm>
          <a:off x="676275" y="1125538"/>
          <a:ext cx="6704013" cy="162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1" name="" r:id="rId1" imgW="2882900" imgH="698500" progId="Equation.DSMT4">
                  <p:embed/>
                </p:oleObj>
              </mc:Choice>
              <mc:Fallback>
                <p:oleObj name="" r:id="rId1" imgW="2882900" imgH="698500" progId="Equation.DSMT4">
                  <p:embed/>
                  <p:pic>
                    <p:nvPicPr>
                      <p:cNvPr id="0" name="图片 324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6275" y="1125538"/>
                        <a:ext cx="6704013" cy="1624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8" name="Object 18"/>
          <p:cNvGraphicFramePr>
            <a:graphicFrameLocks noChangeAspect="1"/>
          </p:cNvGraphicFramePr>
          <p:nvPr/>
        </p:nvGraphicFramePr>
        <p:xfrm>
          <a:off x="1219200" y="404813"/>
          <a:ext cx="6705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2" name="" r:id="rId3" imgW="2844800" imgH="215900" progId="Equation.DSMT4">
                  <p:embed/>
                </p:oleObj>
              </mc:Choice>
              <mc:Fallback>
                <p:oleObj name="" r:id="rId3" imgW="2844800" imgH="215900" progId="Equation.DSMT4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9200" y="404813"/>
                        <a:ext cx="67056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" name="Object 20"/>
          <p:cNvGraphicFramePr>
            <a:graphicFrameLocks noChangeAspect="1"/>
          </p:cNvGraphicFramePr>
          <p:nvPr/>
        </p:nvGraphicFramePr>
        <p:xfrm>
          <a:off x="944563" y="4041775"/>
          <a:ext cx="57150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3" name="" r:id="rId5" imgW="2527300" imgH="215900" progId="Equation.DSMT4">
                  <p:embed/>
                </p:oleObj>
              </mc:Choice>
              <mc:Fallback>
                <p:oleObj name="" r:id="rId5" imgW="2527300" imgH="215900" progId="Equation.DSMT4">
                  <p:embed/>
                  <p:pic>
                    <p:nvPicPr>
                      <p:cNvPr id="0" name="图片 326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44563" y="4041775"/>
                        <a:ext cx="5715000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1" name="Object 21"/>
          <p:cNvGraphicFramePr>
            <a:graphicFrameLocks noChangeAspect="1"/>
          </p:cNvGraphicFramePr>
          <p:nvPr/>
        </p:nvGraphicFramePr>
        <p:xfrm>
          <a:off x="1676400" y="2781300"/>
          <a:ext cx="5181600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4" name="" r:id="rId7" imgW="2260600" imgH="444500" progId="Equation.DSMT4">
                  <p:embed/>
                </p:oleObj>
              </mc:Choice>
              <mc:Fallback>
                <p:oleObj name="" r:id="rId7" imgW="2260600" imgH="444500" progId="Equation.DSMT4">
                  <p:embed/>
                  <p:pic>
                    <p:nvPicPr>
                      <p:cNvPr id="0" name="图片 325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76400" y="2781300"/>
                        <a:ext cx="5181600" cy="1017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11274" name="Object 10"/>
          <p:cNvGraphicFramePr>
            <a:graphicFrameLocks noChangeAspect="1"/>
          </p:cNvGraphicFramePr>
          <p:nvPr/>
        </p:nvGraphicFramePr>
        <p:xfrm>
          <a:off x="1143000" y="76200"/>
          <a:ext cx="640080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6" name="" r:id="rId1" imgW="2755900" imgH="533400" progId="Equation.DSMT4">
                  <p:embed/>
                </p:oleObj>
              </mc:Choice>
              <mc:Fallback>
                <p:oleObj name="" r:id="rId1" imgW="2755900" imgH="533400" progId="Equation.DSMT4">
                  <p:embed/>
                  <p:pic>
                    <p:nvPicPr>
                      <p:cNvPr id="0" name="图片 326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43000" y="76200"/>
                        <a:ext cx="6400800" cy="1238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11"/>
          <p:cNvGraphicFramePr>
            <a:graphicFrameLocks noChangeAspect="1"/>
          </p:cNvGraphicFramePr>
          <p:nvPr/>
        </p:nvGraphicFramePr>
        <p:xfrm>
          <a:off x="1066800" y="1524000"/>
          <a:ext cx="67818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7" name="" r:id="rId3" imgW="2882900" imgH="228600" progId="Equation.DSMT4">
                  <p:embed/>
                </p:oleObj>
              </mc:Choice>
              <mc:Fallback>
                <p:oleObj name="" r:id="rId3" imgW="2882900" imgH="228600" progId="Equation.DSMT4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6800" y="1524000"/>
                        <a:ext cx="6781800" cy="538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12"/>
          <p:cNvGraphicFramePr>
            <a:graphicFrameLocks noChangeAspect="1"/>
          </p:cNvGraphicFramePr>
          <p:nvPr/>
        </p:nvGraphicFramePr>
        <p:xfrm>
          <a:off x="685800" y="2971800"/>
          <a:ext cx="7924800" cy="213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8" name="" r:id="rId5" imgW="3340100" imgH="901700" progId="Equation.DSMT4">
                  <p:embed/>
                </p:oleObj>
              </mc:Choice>
              <mc:Fallback>
                <p:oleObj name="" r:id="rId5" imgW="3340100" imgH="901700" progId="Equation.DSMT4">
                  <p:embed/>
                  <p:pic>
                    <p:nvPicPr>
                      <p:cNvPr id="0" name="图片 326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5800" y="2971800"/>
                        <a:ext cx="7924800" cy="2138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7" name="Object 13"/>
          <p:cNvGraphicFramePr>
            <a:graphicFrameLocks noChangeAspect="1"/>
          </p:cNvGraphicFramePr>
          <p:nvPr/>
        </p:nvGraphicFramePr>
        <p:xfrm>
          <a:off x="533400" y="2209800"/>
          <a:ext cx="52578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9" name="" r:id="rId7" imgW="2184400" imgH="228600" progId="Equation.DSMT4">
                  <p:embed/>
                </p:oleObj>
              </mc:Choice>
              <mc:Fallback>
                <p:oleObj name="" r:id="rId7" imgW="2184400" imgH="228600" progId="Equation.DSMT4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3400" y="2209800"/>
                        <a:ext cx="5257800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8" name="Object 14"/>
          <p:cNvGraphicFramePr>
            <a:graphicFrameLocks noChangeAspect="1"/>
          </p:cNvGraphicFramePr>
          <p:nvPr/>
        </p:nvGraphicFramePr>
        <p:xfrm>
          <a:off x="4343400" y="3505200"/>
          <a:ext cx="13716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0" name="" r:id="rId9" imgW="596900" imgH="203200" progId="Equation.DSMT4">
                  <p:embed/>
                </p:oleObj>
              </mc:Choice>
              <mc:Fallback>
                <p:oleObj name="" r:id="rId9" imgW="596900" imgH="203200" progId="Equation.DSMT4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43400" y="3505200"/>
                        <a:ext cx="1371600" cy="4667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rgbClr val="FF00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9" name="Object 15"/>
          <p:cNvGraphicFramePr>
            <a:graphicFrameLocks noChangeAspect="1"/>
          </p:cNvGraphicFramePr>
          <p:nvPr/>
        </p:nvGraphicFramePr>
        <p:xfrm>
          <a:off x="7010400" y="3733800"/>
          <a:ext cx="105251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1" name="" r:id="rId11" imgW="444500" imgH="342900" progId="Equation.DSMT4">
                  <p:embed/>
                </p:oleObj>
              </mc:Choice>
              <mc:Fallback>
                <p:oleObj name="" r:id="rId11" imgW="444500" imgH="342900" progId="Equation.DSMT4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10400" y="3733800"/>
                        <a:ext cx="1052513" cy="8096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rgbClr val="FF00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1" name="Object 17"/>
          <p:cNvGraphicFramePr>
            <a:graphicFrameLocks noChangeAspect="1"/>
          </p:cNvGraphicFramePr>
          <p:nvPr/>
        </p:nvGraphicFramePr>
        <p:xfrm>
          <a:off x="533400" y="5257800"/>
          <a:ext cx="19970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2" name="" r:id="rId13" imgW="850900" imgH="228600" progId="Equation.DSMT4">
                  <p:embed/>
                </p:oleObj>
              </mc:Choice>
              <mc:Fallback>
                <p:oleObj name="" r:id="rId13" imgW="850900" imgH="228600" progId="Equation.DSMT4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3400" y="5257800"/>
                        <a:ext cx="1997075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2" name="Line 18"/>
          <p:cNvSpPr/>
          <p:nvPr/>
        </p:nvSpPr>
        <p:spPr>
          <a:xfrm>
            <a:off x="2667000" y="3962400"/>
            <a:ext cx="16002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83" name="Line 19"/>
          <p:cNvSpPr/>
          <p:nvPr/>
        </p:nvSpPr>
        <p:spPr>
          <a:xfrm>
            <a:off x="5562600" y="5105400"/>
            <a:ext cx="28956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10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12293" name="Object 5"/>
          <p:cNvGraphicFramePr>
            <a:graphicFrameLocks noChangeAspect="1"/>
          </p:cNvGraphicFramePr>
          <p:nvPr/>
        </p:nvGraphicFramePr>
        <p:xfrm>
          <a:off x="2286000" y="609600"/>
          <a:ext cx="3429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78" name="" r:id="rId1" imgW="1346200" imgH="228600" progId="Equation.DSMT4">
                  <p:embed/>
                </p:oleObj>
              </mc:Choice>
              <mc:Fallback>
                <p:oleObj name="" r:id="rId1" imgW="1346200" imgH="228600" progId="Equation.DSMT4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0" y="609600"/>
                        <a:ext cx="3429000" cy="582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6"/>
          <p:cNvGraphicFramePr>
            <a:graphicFrameLocks noChangeAspect="1"/>
          </p:cNvGraphicFramePr>
          <p:nvPr/>
        </p:nvGraphicFramePr>
        <p:xfrm>
          <a:off x="685800" y="1143000"/>
          <a:ext cx="15240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79" name="" r:id="rId3" imgW="635000" imgH="228600" progId="Equation.DSMT4">
                  <p:embed/>
                </p:oleObj>
              </mc:Choice>
              <mc:Fallback>
                <p:oleObj name="" r:id="rId3" imgW="635000" imgH="228600" progId="Equation.DSMT4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" y="1143000"/>
                        <a:ext cx="1524000" cy="547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7"/>
          <p:cNvGraphicFramePr>
            <a:graphicFrameLocks noChangeAspect="1"/>
          </p:cNvGraphicFramePr>
          <p:nvPr/>
        </p:nvGraphicFramePr>
        <p:xfrm>
          <a:off x="762000" y="1752600"/>
          <a:ext cx="17208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0" name="" r:id="rId5" imgW="698500" imgH="228600" progId="Equation.DSMT4">
                  <p:embed/>
                </p:oleObj>
              </mc:Choice>
              <mc:Fallback>
                <p:oleObj name="" r:id="rId5" imgW="698500" imgH="228600" progId="Equation.DSMT4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2000" y="1752600"/>
                        <a:ext cx="1720850" cy="563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2286000" y="1143000"/>
          <a:ext cx="64770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1" name="" r:id="rId7" imgW="2755900" imgH="228600" progId="Equation.DSMT4">
                  <p:embed/>
                </p:oleObj>
              </mc:Choice>
              <mc:Fallback>
                <p:oleObj name="" r:id="rId7" imgW="2755900" imgH="228600" progId="Equation.DSMT4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86000" y="1143000"/>
                        <a:ext cx="6477000" cy="538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9"/>
          <p:cNvGraphicFramePr>
            <a:graphicFrameLocks noChangeAspect="1"/>
          </p:cNvGraphicFramePr>
          <p:nvPr/>
        </p:nvGraphicFramePr>
        <p:xfrm>
          <a:off x="625475" y="76200"/>
          <a:ext cx="41910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2" name="" r:id="rId9" imgW="1726565" imgH="203200" progId="Equation.DSMT4">
                  <p:embed/>
                </p:oleObj>
              </mc:Choice>
              <mc:Fallback>
                <p:oleObj name="" r:id="rId9" imgW="1726565" imgH="203200" progId="Equation.DSMT4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5475" y="76200"/>
                        <a:ext cx="4191000" cy="493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11"/>
          <p:cNvGraphicFramePr>
            <a:graphicFrameLocks noChangeAspect="1"/>
          </p:cNvGraphicFramePr>
          <p:nvPr/>
        </p:nvGraphicFramePr>
        <p:xfrm>
          <a:off x="2514600" y="1828800"/>
          <a:ext cx="35052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3" name="" r:id="rId11" imgW="1485900" imgH="228600" progId="Equation.DSMT4">
                  <p:embed/>
                </p:oleObj>
              </mc:Choice>
              <mc:Fallback>
                <p:oleObj name="" r:id="rId11" imgW="1485900" imgH="228600" progId="Equation.DSMT4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14600" y="1828800"/>
                        <a:ext cx="3505200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12"/>
          <p:cNvGraphicFramePr>
            <a:graphicFrameLocks noChangeAspect="1"/>
          </p:cNvGraphicFramePr>
          <p:nvPr/>
        </p:nvGraphicFramePr>
        <p:xfrm>
          <a:off x="1149350" y="4038600"/>
          <a:ext cx="613410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4" name="" r:id="rId13" imgW="2641600" imgH="241300" progId="Equation.DSMT4">
                  <p:embed/>
                </p:oleObj>
              </mc:Choice>
              <mc:Fallback>
                <p:oleObj name="" r:id="rId13" imgW="2641600" imgH="241300" progId="Equation.DSMT4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49350" y="4038600"/>
                        <a:ext cx="6134100" cy="560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Object 13"/>
          <p:cNvGraphicFramePr>
            <a:graphicFrameLocks noChangeAspect="1"/>
          </p:cNvGraphicFramePr>
          <p:nvPr/>
        </p:nvGraphicFramePr>
        <p:xfrm>
          <a:off x="762000" y="2514600"/>
          <a:ext cx="4586288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5" name="" r:id="rId15" imgW="1955800" imgH="241300" progId="Equation.DSMT4">
                  <p:embed/>
                </p:oleObj>
              </mc:Choice>
              <mc:Fallback>
                <p:oleObj name="" r:id="rId15" imgW="1955800" imgH="241300" progId="Equation.DSMT4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62000" y="2514600"/>
                        <a:ext cx="4586288" cy="566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2" name="Object 14"/>
          <p:cNvGraphicFramePr>
            <a:graphicFrameLocks noChangeAspect="1"/>
          </p:cNvGraphicFramePr>
          <p:nvPr/>
        </p:nvGraphicFramePr>
        <p:xfrm>
          <a:off x="1143000" y="3276600"/>
          <a:ext cx="6548438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6" name="" r:id="rId17" imgW="2667000" imgH="241300" progId="Equation.DSMT4">
                  <p:embed/>
                </p:oleObj>
              </mc:Choice>
              <mc:Fallback>
                <p:oleObj name="" r:id="rId17" imgW="2667000" imgH="241300" progId="Equation.DSMT4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43000" y="3276600"/>
                        <a:ext cx="6548438" cy="595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4" name="Object 16"/>
          <p:cNvGraphicFramePr>
            <a:graphicFrameLocks noChangeAspect="1"/>
          </p:cNvGraphicFramePr>
          <p:nvPr/>
        </p:nvGraphicFramePr>
        <p:xfrm>
          <a:off x="6096000" y="1828800"/>
          <a:ext cx="9144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7" name="" r:id="rId19" imgW="393700" imgH="203200" progId="Equation.DSMT4">
                  <p:embed/>
                </p:oleObj>
              </mc:Choice>
              <mc:Fallback>
                <p:oleObj name="" r:id="rId19" imgW="393700" imgH="203200" progId="Equation.DSMT4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096000" y="1828800"/>
                        <a:ext cx="914400" cy="471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5" name="Object 17"/>
          <p:cNvGraphicFramePr>
            <a:graphicFrameLocks noChangeAspect="1"/>
          </p:cNvGraphicFramePr>
          <p:nvPr/>
        </p:nvGraphicFramePr>
        <p:xfrm>
          <a:off x="1524000" y="4724400"/>
          <a:ext cx="448310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8" name="" r:id="rId21" imgW="1930400" imgH="444500" progId="Equation.DSMT4">
                  <p:embed/>
                </p:oleObj>
              </mc:Choice>
              <mc:Fallback>
                <p:oleObj name="" r:id="rId21" imgW="1930400" imgH="444500" progId="Equation.DSMT4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24000" y="4724400"/>
                        <a:ext cx="4483100" cy="1031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/>
          </p:cNvPicPr>
          <p:nvPr/>
        </p:nvPicPr>
        <p:blipFill>
          <a:blip r:embed="rId1"/>
          <a:srcRect l="2457" t="1402" r="4861" b="84766"/>
          <a:stretch>
            <a:fillRect/>
          </a:stretch>
        </p:blipFill>
        <p:spPr>
          <a:xfrm>
            <a:off x="107950" y="44450"/>
            <a:ext cx="8828088" cy="777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27" name="灯片编号占位符 4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1"/>
          <a:srcRect l="1730" t="15419" r="5589" b="73421"/>
          <a:stretch>
            <a:fillRect/>
          </a:stretch>
        </p:blipFill>
        <p:spPr>
          <a:xfrm>
            <a:off x="107950" y="981075"/>
            <a:ext cx="8828088" cy="627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 2"/>
          <p:cNvPicPr>
            <a:picLocks noChangeAspect="1"/>
          </p:cNvPicPr>
          <p:nvPr/>
        </p:nvPicPr>
        <p:blipFill>
          <a:blip r:embed="rId1"/>
          <a:srcRect l="1730" t="26776" r="5589" b="61813"/>
          <a:stretch>
            <a:fillRect/>
          </a:stretch>
        </p:blipFill>
        <p:spPr>
          <a:xfrm>
            <a:off x="136525" y="1779588"/>
            <a:ext cx="8828088" cy="641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Picture 2"/>
          <p:cNvPicPr>
            <a:picLocks noChangeAspect="1"/>
          </p:cNvPicPr>
          <p:nvPr/>
        </p:nvPicPr>
        <p:blipFill>
          <a:blip r:embed="rId1"/>
          <a:srcRect l="1730" t="39119" r="5589" b="39568"/>
          <a:stretch>
            <a:fillRect/>
          </a:stretch>
        </p:blipFill>
        <p:spPr>
          <a:xfrm>
            <a:off x="136525" y="2519363"/>
            <a:ext cx="8828088" cy="1196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Picture 2"/>
          <p:cNvPicPr>
            <a:picLocks noChangeAspect="1"/>
          </p:cNvPicPr>
          <p:nvPr/>
        </p:nvPicPr>
        <p:blipFill>
          <a:blip r:embed="rId1"/>
          <a:srcRect l="1730" t="61247" r="5589" b="10333"/>
          <a:stretch>
            <a:fillRect/>
          </a:stretch>
        </p:blipFill>
        <p:spPr>
          <a:xfrm>
            <a:off x="107950" y="3775075"/>
            <a:ext cx="8828088" cy="15986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pic>
        <p:nvPicPr>
          <p:cNvPr id="53251" name="Picture 2"/>
          <p:cNvPicPr>
            <a:picLocks noChangeAspect="1"/>
          </p:cNvPicPr>
          <p:nvPr/>
        </p:nvPicPr>
        <p:blipFill>
          <a:blip r:embed="rId1"/>
          <a:srcRect l="3101" t="5644" r="2217" b="56421"/>
          <a:stretch>
            <a:fillRect/>
          </a:stretch>
        </p:blipFill>
        <p:spPr>
          <a:xfrm>
            <a:off x="179388" y="188913"/>
            <a:ext cx="8750300" cy="19399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4" name="Picture 2"/>
          <p:cNvPicPr>
            <a:picLocks noChangeAspect="1"/>
          </p:cNvPicPr>
          <p:nvPr/>
        </p:nvPicPr>
        <p:blipFill>
          <a:blip r:embed="rId1"/>
          <a:srcRect l="3101" t="50203" r="2217" b="5238"/>
          <a:stretch>
            <a:fillRect/>
          </a:stretch>
        </p:blipFill>
        <p:spPr>
          <a:xfrm>
            <a:off x="165100" y="2565400"/>
            <a:ext cx="8750300" cy="22780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矩形 3"/>
          <p:cNvSpPr/>
          <p:nvPr/>
        </p:nvSpPr>
        <p:spPr>
          <a:xfrm>
            <a:off x="528638" y="115888"/>
            <a:ext cx="5719762" cy="492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600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sz="2600" dirty="0">
                <a:solidFill>
                  <a:srgbClr val="00B0F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2.2.4</a:t>
            </a:r>
            <a:r>
              <a:rPr lang="en-US" altLang="zh-CN" sz="2600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求            的乘法逆元。</a:t>
            </a:r>
            <a:endParaRPr lang="zh-CN" altLang="en-US" sz="2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3795" name="矩形 4"/>
          <p:cNvSpPr/>
          <p:nvPr/>
        </p:nvSpPr>
        <p:spPr>
          <a:xfrm>
            <a:off x="528638" y="663575"/>
            <a:ext cx="7715250" cy="8937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 解：</a:t>
            </a:r>
            <a:r>
              <a:rPr lang="en-US" altLang="zh-CN" sz="2600" dirty="0">
                <a:latin typeface="Times New Roman" panose="02020603050405020304" pitchFamily="18" charset="0"/>
                <a:ea typeface="仿宋" panose="02010609060101010101" pitchFamily="49" charset="-122"/>
              </a:rPr>
              <a:t>15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与</a:t>
            </a:r>
            <a:r>
              <a:rPr lang="en-US" altLang="zh-CN" sz="2600" dirty="0">
                <a:latin typeface="Times New Roman" panose="02020603050405020304" pitchFamily="18" charset="0"/>
                <a:ea typeface="仿宋" panose="02010609060101010101" pitchFamily="49" charset="-122"/>
              </a:rPr>
              <a:t>26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互素，存在乘法逆元。做辗转相除法，可得 </a:t>
            </a:r>
            <a:endParaRPr lang="zh-CN" altLang="en-US" sz="2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4276" name="Rectangle 2"/>
          <p:cNvSpPr/>
          <p:nvPr/>
        </p:nvSpPr>
        <p:spPr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dirty="0"/>
          </a:p>
        </p:txBody>
      </p:sp>
      <p:sp>
        <p:nvSpPr>
          <p:cNvPr id="54277" name="Rectangle 4"/>
          <p:cNvSpPr/>
          <p:nvPr/>
        </p:nvSpPr>
        <p:spPr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dirty="0"/>
          </a:p>
        </p:txBody>
      </p:sp>
      <p:sp>
        <p:nvSpPr>
          <p:cNvPr id="33799" name="TextBox 9"/>
          <p:cNvSpPr txBox="1"/>
          <p:nvPr/>
        </p:nvSpPr>
        <p:spPr>
          <a:xfrm>
            <a:off x="1150938" y="2792413"/>
            <a:ext cx="1357312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因此有</a:t>
            </a:r>
            <a:endParaRPr lang="zh-CN" altLang="en-US" sz="2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4279" name="Rectangle 6"/>
          <p:cNvSpPr/>
          <p:nvPr/>
        </p:nvSpPr>
        <p:spPr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dirty="0"/>
          </a:p>
        </p:txBody>
      </p:sp>
      <p:sp>
        <p:nvSpPr>
          <p:cNvPr id="33802" name="矩形 12"/>
          <p:cNvSpPr/>
          <p:nvPr/>
        </p:nvSpPr>
        <p:spPr>
          <a:xfrm>
            <a:off x="1168400" y="5240338"/>
            <a:ext cx="5724525" cy="492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所以              的乘法逆元为</a:t>
            </a:r>
            <a:r>
              <a:rPr lang="en-US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7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zh-CN" altLang="en-US" sz="2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54281" name="对象 1"/>
          <p:cNvGraphicFramePr>
            <a:graphicFrameLocks noChangeAspect="1"/>
          </p:cNvGraphicFramePr>
          <p:nvPr/>
        </p:nvGraphicFramePr>
        <p:xfrm>
          <a:off x="2192338" y="131763"/>
          <a:ext cx="18923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3" name="" r:id="rId1" imgW="800100" imgH="176530" progId="Equation.Ribbit">
                  <p:embed/>
                </p:oleObj>
              </mc:Choice>
              <mc:Fallback>
                <p:oleObj name="" r:id="rId1" imgW="800100" imgH="176530" progId="Equation.Ribbit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2338" y="131763"/>
                        <a:ext cx="1892300" cy="417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405188" y="1268413"/>
          <a:ext cx="2030412" cy="181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4" name="" r:id="rId3" imgW="918210" imgH="819150" progId="Equation.Ribbit">
                  <p:embed/>
                </p:oleObj>
              </mc:Choice>
              <mc:Fallback>
                <p:oleObj name="" r:id="rId3" imgW="918210" imgH="819150" progId="Equation.Ribbit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05188" y="1268413"/>
                        <a:ext cx="2030412" cy="1811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141538" y="3375025"/>
          <a:ext cx="6289675" cy="170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5" name="" r:id="rId5" imgW="2640330" imgH="717550" progId="Equation.Ribbit">
                  <p:embed/>
                </p:oleObj>
              </mc:Choice>
              <mc:Fallback>
                <p:oleObj name="" r:id="rId5" imgW="2640330" imgH="717550" progId="Equation.Ribbit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41538" y="3375025"/>
                        <a:ext cx="6289675" cy="1709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008188" y="5270500"/>
          <a:ext cx="21018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6" name="" r:id="rId7" imgW="800100" imgH="176530" progId="Equation.Ribbit">
                  <p:embed/>
                </p:oleObj>
              </mc:Choice>
              <mc:Fallback>
                <p:oleObj name="" r:id="rId7" imgW="800100" imgH="176530" progId="Equation.Ribbit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08188" y="5270500"/>
                        <a:ext cx="2101850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5" name="灯片编号占位符 4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  <p:bldP spid="33799" grpId="0"/>
      <p:bldP spid="3380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Box 3"/>
          <p:cNvSpPr txBox="1"/>
          <p:nvPr/>
        </p:nvSpPr>
        <p:spPr>
          <a:xfrm>
            <a:off x="539750" y="188913"/>
            <a:ext cx="5929313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600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sz="2600" dirty="0">
                <a:solidFill>
                  <a:srgbClr val="00B0F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2.2.5</a:t>
            </a:r>
            <a:r>
              <a:rPr lang="en-US" altLang="zh-CN" sz="2600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求           的乘法逆元。</a:t>
            </a:r>
            <a:endParaRPr lang="zh-CN" altLang="en-US" sz="2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4819" name="Rectangle 1"/>
          <p:cNvSpPr/>
          <p:nvPr/>
        </p:nvSpPr>
        <p:spPr>
          <a:xfrm>
            <a:off x="539750" y="776288"/>
            <a:ext cx="7786688" cy="492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600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解：</a:t>
            </a:r>
            <a:r>
              <a:rPr lang="en-US" altLang="zh-CN" sz="2600" dirty="0">
                <a:latin typeface="Times New Roman" panose="02020603050405020304" pitchFamily="18" charset="0"/>
                <a:ea typeface="仿宋" panose="02010609060101010101" pitchFamily="49" charset="-122"/>
              </a:rPr>
              <a:t>11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与</a:t>
            </a:r>
            <a:r>
              <a:rPr lang="en-US" altLang="zh-CN" sz="2600" dirty="0">
                <a:latin typeface="Times New Roman" panose="02020603050405020304" pitchFamily="18" charset="0"/>
                <a:ea typeface="仿宋" panose="02010609060101010101" pitchFamily="49" charset="-122"/>
              </a:rPr>
              <a:t>26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互素，存在乘法逆元。做辗转相除法</a:t>
            </a:r>
            <a:endParaRPr lang="zh-CN" altLang="en-US" sz="2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5300" name="Rectangle 3"/>
          <p:cNvSpPr/>
          <p:nvPr/>
        </p:nvSpPr>
        <p:spPr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dirty="0"/>
          </a:p>
        </p:txBody>
      </p:sp>
      <p:sp>
        <p:nvSpPr>
          <p:cNvPr id="34822" name="TextBox 7"/>
          <p:cNvSpPr txBox="1"/>
          <p:nvPr/>
        </p:nvSpPr>
        <p:spPr>
          <a:xfrm>
            <a:off x="1227138" y="2936875"/>
            <a:ext cx="1357312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因此有</a:t>
            </a:r>
            <a:endParaRPr lang="zh-CN" altLang="en-US" sz="2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5302" name="Rectangle 5"/>
          <p:cNvSpPr/>
          <p:nvPr/>
        </p:nvSpPr>
        <p:spPr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dirty="0"/>
          </a:p>
        </p:txBody>
      </p:sp>
      <p:sp>
        <p:nvSpPr>
          <p:cNvPr id="34825" name="矩形 10"/>
          <p:cNvSpPr/>
          <p:nvPr/>
        </p:nvSpPr>
        <p:spPr>
          <a:xfrm>
            <a:off x="1227138" y="5487988"/>
            <a:ext cx="7099300" cy="8937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又因为                ，所以           的乘法逆元为</a:t>
            </a:r>
            <a:r>
              <a:rPr lang="en-US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19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zh-CN" altLang="en-US" sz="2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55304" name="对象 1"/>
          <p:cNvGraphicFramePr>
            <a:graphicFrameLocks noChangeAspect="1"/>
          </p:cNvGraphicFramePr>
          <p:nvPr/>
        </p:nvGraphicFramePr>
        <p:xfrm>
          <a:off x="2263775" y="276225"/>
          <a:ext cx="15875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4" name="" r:id="rId1" imgW="800100" imgH="176530" progId="Equation.Ribbit">
                  <p:embed/>
                </p:oleObj>
              </mc:Choice>
              <mc:Fallback>
                <p:oleObj name="" r:id="rId1" imgW="800100" imgH="176530" progId="Equation.Ribbit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63775" y="276225"/>
                        <a:ext cx="1587500" cy="34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027363" y="1387475"/>
          <a:ext cx="2120900" cy="146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5" name="" r:id="rId3" imgW="6457950" imgH="4448175" progId="Equation.Ribbit">
                  <p:embed/>
                </p:oleObj>
              </mc:Choice>
              <mc:Fallback>
                <p:oleObj name="" r:id="rId3" imgW="6457950" imgH="4448175" progId="Equation.Ribbit">
                  <p:embed/>
                  <p:pic>
                    <p:nvPicPr>
                      <p:cNvPr id="0" name="图片 321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27363" y="1387475"/>
                        <a:ext cx="2120900" cy="1465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451100" y="3443288"/>
          <a:ext cx="3768725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6" name="" r:id="rId5" imgW="1630680" imgH="896620" progId="Equation.Ribbit">
                  <p:embed/>
                </p:oleObj>
              </mc:Choice>
              <mc:Fallback>
                <p:oleObj name="" r:id="rId5" imgW="1630680" imgH="896620" progId="Equation.Ribbit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51100" y="3443288"/>
                        <a:ext cx="3768725" cy="207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516188" y="5591175"/>
          <a:ext cx="2271712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7" name="" r:id="rId7" imgW="8601075" imgH="1323975" progId="Equation.Ribbit">
                  <p:embed/>
                </p:oleObj>
              </mc:Choice>
              <mc:Fallback>
                <p:oleObj name="" r:id="rId7" imgW="8601075" imgH="1323975" progId="Equation.Ribbit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16188" y="5591175"/>
                        <a:ext cx="2271712" cy="34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153150" y="5591175"/>
          <a:ext cx="15875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8" name="" r:id="rId9" imgW="800100" imgH="176530" progId="Equation.Ribbit">
                  <p:embed/>
                </p:oleObj>
              </mc:Choice>
              <mc:Fallback>
                <p:oleObj name="" r:id="rId9" imgW="800100" imgH="176530" progId="Equation.Ribbit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53150" y="5591175"/>
                        <a:ext cx="1587500" cy="34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9" name="灯片编号占位符 4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/>
      <p:bldP spid="34822" grpId="0"/>
      <p:bldP spid="348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5791200" cy="61277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all" spc="-6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2.2</a:t>
            </a:r>
            <a:r>
              <a:rPr kumimoji="0" lang="en-US" altLang="zh-CN" sz="3600" b="0" i="0" u="none" strike="noStrike" kern="1200" cap="all" spc="-6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zh-CN" altLang="en-US" sz="3600" b="0" i="0" u="none" strike="noStrike" kern="1200" cap="all" spc="-6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同余类与剩余系</a:t>
            </a:r>
            <a:endParaRPr kumimoji="0" lang="zh-CN" altLang="en-US" sz="3600" b="0" i="0" u="none" strike="noStrike" kern="1200" cap="all" spc="-6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6323" name="Picture 2"/>
          <p:cNvPicPr>
            <a:picLocks noChangeAspect="1"/>
          </p:cNvPicPr>
          <p:nvPr/>
        </p:nvPicPr>
        <p:blipFill>
          <a:blip r:embed="rId1"/>
          <a:srcRect l="4489" t="39899" b="1683"/>
          <a:stretch>
            <a:fillRect/>
          </a:stretch>
        </p:blipFill>
        <p:spPr>
          <a:xfrm>
            <a:off x="323850" y="1052513"/>
            <a:ext cx="8447088" cy="34496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324" name="灯片编号占位符 4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Box 3"/>
          <p:cNvSpPr txBox="1"/>
          <p:nvPr/>
        </p:nvSpPr>
        <p:spPr>
          <a:xfrm>
            <a:off x="395288" y="115888"/>
            <a:ext cx="8286750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sz="2400" dirty="0">
                <a:solidFill>
                  <a:srgbClr val="00B0F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2.2.6</a:t>
            </a:r>
            <a:r>
              <a:rPr lang="en-US" altLang="zh-CN" sz="2400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设       ，      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7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11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构成模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12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的简化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剩余系，         ，因此有     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   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也构成模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12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的简化剩余系，经过计算可知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7347" name="Rectangle 2"/>
          <p:cNvSpPr/>
          <p:nvPr/>
        </p:nvSpPr>
        <p:spPr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dirty="0"/>
          </a:p>
        </p:txBody>
      </p:sp>
      <p:sp>
        <p:nvSpPr>
          <p:cNvPr id="57348" name="Rectangle 4"/>
          <p:cNvSpPr/>
          <p:nvPr/>
        </p:nvSpPr>
        <p:spPr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dirty="0"/>
          </a:p>
        </p:txBody>
      </p:sp>
      <p:sp>
        <p:nvSpPr>
          <p:cNvPr id="57349" name="矩形 8"/>
          <p:cNvSpPr/>
          <p:nvPr/>
        </p:nvSpPr>
        <p:spPr>
          <a:xfrm>
            <a:off x="577850" y="2276475"/>
            <a:ext cx="48006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将上面四个式子左右对应相乘可得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7350" name="Rectangle 6"/>
          <p:cNvSpPr/>
          <p:nvPr/>
        </p:nvSpPr>
        <p:spPr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dirty="0"/>
          </a:p>
        </p:txBody>
      </p:sp>
      <p:sp>
        <p:nvSpPr>
          <p:cNvPr id="57351" name="TextBox 12"/>
          <p:cNvSpPr txBox="1"/>
          <p:nvPr/>
        </p:nvSpPr>
        <p:spPr>
          <a:xfrm>
            <a:off x="595313" y="3500438"/>
            <a:ext cx="5715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即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7352" name="Rectangle 9"/>
          <p:cNvSpPr/>
          <p:nvPr/>
        </p:nvSpPr>
        <p:spPr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dirty="0"/>
          </a:p>
        </p:txBody>
      </p:sp>
      <p:sp>
        <p:nvSpPr>
          <p:cNvPr id="57353" name="TextBox 15"/>
          <p:cNvSpPr txBox="1"/>
          <p:nvPr/>
        </p:nvSpPr>
        <p:spPr>
          <a:xfrm>
            <a:off x="584200" y="4292600"/>
            <a:ext cx="8097838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由于                         ，根据同余性质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）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可得  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，即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7354" name="Rectangle 11"/>
          <p:cNvSpPr/>
          <p:nvPr/>
        </p:nvSpPr>
        <p:spPr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dirty="0"/>
          </a:p>
        </p:txBody>
      </p:sp>
      <p:sp>
        <p:nvSpPr>
          <p:cNvPr id="35856" name="TextBox 18"/>
          <p:cNvSpPr txBox="1"/>
          <p:nvPr/>
        </p:nvSpPr>
        <p:spPr>
          <a:xfrm>
            <a:off x="6005513" y="5372100"/>
            <a:ext cx="15811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并非巧合！</a:t>
            </a:r>
            <a:endParaRPr lang="zh-CN" altLang="en-US" sz="240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57356" name="对象 1"/>
          <p:cNvGraphicFramePr>
            <a:graphicFrameLocks noChangeAspect="1"/>
          </p:cNvGraphicFramePr>
          <p:nvPr/>
        </p:nvGraphicFramePr>
        <p:xfrm>
          <a:off x="1912938" y="198438"/>
          <a:ext cx="954087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3" name="" r:id="rId1" imgW="481965" imgH="152400" progId="Equation.Ribbit">
                  <p:embed/>
                </p:oleObj>
              </mc:Choice>
              <mc:Fallback>
                <p:oleObj name="" r:id="rId1" imgW="481965" imgH="152400" progId="Equation.Ribbit">
                  <p:embed/>
                  <p:pic>
                    <p:nvPicPr>
                      <p:cNvPr id="0" name="图片 327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12938" y="198438"/>
                        <a:ext cx="954087" cy="301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7" name="对象 2"/>
          <p:cNvGraphicFramePr>
            <a:graphicFrameLocks noChangeAspect="1"/>
          </p:cNvGraphicFramePr>
          <p:nvPr/>
        </p:nvGraphicFramePr>
        <p:xfrm>
          <a:off x="3132138" y="188913"/>
          <a:ext cx="126682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4" name="" r:id="rId3" imgW="638810" imgH="176530" progId="Equation.Ribbit">
                  <p:embed/>
                </p:oleObj>
              </mc:Choice>
              <mc:Fallback>
                <p:oleObj name="" r:id="rId3" imgW="638810" imgH="176530" progId="Equation.Ribbit">
                  <p:embed/>
                  <p:pic>
                    <p:nvPicPr>
                      <p:cNvPr id="0" name="图片 326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32138" y="188913"/>
                        <a:ext cx="1266825" cy="34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8" name="对象 3"/>
          <p:cNvGraphicFramePr>
            <a:graphicFrameLocks noChangeAspect="1"/>
          </p:cNvGraphicFramePr>
          <p:nvPr/>
        </p:nvGraphicFramePr>
        <p:xfrm>
          <a:off x="1692275" y="584200"/>
          <a:ext cx="1319213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5" name="" r:id="rId5" imgW="665480" imgH="176530" progId="Equation.Ribbit">
                  <p:embed/>
                </p:oleObj>
              </mc:Choice>
              <mc:Fallback>
                <p:oleObj name="" r:id="rId5" imgW="665480" imgH="176530" progId="Equation.Ribbit">
                  <p:embed/>
                  <p:pic>
                    <p:nvPicPr>
                      <p:cNvPr id="0" name="图片 326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2275" y="584200"/>
                        <a:ext cx="1319213" cy="34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9" name="对象 4"/>
          <p:cNvGraphicFramePr>
            <a:graphicFrameLocks noChangeAspect="1"/>
          </p:cNvGraphicFramePr>
          <p:nvPr/>
        </p:nvGraphicFramePr>
        <p:xfrm>
          <a:off x="4699843" y="604838"/>
          <a:ext cx="318452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6" name="" r:id="rId7" imgW="12049125" imgH="1152525" progId="Equation.Ribbit">
                  <p:embed/>
                </p:oleObj>
              </mc:Choice>
              <mc:Fallback>
                <p:oleObj name="" r:id="rId7" imgW="12049125" imgH="1152525" progId="Equation.Ribbit">
                  <p:embed/>
                  <p:pic>
                    <p:nvPicPr>
                      <p:cNvPr id="0" name="图片 327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99843" y="604838"/>
                        <a:ext cx="3184525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0" name="对象 5"/>
          <p:cNvGraphicFramePr>
            <a:graphicFrameLocks noChangeAspect="1"/>
          </p:cNvGraphicFramePr>
          <p:nvPr/>
        </p:nvGraphicFramePr>
        <p:xfrm>
          <a:off x="1912938" y="1341438"/>
          <a:ext cx="5568950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7" name="" r:id="rId9" imgW="21078825" imgH="3314700" progId="Equation.Ribbit">
                  <p:embed/>
                </p:oleObj>
              </mc:Choice>
              <mc:Fallback>
                <p:oleObj name="" r:id="rId9" imgW="21078825" imgH="3314700" progId="Equation.Ribbit">
                  <p:embed/>
                  <p:pic>
                    <p:nvPicPr>
                      <p:cNvPr id="0" name="图片 326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12938" y="1341438"/>
                        <a:ext cx="5568950" cy="874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1" name="对象 6"/>
          <p:cNvGraphicFramePr>
            <a:graphicFrameLocks noChangeAspect="1"/>
          </p:cNvGraphicFramePr>
          <p:nvPr/>
        </p:nvGraphicFramePr>
        <p:xfrm>
          <a:off x="1331913" y="2924175"/>
          <a:ext cx="714692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8" name="" r:id="rId11" imgW="27041475" imgH="1323975" progId="Equation.Ribbit">
                  <p:embed/>
                </p:oleObj>
              </mc:Choice>
              <mc:Fallback>
                <p:oleObj name="" r:id="rId11" imgW="27041475" imgH="1323975" progId="Equation.Ribbit">
                  <p:embed/>
                  <p:pic>
                    <p:nvPicPr>
                      <p:cNvPr id="0" name="图片 326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31913" y="2924175"/>
                        <a:ext cx="7146925" cy="34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2" name="对象 7"/>
          <p:cNvGraphicFramePr>
            <a:graphicFrameLocks noChangeAspect="1"/>
          </p:cNvGraphicFramePr>
          <p:nvPr/>
        </p:nvGraphicFramePr>
        <p:xfrm>
          <a:off x="1547813" y="3716338"/>
          <a:ext cx="614997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9" name="" r:id="rId13" imgW="23269575" imgH="1466850" progId="Equation.Ribbit">
                  <p:embed/>
                </p:oleObj>
              </mc:Choice>
              <mc:Fallback>
                <p:oleObj name="" r:id="rId13" imgW="23269575" imgH="1466850" progId="Equation.Ribbit">
                  <p:embed/>
                  <p:pic>
                    <p:nvPicPr>
                      <p:cNvPr id="0" name="图片 326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47813" y="3716338"/>
                        <a:ext cx="6149975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3" name="对象 8"/>
          <p:cNvGraphicFramePr>
            <a:graphicFrameLocks noChangeAspect="1"/>
          </p:cNvGraphicFramePr>
          <p:nvPr/>
        </p:nvGraphicFramePr>
        <p:xfrm>
          <a:off x="1530350" y="4476750"/>
          <a:ext cx="34734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40" name="" r:id="rId15" imgW="13144500" imgH="1323975" progId="Equation.Ribbit">
                  <p:embed/>
                </p:oleObj>
              </mc:Choice>
              <mc:Fallback>
                <p:oleObj name="" r:id="rId15" imgW="13144500" imgH="1323975" progId="Equation.Ribbit">
                  <p:embed/>
                  <p:pic>
                    <p:nvPicPr>
                      <p:cNvPr id="0" name="图片 327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30350" y="4476750"/>
                        <a:ext cx="3473450" cy="34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4" name="对象 10"/>
          <p:cNvGraphicFramePr>
            <a:graphicFrameLocks noChangeAspect="1"/>
          </p:cNvGraphicFramePr>
          <p:nvPr/>
        </p:nvGraphicFramePr>
        <p:xfrm>
          <a:off x="1258888" y="4943475"/>
          <a:ext cx="2020887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41" name="" r:id="rId17" imgW="1019810" imgH="195580" progId="Equation.Ribbit">
                  <p:embed/>
                </p:oleObj>
              </mc:Choice>
              <mc:Fallback>
                <p:oleObj name="" r:id="rId17" imgW="1019810" imgH="195580" progId="Equation.Ribbit">
                  <p:embed/>
                  <p:pic>
                    <p:nvPicPr>
                      <p:cNvPr id="0" name="图片 326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58888" y="4943475"/>
                        <a:ext cx="2020887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5" name="对象 11"/>
          <p:cNvGraphicFramePr>
            <a:graphicFrameLocks noChangeAspect="1"/>
          </p:cNvGraphicFramePr>
          <p:nvPr/>
        </p:nvGraphicFramePr>
        <p:xfrm>
          <a:off x="3465513" y="5430838"/>
          <a:ext cx="24352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42" name="" r:id="rId19" imgW="1228090" imgH="203200" progId="Equation.Ribbit">
                  <p:embed/>
                </p:oleObj>
              </mc:Choice>
              <mc:Fallback>
                <p:oleObj name="" r:id="rId19" imgW="1228090" imgH="203200" progId="Equation.Ribbit">
                  <p:embed/>
                  <p:pic>
                    <p:nvPicPr>
                      <p:cNvPr id="0" name="图片 326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465513" y="5430838"/>
                        <a:ext cx="2435225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6" name="灯片编号占位符 4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7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7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7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7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7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7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7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7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9" grpId="0"/>
      <p:bldP spid="57351" grpId="0"/>
      <p:bldP spid="57353" grpId="0"/>
      <p:bldP spid="3585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4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44037" name="Object 1029"/>
          <p:cNvGraphicFramePr>
            <a:graphicFrameLocks noChangeAspect="1"/>
          </p:cNvGraphicFramePr>
          <p:nvPr/>
        </p:nvGraphicFramePr>
        <p:xfrm>
          <a:off x="174625" y="685800"/>
          <a:ext cx="87503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06" name="" r:id="rId1" imgW="3733800" imgH="469900" progId="Equation.DSMT4">
                  <p:embed/>
                </p:oleObj>
              </mc:Choice>
              <mc:Fallback>
                <p:oleObj name="" r:id="rId1" imgW="3733800" imgH="469900" progId="Equation.DSMT4">
                  <p:embed/>
                  <p:pic>
                    <p:nvPicPr>
                      <p:cNvPr id="0" name="图片 32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4625" y="685800"/>
                        <a:ext cx="8750300" cy="1098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1030"/>
          <p:cNvGraphicFramePr>
            <a:graphicFrameLocks noChangeAspect="1"/>
          </p:cNvGraphicFramePr>
          <p:nvPr/>
        </p:nvGraphicFramePr>
        <p:xfrm>
          <a:off x="609600" y="4648200"/>
          <a:ext cx="64770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07" name="" r:id="rId3" imgW="2679700" imgH="254000" progId="Equation.DSMT4">
                  <p:embed/>
                </p:oleObj>
              </mc:Choice>
              <mc:Fallback>
                <p:oleObj name="" r:id="rId3" imgW="2679700" imgH="254000" progId="Equation.DSMT4">
                  <p:embed/>
                  <p:pic>
                    <p:nvPicPr>
                      <p:cNvPr id="0" name="图片 32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" y="4648200"/>
                        <a:ext cx="6477000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9" name="Object 1031"/>
          <p:cNvGraphicFramePr>
            <a:graphicFrameLocks noChangeAspect="1"/>
          </p:cNvGraphicFramePr>
          <p:nvPr/>
        </p:nvGraphicFramePr>
        <p:xfrm>
          <a:off x="1219200" y="1981200"/>
          <a:ext cx="73914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08" name="" r:id="rId5" imgW="3238500" imgH="215900" progId="Equation.DSMT4">
                  <p:embed/>
                </p:oleObj>
              </mc:Choice>
              <mc:Fallback>
                <p:oleObj name="" r:id="rId5" imgW="3238500" imgH="215900" progId="Equation.DSMT4">
                  <p:embed/>
                  <p:pic>
                    <p:nvPicPr>
                      <p:cNvPr id="0" name="图片 328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19200" y="1981200"/>
                        <a:ext cx="7391400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0" name="Object 1032"/>
          <p:cNvGraphicFramePr>
            <a:graphicFrameLocks noChangeAspect="1"/>
          </p:cNvGraphicFramePr>
          <p:nvPr/>
        </p:nvGraphicFramePr>
        <p:xfrm>
          <a:off x="381000" y="2667000"/>
          <a:ext cx="8382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09" name="" r:id="rId7" imgW="3721100" imgH="241300" progId="Equation.DSMT4">
                  <p:embed/>
                </p:oleObj>
              </mc:Choice>
              <mc:Fallback>
                <p:oleObj name="" r:id="rId7" imgW="3721100" imgH="241300" progId="Equation.DSMT4">
                  <p:embed/>
                  <p:pic>
                    <p:nvPicPr>
                      <p:cNvPr id="0" name="图片 32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1000" y="2667000"/>
                        <a:ext cx="8382000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1" name="Object 1033"/>
          <p:cNvGraphicFramePr>
            <a:graphicFrameLocks noChangeAspect="1"/>
          </p:cNvGraphicFramePr>
          <p:nvPr/>
        </p:nvGraphicFramePr>
        <p:xfrm>
          <a:off x="533400" y="3276600"/>
          <a:ext cx="67818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10" name="" r:id="rId9" imgW="2959100" imgH="241300" progId="Equation.DSMT4">
                  <p:embed/>
                </p:oleObj>
              </mc:Choice>
              <mc:Fallback>
                <p:oleObj name="" r:id="rId9" imgW="2959100" imgH="241300" progId="Equation.DSMT4">
                  <p:embed/>
                  <p:pic>
                    <p:nvPicPr>
                      <p:cNvPr id="0" name="图片 327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3400" y="3276600"/>
                        <a:ext cx="6781800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2" name="Object 1034"/>
          <p:cNvGraphicFramePr>
            <a:graphicFrameLocks noChangeAspect="1"/>
          </p:cNvGraphicFramePr>
          <p:nvPr/>
        </p:nvGraphicFramePr>
        <p:xfrm>
          <a:off x="7391400" y="3276600"/>
          <a:ext cx="7874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11" name="" r:id="rId11" imgW="355600" imgH="203200" progId="Equation.DSMT4">
                  <p:embed/>
                </p:oleObj>
              </mc:Choice>
              <mc:Fallback>
                <p:oleObj name="" r:id="rId11" imgW="355600" imgH="203200" progId="Equation.DSMT4">
                  <p:embed/>
                  <p:pic>
                    <p:nvPicPr>
                      <p:cNvPr id="0" name="图片 327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391400" y="3276600"/>
                        <a:ext cx="787400" cy="449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3" name="Object 1035"/>
          <p:cNvGraphicFramePr>
            <a:graphicFrameLocks noChangeAspect="1"/>
          </p:cNvGraphicFramePr>
          <p:nvPr/>
        </p:nvGraphicFramePr>
        <p:xfrm>
          <a:off x="1295400" y="3886200"/>
          <a:ext cx="67818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12" name="" r:id="rId13" imgW="2667000" imgH="241300" progId="Equation.DSMT4">
                  <p:embed/>
                </p:oleObj>
              </mc:Choice>
              <mc:Fallback>
                <p:oleObj name="" r:id="rId13" imgW="2667000" imgH="241300" progId="Equation.DSMT4">
                  <p:embed/>
                  <p:pic>
                    <p:nvPicPr>
                      <p:cNvPr id="0" name="图片 328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95400" y="3886200"/>
                        <a:ext cx="6781800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56320" name="Object 2048"/>
          <p:cNvGraphicFramePr>
            <a:graphicFrameLocks noChangeAspect="1"/>
          </p:cNvGraphicFramePr>
          <p:nvPr/>
        </p:nvGraphicFramePr>
        <p:xfrm>
          <a:off x="533400" y="3581400"/>
          <a:ext cx="65532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64" name="" r:id="rId1" imgW="2667000" imgH="254000" progId="Equation.DSMT4">
                  <p:embed/>
                </p:oleObj>
              </mc:Choice>
              <mc:Fallback>
                <p:oleObj name="" r:id="rId1" imgW="2667000" imgH="254000" progId="Equation.DSMT4">
                  <p:embed/>
                  <p:pic>
                    <p:nvPicPr>
                      <p:cNvPr id="0" name="图片 32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3400" y="3581400"/>
                        <a:ext cx="6553200" cy="625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1" name="Object 2049"/>
          <p:cNvGraphicFramePr>
            <a:graphicFrameLocks noChangeAspect="1"/>
          </p:cNvGraphicFramePr>
          <p:nvPr/>
        </p:nvGraphicFramePr>
        <p:xfrm>
          <a:off x="2743200" y="2286000"/>
          <a:ext cx="28067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65" name="" r:id="rId3" imgW="1129665" imgH="241300" progId="Equation.DSMT4">
                  <p:embed/>
                </p:oleObj>
              </mc:Choice>
              <mc:Fallback>
                <p:oleObj name="" r:id="rId3" imgW="1129665" imgH="241300" progId="Equation.DSMT4">
                  <p:embed/>
                  <p:pic>
                    <p:nvPicPr>
                      <p:cNvPr id="0" name="图片 32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43200" y="2286000"/>
                        <a:ext cx="2806700" cy="598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2" name="Object 2050"/>
          <p:cNvGraphicFramePr>
            <a:graphicFrameLocks noChangeAspect="1"/>
          </p:cNvGraphicFramePr>
          <p:nvPr/>
        </p:nvGraphicFramePr>
        <p:xfrm>
          <a:off x="1295400" y="533400"/>
          <a:ext cx="70866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66" name="" r:id="rId5" imgW="3035300" imgH="241300" progId="Equation.DSMT4">
                  <p:embed/>
                </p:oleObj>
              </mc:Choice>
              <mc:Fallback>
                <p:oleObj name="" r:id="rId5" imgW="3035300" imgH="241300" progId="Equation.DSMT4">
                  <p:embed/>
                  <p:pic>
                    <p:nvPicPr>
                      <p:cNvPr id="0" name="图片 32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95400" y="533400"/>
                        <a:ext cx="7086600" cy="563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3" name="Object 2051"/>
          <p:cNvGraphicFramePr>
            <a:graphicFrameLocks noChangeAspect="1"/>
          </p:cNvGraphicFramePr>
          <p:nvPr/>
        </p:nvGraphicFramePr>
        <p:xfrm>
          <a:off x="533400" y="1219200"/>
          <a:ext cx="80010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67" name="" r:id="rId7" imgW="3505200" imgH="241300" progId="Equation.DSMT4">
                  <p:embed/>
                </p:oleObj>
              </mc:Choice>
              <mc:Fallback>
                <p:oleObj name="" r:id="rId7" imgW="3505200" imgH="241300" progId="Equation.DSMT4">
                  <p:embed/>
                  <p:pic>
                    <p:nvPicPr>
                      <p:cNvPr id="0" name="图片 32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3400" y="1219200"/>
                        <a:ext cx="8001000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4" name="Object 2052"/>
          <p:cNvGraphicFramePr>
            <a:graphicFrameLocks noChangeAspect="1"/>
          </p:cNvGraphicFramePr>
          <p:nvPr/>
        </p:nvGraphicFramePr>
        <p:xfrm>
          <a:off x="533400" y="1828800"/>
          <a:ext cx="17526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68" name="" r:id="rId9" imgW="736600" imgH="203200" progId="Equation.DSMT4">
                  <p:embed/>
                </p:oleObj>
              </mc:Choice>
              <mc:Fallback>
                <p:oleObj name="" r:id="rId9" imgW="736600" imgH="203200" progId="Equation.DSMT4">
                  <p:embed/>
                  <p:pic>
                    <p:nvPicPr>
                      <p:cNvPr id="0" name="图片 328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3400" y="1828800"/>
                        <a:ext cx="1752600" cy="484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5" name="Object 2053"/>
          <p:cNvGraphicFramePr>
            <a:graphicFrameLocks noChangeAspect="1"/>
          </p:cNvGraphicFramePr>
          <p:nvPr/>
        </p:nvGraphicFramePr>
        <p:xfrm>
          <a:off x="533400" y="2895600"/>
          <a:ext cx="73152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69" name="" r:id="rId11" imgW="3048000" imgH="241300" progId="Equation.DSMT4">
                  <p:embed/>
                </p:oleObj>
              </mc:Choice>
              <mc:Fallback>
                <p:oleObj name="" r:id="rId11" imgW="3048000" imgH="241300" progId="Equation.DSMT4">
                  <p:embed/>
                  <p:pic>
                    <p:nvPicPr>
                      <p:cNvPr id="0" name="图片 327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3400" y="2895600"/>
                        <a:ext cx="7315200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2054"/>
          <p:cNvGraphicFramePr>
            <a:graphicFrameLocks noChangeAspect="1"/>
          </p:cNvGraphicFramePr>
          <p:nvPr/>
        </p:nvGraphicFramePr>
        <p:xfrm>
          <a:off x="609600" y="4343400"/>
          <a:ext cx="608012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0" name="" r:id="rId13" imgW="2476500" imgH="228600" progId="Equation.DSMT4">
                  <p:embed/>
                </p:oleObj>
              </mc:Choice>
              <mc:Fallback>
                <p:oleObj name="" r:id="rId13" imgW="2476500" imgH="228600" progId="Equation.DSMT4">
                  <p:embed/>
                  <p:pic>
                    <p:nvPicPr>
                      <p:cNvPr id="0" name="图片 327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9600" y="4343400"/>
                        <a:ext cx="6080125" cy="560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2055"/>
          <p:cNvGraphicFramePr>
            <a:graphicFrameLocks noChangeAspect="1"/>
          </p:cNvGraphicFramePr>
          <p:nvPr/>
        </p:nvGraphicFramePr>
        <p:xfrm>
          <a:off x="609600" y="4953000"/>
          <a:ext cx="45593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1" name="" r:id="rId15" imgW="1930400" imgH="241300" progId="Equation.DSMT4">
                  <p:embed/>
                </p:oleObj>
              </mc:Choice>
              <mc:Fallback>
                <p:oleObj name="" r:id="rId15" imgW="1930400" imgH="241300" progId="Equation.DSMT4">
                  <p:embed/>
                  <p:pic>
                    <p:nvPicPr>
                      <p:cNvPr id="0" name="图片 329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09600" y="4953000"/>
                        <a:ext cx="4559300" cy="569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8" name="Object 2056"/>
          <p:cNvGraphicFramePr>
            <a:graphicFrameLocks noChangeAspect="1"/>
          </p:cNvGraphicFramePr>
          <p:nvPr/>
        </p:nvGraphicFramePr>
        <p:xfrm>
          <a:off x="609600" y="5638800"/>
          <a:ext cx="469106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2" name="" r:id="rId17" imgW="1866900" imgH="228600" progId="Equation.DSMT4">
                  <p:embed/>
                </p:oleObj>
              </mc:Choice>
              <mc:Fallback>
                <p:oleObj name="" r:id="rId17" imgW="1866900" imgH="228600" progId="Equation.DSMT4">
                  <p:embed/>
                  <p:pic>
                    <p:nvPicPr>
                      <p:cNvPr id="0" name="图片 329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09600" y="5638800"/>
                        <a:ext cx="4691063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6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6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57344" name="Object 2048"/>
          <p:cNvGraphicFramePr>
            <a:graphicFrameLocks noChangeAspect="1"/>
          </p:cNvGraphicFramePr>
          <p:nvPr/>
        </p:nvGraphicFramePr>
        <p:xfrm>
          <a:off x="822325" y="685800"/>
          <a:ext cx="727075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0" name="" r:id="rId1" imgW="3035300" imgH="469900" progId="Equation.DSMT4">
                  <p:embed/>
                </p:oleObj>
              </mc:Choice>
              <mc:Fallback>
                <p:oleObj name="" r:id="rId1" imgW="3035300" imgH="469900" progId="Equation.DSMT4">
                  <p:embed/>
                  <p:pic>
                    <p:nvPicPr>
                      <p:cNvPr id="0" name="图片 32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2325" y="685800"/>
                        <a:ext cx="7270750" cy="1127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5" name="Object 2049"/>
          <p:cNvGraphicFramePr>
            <a:graphicFrameLocks noChangeAspect="1"/>
          </p:cNvGraphicFramePr>
          <p:nvPr/>
        </p:nvGraphicFramePr>
        <p:xfrm>
          <a:off x="746125" y="1981200"/>
          <a:ext cx="7332663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1" name="" r:id="rId3" imgW="3060700" imgH="469900" progId="Equation.DSMT4">
                  <p:embed/>
                </p:oleObj>
              </mc:Choice>
              <mc:Fallback>
                <p:oleObj name="" r:id="rId3" imgW="3060700" imgH="469900" progId="Equation.DSMT4">
                  <p:embed/>
                  <p:pic>
                    <p:nvPicPr>
                      <p:cNvPr id="0" name="图片 32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6125" y="1981200"/>
                        <a:ext cx="7332663" cy="1127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6" name="Object 2050"/>
          <p:cNvGraphicFramePr>
            <a:graphicFrameLocks noChangeAspect="1"/>
          </p:cNvGraphicFramePr>
          <p:nvPr/>
        </p:nvGraphicFramePr>
        <p:xfrm>
          <a:off x="669925" y="4038600"/>
          <a:ext cx="7605713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2" name="" r:id="rId5" imgW="3175000" imgH="469900" progId="Equation.DSMT4">
                  <p:embed/>
                </p:oleObj>
              </mc:Choice>
              <mc:Fallback>
                <p:oleObj name="" r:id="rId5" imgW="3175000" imgH="469900" progId="Equation.DSMT4">
                  <p:embed/>
                  <p:pic>
                    <p:nvPicPr>
                      <p:cNvPr id="0" name="图片 329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9925" y="4038600"/>
                        <a:ext cx="7605713" cy="1127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7" name="Object 2051"/>
          <p:cNvGraphicFramePr>
            <a:graphicFrameLocks noChangeAspect="1"/>
          </p:cNvGraphicFramePr>
          <p:nvPr/>
        </p:nvGraphicFramePr>
        <p:xfrm>
          <a:off x="2819400" y="3276600"/>
          <a:ext cx="25908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3" name="" r:id="rId7" imgW="1066800" imgH="228600" progId="Equation.DSMT4">
                  <p:embed/>
                </p:oleObj>
              </mc:Choice>
              <mc:Fallback>
                <p:oleObj name="" r:id="rId7" imgW="1066800" imgH="228600" progId="Equation.DSMT4">
                  <p:embed/>
                  <p:pic>
                    <p:nvPicPr>
                      <p:cNvPr id="0" name="图片 328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19400" y="3276600"/>
                        <a:ext cx="2590800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8" name="Object 2052"/>
          <p:cNvGraphicFramePr>
            <a:graphicFrameLocks noChangeAspect="1"/>
          </p:cNvGraphicFramePr>
          <p:nvPr/>
        </p:nvGraphicFramePr>
        <p:xfrm>
          <a:off x="2667000" y="5334000"/>
          <a:ext cx="25908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4" name="" r:id="rId9" imgW="1104900" imgH="228600" progId="Equation.DSMT4">
                  <p:embed/>
                </p:oleObj>
              </mc:Choice>
              <mc:Fallback>
                <p:oleObj name="" r:id="rId9" imgW="1104900" imgH="228600" progId="Equation.DSMT4">
                  <p:embed/>
                  <p:pic>
                    <p:nvPicPr>
                      <p:cNvPr id="0" name="图片 328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67000" y="5334000"/>
                        <a:ext cx="2590800" cy="534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7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7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7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7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58368" name="Object 1024"/>
          <p:cNvGraphicFramePr>
            <a:graphicFrameLocks noChangeAspect="1"/>
          </p:cNvGraphicFramePr>
          <p:nvPr/>
        </p:nvGraphicFramePr>
        <p:xfrm>
          <a:off x="107474" y="76200"/>
          <a:ext cx="888492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1" name="" r:id="rId1" imgW="3745865" imgH="469900" progId="Equation.DSMT4">
                  <p:embed/>
                </p:oleObj>
              </mc:Choice>
              <mc:Fallback>
                <p:oleObj name="" r:id="rId1" imgW="3745865" imgH="469900" progId="Equation.DSMT4">
                  <p:embed/>
                  <p:pic>
                    <p:nvPicPr>
                      <p:cNvPr id="0" name="图片 32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7474" y="76200"/>
                        <a:ext cx="8884920" cy="1114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69" name="Object 1025"/>
          <p:cNvGraphicFramePr>
            <a:graphicFrameLocks noChangeAspect="1"/>
          </p:cNvGraphicFramePr>
          <p:nvPr/>
        </p:nvGraphicFramePr>
        <p:xfrm>
          <a:off x="762000" y="1524000"/>
          <a:ext cx="79248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2" name="" r:id="rId3" imgW="3276600" imgH="215900" progId="Equation.DSMT4">
                  <p:embed/>
                </p:oleObj>
              </mc:Choice>
              <mc:Fallback>
                <p:oleObj name="" r:id="rId3" imgW="3276600" imgH="215900" progId="Equation.DSMT4">
                  <p:embed/>
                  <p:pic>
                    <p:nvPicPr>
                      <p:cNvPr id="0" name="图片 32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0" y="1524000"/>
                        <a:ext cx="7924800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0" name="Object 1026"/>
          <p:cNvGraphicFramePr>
            <a:graphicFrameLocks noChangeAspect="1"/>
          </p:cNvGraphicFramePr>
          <p:nvPr/>
        </p:nvGraphicFramePr>
        <p:xfrm>
          <a:off x="609600" y="4343400"/>
          <a:ext cx="35814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3" name="" r:id="rId5" imgW="1447800" imgH="457200" progId="Equation.DSMT4">
                  <p:embed/>
                </p:oleObj>
              </mc:Choice>
              <mc:Fallback>
                <p:oleObj name="" r:id="rId5" imgW="1447800" imgH="457200" progId="Equation.DSMT4">
                  <p:embed/>
                  <p:pic>
                    <p:nvPicPr>
                      <p:cNvPr id="0" name="图片 328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600" y="4343400"/>
                        <a:ext cx="3581400" cy="1130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1" name="Object 1027"/>
          <p:cNvGraphicFramePr>
            <a:graphicFrameLocks noChangeAspect="1"/>
          </p:cNvGraphicFramePr>
          <p:nvPr/>
        </p:nvGraphicFramePr>
        <p:xfrm>
          <a:off x="152400" y="2286000"/>
          <a:ext cx="8878888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4" name="" r:id="rId7" imgW="3543300" imgH="228600" progId="Equation.DSMT4">
                  <p:embed/>
                </p:oleObj>
              </mc:Choice>
              <mc:Fallback>
                <p:oleObj name="" r:id="rId7" imgW="3543300" imgH="228600" progId="Equation.DSMT4">
                  <p:embed/>
                  <p:pic>
                    <p:nvPicPr>
                      <p:cNvPr id="0" name="图片 32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2400" y="2286000"/>
                        <a:ext cx="8878888" cy="573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1028"/>
          <p:cNvGraphicFramePr>
            <a:graphicFrameLocks noChangeAspect="1"/>
          </p:cNvGraphicFramePr>
          <p:nvPr/>
        </p:nvGraphicFramePr>
        <p:xfrm>
          <a:off x="4419600" y="4953000"/>
          <a:ext cx="30480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5" name="" r:id="rId9" imgW="1244600" imgH="228600" progId="Equation.DSMT4">
                  <p:embed/>
                </p:oleObj>
              </mc:Choice>
              <mc:Fallback>
                <p:oleObj name="" r:id="rId9" imgW="1244600" imgH="228600" progId="Equation.DSMT4">
                  <p:embed/>
                  <p:pic>
                    <p:nvPicPr>
                      <p:cNvPr id="0" name="图片 329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19600" y="4953000"/>
                        <a:ext cx="3048000" cy="56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1029"/>
          <p:cNvGraphicFramePr>
            <a:graphicFrameLocks noChangeAspect="1"/>
          </p:cNvGraphicFramePr>
          <p:nvPr/>
        </p:nvGraphicFramePr>
        <p:xfrm>
          <a:off x="533400" y="3048000"/>
          <a:ext cx="5410200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6" name="" r:id="rId11" imgW="2120900" imgH="469900" progId="Equation.DSMT4">
                  <p:embed/>
                </p:oleObj>
              </mc:Choice>
              <mc:Fallback>
                <p:oleObj name="" r:id="rId11" imgW="2120900" imgH="469900" progId="Equation.DSMT4">
                  <p:embed/>
                  <p:pic>
                    <p:nvPicPr>
                      <p:cNvPr id="0" name="图片 329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3400" y="3048000"/>
                        <a:ext cx="5410200" cy="1198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pic>
        <p:nvPicPr>
          <p:cNvPr id="62468" name="Picture 3"/>
          <p:cNvPicPr>
            <a:picLocks noChangeAspect="1"/>
          </p:cNvPicPr>
          <p:nvPr/>
        </p:nvPicPr>
        <p:blipFill>
          <a:blip r:embed="rId1"/>
          <a:srcRect b="70351"/>
          <a:stretch>
            <a:fillRect/>
          </a:stretch>
        </p:blipFill>
        <p:spPr>
          <a:xfrm>
            <a:off x="414338" y="2133600"/>
            <a:ext cx="7902575" cy="8477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pic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50850" y="188913"/>
          <a:ext cx="7793038" cy="177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7" name="" r:id="rId2" imgW="3175000" imgH="723900" progId="Equation.DSMT4">
                  <p:embed/>
                </p:oleObj>
              </mc:Choice>
              <mc:Fallback>
                <p:oleObj name="" r:id="rId2" imgW="3175000" imgH="723900" progId="Equation.DSMT4">
                  <p:embed/>
                  <p:pic>
                    <p:nvPicPr>
                      <p:cNvPr id="0" name="图片 330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0850" y="188913"/>
                        <a:ext cx="7793038" cy="1774825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268538" y="5445125"/>
          <a:ext cx="40100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8" name="" r:id="rId4" imgW="1548765" imgH="203200" progId="Equation.DSMT4">
                  <p:embed/>
                </p:oleObj>
              </mc:Choice>
              <mc:Fallback>
                <p:oleObj name="" r:id="rId4" imgW="1548765" imgH="203200" progId="Equation.DSMT4">
                  <p:embed/>
                  <p:pic>
                    <p:nvPicPr>
                      <p:cNvPr id="0" name="图片 330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68538" y="5445125"/>
                        <a:ext cx="4010025" cy="525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3"/>
          <p:cNvPicPr>
            <a:picLocks noChangeAspect="1"/>
          </p:cNvPicPr>
          <p:nvPr/>
        </p:nvPicPr>
        <p:blipFill>
          <a:blip r:embed="rId1"/>
          <a:srcRect t="28857"/>
          <a:stretch>
            <a:fillRect/>
          </a:stretch>
        </p:blipFill>
        <p:spPr>
          <a:xfrm>
            <a:off x="323850" y="3141663"/>
            <a:ext cx="8208963" cy="21129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b="57027"/>
          <a:stretch>
            <a:fillRect/>
          </a:stretch>
        </p:blipFill>
        <p:spPr>
          <a:xfrm>
            <a:off x="241300" y="188913"/>
            <a:ext cx="7570788" cy="1371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3491" name="灯片编号占位符 4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1"/>
          <a:srcRect t="46034" b="16466"/>
          <a:stretch>
            <a:fillRect/>
          </a:stretch>
        </p:blipFill>
        <p:spPr>
          <a:xfrm>
            <a:off x="601663" y="1712913"/>
            <a:ext cx="7210425" cy="1139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Picture 4"/>
          <p:cNvPicPr>
            <a:picLocks noChangeAspect="1"/>
          </p:cNvPicPr>
          <p:nvPr/>
        </p:nvPicPr>
        <p:blipFill>
          <a:blip r:embed="rId2"/>
          <a:srcRect b="79379"/>
          <a:stretch>
            <a:fillRect/>
          </a:stretch>
        </p:blipFill>
        <p:spPr>
          <a:xfrm>
            <a:off x="517525" y="3429000"/>
            <a:ext cx="7429500" cy="6127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1" name="Picture 4"/>
          <p:cNvPicPr>
            <a:picLocks noChangeAspect="1"/>
          </p:cNvPicPr>
          <p:nvPr/>
        </p:nvPicPr>
        <p:blipFill>
          <a:blip r:embed="rId2"/>
          <a:srcRect t="22942" b="12868"/>
          <a:stretch>
            <a:fillRect/>
          </a:stretch>
        </p:blipFill>
        <p:spPr>
          <a:xfrm>
            <a:off x="560388" y="4221163"/>
            <a:ext cx="7251700" cy="1860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61440" name="Object 0"/>
          <p:cNvGraphicFramePr>
            <a:graphicFrameLocks noChangeAspect="1"/>
          </p:cNvGraphicFramePr>
          <p:nvPr/>
        </p:nvGraphicFramePr>
        <p:xfrm>
          <a:off x="793750" y="228600"/>
          <a:ext cx="6718300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6" name="" r:id="rId1" imgW="2806700" imgH="457200" progId="Equation.DSMT4">
                  <p:embed/>
                </p:oleObj>
              </mc:Choice>
              <mc:Fallback>
                <p:oleObj name="" r:id="rId1" imgW="2806700" imgH="457200" progId="Equation.DSMT4">
                  <p:embed/>
                  <p:pic>
                    <p:nvPicPr>
                      <p:cNvPr id="0" name="图片 33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3750" y="228600"/>
                        <a:ext cx="6718300" cy="1093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1" name="Object 1"/>
          <p:cNvGraphicFramePr>
            <a:graphicFrameLocks noChangeAspect="1"/>
          </p:cNvGraphicFramePr>
          <p:nvPr/>
        </p:nvGraphicFramePr>
        <p:xfrm>
          <a:off x="533400" y="2819400"/>
          <a:ext cx="33528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7" name="" r:id="rId3" imgW="1371600" imgH="215900" progId="Equation.DSMT4">
                  <p:embed/>
                </p:oleObj>
              </mc:Choice>
              <mc:Fallback>
                <p:oleObj name="" r:id="rId3" imgW="1371600" imgH="215900" progId="Equation.DSMT4">
                  <p:embed/>
                  <p:pic>
                    <p:nvPicPr>
                      <p:cNvPr id="0" name="图片 330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400" y="2819400"/>
                        <a:ext cx="3352800" cy="528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2" name="Object 2"/>
          <p:cNvGraphicFramePr>
            <a:graphicFrameLocks noChangeAspect="1"/>
          </p:cNvGraphicFramePr>
          <p:nvPr/>
        </p:nvGraphicFramePr>
        <p:xfrm>
          <a:off x="1143000" y="1447800"/>
          <a:ext cx="6705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8" name="" r:id="rId5" imgW="2844800" imgH="215900" progId="Equation.DSMT4">
                  <p:embed/>
                </p:oleObj>
              </mc:Choice>
              <mc:Fallback>
                <p:oleObj name="" r:id="rId5" imgW="2844800" imgH="215900" progId="Equation.DSMT4">
                  <p:embed/>
                  <p:pic>
                    <p:nvPicPr>
                      <p:cNvPr id="0" name="图片 330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3000" y="1447800"/>
                        <a:ext cx="67056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3" name="Object 3"/>
          <p:cNvGraphicFramePr>
            <a:graphicFrameLocks noChangeAspect="1"/>
          </p:cNvGraphicFramePr>
          <p:nvPr/>
        </p:nvGraphicFramePr>
        <p:xfrm>
          <a:off x="1143000" y="2133600"/>
          <a:ext cx="7391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9" name="" r:id="rId7" imgW="3073400" imgH="215900" progId="Equation.DSMT4">
                  <p:embed/>
                </p:oleObj>
              </mc:Choice>
              <mc:Fallback>
                <p:oleObj name="" r:id="rId7" imgW="3073400" imgH="215900" progId="Equation.DSMT4">
                  <p:embed/>
                  <p:pic>
                    <p:nvPicPr>
                      <p:cNvPr id="0" name="图片 330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43000" y="2133600"/>
                        <a:ext cx="73914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4" name="Object 4"/>
          <p:cNvGraphicFramePr>
            <a:graphicFrameLocks noChangeAspect="1"/>
          </p:cNvGraphicFramePr>
          <p:nvPr/>
        </p:nvGraphicFramePr>
        <p:xfrm>
          <a:off x="2819400" y="3505200"/>
          <a:ext cx="25146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0" name="" r:id="rId9" imgW="1040765" imgH="203200" progId="Equation.DSMT4">
                  <p:embed/>
                </p:oleObj>
              </mc:Choice>
              <mc:Fallback>
                <p:oleObj name="" r:id="rId9" imgW="1040765" imgH="203200" progId="Equation.DSMT4">
                  <p:embed/>
                  <p:pic>
                    <p:nvPicPr>
                      <p:cNvPr id="0" name="图片 330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19400" y="3505200"/>
                        <a:ext cx="2514600" cy="490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4" name="Object 1024"/>
          <p:cNvGraphicFramePr>
            <a:graphicFrameLocks noChangeAspect="1"/>
          </p:cNvGraphicFramePr>
          <p:nvPr/>
        </p:nvGraphicFramePr>
        <p:xfrm>
          <a:off x="233680" y="4214496"/>
          <a:ext cx="8067040" cy="543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1" name="" r:id="rId11" imgW="3403600" imgH="228600" progId="Equation.DSMT4">
                  <p:embed/>
                </p:oleObj>
              </mc:Choice>
              <mc:Fallback>
                <p:oleObj name="" r:id="rId11" imgW="3403600" imgH="228600" progId="Equation.DSMT4">
                  <p:embed/>
                  <p:pic>
                    <p:nvPicPr>
                      <p:cNvPr id="0" name="图片 330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3680" y="4214496"/>
                        <a:ext cx="8067040" cy="5435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5" name="Object 1025"/>
          <p:cNvGraphicFramePr>
            <a:graphicFrameLocks noChangeAspect="1"/>
          </p:cNvGraphicFramePr>
          <p:nvPr/>
        </p:nvGraphicFramePr>
        <p:xfrm>
          <a:off x="1763395" y="4844733"/>
          <a:ext cx="34798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2" name="" r:id="rId13" imgW="1473200" imgH="215900" progId="Equation.DSMT4">
                  <p:embed/>
                </p:oleObj>
              </mc:Choice>
              <mc:Fallback>
                <p:oleObj name="" r:id="rId13" imgW="1473200" imgH="215900" progId="Equation.DSMT4">
                  <p:embed/>
                  <p:pic>
                    <p:nvPicPr>
                      <p:cNvPr id="0" name="图片 331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63395" y="4844733"/>
                        <a:ext cx="3479800" cy="509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graphicFrame>
        <p:nvGraphicFramePr>
          <p:cNvPr id="62466" name="Object 1026"/>
          <p:cNvGraphicFramePr>
            <a:graphicFrameLocks noChangeAspect="1"/>
          </p:cNvGraphicFramePr>
          <p:nvPr/>
        </p:nvGraphicFramePr>
        <p:xfrm>
          <a:off x="582930" y="1265873"/>
          <a:ext cx="5311140" cy="557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4" name="" r:id="rId1" imgW="2298700" imgH="241300" progId="Equation.DSMT4">
                  <p:embed/>
                </p:oleObj>
              </mc:Choice>
              <mc:Fallback>
                <p:oleObj name="" r:id="rId1" imgW="2298700" imgH="241300" progId="Equation.DSMT4">
                  <p:embed/>
                  <p:pic>
                    <p:nvPicPr>
                      <p:cNvPr id="0" name="图片 33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82930" y="1265873"/>
                        <a:ext cx="5311140" cy="5575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7" name="Object 1027"/>
          <p:cNvGraphicFramePr>
            <a:graphicFrameLocks noChangeAspect="1"/>
          </p:cNvGraphicFramePr>
          <p:nvPr/>
        </p:nvGraphicFramePr>
        <p:xfrm>
          <a:off x="1447800" y="533400"/>
          <a:ext cx="66294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5" name="" r:id="rId3" imgW="2781300" imgH="215900" progId="Equation.DSMT4">
                  <p:embed/>
                </p:oleObj>
              </mc:Choice>
              <mc:Fallback>
                <p:oleObj name="" r:id="rId3" imgW="2781300" imgH="215900" progId="Equation.DSMT4">
                  <p:embed/>
                  <p:pic>
                    <p:nvPicPr>
                      <p:cNvPr id="0" name="图片 33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7800" y="533400"/>
                        <a:ext cx="6629400" cy="515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8" name="Object 1028"/>
          <p:cNvGraphicFramePr>
            <a:graphicFrameLocks noChangeAspect="1"/>
          </p:cNvGraphicFramePr>
          <p:nvPr/>
        </p:nvGraphicFramePr>
        <p:xfrm>
          <a:off x="1141095" y="1980724"/>
          <a:ext cx="5871210" cy="1291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6" name="" r:id="rId5" imgW="2311400" imgH="508000" progId="Equation.DSMT4">
                  <p:embed/>
                </p:oleObj>
              </mc:Choice>
              <mc:Fallback>
                <p:oleObj name="" r:id="rId5" imgW="2311400" imgH="508000" progId="Equation.DSMT4">
                  <p:embed/>
                  <p:pic>
                    <p:nvPicPr>
                      <p:cNvPr id="0" name="图片 33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1095" y="1980724"/>
                        <a:ext cx="5871210" cy="12915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9" name="Object 1029"/>
          <p:cNvGraphicFramePr>
            <a:graphicFrameLocks noChangeAspect="1"/>
          </p:cNvGraphicFramePr>
          <p:nvPr/>
        </p:nvGraphicFramePr>
        <p:xfrm>
          <a:off x="685800" y="3276600"/>
          <a:ext cx="40481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7" name="" r:id="rId7" imgW="1675765" imgH="215900" progId="Equation.DSMT4">
                  <p:embed/>
                </p:oleObj>
              </mc:Choice>
              <mc:Fallback>
                <p:oleObj name="" r:id="rId7" imgW="1675765" imgH="215900" progId="Equation.DSMT4">
                  <p:embed/>
                  <p:pic>
                    <p:nvPicPr>
                      <p:cNvPr id="0" name="图片 331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5800" y="3276600"/>
                        <a:ext cx="4048125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0" name="Object 1030"/>
          <p:cNvGraphicFramePr>
            <a:graphicFrameLocks noChangeAspect="1"/>
          </p:cNvGraphicFramePr>
          <p:nvPr/>
        </p:nvGraphicFramePr>
        <p:xfrm>
          <a:off x="517525" y="3962400"/>
          <a:ext cx="55514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8" name="" r:id="rId9" imgW="2298700" imgH="215900" progId="Equation.DSMT4">
                  <p:embed/>
                </p:oleObj>
              </mc:Choice>
              <mc:Fallback>
                <p:oleObj name="" r:id="rId9" imgW="2298700" imgH="215900" progId="Equation.DSMT4">
                  <p:embed/>
                  <p:pic>
                    <p:nvPicPr>
                      <p:cNvPr id="0" name="图片 33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7525" y="3962400"/>
                        <a:ext cx="5551488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1" name="Object 1031"/>
          <p:cNvGraphicFramePr>
            <a:graphicFrameLocks noChangeAspect="1"/>
          </p:cNvGraphicFramePr>
          <p:nvPr/>
        </p:nvGraphicFramePr>
        <p:xfrm>
          <a:off x="1043782" y="5580539"/>
          <a:ext cx="3311525" cy="529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9" name="" r:id="rId11" imgW="1346200" imgH="215900" progId="Equation.DSMT4">
                  <p:embed/>
                </p:oleObj>
              </mc:Choice>
              <mc:Fallback>
                <p:oleObj name="" r:id="rId11" imgW="1346200" imgH="215900" progId="Equation.DSMT4">
                  <p:embed/>
                  <p:pic>
                    <p:nvPicPr>
                      <p:cNvPr id="0" name="图片 331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43782" y="5580539"/>
                        <a:ext cx="3311525" cy="5295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2" name="Object 1032"/>
          <p:cNvGraphicFramePr>
            <a:graphicFrameLocks noChangeAspect="1"/>
          </p:cNvGraphicFramePr>
          <p:nvPr/>
        </p:nvGraphicFramePr>
        <p:xfrm>
          <a:off x="4427855" y="5605145"/>
          <a:ext cx="22098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60" name="" r:id="rId13" imgW="888365" imgH="203200" progId="Equation.DSMT4">
                  <p:embed/>
                </p:oleObj>
              </mc:Choice>
              <mc:Fallback>
                <p:oleObj name="" r:id="rId13" imgW="888365" imgH="203200" progId="Equation.DSMT4">
                  <p:embed/>
                  <p:pic>
                    <p:nvPicPr>
                      <p:cNvPr id="0" name="图片 330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27855" y="5605145"/>
                        <a:ext cx="2209800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030"/>
          <p:cNvGraphicFramePr>
            <a:graphicFrameLocks noChangeAspect="1"/>
          </p:cNvGraphicFramePr>
          <p:nvPr/>
        </p:nvGraphicFramePr>
        <p:xfrm>
          <a:off x="658337" y="4825365"/>
          <a:ext cx="6656705" cy="490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61" name="" r:id="rId15" imgW="2755900" imgH="203200" progId="Equation.DSMT4">
                  <p:embed/>
                </p:oleObj>
              </mc:Choice>
              <mc:Fallback>
                <p:oleObj name="" r:id="rId15" imgW="2755900" imgH="203200" progId="Equation.DSMT4">
                  <p:embed/>
                  <p:pic>
                    <p:nvPicPr>
                      <p:cNvPr id="0" name="图片 331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58337" y="4825365"/>
                        <a:ext cx="6656705" cy="4902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 dirty="0"/>
          </a:p>
        </p:txBody>
      </p:sp>
      <p:sp>
        <p:nvSpPr>
          <p:cNvPr id="66563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 dirty="0"/>
          </a:p>
        </p:txBody>
      </p:sp>
      <p:sp>
        <p:nvSpPr>
          <p:cNvPr id="2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b" anchorCtr="0" compatLnSpc="1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-6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第二章 同余</a:t>
            </a:r>
            <a:endParaRPr kumimoji="0" lang="zh-CN" altLang="en-US" sz="3600" b="0" i="0" u="none" strike="noStrike" kern="1200" cap="none" spc="-6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graphicFrame>
        <p:nvGraphicFramePr>
          <p:cNvPr id="24" name="内容占位符 7"/>
          <p:cNvGraphicFramePr/>
          <p:nvPr/>
        </p:nvGraphicFramePr>
        <p:xfrm>
          <a:off x="1376531" y="1801505"/>
          <a:ext cx="6405110" cy="4094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25" name="燕尾形 24"/>
          <p:cNvSpPr/>
          <p:nvPr/>
        </p:nvSpPr>
        <p:spPr>
          <a:xfrm>
            <a:off x="879475" y="4652963"/>
            <a:ext cx="434975" cy="32702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/>
          <p:cNvSpPr>
            <a:spLocks noGrp="1"/>
          </p:cNvSpPr>
          <p:nvPr>
            <p:ph type="title"/>
          </p:nvPr>
        </p:nvSpPr>
        <p:spPr>
          <a:xfrm>
            <a:off x="879475" y="31750"/>
            <a:ext cx="8229600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all" spc="-6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2.3</a:t>
            </a:r>
            <a:r>
              <a:rPr kumimoji="0" lang="en-US" altLang="zh-CN" sz="3600" b="0" i="0" u="none" strike="noStrike" kern="1200" cap="all" spc="-6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zh-CN" altLang="en-US" sz="3600" b="0" i="0" u="none" strike="noStrike" kern="1200" cap="all" spc="-6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模</a:t>
            </a:r>
            <a:r>
              <a:rPr kumimoji="0" lang="en-US" altLang="zh-CN" sz="3600" b="0" i="1" u="none" strike="noStrike" kern="1200" cap="all" spc="-6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</a:t>
            </a:r>
            <a:r>
              <a:rPr kumimoji="0" lang="zh-CN" altLang="en-US" sz="3600" b="0" i="0" u="none" strike="noStrike" kern="1200" cap="all" spc="-6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的算法</a:t>
            </a:r>
            <a:endParaRPr kumimoji="0" lang="zh-CN" altLang="en-US" sz="3600" b="0" i="0" u="none" strike="noStrike" kern="1200" cap="all" spc="-6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>
          <a:xfrm>
            <a:off x="744538" y="1412875"/>
            <a:ext cx="7643812" cy="4525963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/>
            <a:r>
              <a:rPr lang="zh-CN" altLang="en-US" sz="2400" dirty="0"/>
              <a:t>经典</a:t>
            </a:r>
            <a:r>
              <a:rPr lang="zh-CN" altLang="en-US" dirty="0"/>
              <a:t>模乘法</a:t>
            </a:r>
            <a:endParaRPr lang="en-US" altLang="zh-CN" dirty="0"/>
          </a:p>
          <a:p>
            <a:pPr marL="0" indent="0" eaLnBrk="1" hangingPunct="1"/>
            <a:r>
              <a:rPr lang="zh-CN" altLang="en-US" sz="2400" dirty="0"/>
              <a:t>重复平方乘运算</a:t>
            </a:r>
            <a:endParaRPr lang="en-US" altLang="zh-CN" sz="2400" dirty="0"/>
          </a:p>
          <a:p>
            <a:pPr marL="0" indent="0"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Montgomery</a:t>
            </a:r>
            <a:r>
              <a:rPr lang="zh-CN" altLang="en-US" sz="2400" dirty="0"/>
              <a:t>约减</a:t>
            </a:r>
            <a:endParaRPr lang="en-US" altLang="zh-CN" sz="2400" dirty="0"/>
          </a:p>
          <a:p>
            <a:pPr marL="0" indent="0"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Montgomery</a:t>
            </a:r>
            <a:r>
              <a:rPr lang="zh-CN" altLang="en-US" sz="2400" dirty="0"/>
              <a:t>乘法</a:t>
            </a:r>
            <a:endParaRPr lang="en-US" altLang="zh-CN" sz="2400" dirty="0"/>
          </a:p>
          <a:p>
            <a:pPr marL="0" indent="0" eaLnBrk="1" hangingPunct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Montgomery</a:t>
            </a:r>
            <a:r>
              <a:rPr lang="zh-CN" altLang="en-US" sz="2400" dirty="0"/>
              <a:t>指数运算</a:t>
            </a:r>
            <a:endParaRPr lang="en-US" altLang="zh-CN" sz="2400" dirty="0"/>
          </a:p>
        </p:txBody>
      </p:sp>
      <p:sp>
        <p:nvSpPr>
          <p:cNvPr id="67588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1460" y="116205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cap="all" spc="-6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2.3</a:t>
            </a:r>
            <a:r>
              <a:rPr lang="en-US" altLang="zh-CN" sz="2800" cap="all" spc="-6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 </a:t>
            </a:r>
            <a:r>
              <a:rPr lang="zh-CN" altLang="en-US" sz="2800" cap="all" spc="-6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模</a:t>
            </a:r>
            <a:r>
              <a:rPr lang="en-US" altLang="zh-CN" sz="2800" i="1" cap="all" spc="-6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m</a:t>
            </a:r>
            <a:r>
              <a:rPr lang="zh-CN" altLang="en-US" sz="2800" cap="all" spc="-6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+mn-ea"/>
              </a:rPr>
              <a:t>的算法</a:t>
            </a:r>
            <a:endParaRPr lang="zh-CN" altLang="en-US" sz="2800" cap="all" spc="-6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39750" y="764540"/>
                <a:ext cx="7826375" cy="193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/>
                  <a:t>设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𝒎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𝒏</m:t>
                            </m:r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zh-CN" altLang="en-US" sz="2000" b="1">
                    <a:latin typeface="Cambria Math" panose="02040503050406030204" charset="0"/>
                    <a:cs typeface="Cambria Math" panose="02040503050406030204" charset="0"/>
                  </a:rPr>
                  <a:t>是</a:t>
                </a:r>
                <a:r>
                  <a:rPr lang="en-US" altLang="zh-CN" sz="2000" b="1">
                    <a:latin typeface="Cambria Math" panose="02040503050406030204" charset="0"/>
                    <a:cs typeface="Cambria Math" panose="02040503050406030204" charset="0"/>
                  </a:rPr>
                  <a:t>b</a:t>
                </a:r>
                <a:r>
                  <a:rPr lang="zh-CN" altLang="en-US" sz="2000" b="1">
                    <a:latin typeface="Cambria Math" panose="02040503050406030204" charset="0"/>
                    <a:cs typeface="Cambria Math" panose="02040503050406030204" charset="0"/>
                  </a:rPr>
                  <a:t>进制的正整数。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𝒏</m:t>
                            </m:r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zh-CN" altLang="en-US" sz="2000" b="1">
                    <a:latin typeface="Cambria Math" panose="02040503050406030204" charset="0"/>
                    <a:cs typeface="Cambria Math" panose="02040503050406030204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𝒚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𝒏</m:t>
                            </m:r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zh-CN" altLang="en-US" sz="2000" b="1">
                    <a:latin typeface="Cambria Math" panose="02040503050406030204" charset="0"/>
                    <a:cs typeface="Cambria Math" panose="02040503050406030204" charset="0"/>
                  </a:rPr>
                  <a:t>是</a:t>
                </a:r>
                <a:r>
                  <a:rPr lang="en-US" altLang="zh-CN" sz="2000" b="1">
                    <a:latin typeface="Cambria Math" panose="02040503050406030204" charset="0"/>
                    <a:cs typeface="Cambria Math" panose="02040503050406030204" charset="0"/>
                  </a:rPr>
                  <a:t>b</a:t>
                </a:r>
                <a:r>
                  <a:rPr lang="zh-CN" altLang="en-US" sz="2000" b="1">
                    <a:latin typeface="Cambria Math" panose="02040503050406030204" charset="0"/>
                    <a:cs typeface="Cambria Math" panose="02040503050406030204" charset="0"/>
                  </a:rPr>
                  <a:t>进制的非负整数，满足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&lt;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𝒎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, 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𝒚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&lt;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𝒎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。</m:t>
                    </m:r>
                  </m:oMath>
                </a14:m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以下给出计算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𝒚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 (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𝒎𝒐𝒅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𝒎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 (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模加法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)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− (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𝒎𝒐𝒅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𝒎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 (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模减法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)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∙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𝒚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 (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𝒎𝒐𝒅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𝒎</m:t>
                    </m:r>
                    <m:r>
                      <a:rPr lang="en-US" altLang="zh-CN" sz="2000" b="1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的算法。</a:t>
                </a:r>
                <a:endParaRPr lang="zh-CN" altLang="en-US" sz="200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764540"/>
                <a:ext cx="7826375" cy="193802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4"/>
          <p:cNvPicPr>
            <a:picLocks noChangeAspect="1"/>
          </p:cNvPicPr>
          <p:nvPr/>
        </p:nvPicPr>
        <p:blipFill>
          <a:blip r:embed="rId2"/>
          <a:srcRect l="1842" t="17064" b="72040"/>
          <a:stretch>
            <a:fillRect/>
          </a:stretch>
        </p:blipFill>
        <p:spPr>
          <a:xfrm>
            <a:off x="195580" y="2924810"/>
            <a:ext cx="8713788" cy="752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rcRect l="1842" t="27399" b="33974"/>
          <a:stretch>
            <a:fillRect/>
          </a:stretch>
        </p:blipFill>
        <p:spPr>
          <a:xfrm>
            <a:off x="107315" y="3751580"/>
            <a:ext cx="8890635" cy="27736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pic>
        <p:nvPicPr>
          <p:cNvPr id="86018" name="Picture 2"/>
          <p:cNvPicPr>
            <a:picLocks noChangeAspect="1"/>
          </p:cNvPicPr>
          <p:nvPr/>
        </p:nvPicPr>
        <p:blipFill>
          <a:blip r:embed="rId1"/>
          <a:srcRect t="1884" r="34055" b="79227"/>
          <a:stretch>
            <a:fillRect/>
          </a:stretch>
        </p:blipFill>
        <p:spPr>
          <a:xfrm>
            <a:off x="682625" y="3357563"/>
            <a:ext cx="6985000" cy="1720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636" name="Picture 4"/>
          <p:cNvPicPr>
            <a:picLocks noChangeAspect="1"/>
          </p:cNvPicPr>
          <p:nvPr/>
        </p:nvPicPr>
        <p:blipFill>
          <a:blip r:embed="rId2"/>
          <a:srcRect t="65840" r="31151" b="28210"/>
          <a:stretch>
            <a:fillRect/>
          </a:stretch>
        </p:blipFill>
        <p:spPr>
          <a:xfrm>
            <a:off x="39688" y="188913"/>
            <a:ext cx="8061325" cy="482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t="85245" r="32889" b="3545"/>
          <a:stretch>
            <a:fillRect/>
          </a:stretch>
        </p:blipFill>
        <p:spPr>
          <a:xfrm>
            <a:off x="581025" y="2492375"/>
            <a:ext cx="7399338" cy="8588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638" name="Picture 4"/>
          <p:cNvPicPr>
            <a:picLocks noChangeAspect="1"/>
          </p:cNvPicPr>
          <p:nvPr/>
        </p:nvPicPr>
        <p:blipFill>
          <a:blip r:embed="rId2"/>
          <a:srcRect l="1619" t="71861" r="59464" b="23747"/>
          <a:stretch>
            <a:fillRect/>
          </a:stretch>
        </p:blipFill>
        <p:spPr>
          <a:xfrm>
            <a:off x="3779838" y="836613"/>
            <a:ext cx="4556125" cy="3571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639" name="Picture 4"/>
          <p:cNvPicPr>
            <a:picLocks noChangeAspect="1"/>
          </p:cNvPicPr>
          <p:nvPr/>
        </p:nvPicPr>
        <p:blipFill>
          <a:blip r:embed="rId2"/>
          <a:srcRect l="68700" t="67398" r="1860" b="28210"/>
          <a:stretch>
            <a:fillRect/>
          </a:stretch>
        </p:blipFill>
        <p:spPr>
          <a:xfrm>
            <a:off x="339725" y="836613"/>
            <a:ext cx="3448050" cy="3571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640" name="Picture 4"/>
          <p:cNvPicPr>
            <a:picLocks noChangeAspect="1"/>
          </p:cNvPicPr>
          <p:nvPr/>
        </p:nvPicPr>
        <p:blipFill>
          <a:blip r:embed="rId2"/>
          <a:srcRect l="4222" t="77333" r="44765" b="17195"/>
          <a:stretch>
            <a:fillRect/>
          </a:stretch>
        </p:blipFill>
        <p:spPr>
          <a:xfrm>
            <a:off x="395288" y="1844675"/>
            <a:ext cx="5972175" cy="44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641" name="Picture 4"/>
          <p:cNvPicPr>
            <a:picLocks noChangeAspect="1"/>
          </p:cNvPicPr>
          <p:nvPr/>
        </p:nvPicPr>
        <p:blipFill>
          <a:blip r:embed="rId2"/>
          <a:srcRect l="40234" t="71861" r="45306" b="22667"/>
          <a:stretch>
            <a:fillRect/>
          </a:stretch>
        </p:blipFill>
        <p:spPr>
          <a:xfrm>
            <a:off x="468313" y="1322388"/>
            <a:ext cx="1693862" cy="44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642" name="Picture 4"/>
          <p:cNvPicPr>
            <a:picLocks noChangeAspect="1"/>
          </p:cNvPicPr>
          <p:nvPr/>
        </p:nvPicPr>
        <p:blipFill>
          <a:blip r:embed="rId2"/>
          <a:srcRect l="53940" t="72412" r="4282" b="22667"/>
          <a:stretch>
            <a:fillRect/>
          </a:stretch>
        </p:blipFill>
        <p:spPr>
          <a:xfrm>
            <a:off x="2051050" y="1370013"/>
            <a:ext cx="4892675" cy="3984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059430" y="1372235"/>
            <a:ext cx="743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highlight>
                  <a:srgbClr val="FFFF00"/>
                </a:highlight>
              </a:rPr>
              <a:t>1.5.5</a:t>
            </a:r>
            <a:endParaRPr lang="en-US" altLang="zh-CN">
              <a:highlight>
                <a:srgbClr val="FFFF00"/>
              </a:highligh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39790" y="4149090"/>
            <a:ext cx="743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highlight>
                  <a:srgbClr val="FFFF00"/>
                </a:highlight>
              </a:rPr>
              <a:t>1.5.5</a:t>
            </a:r>
            <a:endParaRPr lang="en-US" altLang="zh-CN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3"/>
          <p:cNvSpPr txBox="1"/>
          <p:nvPr/>
        </p:nvSpPr>
        <p:spPr>
          <a:xfrm>
            <a:off x="395288" y="836613"/>
            <a:ext cx="8424862" cy="2308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模的指数运算                  可以运用重复平方乘算法有效实现，这一 运算在很多密码学协议中都有重要用处。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    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这一算法是基于以下结果，设</a:t>
            </a:r>
            <a:r>
              <a:rPr lang="en-US" altLang="zh-CN" sz="2400" i="1" dirty="0">
                <a:latin typeface="Times New Roman" panose="02020603050405020304" pitchFamily="18" charset="0"/>
                <a:ea typeface="仿宋" panose="02010609060101010101" pitchFamily="49" charset="-122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的二进制表示为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                  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，其中                     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，则</a:t>
            </a:r>
            <a:endParaRPr lang="zh-CN" altLang="en-US" sz="24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70659" name="Rectangle 2"/>
          <p:cNvSpPr/>
          <p:nvPr/>
        </p:nvSpPr>
        <p:spPr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dirty="0"/>
          </a:p>
        </p:txBody>
      </p:sp>
      <p:sp>
        <p:nvSpPr>
          <p:cNvPr id="70660" name="Rectangle 4"/>
          <p:cNvSpPr/>
          <p:nvPr/>
        </p:nvSpPr>
        <p:spPr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dirty="0"/>
          </a:p>
        </p:txBody>
      </p:sp>
      <p:sp>
        <p:nvSpPr>
          <p:cNvPr id="70661" name="Rectangle 6"/>
          <p:cNvSpPr/>
          <p:nvPr/>
        </p:nvSpPr>
        <p:spPr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dirty="0"/>
          </a:p>
        </p:txBody>
      </p:sp>
      <p:grpSp>
        <p:nvGrpSpPr>
          <p:cNvPr id="70662" name="组合 4"/>
          <p:cNvGrpSpPr/>
          <p:nvPr/>
        </p:nvGrpSpPr>
        <p:grpSpPr>
          <a:xfrm>
            <a:off x="1230313" y="1879600"/>
            <a:ext cx="7296150" cy="1117600"/>
            <a:chOff x="1133772" y="1686152"/>
            <a:chExt cx="7296721" cy="1118017"/>
          </a:xfrm>
        </p:grpSpPr>
        <p:graphicFrame>
          <p:nvGraphicFramePr>
            <p:cNvPr id="70668" name="对象 1"/>
            <p:cNvGraphicFramePr>
              <a:graphicFrameLocks noChangeAspect="1"/>
            </p:cNvGraphicFramePr>
            <p:nvPr/>
          </p:nvGraphicFramePr>
          <p:xfrm>
            <a:off x="7139855" y="1686152"/>
            <a:ext cx="1290638" cy="777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40" name="" r:id="rId1" imgW="651510" imgH="391160" progId="Equation.Ribbit">
                    <p:embed/>
                  </p:oleObj>
                </mc:Choice>
                <mc:Fallback>
                  <p:oleObj name="" r:id="rId1" imgW="651510" imgH="391160" progId="Equation.Ribbit">
                    <p:embed/>
                    <p:pic>
                      <p:nvPicPr>
                        <p:cNvPr id="0" name="图片 331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139855" y="1686152"/>
                          <a:ext cx="1290638" cy="7778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69" name="对象 2"/>
            <p:cNvGraphicFramePr>
              <a:graphicFrameLocks noChangeAspect="1"/>
            </p:cNvGraphicFramePr>
            <p:nvPr/>
          </p:nvGraphicFramePr>
          <p:xfrm>
            <a:off x="1133772" y="2450157"/>
            <a:ext cx="1325563" cy="354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41" name="" r:id="rId3" imgW="668020" imgH="177800" progId="Equation.Ribbit">
                    <p:embed/>
                  </p:oleObj>
                </mc:Choice>
                <mc:Fallback>
                  <p:oleObj name="" r:id="rId3" imgW="668020" imgH="177800" progId="Equation.Ribbit">
                    <p:embed/>
                    <p:pic>
                      <p:nvPicPr>
                        <p:cNvPr id="0" name="图片 331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33772" y="2450157"/>
                          <a:ext cx="1325563" cy="3540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0663" name="标题 1"/>
          <p:cNvSpPr txBox="1"/>
          <p:nvPr/>
        </p:nvSpPr>
        <p:spPr>
          <a:xfrm>
            <a:off x="382588" y="115888"/>
            <a:ext cx="4146550" cy="6969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34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34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模重复平方计算法</a:t>
            </a:r>
            <a:endParaRPr lang="zh-CN" altLang="en-US" sz="340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619250" y="4724400"/>
          <a:ext cx="557212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2" name="" r:id="rId5" imgW="2811780" imgH="222250" progId="Equation.Ribbit">
                  <p:embed/>
                </p:oleObj>
              </mc:Choice>
              <mc:Fallback>
                <p:oleObj name="" r:id="rId5" imgW="2811780" imgH="222250" progId="Equation.Ribbit">
                  <p:embed/>
                  <p:pic>
                    <p:nvPicPr>
                      <p:cNvPr id="0" name="图片 332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19250" y="4724400"/>
                        <a:ext cx="5572125" cy="439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5" name="对象 6"/>
          <p:cNvGraphicFramePr>
            <a:graphicFrameLocks noChangeAspect="1"/>
          </p:cNvGraphicFramePr>
          <p:nvPr/>
        </p:nvGraphicFramePr>
        <p:xfrm>
          <a:off x="2627313" y="981075"/>
          <a:ext cx="13858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3" name="" r:id="rId7" imgW="736600" imgH="228600" progId="Equation.DSMT4">
                  <p:embed/>
                </p:oleObj>
              </mc:Choice>
              <mc:Fallback>
                <p:oleObj name="" r:id="rId7" imgW="736600" imgH="228600" progId="Equation.DSMT4">
                  <p:embed/>
                  <p:pic>
                    <p:nvPicPr>
                      <p:cNvPr id="0" name="图片 332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27313" y="981075"/>
                        <a:ext cx="1385887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619250" y="3213100"/>
          <a:ext cx="5675313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4" name="" r:id="rId9" imgW="2863850" imgH="528320" progId="Equation.Ribbit">
                  <p:embed/>
                </p:oleObj>
              </mc:Choice>
              <mc:Fallback>
                <p:oleObj name="" r:id="rId9" imgW="2863850" imgH="528320" progId="Equation.Ribbit">
                  <p:embed/>
                  <p:pic>
                    <p:nvPicPr>
                      <p:cNvPr id="0" name="图片 332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19250" y="3213100"/>
                        <a:ext cx="5675313" cy="1046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7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388" y="260350"/>
            <a:ext cx="8656637" cy="5256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683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Box 1"/>
          <p:cNvSpPr txBox="1"/>
          <p:nvPr/>
        </p:nvSpPr>
        <p:spPr>
          <a:xfrm>
            <a:off x="684213" y="115888"/>
            <a:ext cx="55006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B0F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例</a:t>
            </a:r>
            <a:r>
              <a:rPr lang="en-US" altLang="zh-CN" sz="2400" dirty="0">
                <a:solidFill>
                  <a:srgbClr val="00B0F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2.3.1 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利用重复平方乘算法计算</a:t>
            </a:r>
            <a:endParaRPr lang="zh-CN" altLang="en-US" sz="24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86020" name="Rectangle 4"/>
          <p:cNvSpPr/>
          <p:nvPr/>
        </p:nvSpPr>
        <p:spPr>
          <a:xfrm>
            <a:off x="879475" y="704850"/>
            <a:ext cx="6651625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解：将重复平方乘按步骤进行分解，如下表所示</a:t>
            </a:r>
            <a:endParaRPr lang="zh-CN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6021" name="Picture 5"/>
          <p:cNvPicPr>
            <a:picLocks noChangeAspect="1"/>
          </p:cNvPicPr>
          <p:nvPr/>
        </p:nvPicPr>
        <p:blipFill>
          <a:blip r:embed="rId1"/>
          <a:srcRect l="3810" b="11433"/>
          <a:stretch>
            <a:fillRect/>
          </a:stretch>
        </p:blipFill>
        <p:spPr>
          <a:xfrm>
            <a:off x="34925" y="1281113"/>
            <a:ext cx="8970963" cy="3011487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72709" name="对象 1"/>
          <p:cNvGraphicFramePr>
            <a:graphicFrameLocks noChangeAspect="1"/>
          </p:cNvGraphicFramePr>
          <p:nvPr/>
        </p:nvGraphicFramePr>
        <p:xfrm>
          <a:off x="5183188" y="158750"/>
          <a:ext cx="190976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3" name="" r:id="rId2" imgW="962660" imgH="184150" progId="Equation.Ribbit">
                  <p:embed/>
                </p:oleObj>
              </mc:Choice>
              <mc:Fallback>
                <p:oleObj name="" r:id="rId2" imgW="962660" imgH="184150" progId="Equation.Ribbit">
                  <p:embed/>
                  <p:pic>
                    <p:nvPicPr>
                      <p:cNvPr id="0" name="图片 331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83188" y="158750"/>
                        <a:ext cx="1909762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339975" y="4508500"/>
          <a:ext cx="2890838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4" name="" r:id="rId4" imgW="1457960" imgH="176530" progId="Equation.Ribbit">
                  <p:embed/>
                </p:oleObj>
              </mc:Choice>
              <mc:Fallback>
                <p:oleObj name="" r:id="rId4" imgW="1457960" imgH="176530" progId="Equation.Ribbit">
                  <p:embed/>
                  <p:pic>
                    <p:nvPicPr>
                      <p:cNvPr id="0" name="图片 331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9975" y="4508500"/>
                        <a:ext cx="2890838" cy="350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1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0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027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400" b="0" i="0" u="none" strike="noStrike" kern="1200" cap="all" spc="-6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 RSA</a:t>
            </a:r>
            <a:r>
              <a:rPr kumimoji="0" lang="zh-CN" altLang="en-US" sz="3400" b="0" i="0" u="none" strike="noStrike" kern="1200" cap="all" spc="-6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密码算法</a:t>
            </a:r>
            <a:endParaRPr kumimoji="0" lang="zh-CN" altLang="en-US" sz="3400" b="0" i="0" u="none" strike="noStrike" kern="1200" cap="all" spc="-6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2581" name="Rectangle 1029"/>
          <p:cNvSpPr/>
          <p:nvPr/>
        </p:nvSpPr>
        <p:spPr>
          <a:xfrm>
            <a:off x="250825" y="1268413"/>
            <a:ext cx="8208963" cy="38893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7655" lvl="0" indent="-287655" algn="just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MIT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三位年轻学者</a:t>
            </a:r>
            <a:r>
              <a:rPr lang="en-US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ivest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hamir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dleman 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1978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年发现了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(1977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年提出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1978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年发表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一种用数论构造双钥体制的方法，称作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MIT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体制，后来被广泛称之为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RSA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体制。</a:t>
            </a:r>
            <a:endParaRPr lang="zh-CN" altLang="en-US" sz="2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7655" lvl="0" indent="-287655" algn="just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它既可用于加密、又可用于数字签名。</a:t>
            </a:r>
            <a:endParaRPr lang="zh-CN" altLang="en-US" sz="2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7655" lvl="0" indent="-287655" algn="just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RSA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算法的安全性基于数论中</a:t>
            </a:r>
            <a:r>
              <a:rPr lang="zh-CN" altLang="en-US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大整数分解的困难性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732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2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2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2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92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92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92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 descr="rsa-phot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836613"/>
            <a:ext cx="8497887" cy="5851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4755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c:\users\nxy7509\appdata\roaming\360se6\USERDA~1\Temp\124385~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175" y="692150"/>
            <a:ext cx="8632825" cy="5754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0" i="0" u="none" strike="noStrike" kern="1200" cap="all" spc="-6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4.3.1  </a:t>
            </a:r>
            <a:r>
              <a:rPr kumimoji="0" lang="zh-CN" altLang="en-US" sz="3000" b="0" i="0" u="none" strike="noStrike" kern="1200" cap="all" spc="-6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算法描述</a:t>
            </a:r>
            <a:r>
              <a:rPr kumimoji="0" lang="en-US" altLang="zh-CN" sz="3000" b="0" i="0" u="none" strike="noStrike" kern="1200" cap="all" spc="-6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-----</a:t>
            </a:r>
            <a:r>
              <a:rPr kumimoji="0" lang="zh-CN" altLang="en-US" sz="3000" b="0" i="0" u="none" strike="noStrike" kern="1200" cap="all" spc="-6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密钥生成</a:t>
            </a:r>
            <a:endParaRPr kumimoji="0" lang="zh-CN" altLang="en-US" sz="3000" b="0" i="0" u="none" strike="noStrike" kern="1200" cap="all" spc="-6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2629" name="Rectangle 5"/>
          <p:cNvSpPr/>
          <p:nvPr/>
        </p:nvSpPr>
        <p:spPr>
          <a:xfrm>
            <a:off x="381000" y="1524000"/>
            <a:ext cx="8007350" cy="46497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7655" lvl="0" indent="-287655" algn="just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选取两互异大素数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87655" lvl="0" indent="-287655" algn="just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计算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q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和其欧拉函数值</a:t>
            </a:r>
            <a:r>
              <a:rPr lang="zh-CN" altLang="en-US" sz="24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)=(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1)(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1)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87655" lvl="0" indent="-287655" algn="just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选一整数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 &lt;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，使得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gcd(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)=1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87655" lvl="0" indent="-287655" algn="just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在模</a:t>
            </a:r>
            <a:r>
              <a:rPr lang="zh-CN" altLang="en-US" sz="24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下，计算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的逆元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.  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即求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d,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使得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87655" lvl="0" indent="-287655"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≡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1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mod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87655" lvl="0" indent="-287655" algn="just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以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为公钥。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为秘密钥。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87655" lvl="0" indent="-287655" algn="just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不再需要，可以销毁。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2630" name="AutoShape 6"/>
          <p:cNvSpPr>
            <a:spLocks noChangeArrowheads="1"/>
          </p:cNvSpPr>
          <p:nvPr/>
        </p:nvSpPr>
        <p:spPr bwMode="auto">
          <a:xfrm>
            <a:off x="4067175" y="620713"/>
            <a:ext cx="2449513" cy="935038"/>
          </a:xfrm>
          <a:prstGeom prst="wedgeEllipseCallout">
            <a:avLst>
              <a:gd name="adj1" fmla="val -37944"/>
              <a:gd name="adj2" fmla="val 62565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素性检测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922631" name="AutoShape 7"/>
          <p:cNvSpPr>
            <a:spLocks noChangeArrowheads="1"/>
          </p:cNvSpPr>
          <p:nvPr/>
        </p:nvSpPr>
        <p:spPr bwMode="auto">
          <a:xfrm>
            <a:off x="5363528" y="2708593"/>
            <a:ext cx="2881313" cy="863600"/>
          </a:xfrm>
          <a:prstGeom prst="wedgeRoundRectCallout">
            <a:avLst>
              <a:gd name="adj1" fmla="val -28292"/>
              <a:gd name="adj2" fmla="val 20037"/>
              <a:gd name="adj3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欧几里德算法，算法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2.2.1</a:t>
            </a:r>
            <a:endParaRPr kumimoji="1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76807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795645" y="4077335"/>
            <a:ext cx="2376170" cy="86360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39790" y="4077335"/>
            <a:ext cx="2218690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d </a:t>
            </a:r>
            <a:r>
              <a:rPr kumimoji="1" lang="en-US" altLang="zh-CN" sz="2400" b="1" noProof="0" dirty="0" err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e=k</a:t>
            </a:r>
            <a:r>
              <a:rPr kumimoji="1" lang="en-US" altLang="zh-CN" sz="2400" b="1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kumimoji="1" lang="en-US" altLang="zh-CN" sz="2400" b="1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kumimoji="1" lang="en-US" altLang="zh-CN" sz="2400" b="1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(n)+1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de=1 mod </a:t>
            </a:r>
            <a:r>
              <a:rPr kumimoji="1" lang="en-US" altLang="zh-CN" sz="2400" b="1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kumimoji="1" lang="en-US" altLang="zh-CN" sz="2400" b="1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(n)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2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2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2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2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22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2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22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22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22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22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629" grpId="0" build="p"/>
      <p:bldP spid="922630" grpId="0" animBg="1"/>
      <p:bldP spid="922631" grpId="0" bldLvl="0" animBg="1"/>
      <p:bldP spid="2" grpId="0" animBg="1"/>
      <p:bldP spid="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5" name="Rectangle 5"/>
          <p:cNvSpPr/>
          <p:nvPr/>
        </p:nvSpPr>
        <p:spPr>
          <a:xfrm>
            <a:off x="395288" y="1449388"/>
            <a:ext cx="75438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7655" lvl="0" indent="-287655" algn="just" eaLnBrk="1" hangingPunct="1">
              <a:buFontTx/>
              <a:buChar char="•"/>
            </a:pPr>
            <a:r>
              <a:rPr lang="zh-CN" altLang="en-US" sz="3200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加密</a:t>
            </a:r>
            <a:endParaRPr lang="zh-CN" altLang="en-US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87655" lvl="0" indent="-287655" algn="just" eaLnBrk="1" hangingPunct="1">
              <a:buFontTx/>
              <a:buNone/>
            </a:pPr>
            <a:r>
              <a:rPr lang="zh-CN" altLang="en-US" sz="3200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将明文分组，各组对应的十进制数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3200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&lt;</a:t>
            </a:r>
            <a:r>
              <a:rPr lang="en-US" altLang="zh-CN" sz="3200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n</a:t>
            </a:r>
            <a:r>
              <a:rPr lang="en-US" altLang="zh-CN" sz="3200" b="0" i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  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计算</a:t>
            </a:r>
            <a:endParaRPr lang="zh-CN" altLang="en-US" sz="3200" b="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87655" lvl="0" indent="-287655" algn="just" eaLnBrk="1" hangingPunct="1">
              <a:buFontTx/>
              <a:buNone/>
            </a:pPr>
            <a:r>
              <a:rPr lang="zh-CN" altLang="en-US" sz="3200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</a:t>
            </a:r>
            <a:r>
              <a:rPr lang="en-US" altLang="zh-CN" sz="3200" b="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 =</a:t>
            </a:r>
            <a:r>
              <a:rPr lang="en-US" altLang="zh-CN" sz="3200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E(</a:t>
            </a:r>
            <a:r>
              <a:rPr lang="en-US" altLang="zh-CN" sz="3200" b="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3200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</a:t>
            </a:r>
            <a:r>
              <a:rPr lang="en-US" altLang="zh-CN" sz="3200" b="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m</a:t>
            </a:r>
            <a:r>
              <a:rPr lang="en-US" altLang="zh-CN" sz="3200" b="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3200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mod </a:t>
            </a:r>
            <a:r>
              <a:rPr lang="en-US" altLang="zh-CN" sz="3200" b="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en-US" altLang="zh-CN" sz="3200" b="0" i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87655" lvl="0" indent="-287655" algn="just" eaLnBrk="1" hangingPunct="1">
              <a:buFontTx/>
              <a:buChar char="•"/>
            </a:pPr>
            <a:r>
              <a:rPr lang="zh-CN" altLang="en-US" sz="3200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解密</a:t>
            </a:r>
            <a:r>
              <a:rPr lang="zh-CN" altLang="en-US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3200" b="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(c)= </a:t>
            </a:r>
            <a:r>
              <a:rPr lang="en-US" altLang="zh-CN" sz="3200" b="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3200" b="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3200" b="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mod </a:t>
            </a:r>
            <a:r>
              <a:rPr lang="en-US" altLang="zh-CN" sz="3200" b="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en-US" altLang="zh-CN" sz="3200" b="0" i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046" name="AutoShape 6"/>
          <p:cNvSpPr>
            <a:spLocks noChangeArrowheads="1"/>
          </p:cNvSpPr>
          <p:nvPr/>
        </p:nvSpPr>
        <p:spPr bwMode="auto">
          <a:xfrm>
            <a:off x="3348038" y="41275"/>
            <a:ext cx="4968875" cy="1800225"/>
          </a:xfrm>
          <a:prstGeom prst="cloudCallout">
            <a:avLst>
              <a:gd name="adj1" fmla="val -32719"/>
              <a:gd name="adj2" fmla="val 137673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模重复平方计算法</a:t>
            </a:r>
            <a:endParaRPr kumimoji="1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77828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10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10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10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10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1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1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4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pic>
        <p:nvPicPr>
          <p:cNvPr id="93186" name="Picture 2"/>
          <p:cNvPicPr>
            <a:picLocks noChangeAspect="1"/>
          </p:cNvPicPr>
          <p:nvPr/>
        </p:nvPicPr>
        <p:blipFill>
          <a:blip r:embed="rId1"/>
          <a:srcRect b="17822"/>
          <a:stretch>
            <a:fillRect/>
          </a:stretch>
        </p:blipFill>
        <p:spPr>
          <a:xfrm>
            <a:off x="115888" y="260350"/>
            <a:ext cx="8777287" cy="3709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Picture 2"/>
          <p:cNvPicPr>
            <a:picLocks noChangeAspect="1"/>
          </p:cNvPicPr>
          <p:nvPr/>
        </p:nvPicPr>
        <p:blipFill>
          <a:blip r:embed="rId1"/>
          <a:srcRect t="83093"/>
          <a:stretch>
            <a:fillRect/>
          </a:stretch>
        </p:blipFill>
        <p:spPr>
          <a:xfrm>
            <a:off x="115888" y="4149725"/>
            <a:ext cx="8777287" cy="762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pic>
        <p:nvPicPr>
          <p:cNvPr id="9421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15888"/>
            <a:ext cx="7515225" cy="38179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5234" name="Picture 2"/>
          <p:cNvPicPr>
            <a:picLocks noChangeAspect="1"/>
          </p:cNvPicPr>
          <p:nvPr/>
        </p:nvPicPr>
        <p:blipFill>
          <a:blip r:embed="rId2"/>
          <a:srcRect l="365" t="6029" r="-2" b="56618"/>
          <a:stretch>
            <a:fillRect/>
          </a:stretch>
        </p:blipFill>
        <p:spPr>
          <a:xfrm>
            <a:off x="0" y="3933825"/>
            <a:ext cx="8964613" cy="835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 2"/>
          <p:cNvPicPr>
            <a:picLocks noChangeAspect="1"/>
          </p:cNvPicPr>
          <p:nvPr/>
        </p:nvPicPr>
        <p:blipFill>
          <a:blip r:embed="rId2"/>
          <a:srcRect l="365" t="42174" r="-2" b="3083"/>
          <a:stretch>
            <a:fillRect/>
          </a:stretch>
        </p:blipFill>
        <p:spPr>
          <a:xfrm>
            <a:off x="34925" y="4942205"/>
            <a:ext cx="8964930" cy="122332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/>
          </p:cNvSpPr>
          <p:nvPr>
            <p:ph idx="1"/>
          </p:nvPr>
        </p:nvSpPr>
        <p:spPr>
          <a:xfrm>
            <a:off x="457200" y="1196975"/>
            <a:ext cx="7620000" cy="1604963"/>
          </a:xfrm>
        </p:spPr>
        <p:txBody>
          <a:bodyPr vert="horz" wrap="square" lIns="91440" tIns="45720" rIns="91440" bIns="45720" anchor="t" anchorCtr="0"/>
          <a:lstStyle/>
          <a:p>
            <a:pPr indent="-6350" eaLnBrk="1" hangingPunct="1"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命题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2.4.1    RSA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解密过程的正确性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证明：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由加密过程知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c=m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mod n，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所以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350" algn="ctr" eaLnBrk="1" hangingPunct="1"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mod n≡m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ed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mod n ≡m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kφ(n)+1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mod n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3091" name="Text Box 3"/>
          <p:cNvSpPr txBox="1"/>
          <p:nvPr/>
        </p:nvSpPr>
        <p:spPr>
          <a:xfrm>
            <a:off x="179388" y="2708275"/>
            <a:ext cx="8534400" cy="35534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500" dirty="0">
                <a:latin typeface="Times New Roman" panose="02020603050405020304" pitchFamily="18" charset="0"/>
                <a:ea typeface="宋体" panose="02010600030101010101" pitchFamily="2" charset="-122"/>
              </a:rPr>
              <a:t>分两种情况： </a:t>
            </a:r>
            <a:endParaRPr lang="zh-CN" altLang="en-US" sz="25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500" dirty="0">
                <a:latin typeface="Times New Roman" panose="02020603050405020304" pitchFamily="18" charset="0"/>
                <a:ea typeface="宋体" panose="02010600030101010101" pitchFamily="2" charset="-122"/>
              </a:rPr>
              <a:t>①</a:t>
            </a:r>
            <a:r>
              <a:rPr lang="en-US" altLang="zh-CN" sz="25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5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25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5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互素</a:t>
            </a:r>
            <a:r>
              <a:rPr lang="zh-CN" altLang="en-US" sz="2500" dirty="0">
                <a:latin typeface="Times New Roman" panose="02020603050405020304" pitchFamily="18" charset="0"/>
                <a:ea typeface="宋体" panose="02010600030101010101" pitchFamily="2" charset="-122"/>
              </a:rPr>
              <a:t>，则由</a:t>
            </a:r>
            <a:r>
              <a:rPr lang="en-US" altLang="zh-CN" sz="2500" dirty="0">
                <a:latin typeface="Times New Roman" panose="02020603050405020304" pitchFamily="18" charset="0"/>
                <a:ea typeface="宋体" panose="02010600030101010101" pitchFamily="2" charset="-122"/>
              </a:rPr>
              <a:t>Euler</a:t>
            </a:r>
            <a:r>
              <a:rPr lang="zh-CN" altLang="en-US" sz="2500" dirty="0">
                <a:latin typeface="Times New Roman" panose="02020603050405020304" pitchFamily="18" charset="0"/>
                <a:ea typeface="宋体" panose="02010600030101010101" pitchFamily="2" charset="-122"/>
              </a:rPr>
              <a:t>定理得</a:t>
            </a:r>
            <a:endParaRPr lang="zh-CN" altLang="en-US" sz="25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5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5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φ(n)</a:t>
            </a:r>
            <a:r>
              <a:rPr lang="en-US" altLang="zh-CN" sz="2500" dirty="0">
                <a:latin typeface="Times New Roman" panose="02020603050405020304" pitchFamily="18" charset="0"/>
                <a:ea typeface="宋体" panose="02010600030101010101" pitchFamily="2" charset="-122"/>
              </a:rPr>
              <a:t>≡1 mod n,</a:t>
            </a:r>
            <a:endParaRPr lang="en-US" altLang="zh-CN" sz="25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5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5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kφ(n)</a:t>
            </a:r>
            <a:r>
              <a:rPr lang="en-US" altLang="zh-CN" sz="2500" dirty="0">
                <a:latin typeface="Times New Roman" panose="02020603050405020304" pitchFamily="18" charset="0"/>
                <a:ea typeface="宋体" panose="02010600030101010101" pitchFamily="2" charset="-122"/>
              </a:rPr>
              <a:t>≡1 mod n,</a:t>
            </a:r>
            <a:endParaRPr lang="en-US" altLang="zh-CN" sz="25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5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5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kφ(n)+1</a:t>
            </a:r>
            <a:r>
              <a:rPr lang="en-US" altLang="zh-CN" sz="2500" dirty="0">
                <a:latin typeface="Times New Roman" panose="02020603050405020304" pitchFamily="18" charset="0"/>
                <a:ea typeface="宋体" panose="02010600030101010101" pitchFamily="2" charset="-122"/>
              </a:rPr>
              <a:t>≡m mod n</a:t>
            </a:r>
            <a:endParaRPr lang="en-US" altLang="zh-CN" sz="25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500" dirty="0">
                <a:latin typeface="Times New Roman" panose="02020603050405020304" pitchFamily="18" charset="0"/>
                <a:ea typeface="宋体" panose="02010600030101010101" pitchFamily="2" charset="-122"/>
              </a:rPr>
              <a:t>即</a:t>
            </a:r>
            <a:r>
              <a:rPr lang="en-US" altLang="zh-CN" sz="25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5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500" dirty="0">
                <a:latin typeface="Times New Roman" panose="02020603050405020304" pitchFamily="18" charset="0"/>
                <a:ea typeface="宋体" panose="02010600030101010101" pitchFamily="2" charset="-122"/>
              </a:rPr>
              <a:t> mod n=m。</a:t>
            </a:r>
            <a:endParaRPr lang="zh-CN" altLang="en-US" sz="25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00" name="Text Box 4"/>
          <p:cNvSpPr txBox="1"/>
          <p:nvPr/>
        </p:nvSpPr>
        <p:spPr>
          <a:xfrm>
            <a:off x="685800" y="609600"/>
            <a:ext cx="830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zh-CN" altLang="en-US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3094" name="Text Box 6"/>
          <p:cNvSpPr txBox="1"/>
          <p:nvPr/>
        </p:nvSpPr>
        <p:spPr>
          <a:xfrm>
            <a:off x="1854200" y="115888"/>
            <a:ext cx="3581400" cy="103886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加密：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c=m</a:t>
            </a:r>
            <a:r>
              <a:rPr lang="en-US" altLang="zh-CN" sz="28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mod n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ctr" eaLnBrk="1" hangingPunct="1"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解密：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m=c</a:t>
            </a:r>
            <a:r>
              <a:rPr lang="en-US" altLang="zh-CN" sz="28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mod n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02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3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3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3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3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3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3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3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3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3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3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3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3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73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73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73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73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73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73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73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73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094" grpId="0" bldLvl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5" name="Rectangle 3"/>
          <p:cNvSpPr/>
          <p:nvPr/>
        </p:nvSpPr>
        <p:spPr>
          <a:xfrm>
            <a:off x="152400" y="2129473"/>
            <a:ext cx="83820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7655" lvl="0" indent="-6350" eaLnBrk="1" hangingPunct="1">
              <a:spcAft>
                <a:spcPct val="0"/>
              </a:spcAft>
              <a:buFontTx/>
              <a:buNone/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由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gcd(m,q)=1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及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Euler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定理得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6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φ(q)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≡1 mod q，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所以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87655" lvl="0" indent="-6350" algn="ctr" eaLnBrk="1" hangingPunct="1">
              <a:spcAft>
                <a:spcPct val="0"/>
              </a:spcAft>
              <a:buFontTx/>
              <a:buNone/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6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kφ(q)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≡1 mod q,</a:t>
            </a: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87655" lvl="0" indent="-6350" algn="ctr" eaLnBrk="1" hangingPunct="1">
              <a:spcAft>
                <a:spcPct val="0"/>
              </a:spcAft>
              <a:buFontTx/>
              <a:buNone/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[m</a:t>
            </a:r>
            <a:r>
              <a:rPr lang="en-US" altLang="zh-CN" sz="26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kφ(q)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en-US" altLang="zh-CN" sz="26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φ(p)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≡1 mod q, </a:t>
            </a: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87655" lvl="0" indent="-6350" algn="ctr" eaLnBrk="1" hangingPunct="1">
              <a:spcAft>
                <a:spcPct val="0"/>
              </a:spcAft>
              <a:buFontTx/>
              <a:buNone/>
            </a:pP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6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kφ(n)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≡1 mod q</a:t>
            </a:r>
            <a:endParaRPr lang="en-US" altLang="zh-CN" sz="2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87655" lvl="0" indent="-6350" eaLnBrk="1" hangingPunct="1">
              <a:spcAft>
                <a:spcPct val="0"/>
              </a:spcAft>
              <a:buFontTx/>
              <a:buNone/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因此存在一整数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r，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使得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6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kφ(n)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=1+rq，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两边同乘以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m(=kp)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得：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6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kφ(n)+1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=m+m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rq=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m+rkpq=m+rkn</a:t>
            </a: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87655" lvl="0" indent="-6350" eaLnBrk="1" hangingPunct="1">
              <a:spcAft>
                <a:spcPct val="0"/>
              </a:spcAft>
              <a:buFontTx/>
              <a:buNone/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即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6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kφ(n)+1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≡m mod n，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所以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m</a:t>
            </a:r>
            <a:r>
              <a:rPr lang="en-US" altLang="zh-CN" sz="2600" baseline="300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kφ(n)+1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mod n=m, 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6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 mod n=m。(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证毕)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99077" name="Object 5"/>
          <p:cNvGraphicFramePr>
            <a:graphicFrameLocks noChangeAspect="1"/>
          </p:cNvGraphicFramePr>
          <p:nvPr/>
        </p:nvGraphicFramePr>
        <p:xfrm>
          <a:off x="3162301" y="1634490"/>
          <a:ext cx="28225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0" name="" r:id="rId1" imgW="1168400" imgH="203200" progId="Equation.DSMT4">
                  <p:embed/>
                </p:oleObj>
              </mc:Choice>
              <mc:Fallback>
                <p:oleObj name="" r:id="rId1" imgW="1168400" imgH="203200" progId="Equation.DSMT4">
                  <p:embed/>
                  <p:pic>
                    <p:nvPicPr>
                      <p:cNvPr id="0" name="图片 332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62301" y="1634490"/>
                        <a:ext cx="2822575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4" name="Text Box 6"/>
          <p:cNvSpPr txBox="1"/>
          <p:nvPr/>
        </p:nvSpPr>
        <p:spPr>
          <a:xfrm>
            <a:off x="251460" y="188278"/>
            <a:ext cx="8686800" cy="1291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Aft>
                <a:spcPct val="0"/>
              </a:spcAft>
              <a:buFontTx/>
              <a:buNone/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②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gcd(m,n)≠1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因为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n=pq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且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都是素数，所以（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m,n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）必为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不妨设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(m,n)=p, m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一定是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p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的倍数。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9080" name="Text Box 8"/>
          <p:cNvSpPr txBox="1"/>
          <p:nvPr/>
        </p:nvSpPr>
        <p:spPr>
          <a:xfrm>
            <a:off x="457200" y="1563370"/>
            <a:ext cx="2675890" cy="4914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Aft>
                <a:spcPct val="0"/>
              </a:spcAft>
              <a:buFontTx/>
              <a:buNone/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不妨设  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m=kp，</a:t>
            </a:r>
            <a:endParaRPr lang="zh-CN" altLang="en-US" sz="2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26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9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9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9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9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9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9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99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99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99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99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99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99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99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99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99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99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9075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Grp="1"/>
          </p:cNvSpPr>
          <p:nvPr>
            <p:ph idx="1"/>
          </p:nvPr>
        </p:nvSpPr>
        <p:spPr>
          <a:xfrm>
            <a:off x="250825" y="549275"/>
            <a:ext cx="8569325" cy="5072063"/>
          </a:xfrm>
        </p:spPr>
        <p:txBody>
          <a:bodyPr vert="horz" wrap="square" lIns="91440" tIns="45720" rIns="91440" bIns="45720" anchor="t" anchorCtr="0"/>
          <a:lstStyle/>
          <a:p>
            <a:pPr indent="-6350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: p=7, q=17. n=p×q=119, φ(n)=(p-1)(q-1)=96。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取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e=5，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满足1&lt;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e&lt;φ(n)，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且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gcd(φ(n),e)=1。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350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确定满足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d·e=1 mod 96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且小于96的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d，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因为77×5=385=4×96+1，故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d=77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350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因此公钥为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{5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119}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，私钥为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{77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119}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350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设明文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m=19，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则由加密过程得密文为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350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c≡19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mod 119≡2476099 mod 119≡66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350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解密为            66</a:t>
            </a:r>
            <a:r>
              <a:rPr lang="zh-CN" altLang="en-US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77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mod 119≡19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947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9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9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9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9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9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9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9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9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9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9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9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9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all" spc="-6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素性检测</a:t>
            </a:r>
            <a:endParaRPr kumimoji="0" lang="zh-CN" altLang="en-US" sz="3000" b="0" i="0" u="none" strike="noStrike" kern="1200" cap="all" spc="-6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4995" name="Rectangle 2"/>
          <p:cNvSpPr>
            <a:spLocks noGrp="1"/>
          </p:cNvSpPr>
          <p:nvPr>
            <p:ph idx="1"/>
          </p:nvPr>
        </p:nvSpPr>
        <p:spPr>
          <a:xfrm>
            <a:off x="457200" y="1752600"/>
            <a:ext cx="7620000" cy="2755900"/>
          </a:xfrm>
        </p:spPr>
        <p:txBody>
          <a:bodyPr vert="horz" wrap="square" lIns="91440" tIns="45720" rIns="91440" bIns="45720" anchor="t" anchorCtr="0"/>
          <a:lstStyle/>
          <a:p>
            <a:pPr marL="0" indent="-6350" eaLnBrk="1" hangingPunct="1">
              <a:lnSpc>
                <a:spcPct val="150000"/>
              </a:lnSpc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 素性检测是指对给定的数检验其是否为素数。对于大数的素性检测来说没有简单直接的方法，本节介绍一个概率检测法，为此需要以下引理。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996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2"/>
          <p:cNvSpPr>
            <a:spLocks noGrp="1"/>
          </p:cNvSpPr>
          <p:nvPr>
            <p:ph idx="1"/>
          </p:nvPr>
        </p:nvSpPr>
        <p:spPr>
          <a:xfrm>
            <a:off x="430213" y="1125538"/>
            <a:ext cx="7620000" cy="1366837"/>
          </a:xfrm>
        </p:spPr>
        <p:txBody>
          <a:bodyPr vert="horz" wrap="square" lIns="91440" tIns="45720" rIns="91440" bIns="45720" anchor="t" anchorCtr="0"/>
          <a:lstStyle/>
          <a:p>
            <a:pPr indent="-6350" eaLnBrk="1" hangingPunct="1">
              <a:lnSpc>
                <a:spcPct val="150000"/>
              </a:lnSpc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引理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2.4.1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为大于2的素数，则方程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≡1(mod p)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的解只有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x≡1(mod p)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x≡-1(mod p)。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1747" name="Text Box 3"/>
          <p:cNvSpPr txBox="1"/>
          <p:nvPr/>
        </p:nvSpPr>
        <p:spPr>
          <a:xfrm>
            <a:off x="849313" y="2492375"/>
            <a:ext cx="6781800" cy="2443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证明：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由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≡1 mod p，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-1≡0 mod p，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(x+1)(x-1)≡0 mod p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因此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p|(x+1)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p|(x-1)。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即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x≡-1(mod 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）或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x≡1(mod p)。（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证毕）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020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46" grpId="0" build="p"/>
      <p:bldP spid="671747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/>
          </p:cNvSpPr>
          <p:nvPr>
            <p:ph idx="1"/>
          </p:nvPr>
        </p:nvSpPr>
        <p:spPr>
          <a:xfrm>
            <a:off x="457200" y="620713"/>
            <a:ext cx="7620000" cy="1160462"/>
          </a:xfrm>
        </p:spPr>
        <p:txBody>
          <a:bodyPr vert="horz" wrap="square" lIns="91440" tIns="45720" rIns="91440" bIns="45720" anchor="t" anchorCtr="0"/>
          <a:lstStyle/>
          <a:p>
            <a:pPr indent="-6350" eaLnBrk="1" hangingPunct="1">
              <a:lnSpc>
                <a:spcPct val="150000"/>
              </a:lnSpc>
              <a:buFontTx/>
              <a:buNone/>
            </a:pPr>
            <a:r>
              <a: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引理的逆否命题为：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如果方程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6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≡1 mod p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有一解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6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    {-1,1}，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那么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不为素数。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350" eaLnBrk="1" hangingPunct="1">
              <a:buFontTx/>
              <a:buNone/>
            </a:pP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7043" name="Object 3"/>
          <p:cNvGraphicFramePr>
            <a:graphicFrameLocks noChangeAspect="1"/>
          </p:cNvGraphicFramePr>
          <p:nvPr/>
        </p:nvGraphicFramePr>
        <p:xfrm>
          <a:off x="1187450" y="1412875"/>
          <a:ext cx="38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4" name="" r:id="rId1" imgW="127000" imgH="152400" progId="Equation.DSMT4">
                  <p:embed/>
                </p:oleObj>
              </mc:Choice>
              <mc:Fallback>
                <p:oleObj name="" r:id="rId1" imgW="127000" imgH="152400" progId="Equation.DSMT4">
                  <p:embed/>
                  <p:pic>
                    <p:nvPicPr>
                      <p:cNvPr id="0" name="图片 33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7450" y="1412875"/>
                        <a:ext cx="3810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3796" name="Text Box 4"/>
          <p:cNvSpPr txBox="1"/>
          <p:nvPr/>
        </p:nvSpPr>
        <p:spPr>
          <a:xfrm>
            <a:off x="684213" y="2252663"/>
            <a:ext cx="7704137" cy="13033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Aft>
                <a:spcPct val="0"/>
              </a:spcAft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例如： 方程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≡1(mod 8)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的解为1，-1，3，-3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，可见8不是素数。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045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3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3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796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17" name="Rectangle 1029"/>
          <p:cNvSpPr>
            <a:spLocks noGrp="1"/>
          </p:cNvSpPr>
          <p:nvPr>
            <p:ph idx="1"/>
          </p:nvPr>
        </p:nvSpPr>
        <p:spPr>
          <a:xfrm>
            <a:off x="342900" y="1452563"/>
            <a:ext cx="8229600" cy="1368425"/>
          </a:xfrm>
        </p:spPr>
        <p:txBody>
          <a:bodyPr vert="horz" wrap="square" lIns="91440" tIns="45720" rIns="91440" bIns="45720" anchor="t" anchorCtr="0"/>
          <a:lstStyle/>
          <a:p>
            <a:pPr indent="-6350" eaLnBrk="1" hangingPunct="1">
              <a:lnSpc>
                <a:spcPct val="150000"/>
              </a:lnSpc>
              <a:buFontTx/>
              <a:buNone/>
            </a:pP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推论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2.2.2 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Fermat)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是素数，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是正整数且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 (b, p)=1，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6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p-1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≡1 mod p。</a:t>
            </a: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350" eaLnBrk="1" hangingPunct="1">
              <a:lnSpc>
                <a:spcPct val="150000"/>
              </a:lnSpc>
              <a:buFontTx/>
              <a:buNone/>
            </a:pP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350" eaLnBrk="1" hangingPunct="1">
              <a:lnSpc>
                <a:spcPct val="150000"/>
              </a:lnSpc>
              <a:buFontTx/>
              <a:buNone/>
            </a:pP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8118" name="Rectangle 1030"/>
          <p:cNvSpPr/>
          <p:nvPr/>
        </p:nvSpPr>
        <p:spPr>
          <a:xfrm>
            <a:off x="304800" y="3051175"/>
            <a:ext cx="8382000" cy="1066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7655" lvl="0" indent="-6350" eaLnBrk="1" hangingPunct="1">
              <a:lnSpc>
                <a:spcPct val="150000"/>
              </a:lnSpc>
              <a:spcAft>
                <a:spcPct val="0"/>
              </a:spcAft>
              <a:buFontTx/>
              <a:buNone/>
            </a:pP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引理 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为大于2的素数，则方程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6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≡1(mod p)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的解只有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x≡1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x≡-1。</a:t>
            </a: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8119" name="Text Box 1031"/>
          <p:cNvSpPr txBox="1"/>
          <p:nvPr/>
        </p:nvSpPr>
        <p:spPr>
          <a:xfrm>
            <a:off x="684213" y="549275"/>
            <a:ext cx="7391400" cy="615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素性概率检测法可以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基于的结论:</a:t>
            </a: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093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8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8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8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8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58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58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8117" grpId="0" build="p"/>
      <p:bldP spid="858118" grpId="0"/>
      <p:bldP spid="858119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7" name="Rectangle 3"/>
          <p:cNvSpPr/>
          <p:nvPr/>
        </p:nvSpPr>
        <p:spPr>
          <a:xfrm>
            <a:off x="35243" y="1320800"/>
            <a:ext cx="9144000" cy="556260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zh-CN" altLang="en-US" sz="2400" dirty="0">
              <a:solidFill>
                <a:srgbClr val="00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88066" name="Text Box 2"/>
          <p:cNvSpPr txBox="1"/>
          <p:nvPr/>
        </p:nvSpPr>
        <p:spPr>
          <a:xfrm>
            <a:off x="228600" y="304800"/>
            <a:ext cx="868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zh-CN" altLang="en-US" sz="3600" dirty="0">
                <a:solidFill>
                  <a:srgbClr val="FFFFFF"/>
                </a:solidFill>
                <a:latin typeface="黑体" panose="02010609060101010101" charset="-122"/>
                <a:sym typeface="Symbol" panose="05050102010706020507" pitchFamily="18" charset="2"/>
              </a:rPr>
              <a:t>素性检测</a:t>
            </a:r>
            <a:endParaRPr lang="zh-CN" altLang="en-US" sz="3600" dirty="0">
              <a:solidFill>
                <a:srgbClr val="FFFFFF"/>
              </a:solidFill>
              <a:latin typeface="黑体" panose="02010609060101010101" charset="-122"/>
              <a:sym typeface="Symbol" panose="05050102010706020507" pitchFamily="18" charset="2"/>
            </a:endParaRPr>
          </a:p>
        </p:txBody>
      </p:sp>
      <p:pic>
        <p:nvPicPr>
          <p:cNvPr id="369687" name="Picture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7800" y="115888"/>
            <a:ext cx="5505450" cy="428625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369688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725488"/>
            <a:ext cx="8096250" cy="409575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369689" name="Text Box 25"/>
          <p:cNvSpPr txBox="1"/>
          <p:nvPr/>
        </p:nvSpPr>
        <p:spPr>
          <a:xfrm>
            <a:off x="762000" y="1716088"/>
            <a:ext cx="35814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zh-CN" altLang="zh-CN" sz="2400" dirty="0">
              <a:solidFill>
                <a:srgbClr val="00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438272" name="Object 2048"/>
          <p:cNvGraphicFramePr>
            <a:graphicFrameLocks noChangeAspect="1"/>
          </p:cNvGraphicFramePr>
          <p:nvPr/>
        </p:nvGraphicFramePr>
        <p:xfrm>
          <a:off x="3505200" y="1335088"/>
          <a:ext cx="23574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5" name="" r:id="rId3" imgW="769620" imgH="173355" progId="Equation.3">
                  <p:embed/>
                </p:oleObj>
              </mc:Choice>
              <mc:Fallback>
                <p:oleObj name="" r:id="rId3" imgW="769620" imgH="173355" progId="Equation.3">
                  <p:embed/>
                  <p:pic>
                    <p:nvPicPr>
                      <p:cNvPr id="0" name="图片 33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5200" y="1335088"/>
                        <a:ext cx="2357438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9692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049463"/>
            <a:ext cx="5410200" cy="352425"/>
          </a:xfrm>
          <a:prstGeom prst="rect">
            <a:avLst/>
          </a:prstGeom>
          <a:noFill/>
          <a:ln w="38100">
            <a:noFill/>
          </a:ln>
        </p:spPr>
      </p:pic>
      <p:graphicFrame>
        <p:nvGraphicFramePr>
          <p:cNvPr id="438273" name="Object 2049"/>
          <p:cNvGraphicFramePr>
            <a:graphicFrameLocks noChangeAspect="1"/>
          </p:cNvGraphicFramePr>
          <p:nvPr/>
        </p:nvGraphicFramePr>
        <p:xfrm>
          <a:off x="3352800" y="2439988"/>
          <a:ext cx="23574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6" name="" r:id="rId6" imgW="769620" imgH="173355" progId="Equation.3">
                  <p:embed/>
                </p:oleObj>
              </mc:Choice>
              <mc:Fallback>
                <p:oleObj name="" r:id="rId6" imgW="769620" imgH="173355" progId="Equation.3">
                  <p:embed/>
                  <p:pic>
                    <p:nvPicPr>
                      <p:cNvPr id="0" name="图片 33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52800" y="2439988"/>
                        <a:ext cx="2357438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9695" name="Picture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3135313"/>
            <a:ext cx="2295525" cy="409575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369696" name="Picture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773488"/>
            <a:ext cx="8210550" cy="847725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369697" name="Text Box 33"/>
          <p:cNvSpPr txBox="1"/>
          <p:nvPr/>
        </p:nvSpPr>
        <p:spPr>
          <a:xfrm>
            <a:off x="533400" y="4840288"/>
            <a:ext cx="3200400" cy="45720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990033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反过来不一定成立</a:t>
            </a:r>
            <a:endParaRPr lang="zh-CN" altLang="en-US" sz="2400" dirty="0">
              <a:solidFill>
                <a:srgbClr val="990033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pic>
        <p:nvPicPr>
          <p:cNvPr id="13" name="Picture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09988" y="4721225"/>
            <a:ext cx="4095750" cy="600075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88078" name="灯片编号占位符 1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64070" y="1484630"/>
            <a:ext cx="784860" cy="489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（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）</a:t>
            </a:r>
            <a:endParaRPr lang="zh-CN" alt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796290" y="5562600"/>
                <a:ext cx="7880350" cy="9804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sym typeface="+mn-ea"/>
                  </a:rPr>
                  <a:t>反过来：</a:t>
                </a:r>
                <a:r>
                  <a:rPr lang="en-US" altLang="zh-CN" b="1" dirty="0">
                    <a:sym typeface="+mn-ea"/>
                  </a:rPr>
                  <a:t>n </a:t>
                </a:r>
                <a:r>
                  <a:rPr lang="zh-CN" altLang="en-US" b="1" dirty="0">
                    <a:sym typeface="+mn-ea"/>
                  </a:rPr>
                  <a:t>是一个合数，其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b="1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𝒃</m:t>
                        </m:r>
                      </m:e>
                      <m:sup>
                        <m:r>
                          <a:rPr lang="en-US" altLang="zh-CN" b="1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𝒏</m:t>
                        </m:r>
                        <m:r>
                          <a:rPr lang="en-US" altLang="zh-CN" b="1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−</m:t>
                        </m:r>
                        <m:r>
                          <a:rPr lang="en-US" altLang="zh-CN" b="1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altLang="zh-CN" b="1" dirty="0">
                    <a:sym typeface="+mn-ea"/>
                  </a:rPr>
                  <a:t>≠1 (mod n) </a:t>
                </a:r>
                <a:r>
                  <a:rPr lang="zh-CN" altLang="en-US" b="1" dirty="0">
                    <a:sym typeface="+mn-ea"/>
                  </a:rPr>
                  <a:t>不成立</a:t>
                </a:r>
                <a:r>
                  <a:rPr lang="en-US" altLang="zh-CN" b="1" dirty="0">
                    <a:sym typeface="+mn-ea"/>
                  </a:rPr>
                  <a:t> </a:t>
                </a:r>
                <a:r>
                  <a:rPr lang="zh-CN" altLang="en-US" b="1" dirty="0">
                    <a:sym typeface="+mn-ea"/>
                  </a:rPr>
                  <a:t>。意味着使等式（</a:t>
                </a:r>
                <a:r>
                  <a:rPr lang="en-US" altLang="zh-CN" b="1" dirty="0">
                    <a:sym typeface="+mn-ea"/>
                  </a:rPr>
                  <a:t>1</a:t>
                </a:r>
                <a:r>
                  <a:rPr lang="zh-CN" altLang="en-US" b="1" dirty="0">
                    <a:sym typeface="+mn-ea"/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b="1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𝒃</m:t>
                        </m:r>
                      </m:e>
                      <m:sup>
                        <m:r>
                          <a:rPr lang="en-US" altLang="zh-CN" b="1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𝒏</m:t>
                        </m:r>
                        <m:r>
                          <a:rPr lang="en-US" altLang="zh-CN" b="1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−</m:t>
                        </m:r>
                        <m:r>
                          <a:rPr lang="en-US" altLang="zh-CN" b="1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𝟏</m:t>
                        </m:r>
                      </m:sup>
                    </m:sSup>
                    <m:r>
                      <a:rPr lang="en-US" altLang="zh-CN" b="1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</m:t>
                    </m:r>
                  </m:oMath>
                </a14:m>
                <a:r>
                  <a:rPr lang="en-US" altLang="zh-CN" b="1" dirty="0">
                    <a:sym typeface="+mn-ea"/>
                  </a:rPr>
                  <a:t>1 (mod n)</a:t>
                </a:r>
                <a:r>
                  <a:rPr lang="zh-CN" altLang="en-US" b="1" dirty="0">
                    <a:sym typeface="+mn-ea"/>
                  </a:rPr>
                  <a:t>成立的</a:t>
                </a:r>
                <a:r>
                  <a:rPr lang="en-US" altLang="zh-CN" b="1" dirty="0">
                    <a:sym typeface="+mn-ea"/>
                  </a:rPr>
                  <a:t>n </a:t>
                </a:r>
                <a:r>
                  <a:rPr lang="zh-CN" altLang="en-US" b="1" dirty="0">
                    <a:sym typeface="+mn-ea"/>
                  </a:rPr>
                  <a:t>，可能是合数。</a:t>
                </a:r>
                <a:endParaRPr lang="zh-CN" altLang="en-US" b="1" dirty="0">
                  <a:solidFill>
                    <a:srgbClr val="00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  <a:p>
                <a:endParaRPr lang="zh-CN" altLang="en-US" b="1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90" y="5562600"/>
                <a:ext cx="7880350" cy="980440"/>
              </a:xfrm>
              <a:prstGeom prst="rect">
                <a:avLst/>
              </a:prstGeom>
              <a:blipFill rotWithShape="1">
                <a:blip r:embed="rId11"/>
                <a:stretch>
                  <a:fillRect b="-225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9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9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9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9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9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9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9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9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8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8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9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9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8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8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9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9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69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9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9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69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7" grpId="0" bldLvl="0" animBg="1"/>
      <p:bldP spid="369689" grpId="0"/>
      <p:bldP spid="369697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Fermat</a:t>
            </a:r>
            <a:r>
              <a:rPr lang="zh-CN" altLang="en-US" b="1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素性检测：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+mn-ea"/>
                <a:cs typeface="+mn-ea"/>
              </a:rPr>
              <a:t>给定奇整数</a:t>
            </a:r>
            <a:r>
              <a:rPr lang="en-US" altLang="zh-CN">
                <a:latin typeface="+mn-ea"/>
                <a:cs typeface="+mn-ea"/>
              </a:rPr>
              <a:t>n≥3</a:t>
            </a:r>
            <a:r>
              <a:rPr lang="zh-CN" altLang="en-US">
                <a:latin typeface="+mn-ea"/>
                <a:cs typeface="+mn-ea"/>
              </a:rPr>
              <a:t>和安全参数</a:t>
            </a:r>
            <a:r>
              <a:rPr lang="en-US" altLang="zh-CN">
                <a:latin typeface="+mn-ea"/>
                <a:cs typeface="+mn-ea"/>
              </a:rPr>
              <a:t>t</a:t>
            </a:r>
            <a:endParaRPr lang="en-US" altLang="zh-CN">
              <a:latin typeface="+mn-ea"/>
              <a:cs typeface="+mn-ea"/>
            </a:endParaRPr>
          </a:p>
          <a:p>
            <a:r>
              <a:rPr lang="en-US" altLang="zh-CN">
                <a:latin typeface="+mn-ea"/>
                <a:cs typeface="+mn-ea"/>
              </a:rPr>
              <a:t>1.</a:t>
            </a:r>
            <a:r>
              <a:rPr lang="zh-CN" altLang="en-US">
                <a:latin typeface="+mn-ea"/>
                <a:cs typeface="+mn-ea"/>
              </a:rPr>
              <a:t>随即选取整数</a:t>
            </a:r>
            <a:r>
              <a:rPr lang="en-US" altLang="zh-CN">
                <a:latin typeface="+mn-ea"/>
                <a:cs typeface="+mn-ea"/>
              </a:rPr>
              <a:t>b</a:t>
            </a:r>
            <a:r>
              <a:rPr lang="zh-CN" altLang="en-US">
                <a:latin typeface="+mn-ea"/>
                <a:cs typeface="+mn-ea"/>
              </a:rPr>
              <a:t>，</a:t>
            </a:r>
            <a:r>
              <a:rPr lang="en-US" altLang="zh-CN">
                <a:latin typeface="+mn-ea"/>
                <a:cs typeface="+mn-ea"/>
              </a:rPr>
              <a:t>2≤b≤-2</a:t>
            </a:r>
            <a:endParaRPr lang="en-US" altLang="zh-CN">
              <a:latin typeface="+mn-ea"/>
              <a:cs typeface="+mn-ea"/>
            </a:endParaRPr>
          </a:p>
          <a:p>
            <a:r>
              <a:rPr lang="en-US" altLang="zh-CN">
                <a:latin typeface="+mn-ea"/>
                <a:cs typeface="+mn-ea"/>
              </a:rPr>
              <a:t>2. </a:t>
            </a:r>
            <a:r>
              <a:rPr lang="zh-CN" altLang="en-US">
                <a:latin typeface="+mn-ea"/>
                <a:cs typeface="+mn-ea"/>
              </a:rPr>
              <a:t>计算</a:t>
            </a:r>
            <a:r>
              <a:rPr lang="en-US" altLang="zh-CN">
                <a:latin typeface="+mn-ea"/>
                <a:cs typeface="+mn-ea"/>
              </a:rPr>
              <a:t> d =</a:t>
            </a:r>
            <a:r>
              <a:rPr lang="zh-CN" altLang="en-US">
                <a:latin typeface="+mn-ea"/>
                <a:cs typeface="+mn-ea"/>
              </a:rPr>
              <a:t>（</a:t>
            </a:r>
            <a:r>
              <a:rPr lang="en-US" altLang="zh-CN">
                <a:latin typeface="+mn-ea"/>
                <a:cs typeface="+mn-ea"/>
              </a:rPr>
              <a:t>b,n</a:t>
            </a:r>
            <a:r>
              <a:rPr lang="zh-CN" altLang="en-US">
                <a:latin typeface="+mn-ea"/>
                <a:cs typeface="+mn-ea"/>
              </a:rPr>
              <a:t>），</a:t>
            </a:r>
            <a:r>
              <a:rPr lang="en-US" altLang="zh-CN">
                <a:latin typeface="+mn-ea"/>
                <a:cs typeface="+mn-ea"/>
              </a:rPr>
              <a:t>d &gt;1 </a:t>
            </a:r>
            <a:r>
              <a:rPr lang="zh-CN" altLang="en-US">
                <a:latin typeface="+mn-ea"/>
                <a:cs typeface="+mn-ea"/>
              </a:rPr>
              <a:t>则</a:t>
            </a:r>
            <a:r>
              <a:rPr lang="en-US" altLang="zh-CN">
                <a:latin typeface="+mn-ea"/>
                <a:cs typeface="+mn-ea"/>
              </a:rPr>
              <a:t>n</a:t>
            </a:r>
            <a:r>
              <a:rPr lang="zh-CN" altLang="en-US">
                <a:latin typeface="+mn-ea"/>
                <a:cs typeface="+mn-ea"/>
              </a:rPr>
              <a:t>为合数</a:t>
            </a:r>
            <a:endParaRPr lang="en-US" altLang="zh-CN">
              <a:latin typeface="+mn-ea"/>
              <a:cs typeface="+mn-ea"/>
            </a:endParaRPr>
          </a:p>
          <a:p>
            <a:r>
              <a:rPr lang="en-US" altLang="zh-CN">
                <a:latin typeface="+mn-ea"/>
                <a:cs typeface="+mn-ea"/>
              </a:rPr>
              <a:t>3.</a:t>
            </a:r>
            <a:r>
              <a:rPr lang="zh-CN" altLang="en-US">
                <a:latin typeface="+mn-ea"/>
                <a:cs typeface="+mn-ea"/>
              </a:rPr>
              <a:t>计算</a:t>
            </a:r>
            <a:r>
              <a:rPr lang="en-US" altLang="zh-CN">
                <a:latin typeface="+mn-ea"/>
                <a:cs typeface="+mn-ea"/>
              </a:rPr>
              <a:t>r = b</a:t>
            </a:r>
            <a:r>
              <a:rPr lang="en-US" altLang="zh-CN" baseline="30000">
                <a:latin typeface="+mn-ea"/>
                <a:cs typeface="+mn-ea"/>
              </a:rPr>
              <a:t>n-1</a:t>
            </a:r>
            <a:r>
              <a:rPr lang="en-US" altLang="zh-CN">
                <a:latin typeface="+mn-ea"/>
                <a:cs typeface="+mn-ea"/>
              </a:rPr>
              <a:t> (mod n);</a:t>
            </a:r>
            <a:endParaRPr lang="en-US" altLang="zh-CN">
              <a:latin typeface="+mn-ea"/>
              <a:cs typeface="+mn-ea"/>
            </a:endParaRPr>
          </a:p>
          <a:p>
            <a:r>
              <a:rPr lang="en-US" altLang="zh-CN">
                <a:latin typeface="+mn-ea"/>
                <a:cs typeface="+mn-ea"/>
              </a:rPr>
              <a:t>4.</a:t>
            </a:r>
            <a:r>
              <a:rPr lang="zh-CN" altLang="en-US">
                <a:latin typeface="+mn-ea"/>
                <a:cs typeface="+mn-ea"/>
              </a:rPr>
              <a:t>如果</a:t>
            </a:r>
            <a:r>
              <a:rPr lang="en-US" altLang="zh-CN">
                <a:latin typeface="+mn-ea"/>
                <a:cs typeface="+mn-ea"/>
              </a:rPr>
              <a:t>r≠1,</a:t>
            </a:r>
            <a:r>
              <a:rPr lang="zh-CN" altLang="en-US">
                <a:latin typeface="+mn-ea"/>
                <a:cs typeface="+mn-ea"/>
              </a:rPr>
              <a:t>则</a:t>
            </a:r>
            <a:r>
              <a:rPr lang="en-US" altLang="zh-CN">
                <a:latin typeface="+mn-ea"/>
                <a:cs typeface="+mn-ea"/>
              </a:rPr>
              <a:t>n</a:t>
            </a:r>
            <a:r>
              <a:rPr lang="zh-CN" altLang="en-US">
                <a:latin typeface="+mn-ea"/>
                <a:cs typeface="+mn-ea"/>
              </a:rPr>
              <a:t>是合数</a:t>
            </a:r>
            <a:endParaRPr lang="zh-CN" altLang="en-US">
              <a:latin typeface="+mn-ea"/>
              <a:cs typeface="+mn-ea"/>
            </a:endParaRPr>
          </a:p>
          <a:p>
            <a:r>
              <a:rPr lang="en-US" altLang="zh-CN">
                <a:latin typeface="+mn-ea"/>
                <a:cs typeface="+mn-ea"/>
              </a:rPr>
              <a:t>5.</a:t>
            </a:r>
            <a:r>
              <a:rPr lang="zh-CN" altLang="en-US">
                <a:latin typeface="+mn-ea"/>
                <a:cs typeface="+mn-ea"/>
              </a:rPr>
              <a:t>上述过程重复</a:t>
            </a:r>
            <a:r>
              <a:rPr lang="en-US" altLang="zh-CN">
                <a:latin typeface="+mn-ea"/>
                <a:cs typeface="+mn-ea"/>
              </a:rPr>
              <a:t>t</a:t>
            </a:r>
            <a:r>
              <a:rPr lang="zh-CN" altLang="en-US">
                <a:latin typeface="+mn-ea"/>
                <a:cs typeface="+mn-ea"/>
              </a:rPr>
              <a:t>次</a:t>
            </a:r>
            <a:r>
              <a:rPr lang="en-US" altLang="zh-CN">
                <a:latin typeface="+mn-ea"/>
                <a:cs typeface="+mn-ea"/>
              </a:rPr>
              <a:t>.</a:t>
            </a:r>
            <a:endParaRPr lang="en-US" altLang="zh-CN">
              <a:latin typeface="+mn-ea"/>
              <a:cs typeface="+mn-ea"/>
            </a:endParaRPr>
          </a:p>
          <a:p>
            <a:endParaRPr lang="en-US" altLang="zh-CN"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76200"/>
            <a:ext cx="7793038" cy="55245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all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得到一个判断大奇数</a:t>
            </a:r>
            <a:r>
              <a:rPr kumimoji="0" lang="en-US" altLang="zh-CN" sz="3200" b="1" i="0" u="none" strike="noStrike" kern="1200" cap="all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n</a:t>
            </a:r>
            <a:r>
              <a:rPr kumimoji="0" lang="zh-CN" altLang="en-US" sz="3200" b="1" i="0" u="none" strike="noStrike" kern="1200" cap="all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是素数的方法：</a:t>
            </a:r>
            <a:endParaRPr kumimoji="0" lang="zh-CN" altLang="zh-CN" sz="3200" b="1" i="0" u="none" strike="noStrike" kern="1200" cap="all" spc="-6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90115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313" y="685800"/>
            <a:ext cx="8637587" cy="1209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0116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8" y="1931988"/>
            <a:ext cx="2030412" cy="460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011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8" y="2514600"/>
            <a:ext cx="8637587" cy="1123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0118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88" y="3733800"/>
            <a:ext cx="4697412" cy="438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0119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88" y="4343400"/>
            <a:ext cx="8637587" cy="1352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0120" name="灯片编号占位符 3"/>
          <p:cNvSpPr txBox="1">
            <a:spLocks noGrp="1"/>
          </p:cNvSpPr>
          <p:nvPr>
            <p:ph type="sldNum" sz="quarter" idx="12"/>
          </p:nvPr>
        </p:nvSpPr>
        <p:spPr>
          <a:xfrm rot="-5400000">
            <a:off x="8226425" y="5884863"/>
            <a:ext cx="1316038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COMMONDATA" val="eyJoZGlkIjoiMzEwNTM5NzYwMDRjMzkwZTVkZjY2ODkwMGIxNGU0OTU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基本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0</TotalTime>
  <Words>3374</Words>
  <Application>WPS 演示</Application>
  <PresentationFormat>全屏显示(4:3)</PresentationFormat>
  <Paragraphs>367</Paragraphs>
  <Slides>85</Slides>
  <Notes>17</Notes>
  <HiddenSlides>6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291</vt:i4>
      </vt:variant>
      <vt:variant>
        <vt:lpstr>幻灯片标题</vt:lpstr>
      </vt:variant>
      <vt:variant>
        <vt:i4>85</vt:i4>
      </vt:variant>
    </vt:vector>
  </HeadingPairs>
  <TitlesOfParts>
    <vt:vector size="393" baseType="lpstr">
      <vt:lpstr>Arial</vt:lpstr>
      <vt:lpstr>宋体</vt:lpstr>
      <vt:lpstr>Wingdings</vt:lpstr>
      <vt:lpstr>Arial Black</vt:lpstr>
      <vt:lpstr>微软雅黑</vt:lpstr>
      <vt:lpstr>Bookman Old Style</vt:lpstr>
      <vt:lpstr>楷体_GB2312</vt:lpstr>
      <vt:lpstr>新宋体</vt:lpstr>
      <vt:lpstr>Arial Unicode MS</vt:lpstr>
      <vt:lpstr>Times New Roman</vt:lpstr>
      <vt:lpstr>仿宋</vt:lpstr>
      <vt:lpstr>Arial Unicode MS</vt:lpstr>
      <vt:lpstr>黑体</vt:lpstr>
      <vt:lpstr>Cambria Math</vt:lpstr>
      <vt:lpstr>Symbol</vt:lpstr>
      <vt:lpstr>华文新魏</vt:lpstr>
      <vt:lpstr>基本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Equation.Ribbit</vt:lpstr>
      <vt:lpstr>Equation.Ribbit</vt:lpstr>
      <vt:lpstr>Equation.DSMT4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Equation.DSMT4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Equation.Ribbit</vt:lpstr>
      <vt:lpstr>Equation.Ribbit</vt:lpstr>
      <vt:lpstr>Equation.Ribbit</vt:lpstr>
      <vt:lpstr>Equation.DSMT4</vt:lpstr>
      <vt:lpstr>Equation.Ribbit</vt:lpstr>
      <vt:lpstr>Equation.Ribbit</vt:lpstr>
      <vt:lpstr>Equation.Ribbit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Equation.Ribbit</vt:lpstr>
      <vt:lpstr>Equation.DSMT4</vt:lpstr>
      <vt:lpstr>Equation.DSMT4</vt:lpstr>
      <vt:lpstr>Equation.DSMT4</vt:lpstr>
      <vt:lpstr>Equation.DSMT4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Equation.Ribbit</vt:lpstr>
      <vt:lpstr>Equation.DSMT4</vt:lpstr>
      <vt:lpstr>Equation.Ribbit</vt:lpstr>
      <vt:lpstr>Equation.Ribbit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第二章 同余</vt:lpstr>
      <vt:lpstr>第二章 同余</vt:lpstr>
      <vt:lpstr>2.1 同余的概念和基本性质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第二章 同余</vt:lpstr>
      <vt:lpstr>2.2 同余类与剩余系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简化剩余系</vt:lpstr>
      <vt:lpstr>PowerPoint 演示文稿</vt:lpstr>
      <vt:lpstr>有关简化剩余系的定理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欧拉函数的性质及计算方法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2.2 同余类与剩余系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第二章 同余</vt:lpstr>
      <vt:lpstr>2.3 模m的算法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2.4  RSA密码算法</vt:lpstr>
      <vt:lpstr>PowerPoint 演示文稿</vt:lpstr>
      <vt:lpstr>PowerPoint 演示文稿</vt:lpstr>
      <vt:lpstr>4.3.1  算法描述-----密钥生成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素性检测</vt:lpstr>
      <vt:lpstr>PowerPoint 演示文稿</vt:lpstr>
      <vt:lpstr>PowerPoint 演示文稿</vt:lpstr>
      <vt:lpstr>PowerPoint 演示文稿</vt:lpstr>
      <vt:lpstr>PowerPoint 演示文稿</vt:lpstr>
      <vt:lpstr>Fermat素性检测：</vt:lpstr>
      <vt:lpstr>得到一个判断大奇数n是素数的方法：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Administrators</dc:creator>
  <cp:lastModifiedBy>韦平</cp:lastModifiedBy>
  <cp:revision>924</cp:revision>
  <dcterms:created xsi:type="dcterms:W3CDTF">2007-01-31T01:33:00Z</dcterms:created>
  <dcterms:modified xsi:type="dcterms:W3CDTF">2025-11-03T15:18:35Z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99E8145F134043128B0238F3B460A441_12</vt:lpwstr>
  </property>
  <property fmtid="{D5CDD505-2E9C-101B-9397-08002B2CF9AE}" pid="3" name="KSOProductBuildVer">
    <vt:lpwstr>2052-12.1.0.23125</vt:lpwstr>
  </property>
</Properties>
</file>