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63" r:id="rId3"/>
    <p:sldId id="287" r:id="rId4"/>
    <p:sldId id="264" r:id="rId5"/>
    <p:sldId id="256" r:id="rId6"/>
    <p:sldId id="257" r:id="rId7"/>
    <p:sldId id="258" r:id="rId8"/>
    <p:sldId id="265" r:id="rId9"/>
    <p:sldId id="276" r:id="rId10"/>
    <p:sldId id="267" r:id="rId11"/>
    <p:sldId id="318" r:id="rId12"/>
    <p:sldId id="274" r:id="rId13"/>
    <p:sldId id="288" r:id="rId14"/>
    <p:sldId id="289" r:id="rId15"/>
    <p:sldId id="319" r:id="rId16"/>
    <p:sldId id="290" r:id="rId17"/>
    <p:sldId id="291" r:id="rId18"/>
    <p:sldId id="293" r:id="rId19"/>
    <p:sldId id="294" r:id="rId21"/>
    <p:sldId id="295" r:id="rId22"/>
    <p:sldId id="296" r:id="rId23"/>
    <p:sldId id="292" r:id="rId24"/>
    <p:sldId id="297" r:id="rId25"/>
    <p:sldId id="298" r:id="rId26"/>
    <p:sldId id="299" r:id="rId27"/>
    <p:sldId id="300" r:id="rId28"/>
    <p:sldId id="301" r:id="rId29"/>
    <p:sldId id="302" r:id="rId30"/>
    <p:sldId id="303" r:id="rId31"/>
    <p:sldId id="304" r:id="rId32"/>
    <p:sldId id="305" r:id="rId33"/>
    <p:sldId id="306" r:id="rId34"/>
    <p:sldId id="307" r:id="rId35"/>
    <p:sldId id="423" r:id="rId36"/>
    <p:sldId id="424" r:id="rId37"/>
    <p:sldId id="425" r:id="rId38"/>
    <p:sldId id="427" r:id="rId39"/>
    <p:sldId id="428" r:id="rId40"/>
    <p:sldId id="351" r:id="rId41"/>
    <p:sldId id="352" r:id="rId42"/>
    <p:sldId id="353" r:id="rId43"/>
    <p:sldId id="354" r:id="rId44"/>
    <p:sldId id="355" r:id="rId45"/>
    <p:sldId id="356" r:id="rId46"/>
    <p:sldId id="357" r:id="rId47"/>
    <p:sldId id="349" r:id="rId48"/>
    <p:sldId id="350" r:id="rId49"/>
    <p:sldId id="342" r:id="rId50"/>
    <p:sldId id="343" r:id="rId51"/>
    <p:sldId id="445" r:id="rId52"/>
    <p:sldId id="364" r:id="rId53"/>
    <p:sldId id="344" r:id="rId54"/>
    <p:sldId id="345" r:id="rId55"/>
    <p:sldId id="358" r:id="rId56"/>
    <p:sldId id="359" r:id="rId57"/>
    <p:sldId id="365" r:id="rId58"/>
    <p:sldId id="367" r:id="rId59"/>
    <p:sldId id="453" r:id="rId60"/>
    <p:sldId id="368" r:id="rId61"/>
    <p:sldId id="369" r:id="rId62"/>
    <p:sldId id="371" r:id="rId63"/>
    <p:sldId id="372" r:id="rId64"/>
    <p:sldId id="373" r:id="rId65"/>
    <p:sldId id="374" r:id="rId66"/>
    <p:sldId id="375" r:id="rId67"/>
    <p:sldId id="376" r:id="rId68"/>
    <p:sldId id="377" r:id="rId69"/>
    <p:sldId id="378" r:id="rId70"/>
    <p:sldId id="379" r:id="rId71"/>
    <p:sldId id="381" r:id="rId72"/>
    <p:sldId id="387" r:id="rId73"/>
    <p:sldId id="402" r:id="rId74"/>
    <p:sldId id="403" r:id="rId75"/>
    <p:sldId id="388" r:id="rId76"/>
    <p:sldId id="389" r:id="rId77"/>
    <p:sldId id="390" r:id="rId78"/>
    <p:sldId id="391" r:id="rId79"/>
    <p:sldId id="405" r:id="rId80"/>
    <p:sldId id="406" r:id="rId81"/>
    <p:sldId id="407" r:id="rId82"/>
    <p:sldId id="408" r:id="rId83"/>
    <p:sldId id="409" r:id="rId84"/>
    <p:sldId id="410" r:id="rId85"/>
    <p:sldId id="415" r:id="rId86"/>
    <p:sldId id="418" r:id="rId87"/>
    <p:sldId id="420" r:id="rId88"/>
    <p:sldId id="421" r:id="rId89"/>
    <p:sldId id="422" r:id="rId90"/>
    <p:sldId id="429" r:id="rId91"/>
    <p:sldId id="430" r:id="rId92"/>
    <p:sldId id="440" r:id="rId93"/>
    <p:sldId id="431" r:id="rId94"/>
    <p:sldId id="452" r:id="rId95"/>
    <p:sldId id="441" r:id="rId96"/>
    <p:sldId id="433" r:id="rId97"/>
    <p:sldId id="434" r:id="rId98"/>
    <p:sldId id="446" r:id="rId99"/>
    <p:sldId id="447" r:id="rId100"/>
    <p:sldId id="448" r:id="rId101"/>
    <p:sldId id="435" r:id="rId102"/>
    <p:sldId id="436" r:id="rId103"/>
    <p:sldId id="437" r:id="rId104"/>
    <p:sldId id="442" r:id="rId105"/>
    <p:sldId id="438" r:id="rId106"/>
  </p:sldIdLst>
  <p:sldSz cx="9144000" cy="6858000" type="screen4x3"/>
  <p:notesSz cx="6858000" cy="9144000"/>
  <p:custDataLst>
    <p:tags r:id="rId110"/>
  </p:custDataLst>
  <p:defaultTex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704020202020204" pitchFamily="34" charset="0"/>
        <a:ea typeface="宋体"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7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7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7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704020202020204" pitchFamily="34" charset="0"/>
        <a:ea typeface="宋体"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704020202020204" pitchFamily="34" charset="0"/>
        <a:ea typeface="宋体"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704020202020204" pitchFamily="34" charset="0"/>
        <a:ea typeface="宋体"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704020202020204" pitchFamily="34" charset="0"/>
        <a:ea typeface="宋体"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70402020202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FF00FF"/>
    <a:srgbClr val="CCFFCC"/>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7"/>
    <p:restoredTop sz="94698"/>
  </p:normalViewPr>
  <p:slideViewPr>
    <p:cSldViewPr showGuides="1">
      <p:cViewPr>
        <p:scale>
          <a:sx n="116" d="100"/>
          <a:sy n="116" d="100"/>
        </p:scale>
        <p:origin x="561" y="8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404"/>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0" Type="http://schemas.openxmlformats.org/officeDocument/2006/relationships/tags" Target="tags/tag1.xml"/><Relationship Id="rId11" Type="http://schemas.openxmlformats.org/officeDocument/2006/relationships/slide" Target="slides/slide9.xml"/><Relationship Id="rId109" Type="http://schemas.openxmlformats.org/officeDocument/2006/relationships/tableStyles" Target="tableStyles.xml"/><Relationship Id="rId108" Type="http://schemas.openxmlformats.org/officeDocument/2006/relationships/viewProps" Target="viewProps.xml"/><Relationship Id="rId107" Type="http://schemas.openxmlformats.org/officeDocument/2006/relationships/presProps" Target="presProps.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5#1">
  <dgm:title val=""/>
  <dgm:desc val=""/>
  <dgm:catLst>
    <dgm:cat type="accent1" pri="11500"/>
  </dgm:catLst>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5#2">
  <dgm:title val=""/>
  <dgm:desc val=""/>
  <dgm:catLst>
    <dgm:cat type="accent1" pri="11500"/>
  </dgm:catLst>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5#3">
  <dgm:title val=""/>
  <dgm:desc val=""/>
  <dgm:catLst>
    <dgm:cat type="accent1" pri="11500"/>
  </dgm:catLst>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5#4">
  <dgm:title val=""/>
  <dgm:desc val=""/>
  <dgm:catLst>
    <dgm:cat type="accent1" pri="11500"/>
  </dgm:catLst>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B08E399-9921-4139-B752-ECACD347226F}" type="doc">
      <dgm:prSet loTypeId="urn:microsoft.com/office/officeart/2008/layout/LinedList" loCatId="list" qsTypeId="urn:microsoft.com/office/officeart/2005/8/quickstyle/simple5#1" qsCatId="simple" csTypeId="urn:microsoft.com/office/officeart/2005/8/colors/accent1_5#1" csCatId="accent1" phldr="1"/>
      <dgm:spPr/>
      <dgm:t>
        <a:bodyPr/>
        <a:lstStyle/>
        <a:p>
          <a:endParaRPr lang="zh-CN" altLang="en-US"/>
        </a:p>
      </dgm:t>
    </dgm:pt>
    <dgm:pt modelId="{5B587282-1D23-4C3B-B33C-0DF1400429E4}">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3.1 </a:t>
          </a:r>
          <a:r>
            <a:rPr lang="zh-CN" altLang="en-US" sz="2400" b="1" baseline="0" dirty="0">
              <a:solidFill>
                <a:schemeClr val="tx1"/>
              </a:solidFill>
              <a:latin typeface="Times New Roman" panose="02020603050405020304" pitchFamily="18" charset="0"/>
              <a:ea typeface="仿宋" panose="02010609060101010101" pitchFamily="49" charset="-122"/>
            </a:rPr>
            <a:t>同余方程与中国剩余定理</a:t>
          </a:r>
          <a:endParaRPr lang="zh-CN" altLang="en-US" sz="2400" baseline="0" dirty="0">
            <a:solidFill>
              <a:schemeClr val="tx1"/>
            </a:solidFill>
            <a:latin typeface="Times New Roman" panose="02020603050405020304" pitchFamily="18" charset="0"/>
            <a:ea typeface="仿宋" panose="02010609060101010101" pitchFamily="49" charset="-122"/>
          </a:endParaRPr>
        </a:p>
      </dgm:t>
    </dgm:pt>
    <dgm:pt modelId="{34E511F3-DE50-4388-A924-A7A9B8371FCC}" cxnId="{8EC8A715-4215-4CEB-A1D9-7BF65BAD0BCA}" type="par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47369CDD-F847-4A51-93CE-6954D92278A6}" cxnId="{8EC8A715-4215-4CEB-A1D9-7BF65BAD0BCA}" type="sib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7367BAF-098D-4FEC-868B-369A77299E06}">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3.2 </a:t>
          </a:r>
          <a:r>
            <a:rPr lang="zh-CN" altLang="en-US" sz="2400" b="1" baseline="0" dirty="0">
              <a:solidFill>
                <a:schemeClr val="tx1"/>
              </a:solidFill>
              <a:latin typeface="Times New Roman" panose="02020603050405020304" pitchFamily="18" charset="0"/>
              <a:ea typeface="仿宋" panose="02010609060101010101" pitchFamily="49" charset="-122"/>
            </a:rPr>
            <a:t>二次同余方程与二次剩余</a:t>
          </a:r>
          <a:endParaRPr lang="zh-CN" altLang="en-US" sz="2400" baseline="0" dirty="0">
            <a:solidFill>
              <a:schemeClr val="tx1"/>
            </a:solidFill>
            <a:latin typeface="Times New Roman" panose="02020603050405020304" pitchFamily="18" charset="0"/>
            <a:ea typeface="仿宋" panose="02010609060101010101" pitchFamily="49" charset="-122"/>
          </a:endParaRPr>
        </a:p>
      </dgm:t>
    </dgm:pt>
    <dgm:pt modelId="{FB129CD2-60D9-4C8A-A263-5D145C3CEC24}" cxnId="{52D087A4-A786-49AC-9B5A-67E04990FA81}" type="sib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0D4B22EF-3916-41D3-8804-212FA29D7A9F}" cxnId="{52D087A4-A786-49AC-9B5A-67E04990FA81}" type="par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F653D2DE-7A78-40AE-AFA4-53562054D6AC}">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3.3</a:t>
          </a:r>
          <a:r>
            <a:rPr lang="en-US" altLang="zh-CN" sz="2400" b="1" baseline="0" dirty="0">
              <a:solidFill>
                <a:schemeClr val="tx1"/>
              </a:solidFill>
              <a:latin typeface="Times New Roman" panose="02020603050405020304" pitchFamily="18" charset="0"/>
              <a:ea typeface="仿宋" panose="02010609060101010101" pitchFamily="49" charset="-122"/>
            </a:rPr>
            <a:t> </a:t>
          </a:r>
          <a:r>
            <a:rPr lang="zh-CN" altLang="en-US" sz="2400" b="1" baseline="0" dirty="0">
              <a:solidFill>
                <a:schemeClr val="tx1"/>
              </a:solidFill>
              <a:latin typeface="Times New Roman" panose="02020603050405020304" pitchFamily="18" charset="0"/>
              <a:ea typeface="仿宋" panose="02010609060101010101" pitchFamily="49" charset="-122"/>
            </a:rPr>
            <a:t>模</a:t>
          </a:r>
          <a:r>
            <a:rPr lang="en-US" altLang="zh-CN" sz="2400" b="1" baseline="0" dirty="0">
              <a:solidFill>
                <a:schemeClr val="tx1"/>
              </a:solidFill>
              <a:latin typeface="Times New Roman" panose="02020603050405020304" pitchFamily="18" charset="0"/>
              <a:ea typeface="仿宋" panose="02010609060101010101" pitchFamily="49" charset="-122"/>
            </a:rPr>
            <a:t>P</a:t>
          </a:r>
          <a:r>
            <a:rPr lang="zh-CN" altLang="en-US" sz="2400" b="1" baseline="0" dirty="0">
              <a:solidFill>
                <a:schemeClr val="tx1"/>
              </a:solidFill>
              <a:latin typeface="Times New Roman" panose="02020603050405020304" pitchFamily="18" charset="0"/>
              <a:ea typeface="仿宋" panose="02010609060101010101" pitchFamily="49" charset="-122"/>
            </a:rPr>
            <a:t>的平方根</a:t>
          </a:r>
        </a:p>
      </dgm:t>
    </dgm:pt>
    <dgm:pt modelId="{BD95B789-F732-47F7-B5CE-AC315958064A}" cxnId="{CC6A1092-7D05-41AF-9B14-6BE61CBAD897}" type="parTrans">
      <dgm:prSet/>
      <dgm:spPr/>
      <dgm:t>
        <a:bodyPr/>
        <a:lstStyle/>
        <a:p>
          <a:endParaRPr lang="zh-CN" altLang="en-US"/>
        </a:p>
      </dgm:t>
    </dgm:pt>
    <dgm:pt modelId="{EFD2BD8F-8218-413F-B83C-BD274DD81B2D}" cxnId="{CC6A1092-7D05-41AF-9B14-6BE61CBAD897}" type="sibTrans">
      <dgm:prSet/>
      <dgm:spPr/>
      <dgm:t>
        <a:bodyPr/>
        <a:lstStyle/>
        <a:p>
          <a:endParaRPr lang="zh-CN" altLang="en-US"/>
        </a:p>
      </dgm:t>
    </dgm:pt>
    <dgm:pt modelId="{517D2225-25AA-4EF2-9D49-AEED48543E43}">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3.4 </a:t>
          </a:r>
          <a:r>
            <a:rPr lang="en-US" altLang="zh-CN" sz="2400" b="1" baseline="0" dirty="0">
              <a:solidFill>
                <a:schemeClr val="tx1"/>
              </a:solidFill>
              <a:latin typeface="Times New Roman" panose="02020603050405020304" pitchFamily="18" charset="0"/>
              <a:ea typeface="仿宋" panose="02010609060101010101" pitchFamily="49" charset="-122"/>
            </a:rPr>
            <a:t>Rabin</a:t>
          </a:r>
          <a:r>
            <a:rPr lang="zh-CN" altLang="en-US" sz="2400" b="1" baseline="0" dirty="0">
              <a:solidFill>
                <a:schemeClr val="tx1"/>
              </a:solidFill>
              <a:latin typeface="Times New Roman" panose="02020603050405020304" pitchFamily="18" charset="0"/>
              <a:ea typeface="仿宋" panose="02010609060101010101" pitchFamily="49" charset="-122"/>
            </a:rPr>
            <a:t>公钥加密算法</a:t>
          </a:r>
        </a:p>
      </dgm:t>
    </dgm:pt>
    <dgm:pt modelId="{02F10ACB-E782-4053-A72E-1CEB38CEF2C3}" cxnId="{86602369-45B7-450A-8386-0F644E51022E}" type="parTrans">
      <dgm:prSet/>
      <dgm:spPr/>
      <dgm:t>
        <a:bodyPr/>
        <a:lstStyle/>
        <a:p>
          <a:endParaRPr lang="zh-CN" altLang="en-US"/>
        </a:p>
      </dgm:t>
    </dgm:pt>
    <dgm:pt modelId="{CB2C24A9-7938-40AB-BBFE-AC8C12B5A33B}" cxnId="{86602369-45B7-450A-8386-0F644E51022E}" type="sibTrans">
      <dgm:prSet/>
      <dgm:spPr/>
      <dgm:t>
        <a:bodyPr/>
        <a:lstStyle/>
        <a:p>
          <a:endParaRPr lang="zh-CN" altLang="en-US"/>
        </a:p>
      </dgm:t>
    </dgm:pt>
    <dgm:pt modelId="{C5D0177C-A2D9-4248-AEA9-4213CA2FBCFB}" type="pres">
      <dgm:prSet presAssocID="{7B08E399-9921-4139-B752-ECACD347226F}" presName="vert0" presStyleCnt="0">
        <dgm:presLayoutVars>
          <dgm:dir/>
          <dgm:animOne val="branch"/>
          <dgm:animLvl val="lvl"/>
        </dgm:presLayoutVars>
      </dgm:prSet>
      <dgm:spPr/>
    </dgm:pt>
    <dgm:pt modelId="{B1EE8B11-EC21-40F5-A1CA-EFBAA82C8C09}" type="pres">
      <dgm:prSet presAssocID="{5B587282-1D23-4C3B-B33C-0DF1400429E4}" presName="thickLine" presStyleLbl="alignNode1" presStyleIdx="0" presStyleCnt="4"/>
      <dgm:spPr/>
    </dgm:pt>
    <dgm:pt modelId="{A150FF3E-328C-4BA2-9425-9199F68DCD71}" type="pres">
      <dgm:prSet presAssocID="{5B587282-1D23-4C3B-B33C-0DF1400429E4}" presName="horz1" presStyleCnt="0"/>
      <dgm:spPr/>
    </dgm:pt>
    <dgm:pt modelId="{2EDCB101-B03A-445D-9713-E783CA0643FA}" type="pres">
      <dgm:prSet presAssocID="{5B587282-1D23-4C3B-B33C-0DF1400429E4}" presName="tx1" presStyleLbl="revTx" presStyleIdx="0" presStyleCnt="4"/>
      <dgm:spPr/>
    </dgm:pt>
    <dgm:pt modelId="{492AB1F4-CA0F-4078-B1FE-F0910CDE77DB}" type="pres">
      <dgm:prSet presAssocID="{5B587282-1D23-4C3B-B33C-0DF1400429E4}" presName="vert1" presStyleCnt="0"/>
      <dgm:spPr/>
    </dgm:pt>
    <dgm:pt modelId="{273E0C8D-CF0A-4EDE-9B32-31DC22E5F826}" type="pres">
      <dgm:prSet presAssocID="{37367BAF-098D-4FEC-868B-369A77299E06}" presName="thickLine" presStyleLbl="alignNode1" presStyleIdx="1" presStyleCnt="4"/>
      <dgm:spPr/>
    </dgm:pt>
    <dgm:pt modelId="{D418196C-E0E3-4BED-BAB0-717089EE25CC}" type="pres">
      <dgm:prSet presAssocID="{37367BAF-098D-4FEC-868B-369A77299E06}" presName="horz1" presStyleCnt="0"/>
      <dgm:spPr/>
    </dgm:pt>
    <dgm:pt modelId="{5CEB0A85-0373-41DA-9E73-6C7EB3993FC5}" type="pres">
      <dgm:prSet presAssocID="{37367BAF-098D-4FEC-868B-369A77299E06}" presName="tx1" presStyleLbl="revTx" presStyleIdx="1" presStyleCnt="4"/>
      <dgm:spPr/>
    </dgm:pt>
    <dgm:pt modelId="{F8C14C38-9F4E-428D-A1CA-B79AB98F209C}" type="pres">
      <dgm:prSet presAssocID="{37367BAF-098D-4FEC-868B-369A77299E06}" presName="vert1" presStyleCnt="0"/>
      <dgm:spPr/>
    </dgm:pt>
    <dgm:pt modelId="{A6523A13-33B2-4484-90CB-2BCD654B41E4}" type="pres">
      <dgm:prSet presAssocID="{F653D2DE-7A78-40AE-AFA4-53562054D6AC}" presName="thickLine" presStyleLbl="alignNode1" presStyleIdx="2" presStyleCnt="4"/>
      <dgm:spPr/>
    </dgm:pt>
    <dgm:pt modelId="{D031453C-5AF7-48F8-956D-9FCBB704F9B7}" type="pres">
      <dgm:prSet presAssocID="{F653D2DE-7A78-40AE-AFA4-53562054D6AC}" presName="horz1" presStyleCnt="0"/>
      <dgm:spPr/>
    </dgm:pt>
    <dgm:pt modelId="{FE9DBB3D-4A09-4DD3-8DFE-CE25594CB0E3}" type="pres">
      <dgm:prSet presAssocID="{F653D2DE-7A78-40AE-AFA4-53562054D6AC}" presName="tx1" presStyleLbl="revTx" presStyleIdx="2" presStyleCnt="4"/>
      <dgm:spPr/>
    </dgm:pt>
    <dgm:pt modelId="{9B22064A-F5E0-43BF-9858-AF75291D00ED}" type="pres">
      <dgm:prSet presAssocID="{F653D2DE-7A78-40AE-AFA4-53562054D6AC}" presName="vert1" presStyleCnt="0"/>
      <dgm:spPr/>
    </dgm:pt>
    <dgm:pt modelId="{A890991C-3E91-47B1-8A9D-6A098A1411FB}" type="pres">
      <dgm:prSet presAssocID="{517D2225-25AA-4EF2-9D49-AEED48543E43}" presName="thickLine" presStyleLbl="alignNode1" presStyleIdx="3" presStyleCnt="4"/>
      <dgm:spPr/>
    </dgm:pt>
    <dgm:pt modelId="{0920DED0-EBBF-43FA-A4E0-78AFA00B3059}" type="pres">
      <dgm:prSet presAssocID="{517D2225-25AA-4EF2-9D49-AEED48543E43}" presName="horz1" presStyleCnt="0"/>
      <dgm:spPr/>
    </dgm:pt>
    <dgm:pt modelId="{47DDD551-CDB4-45C4-B5FD-7D5841E47781}" type="pres">
      <dgm:prSet presAssocID="{517D2225-25AA-4EF2-9D49-AEED48543E43}" presName="tx1" presStyleLbl="revTx" presStyleIdx="3" presStyleCnt="4"/>
      <dgm:spPr/>
    </dgm:pt>
    <dgm:pt modelId="{5A449583-DFAB-4458-B2E7-1EF27A1B8859}" type="pres">
      <dgm:prSet presAssocID="{517D2225-25AA-4EF2-9D49-AEED48543E43}" presName="vert1" presStyleCnt="0"/>
      <dgm:spPr/>
    </dgm:pt>
  </dgm:ptLst>
  <dgm:cxnLst>
    <dgm:cxn modelId="{73929000-D29A-40B3-BD34-5C26F533C2BB}" type="presOf" srcId="{37367BAF-098D-4FEC-868B-369A77299E06}" destId="{5CEB0A85-0373-41DA-9E73-6C7EB3993FC5}" srcOrd="0" destOrd="0" presId="urn:microsoft.com/office/officeart/2008/layout/LinedList"/>
    <dgm:cxn modelId="{8EC8A715-4215-4CEB-A1D9-7BF65BAD0BCA}" srcId="{7B08E399-9921-4139-B752-ECACD347226F}" destId="{5B587282-1D23-4C3B-B33C-0DF1400429E4}" srcOrd="0" destOrd="0" parTransId="{34E511F3-DE50-4388-A924-A7A9B8371FCC}" sibTransId="{47369CDD-F847-4A51-93CE-6954D92278A6}"/>
    <dgm:cxn modelId="{71794F5F-16B5-4E87-87D4-D3601FB64968}" type="presOf" srcId="{7B08E399-9921-4139-B752-ECACD347226F}" destId="{C5D0177C-A2D9-4248-AEA9-4213CA2FBCFB}" srcOrd="0" destOrd="0" presId="urn:microsoft.com/office/officeart/2008/layout/LinedList"/>
    <dgm:cxn modelId="{86602369-45B7-450A-8386-0F644E51022E}" srcId="{7B08E399-9921-4139-B752-ECACD347226F}" destId="{517D2225-25AA-4EF2-9D49-AEED48543E43}" srcOrd="3" destOrd="0" parTransId="{02F10ACB-E782-4053-A72E-1CEB38CEF2C3}" sibTransId="{CB2C24A9-7938-40AB-BBFE-AC8C12B5A33B}"/>
    <dgm:cxn modelId="{B6372085-E641-4621-A335-CDD7BFDDBD06}" type="presOf" srcId="{517D2225-25AA-4EF2-9D49-AEED48543E43}" destId="{47DDD551-CDB4-45C4-B5FD-7D5841E47781}" srcOrd="0" destOrd="0" presId="urn:microsoft.com/office/officeart/2008/layout/LinedList"/>
    <dgm:cxn modelId="{CC6A1092-7D05-41AF-9B14-6BE61CBAD897}" srcId="{7B08E399-9921-4139-B752-ECACD347226F}" destId="{F653D2DE-7A78-40AE-AFA4-53562054D6AC}" srcOrd="2" destOrd="0" parTransId="{BD95B789-F732-47F7-B5CE-AC315958064A}" sibTransId="{EFD2BD8F-8218-413F-B83C-BD274DD81B2D}"/>
    <dgm:cxn modelId="{52D087A4-A786-49AC-9B5A-67E04990FA81}" srcId="{7B08E399-9921-4139-B752-ECACD347226F}" destId="{37367BAF-098D-4FEC-868B-369A77299E06}" srcOrd="1" destOrd="0" parTransId="{0D4B22EF-3916-41D3-8804-212FA29D7A9F}" sibTransId="{FB129CD2-60D9-4C8A-A263-5D145C3CEC24}"/>
    <dgm:cxn modelId="{2F5CEEA6-59EB-4E57-B815-4BC8A8B0A235}" type="presOf" srcId="{5B587282-1D23-4C3B-B33C-0DF1400429E4}" destId="{2EDCB101-B03A-445D-9713-E783CA0643FA}" srcOrd="0" destOrd="0" presId="urn:microsoft.com/office/officeart/2008/layout/LinedList"/>
    <dgm:cxn modelId="{96DE07E0-9B5F-4919-8529-537FB2547E5B}" type="presOf" srcId="{F653D2DE-7A78-40AE-AFA4-53562054D6AC}" destId="{FE9DBB3D-4A09-4DD3-8DFE-CE25594CB0E3}" srcOrd="0" destOrd="0" presId="urn:microsoft.com/office/officeart/2008/layout/LinedList"/>
    <dgm:cxn modelId="{A5610087-95A8-4ED3-899F-A213B78EDE53}" type="presParOf" srcId="{C5D0177C-A2D9-4248-AEA9-4213CA2FBCFB}" destId="{B1EE8B11-EC21-40F5-A1CA-EFBAA82C8C09}" srcOrd="0" destOrd="0" presId="urn:microsoft.com/office/officeart/2008/layout/LinedList"/>
    <dgm:cxn modelId="{D81D96FE-2F6C-456E-850F-678728098594}" type="presParOf" srcId="{C5D0177C-A2D9-4248-AEA9-4213CA2FBCFB}" destId="{A150FF3E-328C-4BA2-9425-9199F68DCD71}" srcOrd="1" destOrd="0" presId="urn:microsoft.com/office/officeart/2008/layout/LinedList"/>
    <dgm:cxn modelId="{55F201F5-B2CB-4C61-8FBE-F63208381CA3}" type="presParOf" srcId="{A150FF3E-328C-4BA2-9425-9199F68DCD71}" destId="{2EDCB101-B03A-445D-9713-E783CA0643FA}" srcOrd="0" destOrd="0" presId="urn:microsoft.com/office/officeart/2008/layout/LinedList"/>
    <dgm:cxn modelId="{993965E6-F329-4564-946D-590573B8AEB5}" type="presParOf" srcId="{A150FF3E-328C-4BA2-9425-9199F68DCD71}" destId="{492AB1F4-CA0F-4078-B1FE-F0910CDE77DB}" srcOrd="1" destOrd="0" presId="urn:microsoft.com/office/officeart/2008/layout/LinedList"/>
    <dgm:cxn modelId="{A6DA6F6D-BFD3-4311-B062-5B19C54C52EA}" type="presParOf" srcId="{C5D0177C-A2D9-4248-AEA9-4213CA2FBCFB}" destId="{273E0C8D-CF0A-4EDE-9B32-31DC22E5F826}" srcOrd="2" destOrd="0" presId="urn:microsoft.com/office/officeart/2008/layout/LinedList"/>
    <dgm:cxn modelId="{4F91C580-1460-4001-A191-C2CD3620828A}" type="presParOf" srcId="{C5D0177C-A2D9-4248-AEA9-4213CA2FBCFB}" destId="{D418196C-E0E3-4BED-BAB0-717089EE25CC}" srcOrd="3" destOrd="0" presId="urn:microsoft.com/office/officeart/2008/layout/LinedList"/>
    <dgm:cxn modelId="{1EF96463-D501-492B-BBBB-9EE366E230C5}" type="presParOf" srcId="{D418196C-E0E3-4BED-BAB0-717089EE25CC}" destId="{5CEB0A85-0373-41DA-9E73-6C7EB3993FC5}" srcOrd="0" destOrd="0" presId="urn:microsoft.com/office/officeart/2008/layout/LinedList"/>
    <dgm:cxn modelId="{493BF8DD-90FA-470C-9AC0-70E7F94A0564}" type="presParOf" srcId="{D418196C-E0E3-4BED-BAB0-717089EE25CC}" destId="{F8C14C38-9F4E-428D-A1CA-B79AB98F209C}" srcOrd="1" destOrd="0" presId="urn:microsoft.com/office/officeart/2008/layout/LinedList"/>
    <dgm:cxn modelId="{0E5D57A3-CBC9-4373-AC02-71ADC6995BCC}" type="presParOf" srcId="{C5D0177C-A2D9-4248-AEA9-4213CA2FBCFB}" destId="{A6523A13-33B2-4484-90CB-2BCD654B41E4}" srcOrd="4" destOrd="0" presId="urn:microsoft.com/office/officeart/2008/layout/LinedList"/>
    <dgm:cxn modelId="{7ADC0A23-1ED4-4D6B-A7A2-CA943AD89688}" type="presParOf" srcId="{C5D0177C-A2D9-4248-AEA9-4213CA2FBCFB}" destId="{D031453C-5AF7-48F8-956D-9FCBB704F9B7}" srcOrd="5" destOrd="0" presId="urn:microsoft.com/office/officeart/2008/layout/LinedList"/>
    <dgm:cxn modelId="{6535C7C3-80C7-4513-B583-C7CCFC0D755A}" type="presParOf" srcId="{D031453C-5AF7-48F8-956D-9FCBB704F9B7}" destId="{FE9DBB3D-4A09-4DD3-8DFE-CE25594CB0E3}" srcOrd="0" destOrd="0" presId="urn:microsoft.com/office/officeart/2008/layout/LinedList"/>
    <dgm:cxn modelId="{333B74AD-65A9-42FF-8DDC-8A51251DB750}" type="presParOf" srcId="{D031453C-5AF7-48F8-956D-9FCBB704F9B7}" destId="{9B22064A-F5E0-43BF-9858-AF75291D00ED}" srcOrd="1" destOrd="0" presId="urn:microsoft.com/office/officeart/2008/layout/LinedList"/>
    <dgm:cxn modelId="{EDEF4F3F-DF11-49D0-B39B-E5EE95BC6397}" type="presParOf" srcId="{C5D0177C-A2D9-4248-AEA9-4213CA2FBCFB}" destId="{A890991C-3E91-47B1-8A9D-6A098A1411FB}" srcOrd="6" destOrd="0" presId="urn:microsoft.com/office/officeart/2008/layout/LinedList"/>
    <dgm:cxn modelId="{0DA231E2-42CB-415D-8647-A8B54773E787}" type="presParOf" srcId="{C5D0177C-A2D9-4248-AEA9-4213CA2FBCFB}" destId="{0920DED0-EBBF-43FA-A4E0-78AFA00B3059}" srcOrd="7" destOrd="0" presId="urn:microsoft.com/office/officeart/2008/layout/LinedList"/>
    <dgm:cxn modelId="{58F359C1-8621-49CD-B7D6-880651AF895B}" type="presParOf" srcId="{0920DED0-EBBF-43FA-A4E0-78AFA00B3059}" destId="{47DDD551-CDB4-45C4-B5FD-7D5841E47781}" srcOrd="0" destOrd="0" presId="urn:microsoft.com/office/officeart/2008/layout/LinedList"/>
    <dgm:cxn modelId="{AE3F6796-482E-44D9-9461-5A66BF878B5D}" type="presParOf" srcId="{0920DED0-EBBF-43FA-A4E0-78AFA00B3059}" destId="{5A449583-DFAB-4458-B2E7-1EF27A1B8859}" srcOrd="1" destOrd="0" presId="urn:microsoft.com/office/officeart/2008/layout/Lin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08E399-9921-4139-B752-ECACD347226F}" type="doc">
      <dgm:prSet loTypeId="urn:microsoft.com/office/officeart/2008/layout/LinedList" loCatId="list" qsTypeId="urn:microsoft.com/office/officeart/2005/8/quickstyle/simple5#2" qsCatId="simple" csTypeId="urn:microsoft.com/office/officeart/2005/8/colors/accent1_5#2" csCatId="accent1" phldr="1"/>
      <dgm:spPr/>
      <dgm:t>
        <a:bodyPr/>
        <a:lstStyle/>
        <a:p>
          <a:endParaRPr lang="zh-CN" altLang="en-US"/>
        </a:p>
      </dgm:t>
    </dgm:pt>
    <dgm:pt modelId="{5B587282-1D23-4C3B-B33C-0DF1400429E4}">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3.1 </a:t>
          </a:r>
          <a:r>
            <a:rPr lang="zh-CN" altLang="en-US" sz="2400" b="1" baseline="0" dirty="0">
              <a:solidFill>
                <a:schemeClr val="tx1"/>
              </a:solidFill>
              <a:latin typeface="Times New Roman" panose="02020603050405020304" pitchFamily="18" charset="0"/>
              <a:ea typeface="仿宋" panose="02010609060101010101" pitchFamily="49" charset="-122"/>
            </a:rPr>
            <a:t>同余方程与中国剩余定理</a:t>
          </a:r>
          <a:endParaRPr lang="zh-CN" altLang="en-US" sz="2400" baseline="0" dirty="0">
            <a:solidFill>
              <a:schemeClr val="tx1"/>
            </a:solidFill>
            <a:latin typeface="Times New Roman" panose="02020603050405020304" pitchFamily="18" charset="0"/>
            <a:ea typeface="仿宋" panose="02010609060101010101" pitchFamily="49" charset="-122"/>
          </a:endParaRPr>
        </a:p>
      </dgm:t>
    </dgm:pt>
    <dgm:pt modelId="{34E511F3-DE50-4388-A924-A7A9B8371FCC}" cxnId="{8EC8A715-4215-4CEB-A1D9-7BF65BAD0BCA}" type="par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47369CDD-F847-4A51-93CE-6954D92278A6}" cxnId="{8EC8A715-4215-4CEB-A1D9-7BF65BAD0BCA}" type="sib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7367BAF-098D-4FEC-868B-369A77299E06}">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3.2 </a:t>
          </a:r>
          <a:r>
            <a:rPr lang="zh-CN" altLang="en-US" sz="2400" b="1" baseline="0" dirty="0">
              <a:solidFill>
                <a:schemeClr val="tx1"/>
              </a:solidFill>
              <a:latin typeface="Times New Roman" panose="02020603050405020304" pitchFamily="18" charset="0"/>
              <a:ea typeface="仿宋" panose="02010609060101010101" pitchFamily="49" charset="-122"/>
            </a:rPr>
            <a:t>二次同余方程与二次剩余</a:t>
          </a:r>
          <a:endParaRPr lang="zh-CN" altLang="en-US" sz="2400" baseline="0" dirty="0">
            <a:solidFill>
              <a:schemeClr val="tx1"/>
            </a:solidFill>
            <a:latin typeface="Times New Roman" panose="02020603050405020304" pitchFamily="18" charset="0"/>
            <a:ea typeface="仿宋" panose="02010609060101010101" pitchFamily="49" charset="-122"/>
          </a:endParaRPr>
        </a:p>
      </dgm:t>
    </dgm:pt>
    <dgm:pt modelId="{FB129CD2-60D9-4C8A-A263-5D145C3CEC24}" cxnId="{52D087A4-A786-49AC-9B5A-67E04990FA81}" type="sib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0D4B22EF-3916-41D3-8804-212FA29D7A9F}" cxnId="{52D087A4-A786-49AC-9B5A-67E04990FA81}" type="par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F653D2DE-7A78-40AE-AFA4-53562054D6AC}">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3.3 </a:t>
          </a:r>
          <a:r>
            <a:rPr lang="zh-CN" altLang="en-US" sz="2400" b="1" baseline="0" dirty="0">
              <a:solidFill>
                <a:schemeClr val="tx1"/>
              </a:solidFill>
              <a:latin typeface="Times New Roman" panose="02020603050405020304" pitchFamily="18" charset="0"/>
              <a:ea typeface="仿宋" panose="02010609060101010101" pitchFamily="49" charset="-122"/>
            </a:rPr>
            <a:t>模</a:t>
          </a:r>
          <a:r>
            <a:rPr lang="en-US" altLang="zh-CN" sz="2400" b="1" baseline="0" dirty="0">
              <a:solidFill>
                <a:schemeClr val="tx1"/>
              </a:solidFill>
              <a:latin typeface="Times New Roman" panose="02020603050405020304" pitchFamily="18" charset="0"/>
              <a:ea typeface="仿宋" panose="02010609060101010101" pitchFamily="49" charset="-122"/>
            </a:rPr>
            <a:t>P</a:t>
          </a:r>
          <a:r>
            <a:rPr lang="zh-CN" altLang="en-US" sz="2400" b="1" baseline="0" dirty="0">
              <a:solidFill>
                <a:schemeClr val="tx1"/>
              </a:solidFill>
              <a:latin typeface="Times New Roman" panose="02020603050405020304" pitchFamily="18" charset="0"/>
              <a:ea typeface="仿宋" panose="02010609060101010101" pitchFamily="49" charset="-122"/>
            </a:rPr>
            <a:t>的平方根</a:t>
          </a:r>
        </a:p>
      </dgm:t>
    </dgm:pt>
    <dgm:pt modelId="{BD95B789-F732-47F7-B5CE-AC315958064A}" cxnId="{CC6A1092-7D05-41AF-9B14-6BE61CBAD897}" type="parTrans">
      <dgm:prSet/>
      <dgm:spPr/>
      <dgm:t>
        <a:bodyPr/>
        <a:lstStyle/>
        <a:p>
          <a:endParaRPr lang="zh-CN" altLang="en-US"/>
        </a:p>
      </dgm:t>
    </dgm:pt>
    <dgm:pt modelId="{EFD2BD8F-8218-413F-B83C-BD274DD81B2D}" cxnId="{CC6A1092-7D05-41AF-9B14-6BE61CBAD897}" type="sibTrans">
      <dgm:prSet/>
      <dgm:spPr/>
      <dgm:t>
        <a:bodyPr/>
        <a:lstStyle/>
        <a:p>
          <a:endParaRPr lang="zh-CN" altLang="en-US"/>
        </a:p>
      </dgm:t>
    </dgm:pt>
    <dgm:pt modelId="{517D2225-25AA-4EF2-9D49-AEED48543E43}">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3.4 </a:t>
          </a:r>
          <a:r>
            <a:rPr lang="en-US" altLang="zh-CN" sz="2400" b="1" baseline="0" dirty="0">
              <a:solidFill>
                <a:schemeClr val="tx1"/>
              </a:solidFill>
              <a:latin typeface="Times New Roman" panose="02020603050405020304" pitchFamily="18" charset="0"/>
              <a:ea typeface="仿宋" panose="02010609060101010101" pitchFamily="49" charset="-122"/>
            </a:rPr>
            <a:t>Rabin</a:t>
          </a:r>
          <a:r>
            <a:rPr lang="zh-CN" altLang="en-US" sz="2400" b="1" baseline="0" dirty="0">
              <a:solidFill>
                <a:schemeClr val="tx1"/>
              </a:solidFill>
              <a:latin typeface="Times New Roman" panose="02020603050405020304" pitchFamily="18" charset="0"/>
              <a:ea typeface="仿宋" panose="02010609060101010101" pitchFamily="49" charset="-122"/>
            </a:rPr>
            <a:t>公钥加密算法</a:t>
          </a:r>
        </a:p>
      </dgm:t>
    </dgm:pt>
    <dgm:pt modelId="{02F10ACB-E782-4053-A72E-1CEB38CEF2C3}" cxnId="{86602369-45B7-450A-8386-0F644E51022E}" type="parTrans">
      <dgm:prSet/>
      <dgm:spPr/>
      <dgm:t>
        <a:bodyPr/>
        <a:lstStyle/>
        <a:p>
          <a:endParaRPr lang="zh-CN" altLang="en-US"/>
        </a:p>
      </dgm:t>
    </dgm:pt>
    <dgm:pt modelId="{CB2C24A9-7938-40AB-BBFE-AC8C12B5A33B}" cxnId="{86602369-45B7-450A-8386-0F644E51022E}" type="sibTrans">
      <dgm:prSet/>
      <dgm:spPr/>
      <dgm:t>
        <a:bodyPr/>
        <a:lstStyle/>
        <a:p>
          <a:endParaRPr lang="zh-CN" altLang="en-US"/>
        </a:p>
      </dgm:t>
    </dgm:pt>
    <dgm:pt modelId="{C5D0177C-A2D9-4248-AEA9-4213CA2FBCFB}" type="pres">
      <dgm:prSet presAssocID="{7B08E399-9921-4139-B752-ECACD347226F}" presName="vert0" presStyleCnt="0">
        <dgm:presLayoutVars>
          <dgm:dir/>
          <dgm:animOne val="branch"/>
          <dgm:animLvl val="lvl"/>
        </dgm:presLayoutVars>
      </dgm:prSet>
      <dgm:spPr/>
    </dgm:pt>
    <dgm:pt modelId="{B1EE8B11-EC21-40F5-A1CA-EFBAA82C8C09}" type="pres">
      <dgm:prSet presAssocID="{5B587282-1D23-4C3B-B33C-0DF1400429E4}" presName="thickLine" presStyleLbl="alignNode1" presStyleIdx="0" presStyleCnt="4"/>
      <dgm:spPr/>
    </dgm:pt>
    <dgm:pt modelId="{A150FF3E-328C-4BA2-9425-9199F68DCD71}" type="pres">
      <dgm:prSet presAssocID="{5B587282-1D23-4C3B-B33C-0DF1400429E4}" presName="horz1" presStyleCnt="0"/>
      <dgm:spPr/>
    </dgm:pt>
    <dgm:pt modelId="{2EDCB101-B03A-445D-9713-E783CA0643FA}" type="pres">
      <dgm:prSet presAssocID="{5B587282-1D23-4C3B-B33C-0DF1400429E4}" presName="tx1" presStyleLbl="revTx" presStyleIdx="0" presStyleCnt="4"/>
      <dgm:spPr/>
    </dgm:pt>
    <dgm:pt modelId="{492AB1F4-CA0F-4078-B1FE-F0910CDE77DB}" type="pres">
      <dgm:prSet presAssocID="{5B587282-1D23-4C3B-B33C-0DF1400429E4}" presName="vert1" presStyleCnt="0"/>
      <dgm:spPr/>
    </dgm:pt>
    <dgm:pt modelId="{273E0C8D-CF0A-4EDE-9B32-31DC22E5F826}" type="pres">
      <dgm:prSet presAssocID="{37367BAF-098D-4FEC-868B-369A77299E06}" presName="thickLine" presStyleLbl="alignNode1" presStyleIdx="1" presStyleCnt="4"/>
      <dgm:spPr/>
    </dgm:pt>
    <dgm:pt modelId="{D418196C-E0E3-4BED-BAB0-717089EE25CC}" type="pres">
      <dgm:prSet presAssocID="{37367BAF-098D-4FEC-868B-369A77299E06}" presName="horz1" presStyleCnt="0"/>
      <dgm:spPr/>
    </dgm:pt>
    <dgm:pt modelId="{5CEB0A85-0373-41DA-9E73-6C7EB3993FC5}" type="pres">
      <dgm:prSet presAssocID="{37367BAF-098D-4FEC-868B-369A77299E06}" presName="tx1" presStyleLbl="revTx" presStyleIdx="1" presStyleCnt="4"/>
      <dgm:spPr/>
    </dgm:pt>
    <dgm:pt modelId="{F8C14C38-9F4E-428D-A1CA-B79AB98F209C}" type="pres">
      <dgm:prSet presAssocID="{37367BAF-098D-4FEC-868B-369A77299E06}" presName="vert1" presStyleCnt="0"/>
      <dgm:spPr/>
    </dgm:pt>
    <dgm:pt modelId="{A6523A13-33B2-4484-90CB-2BCD654B41E4}" type="pres">
      <dgm:prSet presAssocID="{F653D2DE-7A78-40AE-AFA4-53562054D6AC}" presName="thickLine" presStyleLbl="alignNode1" presStyleIdx="2" presStyleCnt="4"/>
      <dgm:spPr/>
    </dgm:pt>
    <dgm:pt modelId="{D031453C-5AF7-48F8-956D-9FCBB704F9B7}" type="pres">
      <dgm:prSet presAssocID="{F653D2DE-7A78-40AE-AFA4-53562054D6AC}" presName="horz1" presStyleCnt="0"/>
      <dgm:spPr/>
    </dgm:pt>
    <dgm:pt modelId="{FE9DBB3D-4A09-4DD3-8DFE-CE25594CB0E3}" type="pres">
      <dgm:prSet presAssocID="{F653D2DE-7A78-40AE-AFA4-53562054D6AC}" presName="tx1" presStyleLbl="revTx" presStyleIdx="2" presStyleCnt="4"/>
      <dgm:spPr/>
    </dgm:pt>
    <dgm:pt modelId="{9B22064A-F5E0-43BF-9858-AF75291D00ED}" type="pres">
      <dgm:prSet presAssocID="{F653D2DE-7A78-40AE-AFA4-53562054D6AC}" presName="vert1" presStyleCnt="0"/>
      <dgm:spPr/>
    </dgm:pt>
    <dgm:pt modelId="{A890991C-3E91-47B1-8A9D-6A098A1411FB}" type="pres">
      <dgm:prSet presAssocID="{517D2225-25AA-4EF2-9D49-AEED48543E43}" presName="thickLine" presStyleLbl="alignNode1" presStyleIdx="3" presStyleCnt="4"/>
      <dgm:spPr/>
    </dgm:pt>
    <dgm:pt modelId="{0920DED0-EBBF-43FA-A4E0-78AFA00B3059}" type="pres">
      <dgm:prSet presAssocID="{517D2225-25AA-4EF2-9D49-AEED48543E43}" presName="horz1" presStyleCnt="0"/>
      <dgm:spPr/>
    </dgm:pt>
    <dgm:pt modelId="{47DDD551-CDB4-45C4-B5FD-7D5841E47781}" type="pres">
      <dgm:prSet presAssocID="{517D2225-25AA-4EF2-9D49-AEED48543E43}" presName="tx1" presStyleLbl="revTx" presStyleIdx="3" presStyleCnt="4"/>
      <dgm:spPr/>
    </dgm:pt>
    <dgm:pt modelId="{5A449583-DFAB-4458-B2E7-1EF27A1B8859}" type="pres">
      <dgm:prSet presAssocID="{517D2225-25AA-4EF2-9D49-AEED48543E43}" presName="vert1" presStyleCnt="0"/>
      <dgm:spPr/>
    </dgm:pt>
  </dgm:ptLst>
  <dgm:cxnLst>
    <dgm:cxn modelId="{8EC8A715-4215-4CEB-A1D9-7BF65BAD0BCA}" srcId="{7B08E399-9921-4139-B752-ECACD347226F}" destId="{5B587282-1D23-4C3B-B33C-0DF1400429E4}" srcOrd="0" destOrd="0" parTransId="{34E511F3-DE50-4388-A924-A7A9B8371FCC}" sibTransId="{47369CDD-F847-4A51-93CE-6954D92278A6}"/>
    <dgm:cxn modelId="{78666419-95B7-4737-A5CF-16EEF4DA3004}" type="presOf" srcId="{F653D2DE-7A78-40AE-AFA4-53562054D6AC}" destId="{FE9DBB3D-4A09-4DD3-8DFE-CE25594CB0E3}" srcOrd="0" destOrd="0" presId="urn:microsoft.com/office/officeart/2008/layout/LinedList"/>
    <dgm:cxn modelId="{6D0EA234-C2F9-40EB-AEFC-BB488AC44A4D}" type="presOf" srcId="{7B08E399-9921-4139-B752-ECACD347226F}" destId="{C5D0177C-A2D9-4248-AEA9-4213CA2FBCFB}" srcOrd="0" destOrd="0" presId="urn:microsoft.com/office/officeart/2008/layout/LinedList"/>
    <dgm:cxn modelId="{86602369-45B7-450A-8386-0F644E51022E}" srcId="{7B08E399-9921-4139-B752-ECACD347226F}" destId="{517D2225-25AA-4EF2-9D49-AEED48543E43}" srcOrd="3" destOrd="0" parTransId="{02F10ACB-E782-4053-A72E-1CEB38CEF2C3}" sibTransId="{CB2C24A9-7938-40AB-BBFE-AC8C12B5A33B}"/>
    <dgm:cxn modelId="{02A5CF59-39FC-49ED-B133-47FD5143D97F}" type="presOf" srcId="{5B587282-1D23-4C3B-B33C-0DF1400429E4}" destId="{2EDCB101-B03A-445D-9713-E783CA0643FA}" srcOrd="0" destOrd="0" presId="urn:microsoft.com/office/officeart/2008/layout/LinedList"/>
    <dgm:cxn modelId="{CC6A1092-7D05-41AF-9B14-6BE61CBAD897}" srcId="{7B08E399-9921-4139-B752-ECACD347226F}" destId="{F653D2DE-7A78-40AE-AFA4-53562054D6AC}" srcOrd="2" destOrd="0" parTransId="{BD95B789-F732-47F7-B5CE-AC315958064A}" sibTransId="{EFD2BD8F-8218-413F-B83C-BD274DD81B2D}"/>
    <dgm:cxn modelId="{52D087A4-A786-49AC-9B5A-67E04990FA81}" srcId="{7B08E399-9921-4139-B752-ECACD347226F}" destId="{37367BAF-098D-4FEC-868B-369A77299E06}" srcOrd="1" destOrd="0" parTransId="{0D4B22EF-3916-41D3-8804-212FA29D7A9F}" sibTransId="{FB129CD2-60D9-4C8A-A263-5D145C3CEC24}"/>
    <dgm:cxn modelId="{46BE8DA8-E574-4895-9C16-F0A014A92F1B}" type="presOf" srcId="{517D2225-25AA-4EF2-9D49-AEED48543E43}" destId="{47DDD551-CDB4-45C4-B5FD-7D5841E47781}" srcOrd="0" destOrd="0" presId="urn:microsoft.com/office/officeart/2008/layout/LinedList"/>
    <dgm:cxn modelId="{9001D0B6-CDD3-4459-BF4C-4D1E74E5EB81}" type="presOf" srcId="{37367BAF-098D-4FEC-868B-369A77299E06}" destId="{5CEB0A85-0373-41DA-9E73-6C7EB3993FC5}" srcOrd="0" destOrd="0" presId="urn:microsoft.com/office/officeart/2008/layout/LinedList"/>
    <dgm:cxn modelId="{4DB84F06-E770-4D4D-9C3D-6EC12BCABE9E}" type="presParOf" srcId="{C5D0177C-A2D9-4248-AEA9-4213CA2FBCFB}" destId="{B1EE8B11-EC21-40F5-A1CA-EFBAA82C8C09}" srcOrd="0" destOrd="0" presId="urn:microsoft.com/office/officeart/2008/layout/LinedList"/>
    <dgm:cxn modelId="{76C6E1F0-87BA-4205-9118-BE3AFB264BFB}" type="presParOf" srcId="{C5D0177C-A2D9-4248-AEA9-4213CA2FBCFB}" destId="{A150FF3E-328C-4BA2-9425-9199F68DCD71}" srcOrd="1" destOrd="0" presId="urn:microsoft.com/office/officeart/2008/layout/LinedList"/>
    <dgm:cxn modelId="{AFB3A675-6B13-4BEE-A22F-CC5CC545CE4B}" type="presParOf" srcId="{A150FF3E-328C-4BA2-9425-9199F68DCD71}" destId="{2EDCB101-B03A-445D-9713-E783CA0643FA}" srcOrd="0" destOrd="0" presId="urn:microsoft.com/office/officeart/2008/layout/LinedList"/>
    <dgm:cxn modelId="{72171906-7CF5-4DEE-96AB-72D25B1B2F6E}" type="presParOf" srcId="{A150FF3E-328C-4BA2-9425-9199F68DCD71}" destId="{492AB1F4-CA0F-4078-B1FE-F0910CDE77DB}" srcOrd="1" destOrd="0" presId="urn:microsoft.com/office/officeart/2008/layout/LinedList"/>
    <dgm:cxn modelId="{7AAC1F34-3F57-4392-8E89-7ED90F0F732F}" type="presParOf" srcId="{C5D0177C-A2D9-4248-AEA9-4213CA2FBCFB}" destId="{273E0C8D-CF0A-4EDE-9B32-31DC22E5F826}" srcOrd="2" destOrd="0" presId="urn:microsoft.com/office/officeart/2008/layout/LinedList"/>
    <dgm:cxn modelId="{201962B4-BCB7-44DC-B507-4DAC7AED6F06}" type="presParOf" srcId="{C5D0177C-A2D9-4248-AEA9-4213CA2FBCFB}" destId="{D418196C-E0E3-4BED-BAB0-717089EE25CC}" srcOrd="3" destOrd="0" presId="urn:microsoft.com/office/officeart/2008/layout/LinedList"/>
    <dgm:cxn modelId="{60A28CFD-A4A5-4E64-846B-90A08C6CA59E}" type="presParOf" srcId="{D418196C-E0E3-4BED-BAB0-717089EE25CC}" destId="{5CEB0A85-0373-41DA-9E73-6C7EB3993FC5}" srcOrd="0" destOrd="0" presId="urn:microsoft.com/office/officeart/2008/layout/LinedList"/>
    <dgm:cxn modelId="{86BFAF26-7C23-4228-AEC5-E59274E7D98D}" type="presParOf" srcId="{D418196C-E0E3-4BED-BAB0-717089EE25CC}" destId="{F8C14C38-9F4E-428D-A1CA-B79AB98F209C}" srcOrd="1" destOrd="0" presId="urn:microsoft.com/office/officeart/2008/layout/LinedList"/>
    <dgm:cxn modelId="{5BA0CFF2-DB5C-4285-859F-DDF4CD1337F4}" type="presParOf" srcId="{C5D0177C-A2D9-4248-AEA9-4213CA2FBCFB}" destId="{A6523A13-33B2-4484-90CB-2BCD654B41E4}" srcOrd="4" destOrd="0" presId="urn:microsoft.com/office/officeart/2008/layout/LinedList"/>
    <dgm:cxn modelId="{FA0CCB3D-2877-4281-9161-E01EBEDBF725}" type="presParOf" srcId="{C5D0177C-A2D9-4248-AEA9-4213CA2FBCFB}" destId="{D031453C-5AF7-48F8-956D-9FCBB704F9B7}" srcOrd="5" destOrd="0" presId="urn:microsoft.com/office/officeart/2008/layout/LinedList"/>
    <dgm:cxn modelId="{4457E5FE-213C-4A6B-8112-C0ED2A77D5B2}" type="presParOf" srcId="{D031453C-5AF7-48F8-956D-9FCBB704F9B7}" destId="{FE9DBB3D-4A09-4DD3-8DFE-CE25594CB0E3}" srcOrd="0" destOrd="0" presId="urn:microsoft.com/office/officeart/2008/layout/LinedList"/>
    <dgm:cxn modelId="{1957649B-029F-4913-AED4-3F911D94379C}" type="presParOf" srcId="{D031453C-5AF7-48F8-956D-9FCBB704F9B7}" destId="{9B22064A-F5E0-43BF-9858-AF75291D00ED}" srcOrd="1" destOrd="0" presId="urn:microsoft.com/office/officeart/2008/layout/LinedList"/>
    <dgm:cxn modelId="{9BB97328-5A77-40F5-9447-38D2A4F00C42}" type="presParOf" srcId="{C5D0177C-A2D9-4248-AEA9-4213CA2FBCFB}" destId="{A890991C-3E91-47B1-8A9D-6A098A1411FB}" srcOrd="6" destOrd="0" presId="urn:microsoft.com/office/officeart/2008/layout/LinedList"/>
    <dgm:cxn modelId="{FC2B8402-987E-420B-B96C-F1CC373ED433}" type="presParOf" srcId="{C5D0177C-A2D9-4248-AEA9-4213CA2FBCFB}" destId="{0920DED0-EBBF-43FA-A4E0-78AFA00B3059}" srcOrd="7" destOrd="0" presId="urn:microsoft.com/office/officeart/2008/layout/LinedList"/>
    <dgm:cxn modelId="{0066A1C2-452E-4F63-8A8C-A024A582D317}" type="presParOf" srcId="{0920DED0-EBBF-43FA-A4E0-78AFA00B3059}" destId="{47DDD551-CDB4-45C4-B5FD-7D5841E47781}" srcOrd="0" destOrd="0" presId="urn:microsoft.com/office/officeart/2008/layout/LinedList"/>
    <dgm:cxn modelId="{723A3F66-FE80-4BE0-9BF8-4069023651C5}" type="presParOf" srcId="{0920DED0-EBBF-43FA-A4E0-78AFA00B3059}" destId="{5A449583-DFAB-4458-B2E7-1EF27A1B8859}" srcOrd="1" destOrd="0" presId="urn:microsoft.com/office/officeart/2008/layout/Lin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B08E399-9921-4139-B752-ECACD347226F}" type="doc">
      <dgm:prSet loTypeId="urn:microsoft.com/office/officeart/2008/layout/LinedList" loCatId="list" qsTypeId="urn:microsoft.com/office/officeart/2005/8/quickstyle/simple5#3" qsCatId="simple" csTypeId="urn:microsoft.com/office/officeart/2005/8/colors/accent1_5#3" csCatId="accent1" phldr="1"/>
      <dgm:spPr/>
      <dgm:t>
        <a:bodyPr/>
        <a:lstStyle/>
        <a:p>
          <a:endParaRPr lang="zh-CN" altLang="en-US"/>
        </a:p>
      </dgm:t>
    </dgm:pt>
    <dgm:pt modelId="{5B587282-1D23-4C3B-B33C-0DF1400429E4}">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3.1 </a:t>
          </a:r>
          <a:r>
            <a:rPr lang="zh-CN" altLang="en-US" sz="2400" b="1" baseline="0" dirty="0">
              <a:solidFill>
                <a:schemeClr val="tx1"/>
              </a:solidFill>
              <a:latin typeface="Times New Roman" panose="02020603050405020304" pitchFamily="18" charset="0"/>
              <a:ea typeface="仿宋" panose="02010609060101010101" pitchFamily="49" charset="-122"/>
            </a:rPr>
            <a:t>同余方程与中国剩余定理</a:t>
          </a:r>
          <a:endParaRPr lang="zh-CN" altLang="en-US" sz="2400" baseline="0" dirty="0">
            <a:solidFill>
              <a:schemeClr val="tx1"/>
            </a:solidFill>
            <a:latin typeface="Times New Roman" panose="02020603050405020304" pitchFamily="18" charset="0"/>
            <a:ea typeface="仿宋" panose="02010609060101010101" pitchFamily="49" charset="-122"/>
          </a:endParaRPr>
        </a:p>
      </dgm:t>
    </dgm:pt>
    <dgm:pt modelId="{34E511F3-DE50-4388-A924-A7A9B8371FCC}" cxnId="{8EC8A715-4215-4CEB-A1D9-7BF65BAD0BCA}" type="par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47369CDD-F847-4A51-93CE-6954D92278A6}" cxnId="{8EC8A715-4215-4CEB-A1D9-7BF65BAD0BCA}" type="sib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7367BAF-098D-4FEC-868B-369A77299E06}">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3.2 </a:t>
          </a:r>
          <a:r>
            <a:rPr lang="zh-CN" altLang="en-US" sz="2400" b="1" baseline="0" dirty="0">
              <a:solidFill>
                <a:schemeClr val="tx1"/>
              </a:solidFill>
              <a:latin typeface="Times New Roman" panose="02020603050405020304" pitchFamily="18" charset="0"/>
              <a:ea typeface="仿宋" panose="02010609060101010101" pitchFamily="49" charset="-122"/>
            </a:rPr>
            <a:t>二次同余方程与二次剩余</a:t>
          </a:r>
          <a:endParaRPr lang="zh-CN" altLang="en-US" sz="2400" baseline="0" dirty="0">
            <a:solidFill>
              <a:schemeClr val="tx1"/>
            </a:solidFill>
            <a:latin typeface="Times New Roman" panose="02020603050405020304" pitchFamily="18" charset="0"/>
            <a:ea typeface="仿宋" panose="02010609060101010101" pitchFamily="49" charset="-122"/>
          </a:endParaRPr>
        </a:p>
      </dgm:t>
    </dgm:pt>
    <dgm:pt modelId="{FB129CD2-60D9-4C8A-A263-5D145C3CEC24}" cxnId="{52D087A4-A786-49AC-9B5A-67E04990FA81}" type="sib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0D4B22EF-3916-41D3-8804-212FA29D7A9F}" cxnId="{52D087A4-A786-49AC-9B5A-67E04990FA81}" type="par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F653D2DE-7A78-40AE-AFA4-53562054D6AC}">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3.3</a:t>
          </a:r>
          <a:r>
            <a:rPr lang="en-US" altLang="zh-CN" sz="2400" b="1" baseline="0" dirty="0">
              <a:solidFill>
                <a:schemeClr val="tx1"/>
              </a:solidFill>
              <a:latin typeface="Times New Roman" panose="02020603050405020304" pitchFamily="18" charset="0"/>
              <a:ea typeface="仿宋" panose="02010609060101010101" pitchFamily="49" charset="-122"/>
            </a:rPr>
            <a:t> </a:t>
          </a:r>
          <a:r>
            <a:rPr lang="zh-CN" altLang="en-US" sz="2400" b="1" baseline="0" dirty="0">
              <a:solidFill>
                <a:schemeClr val="tx1"/>
              </a:solidFill>
              <a:latin typeface="Times New Roman" panose="02020603050405020304" pitchFamily="18" charset="0"/>
              <a:ea typeface="仿宋" panose="02010609060101010101" pitchFamily="49" charset="-122"/>
            </a:rPr>
            <a:t>模</a:t>
          </a:r>
          <a:r>
            <a:rPr lang="en-US" altLang="zh-CN" sz="2400" b="1" baseline="0" dirty="0">
              <a:solidFill>
                <a:schemeClr val="tx1"/>
              </a:solidFill>
              <a:latin typeface="Times New Roman" panose="02020603050405020304" pitchFamily="18" charset="0"/>
              <a:ea typeface="仿宋" panose="02010609060101010101" pitchFamily="49" charset="-122"/>
            </a:rPr>
            <a:t>P</a:t>
          </a:r>
          <a:r>
            <a:rPr lang="zh-CN" altLang="en-US" sz="2400" b="1" baseline="0" dirty="0">
              <a:solidFill>
                <a:schemeClr val="tx1"/>
              </a:solidFill>
              <a:latin typeface="Times New Roman" panose="02020603050405020304" pitchFamily="18" charset="0"/>
              <a:ea typeface="仿宋" panose="02010609060101010101" pitchFamily="49" charset="-122"/>
            </a:rPr>
            <a:t>的平方根</a:t>
          </a:r>
        </a:p>
      </dgm:t>
    </dgm:pt>
    <dgm:pt modelId="{BD95B789-F732-47F7-B5CE-AC315958064A}" cxnId="{CC6A1092-7D05-41AF-9B14-6BE61CBAD897}" type="parTrans">
      <dgm:prSet/>
      <dgm:spPr/>
      <dgm:t>
        <a:bodyPr/>
        <a:lstStyle/>
        <a:p>
          <a:endParaRPr lang="zh-CN" altLang="en-US"/>
        </a:p>
      </dgm:t>
    </dgm:pt>
    <dgm:pt modelId="{EFD2BD8F-8218-413F-B83C-BD274DD81B2D}" cxnId="{CC6A1092-7D05-41AF-9B14-6BE61CBAD897}" type="sibTrans">
      <dgm:prSet/>
      <dgm:spPr/>
      <dgm:t>
        <a:bodyPr/>
        <a:lstStyle/>
        <a:p>
          <a:endParaRPr lang="zh-CN" altLang="en-US"/>
        </a:p>
      </dgm:t>
    </dgm:pt>
    <dgm:pt modelId="{517D2225-25AA-4EF2-9D49-AEED48543E43}">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3.4 </a:t>
          </a:r>
          <a:r>
            <a:rPr lang="en-US" altLang="zh-CN" sz="2400" b="1" baseline="0" dirty="0">
              <a:solidFill>
                <a:schemeClr val="tx1"/>
              </a:solidFill>
              <a:latin typeface="Times New Roman" panose="02020603050405020304" pitchFamily="18" charset="0"/>
              <a:ea typeface="仿宋" panose="02010609060101010101" pitchFamily="49" charset="-122"/>
            </a:rPr>
            <a:t>Rabin</a:t>
          </a:r>
          <a:r>
            <a:rPr lang="zh-CN" altLang="en-US" sz="2400" b="1" baseline="0" dirty="0">
              <a:solidFill>
                <a:schemeClr val="tx1"/>
              </a:solidFill>
              <a:latin typeface="Times New Roman" panose="02020603050405020304" pitchFamily="18" charset="0"/>
              <a:ea typeface="仿宋" panose="02010609060101010101" pitchFamily="49" charset="-122"/>
            </a:rPr>
            <a:t>公钥加密算法</a:t>
          </a:r>
        </a:p>
      </dgm:t>
    </dgm:pt>
    <dgm:pt modelId="{02F10ACB-E782-4053-A72E-1CEB38CEF2C3}" cxnId="{86602369-45B7-450A-8386-0F644E51022E}" type="parTrans">
      <dgm:prSet/>
      <dgm:spPr/>
      <dgm:t>
        <a:bodyPr/>
        <a:lstStyle/>
        <a:p>
          <a:endParaRPr lang="zh-CN" altLang="en-US"/>
        </a:p>
      </dgm:t>
    </dgm:pt>
    <dgm:pt modelId="{CB2C24A9-7938-40AB-BBFE-AC8C12B5A33B}" cxnId="{86602369-45B7-450A-8386-0F644E51022E}" type="sibTrans">
      <dgm:prSet/>
      <dgm:spPr/>
      <dgm:t>
        <a:bodyPr/>
        <a:lstStyle/>
        <a:p>
          <a:endParaRPr lang="zh-CN" altLang="en-US"/>
        </a:p>
      </dgm:t>
    </dgm:pt>
    <dgm:pt modelId="{C5D0177C-A2D9-4248-AEA9-4213CA2FBCFB}" type="pres">
      <dgm:prSet presAssocID="{7B08E399-9921-4139-B752-ECACD347226F}" presName="vert0" presStyleCnt="0">
        <dgm:presLayoutVars>
          <dgm:dir/>
          <dgm:animOne val="branch"/>
          <dgm:animLvl val="lvl"/>
        </dgm:presLayoutVars>
      </dgm:prSet>
      <dgm:spPr/>
    </dgm:pt>
    <dgm:pt modelId="{B1EE8B11-EC21-40F5-A1CA-EFBAA82C8C09}" type="pres">
      <dgm:prSet presAssocID="{5B587282-1D23-4C3B-B33C-0DF1400429E4}" presName="thickLine" presStyleLbl="alignNode1" presStyleIdx="0" presStyleCnt="4"/>
      <dgm:spPr/>
    </dgm:pt>
    <dgm:pt modelId="{A150FF3E-328C-4BA2-9425-9199F68DCD71}" type="pres">
      <dgm:prSet presAssocID="{5B587282-1D23-4C3B-B33C-0DF1400429E4}" presName="horz1" presStyleCnt="0"/>
      <dgm:spPr/>
    </dgm:pt>
    <dgm:pt modelId="{2EDCB101-B03A-445D-9713-E783CA0643FA}" type="pres">
      <dgm:prSet presAssocID="{5B587282-1D23-4C3B-B33C-0DF1400429E4}" presName="tx1" presStyleLbl="revTx" presStyleIdx="0" presStyleCnt="4"/>
      <dgm:spPr/>
    </dgm:pt>
    <dgm:pt modelId="{492AB1F4-CA0F-4078-B1FE-F0910CDE77DB}" type="pres">
      <dgm:prSet presAssocID="{5B587282-1D23-4C3B-B33C-0DF1400429E4}" presName="vert1" presStyleCnt="0"/>
      <dgm:spPr/>
    </dgm:pt>
    <dgm:pt modelId="{273E0C8D-CF0A-4EDE-9B32-31DC22E5F826}" type="pres">
      <dgm:prSet presAssocID="{37367BAF-098D-4FEC-868B-369A77299E06}" presName="thickLine" presStyleLbl="alignNode1" presStyleIdx="1" presStyleCnt="4"/>
      <dgm:spPr/>
    </dgm:pt>
    <dgm:pt modelId="{D418196C-E0E3-4BED-BAB0-717089EE25CC}" type="pres">
      <dgm:prSet presAssocID="{37367BAF-098D-4FEC-868B-369A77299E06}" presName="horz1" presStyleCnt="0"/>
      <dgm:spPr/>
    </dgm:pt>
    <dgm:pt modelId="{5CEB0A85-0373-41DA-9E73-6C7EB3993FC5}" type="pres">
      <dgm:prSet presAssocID="{37367BAF-098D-4FEC-868B-369A77299E06}" presName="tx1" presStyleLbl="revTx" presStyleIdx="1" presStyleCnt="4"/>
      <dgm:spPr/>
    </dgm:pt>
    <dgm:pt modelId="{F8C14C38-9F4E-428D-A1CA-B79AB98F209C}" type="pres">
      <dgm:prSet presAssocID="{37367BAF-098D-4FEC-868B-369A77299E06}" presName="vert1" presStyleCnt="0"/>
      <dgm:spPr/>
    </dgm:pt>
    <dgm:pt modelId="{A6523A13-33B2-4484-90CB-2BCD654B41E4}" type="pres">
      <dgm:prSet presAssocID="{F653D2DE-7A78-40AE-AFA4-53562054D6AC}" presName="thickLine" presStyleLbl="alignNode1" presStyleIdx="2" presStyleCnt="4"/>
      <dgm:spPr/>
    </dgm:pt>
    <dgm:pt modelId="{D031453C-5AF7-48F8-956D-9FCBB704F9B7}" type="pres">
      <dgm:prSet presAssocID="{F653D2DE-7A78-40AE-AFA4-53562054D6AC}" presName="horz1" presStyleCnt="0"/>
      <dgm:spPr/>
    </dgm:pt>
    <dgm:pt modelId="{FE9DBB3D-4A09-4DD3-8DFE-CE25594CB0E3}" type="pres">
      <dgm:prSet presAssocID="{F653D2DE-7A78-40AE-AFA4-53562054D6AC}" presName="tx1" presStyleLbl="revTx" presStyleIdx="2" presStyleCnt="4"/>
      <dgm:spPr/>
    </dgm:pt>
    <dgm:pt modelId="{9B22064A-F5E0-43BF-9858-AF75291D00ED}" type="pres">
      <dgm:prSet presAssocID="{F653D2DE-7A78-40AE-AFA4-53562054D6AC}" presName="vert1" presStyleCnt="0"/>
      <dgm:spPr/>
    </dgm:pt>
    <dgm:pt modelId="{A890991C-3E91-47B1-8A9D-6A098A1411FB}" type="pres">
      <dgm:prSet presAssocID="{517D2225-25AA-4EF2-9D49-AEED48543E43}" presName="thickLine" presStyleLbl="alignNode1" presStyleIdx="3" presStyleCnt="4"/>
      <dgm:spPr/>
    </dgm:pt>
    <dgm:pt modelId="{0920DED0-EBBF-43FA-A4E0-78AFA00B3059}" type="pres">
      <dgm:prSet presAssocID="{517D2225-25AA-4EF2-9D49-AEED48543E43}" presName="horz1" presStyleCnt="0"/>
      <dgm:spPr/>
    </dgm:pt>
    <dgm:pt modelId="{47DDD551-CDB4-45C4-B5FD-7D5841E47781}" type="pres">
      <dgm:prSet presAssocID="{517D2225-25AA-4EF2-9D49-AEED48543E43}" presName="tx1" presStyleLbl="revTx" presStyleIdx="3" presStyleCnt="4"/>
      <dgm:spPr/>
    </dgm:pt>
    <dgm:pt modelId="{5A449583-DFAB-4458-B2E7-1EF27A1B8859}" type="pres">
      <dgm:prSet presAssocID="{517D2225-25AA-4EF2-9D49-AEED48543E43}" presName="vert1" presStyleCnt="0"/>
      <dgm:spPr/>
    </dgm:pt>
  </dgm:ptLst>
  <dgm:cxnLst>
    <dgm:cxn modelId="{8EC8A715-4215-4CEB-A1D9-7BF65BAD0BCA}" srcId="{7B08E399-9921-4139-B752-ECACD347226F}" destId="{5B587282-1D23-4C3B-B33C-0DF1400429E4}" srcOrd="0" destOrd="0" parTransId="{34E511F3-DE50-4388-A924-A7A9B8371FCC}" sibTransId="{47369CDD-F847-4A51-93CE-6954D92278A6}"/>
    <dgm:cxn modelId="{515FD35F-04F1-42E7-BD21-6DE73FE0F4CD}" type="presOf" srcId="{7B08E399-9921-4139-B752-ECACD347226F}" destId="{C5D0177C-A2D9-4248-AEA9-4213CA2FBCFB}" srcOrd="0" destOrd="0" presId="urn:microsoft.com/office/officeart/2008/layout/LinedList"/>
    <dgm:cxn modelId="{86602369-45B7-450A-8386-0F644E51022E}" srcId="{7B08E399-9921-4139-B752-ECACD347226F}" destId="{517D2225-25AA-4EF2-9D49-AEED48543E43}" srcOrd="3" destOrd="0" parTransId="{02F10ACB-E782-4053-A72E-1CEB38CEF2C3}" sibTransId="{CB2C24A9-7938-40AB-BBFE-AC8C12B5A33B}"/>
    <dgm:cxn modelId="{1B100D75-8FE4-402F-87DC-819F0D06F36E}" type="presOf" srcId="{517D2225-25AA-4EF2-9D49-AEED48543E43}" destId="{47DDD551-CDB4-45C4-B5FD-7D5841E47781}" srcOrd="0" destOrd="0" presId="urn:microsoft.com/office/officeart/2008/layout/LinedList"/>
    <dgm:cxn modelId="{A8580D7E-B52E-42C4-ACFA-8575AE95F5A8}" type="presOf" srcId="{F653D2DE-7A78-40AE-AFA4-53562054D6AC}" destId="{FE9DBB3D-4A09-4DD3-8DFE-CE25594CB0E3}" srcOrd="0" destOrd="0" presId="urn:microsoft.com/office/officeart/2008/layout/LinedList"/>
    <dgm:cxn modelId="{42745680-6BE6-49CD-8778-0C2465136C6F}" type="presOf" srcId="{5B587282-1D23-4C3B-B33C-0DF1400429E4}" destId="{2EDCB101-B03A-445D-9713-E783CA0643FA}" srcOrd="0" destOrd="0" presId="urn:microsoft.com/office/officeart/2008/layout/LinedList"/>
    <dgm:cxn modelId="{CC6A1092-7D05-41AF-9B14-6BE61CBAD897}" srcId="{7B08E399-9921-4139-B752-ECACD347226F}" destId="{F653D2DE-7A78-40AE-AFA4-53562054D6AC}" srcOrd="2" destOrd="0" parTransId="{BD95B789-F732-47F7-B5CE-AC315958064A}" sibTransId="{EFD2BD8F-8218-413F-B83C-BD274DD81B2D}"/>
    <dgm:cxn modelId="{52D087A4-A786-49AC-9B5A-67E04990FA81}" srcId="{7B08E399-9921-4139-B752-ECACD347226F}" destId="{37367BAF-098D-4FEC-868B-369A77299E06}" srcOrd="1" destOrd="0" parTransId="{0D4B22EF-3916-41D3-8804-212FA29D7A9F}" sibTransId="{FB129CD2-60D9-4C8A-A263-5D145C3CEC24}"/>
    <dgm:cxn modelId="{51E76DD5-9034-43E9-91FF-7BE006B3746D}" type="presOf" srcId="{37367BAF-098D-4FEC-868B-369A77299E06}" destId="{5CEB0A85-0373-41DA-9E73-6C7EB3993FC5}" srcOrd="0" destOrd="0" presId="urn:microsoft.com/office/officeart/2008/layout/LinedList"/>
    <dgm:cxn modelId="{9F858B07-906E-45F8-AC5B-4AF6893D4AE4}" type="presParOf" srcId="{C5D0177C-A2D9-4248-AEA9-4213CA2FBCFB}" destId="{B1EE8B11-EC21-40F5-A1CA-EFBAA82C8C09}" srcOrd="0" destOrd="0" presId="urn:microsoft.com/office/officeart/2008/layout/LinedList"/>
    <dgm:cxn modelId="{841B29C0-F86D-4067-8FB9-E100558682D8}" type="presParOf" srcId="{C5D0177C-A2D9-4248-AEA9-4213CA2FBCFB}" destId="{A150FF3E-328C-4BA2-9425-9199F68DCD71}" srcOrd="1" destOrd="0" presId="urn:microsoft.com/office/officeart/2008/layout/LinedList"/>
    <dgm:cxn modelId="{2134942C-BBFB-42DA-AEF5-622E4488C8D9}" type="presParOf" srcId="{A150FF3E-328C-4BA2-9425-9199F68DCD71}" destId="{2EDCB101-B03A-445D-9713-E783CA0643FA}" srcOrd="0" destOrd="0" presId="urn:microsoft.com/office/officeart/2008/layout/LinedList"/>
    <dgm:cxn modelId="{63584085-925C-488B-806B-DE8C45B613FB}" type="presParOf" srcId="{A150FF3E-328C-4BA2-9425-9199F68DCD71}" destId="{492AB1F4-CA0F-4078-B1FE-F0910CDE77DB}" srcOrd="1" destOrd="0" presId="urn:microsoft.com/office/officeart/2008/layout/LinedList"/>
    <dgm:cxn modelId="{21CFB63F-260D-4D8C-985C-CE167E0ACE3A}" type="presParOf" srcId="{C5D0177C-A2D9-4248-AEA9-4213CA2FBCFB}" destId="{273E0C8D-CF0A-4EDE-9B32-31DC22E5F826}" srcOrd="2" destOrd="0" presId="urn:microsoft.com/office/officeart/2008/layout/LinedList"/>
    <dgm:cxn modelId="{92D57CFD-2BFD-4741-9E5C-26F32EF41031}" type="presParOf" srcId="{C5D0177C-A2D9-4248-AEA9-4213CA2FBCFB}" destId="{D418196C-E0E3-4BED-BAB0-717089EE25CC}" srcOrd="3" destOrd="0" presId="urn:microsoft.com/office/officeart/2008/layout/LinedList"/>
    <dgm:cxn modelId="{A9DB5C6F-C0EA-4A17-A39B-64489DFCC70F}" type="presParOf" srcId="{D418196C-E0E3-4BED-BAB0-717089EE25CC}" destId="{5CEB0A85-0373-41DA-9E73-6C7EB3993FC5}" srcOrd="0" destOrd="0" presId="urn:microsoft.com/office/officeart/2008/layout/LinedList"/>
    <dgm:cxn modelId="{730B5AE9-DED5-4929-B69D-DEB8F4F6986B}" type="presParOf" srcId="{D418196C-E0E3-4BED-BAB0-717089EE25CC}" destId="{F8C14C38-9F4E-428D-A1CA-B79AB98F209C}" srcOrd="1" destOrd="0" presId="urn:microsoft.com/office/officeart/2008/layout/LinedList"/>
    <dgm:cxn modelId="{37195DD6-0C9E-4F30-B6A3-371AB93AB11D}" type="presParOf" srcId="{C5D0177C-A2D9-4248-AEA9-4213CA2FBCFB}" destId="{A6523A13-33B2-4484-90CB-2BCD654B41E4}" srcOrd="4" destOrd="0" presId="urn:microsoft.com/office/officeart/2008/layout/LinedList"/>
    <dgm:cxn modelId="{A585B7CB-9E18-4F60-9193-7C99DAC27154}" type="presParOf" srcId="{C5D0177C-A2D9-4248-AEA9-4213CA2FBCFB}" destId="{D031453C-5AF7-48F8-956D-9FCBB704F9B7}" srcOrd="5" destOrd="0" presId="urn:microsoft.com/office/officeart/2008/layout/LinedList"/>
    <dgm:cxn modelId="{429D3C18-58D4-41D8-A4D2-279725B736B5}" type="presParOf" srcId="{D031453C-5AF7-48F8-956D-9FCBB704F9B7}" destId="{FE9DBB3D-4A09-4DD3-8DFE-CE25594CB0E3}" srcOrd="0" destOrd="0" presId="urn:microsoft.com/office/officeart/2008/layout/LinedList"/>
    <dgm:cxn modelId="{628C805B-4C10-4C79-BE91-013555758EAC}" type="presParOf" srcId="{D031453C-5AF7-48F8-956D-9FCBB704F9B7}" destId="{9B22064A-F5E0-43BF-9858-AF75291D00ED}" srcOrd="1" destOrd="0" presId="urn:microsoft.com/office/officeart/2008/layout/LinedList"/>
    <dgm:cxn modelId="{21E0F38B-27CD-432D-8E32-FEA91A90C17A}" type="presParOf" srcId="{C5D0177C-A2D9-4248-AEA9-4213CA2FBCFB}" destId="{A890991C-3E91-47B1-8A9D-6A098A1411FB}" srcOrd="6" destOrd="0" presId="urn:microsoft.com/office/officeart/2008/layout/LinedList"/>
    <dgm:cxn modelId="{02C16A18-0279-4A07-B65E-367296D78853}" type="presParOf" srcId="{C5D0177C-A2D9-4248-AEA9-4213CA2FBCFB}" destId="{0920DED0-EBBF-43FA-A4E0-78AFA00B3059}" srcOrd="7" destOrd="0" presId="urn:microsoft.com/office/officeart/2008/layout/LinedList"/>
    <dgm:cxn modelId="{30FC0DFD-40A2-4E8B-A8BF-02BAC82556A1}" type="presParOf" srcId="{0920DED0-EBBF-43FA-A4E0-78AFA00B3059}" destId="{47DDD551-CDB4-45C4-B5FD-7D5841E47781}" srcOrd="0" destOrd="0" presId="urn:microsoft.com/office/officeart/2008/layout/LinedList"/>
    <dgm:cxn modelId="{5F145FCE-F000-4665-8783-8C1737C2E6A0}" type="presParOf" srcId="{0920DED0-EBBF-43FA-A4E0-78AFA00B3059}" destId="{5A449583-DFAB-4458-B2E7-1EF27A1B8859}" srcOrd="1" destOrd="0" presId="urn:microsoft.com/office/officeart/2008/layout/Lin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B08E399-9921-4139-B752-ECACD347226F}" type="doc">
      <dgm:prSet loTypeId="urn:microsoft.com/office/officeart/2008/layout/LinedList" loCatId="list" qsTypeId="urn:microsoft.com/office/officeart/2005/8/quickstyle/simple5#4" qsCatId="simple" csTypeId="urn:microsoft.com/office/officeart/2005/8/colors/accent1_5#4" csCatId="accent1" phldr="1"/>
      <dgm:spPr/>
      <dgm:t>
        <a:bodyPr/>
        <a:lstStyle/>
        <a:p>
          <a:endParaRPr lang="zh-CN" altLang="en-US"/>
        </a:p>
      </dgm:t>
    </dgm:pt>
    <dgm:pt modelId="{5B587282-1D23-4C3B-B33C-0DF1400429E4}">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3.1 </a:t>
          </a:r>
          <a:r>
            <a:rPr lang="zh-CN" altLang="en-US" sz="2400" b="1" baseline="0" dirty="0">
              <a:solidFill>
                <a:schemeClr val="tx1"/>
              </a:solidFill>
              <a:latin typeface="Times New Roman" panose="02020603050405020304" pitchFamily="18" charset="0"/>
              <a:ea typeface="仿宋" panose="02010609060101010101" pitchFamily="49" charset="-122"/>
            </a:rPr>
            <a:t>同余方程与中国剩余定理</a:t>
          </a:r>
          <a:endParaRPr lang="zh-CN" altLang="en-US" sz="2400" baseline="0" dirty="0">
            <a:solidFill>
              <a:schemeClr val="tx1"/>
            </a:solidFill>
            <a:latin typeface="Times New Roman" panose="02020603050405020304" pitchFamily="18" charset="0"/>
            <a:ea typeface="仿宋" panose="02010609060101010101" pitchFamily="49" charset="-122"/>
          </a:endParaRPr>
        </a:p>
      </dgm:t>
    </dgm:pt>
    <dgm:pt modelId="{34E511F3-DE50-4388-A924-A7A9B8371FCC}" cxnId="{8EC8A715-4215-4CEB-A1D9-7BF65BAD0BCA}" type="par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47369CDD-F847-4A51-93CE-6954D92278A6}" cxnId="{8EC8A715-4215-4CEB-A1D9-7BF65BAD0BCA}" type="sib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37367BAF-098D-4FEC-868B-369A77299E06}">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3.2 </a:t>
          </a:r>
          <a:r>
            <a:rPr lang="zh-CN" altLang="en-US" sz="2400" b="1" baseline="0" dirty="0">
              <a:solidFill>
                <a:schemeClr val="tx1"/>
              </a:solidFill>
              <a:latin typeface="Times New Roman" panose="02020603050405020304" pitchFamily="18" charset="0"/>
              <a:ea typeface="仿宋" panose="02010609060101010101" pitchFamily="49" charset="-122"/>
            </a:rPr>
            <a:t>二次同余方程与二次剩余</a:t>
          </a:r>
          <a:endParaRPr lang="zh-CN" altLang="en-US" sz="2400" baseline="0" dirty="0">
            <a:solidFill>
              <a:schemeClr val="tx1"/>
            </a:solidFill>
            <a:latin typeface="Times New Roman" panose="02020603050405020304" pitchFamily="18" charset="0"/>
            <a:ea typeface="仿宋" panose="02010609060101010101" pitchFamily="49" charset="-122"/>
          </a:endParaRPr>
        </a:p>
      </dgm:t>
    </dgm:pt>
    <dgm:pt modelId="{FB129CD2-60D9-4C8A-A263-5D145C3CEC24}" cxnId="{52D087A4-A786-49AC-9B5A-67E04990FA81}" type="sib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0D4B22EF-3916-41D3-8804-212FA29D7A9F}" cxnId="{52D087A4-A786-49AC-9B5A-67E04990FA81}" type="parTrans">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F653D2DE-7A78-40AE-AFA4-53562054D6AC}">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3.3</a:t>
          </a:r>
          <a:r>
            <a:rPr lang="en-US" altLang="zh-CN" sz="2400" b="1" baseline="0" dirty="0">
              <a:solidFill>
                <a:schemeClr val="tx1"/>
              </a:solidFill>
              <a:latin typeface="Times New Roman" panose="02020603050405020304" pitchFamily="18" charset="0"/>
              <a:ea typeface="仿宋" panose="02010609060101010101" pitchFamily="49" charset="-122"/>
            </a:rPr>
            <a:t> </a:t>
          </a:r>
          <a:r>
            <a:rPr lang="zh-CN" altLang="en-US" sz="2400" b="1" baseline="0" dirty="0">
              <a:solidFill>
                <a:schemeClr val="tx1"/>
              </a:solidFill>
              <a:latin typeface="Times New Roman" panose="02020603050405020304" pitchFamily="18" charset="0"/>
              <a:ea typeface="仿宋" panose="02010609060101010101" pitchFamily="49" charset="-122"/>
            </a:rPr>
            <a:t>模</a:t>
          </a:r>
          <a:r>
            <a:rPr lang="en-US" altLang="zh-CN" sz="2400" b="1" baseline="0" dirty="0">
              <a:solidFill>
                <a:schemeClr val="tx1"/>
              </a:solidFill>
              <a:latin typeface="Times New Roman" panose="02020603050405020304" pitchFamily="18" charset="0"/>
              <a:ea typeface="仿宋" panose="02010609060101010101" pitchFamily="49" charset="-122"/>
            </a:rPr>
            <a:t>P</a:t>
          </a:r>
          <a:r>
            <a:rPr lang="zh-CN" altLang="en-US" sz="2400" b="1" baseline="0" dirty="0">
              <a:solidFill>
                <a:schemeClr val="tx1"/>
              </a:solidFill>
              <a:latin typeface="Times New Roman" panose="02020603050405020304" pitchFamily="18" charset="0"/>
              <a:ea typeface="仿宋" panose="02010609060101010101" pitchFamily="49" charset="-122"/>
            </a:rPr>
            <a:t>的平方根</a:t>
          </a:r>
        </a:p>
      </dgm:t>
    </dgm:pt>
    <dgm:pt modelId="{BD95B789-F732-47F7-B5CE-AC315958064A}" cxnId="{CC6A1092-7D05-41AF-9B14-6BE61CBAD897}" type="parTrans">
      <dgm:prSet/>
      <dgm:spPr/>
      <dgm:t>
        <a:bodyPr/>
        <a:lstStyle/>
        <a:p>
          <a:endParaRPr lang="zh-CN" altLang="en-US"/>
        </a:p>
      </dgm:t>
    </dgm:pt>
    <dgm:pt modelId="{EFD2BD8F-8218-413F-B83C-BD274DD81B2D}" cxnId="{CC6A1092-7D05-41AF-9B14-6BE61CBAD897}" type="sibTrans">
      <dgm:prSet/>
      <dgm:spPr/>
      <dgm:t>
        <a:bodyPr/>
        <a:lstStyle/>
        <a:p>
          <a:endParaRPr lang="zh-CN" altLang="en-US"/>
        </a:p>
      </dgm:t>
    </dgm:pt>
    <dgm:pt modelId="{517D2225-25AA-4EF2-9D49-AEED48543E43}">
      <dgm:prSet phldrT="[文本]" custT="1"/>
      <dgm:spPr/>
      <dgm:t>
        <a:bodyPr/>
        <a:lstStyle/>
        <a:p>
          <a:r>
            <a:rPr lang="en-US" altLang="zh-CN" sz="2400" baseline="0" dirty="0">
              <a:solidFill>
                <a:schemeClr val="tx1"/>
              </a:solidFill>
              <a:latin typeface="Times New Roman" panose="02020603050405020304" pitchFamily="18" charset="0"/>
              <a:ea typeface="仿宋" panose="02010609060101010101" pitchFamily="49" charset="-122"/>
            </a:rPr>
            <a:t>3.4 </a:t>
          </a:r>
          <a:r>
            <a:rPr lang="en-US" altLang="zh-CN" sz="2400" b="1" baseline="0" dirty="0">
              <a:solidFill>
                <a:schemeClr val="tx1"/>
              </a:solidFill>
              <a:latin typeface="Times New Roman" panose="02020603050405020304" pitchFamily="18" charset="0"/>
              <a:ea typeface="仿宋" panose="02010609060101010101" pitchFamily="49" charset="-122"/>
            </a:rPr>
            <a:t>Rabin</a:t>
          </a:r>
          <a:r>
            <a:rPr lang="zh-CN" altLang="en-US" sz="2400" b="1" baseline="0" dirty="0">
              <a:solidFill>
                <a:schemeClr val="tx1"/>
              </a:solidFill>
              <a:latin typeface="Times New Roman" panose="02020603050405020304" pitchFamily="18" charset="0"/>
              <a:ea typeface="仿宋" panose="02010609060101010101" pitchFamily="49" charset="-122"/>
            </a:rPr>
            <a:t>公钥加密算法</a:t>
          </a:r>
        </a:p>
      </dgm:t>
    </dgm:pt>
    <dgm:pt modelId="{02F10ACB-E782-4053-A72E-1CEB38CEF2C3}" cxnId="{86602369-45B7-450A-8386-0F644E51022E}" type="parTrans">
      <dgm:prSet/>
      <dgm:spPr/>
      <dgm:t>
        <a:bodyPr/>
        <a:lstStyle/>
        <a:p>
          <a:endParaRPr lang="zh-CN" altLang="en-US"/>
        </a:p>
      </dgm:t>
    </dgm:pt>
    <dgm:pt modelId="{CB2C24A9-7938-40AB-BBFE-AC8C12B5A33B}" cxnId="{86602369-45B7-450A-8386-0F644E51022E}" type="sibTrans">
      <dgm:prSet/>
      <dgm:spPr/>
      <dgm:t>
        <a:bodyPr/>
        <a:lstStyle/>
        <a:p>
          <a:endParaRPr lang="zh-CN" altLang="en-US"/>
        </a:p>
      </dgm:t>
    </dgm:pt>
    <dgm:pt modelId="{C5D0177C-A2D9-4248-AEA9-4213CA2FBCFB}" type="pres">
      <dgm:prSet presAssocID="{7B08E399-9921-4139-B752-ECACD347226F}" presName="vert0" presStyleCnt="0">
        <dgm:presLayoutVars>
          <dgm:dir/>
          <dgm:animOne val="branch"/>
          <dgm:animLvl val="lvl"/>
        </dgm:presLayoutVars>
      </dgm:prSet>
      <dgm:spPr/>
    </dgm:pt>
    <dgm:pt modelId="{B1EE8B11-EC21-40F5-A1CA-EFBAA82C8C09}" type="pres">
      <dgm:prSet presAssocID="{5B587282-1D23-4C3B-B33C-0DF1400429E4}" presName="thickLine" presStyleLbl="alignNode1" presStyleIdx="0" presStyleCnt="4"/>
      <dgm:spPr/>
    </dgm:pt>
    <dgm:pt modelId="{A150FF3E-328C-4BA2-9425-9199F68DCD71}" type="pres">
      <dgm:prSet presAssocID="{5B587282-1D23-4C3B-B33C-0DF1400429E4}" presName="horz1" presStyleCnt="0"/>
      <dgm:spPr/>
    </dgm:pt>
    <dgm:pt modelId="{2EDCB101-B03A-445D-9713-E783CA0643FA}" type="pres">
      <dgm:prSet presAssocID="{5B587282-1D23-4C3B-B33C-0DF1400429E4}" presName="tx1" presStyleLbl="revTx" presStyleIdx="0" presStyleCnt="4"/>
      <dgm:spPr/>
    </dgm:pt>
    <dgm:pt modelId="{492AB1F4-CA0F-4078-B1FE-F0910CDE77DB}" type="pres">
      <dgm:prSet presAssocID="{5B587282-1D23-4C3B-B33C-0DF1400429E4}" presName="vert1" presStyleCnt="0"/>
      <dgm:spPr/>
    </dgm:pt>
    <dgm:pt modelId="{273E0C8D-CF0A-4EDE-9B32-31DC22E5F826}" type="pres">
      <dgm:prSet presAssocID="{37367BAF-098D-4FEC-868B-369A77299E06}" presName="thickLine" presStyleLbl="alignNode1" presStyleIdx="1" presStyleCnt="4"/>
      <dgm:spPr/>
    </dgm:pt>
    <dgm:pt modelId="{D418196C-E0E3-4BED-BAB0-717089EE25CC}" type="pres">
      <dgm:prSet presAssocID="{37367BAF-098D-4FEC-868B-369A77299E06}" presName="horz1" presStyleCnt="0"/>
      <dgm:spPr/>
    </dgm:pt>
    <dgm:pt modelId="{5CEB0A85-0373-41DA-9E73-6C7EB3993FC5}" type="pres">
      <dgm:prSet presAssocID="{37367BAF-098D-4FEC-868B-369A77299E06}" presName="tx1" presStyleLbl="revTx" presStyleIdx="1" presStyleCnt="4"/>
      <dgm:spPr/>
    </dgm:pt>
    <dgm:pt modelId="{F8C14C38-9F4E-428D-A1CA-B79AB98F209C}" type="pres">
      <dgm:prSet presAssocID="{37367BAF-098D-4FEC-868B-369A77299E06}" presName="vert1" presStyleCnt="0"/>
      <dgm:spPr/>
    </dgm:pt>
    <dgm:pt modelId="{A6523A13-33B2-4484-90CB-2BCD654B41E4}" type="pres">
      <dgm:prSet presAssocID="{F653D2DE-7A78-40AE-AFA4-53562054D6AC}" presName="thickLine" presStyleLbl="alignNode1" presStyleIdx="2" presStyleCnt="4"/>
      <dgm:spPr/>
    </dgm:pt>
    <dgm:pt modelId="{D031453C-5AF7-48F8-956D-9FCBB704F9B7}" type="pres">
      <dgm:prSet presAssocID="{F653D2DE-7A78-40AE-AFA4-53562054D6AC}" presName="horz1" presStyleCnt="0"/>
      <dgm:spPr/>
    </dgm:pt>
    <dgm:pt modelId="{FE9DBB3D-4A09-4DD3-8DFE-CE25594CB0E3}" type="pres">
      <dgm:prSet presAssocID="{F653D2DE-7A78-40AE-AFA4-53562054D6AC}" presName="tx1" presStyleLbl="revTx" presStyleIdx="2" presStyleCnt="4"/>
      <dgm:spPr/>
    </dgm:pt>
    <dgm:pt modelId="{9B22064A-F5E0-43BF-9858-AF75291D00ED}" type="pres">
      <dgm:prSet presAssocID="{F653D2DE-7A78-40AE-AFA4-53562054D6AC}" presName="vert1" presStyleCnt="0"/>
      <dgm:spPr/>
    </dgm:pt>
    <dgm:pt modelId="{A890991C-3E91-47B1-8A9D-6A098A1411FB}" type="pres">
      <dgm:prSet presAssocID="{517D2225-25AA-4EF2-9D49-AEED48543E43}" presName="thickLine" presStyleLbl="alignNode1" presStyleIdx="3" presStyleCnt="4"/>
      <dgm:spPr/>
    </dgm:pt>
    <dgm:pt modelId="{0920DED0-EBBF-43FA-A4E0-78AFA00B3059}" type="pres">
      <dgm:prSet presAssocID="{517D2225-25AA-4EF2-9D49-AEED48543E43}" presName="horz1" presStyleCnt="0"/>
      <dgm:spPr/>
    </dgm:pt>
    <dgm:pt modelId="{47DDD551-CDB4-45C4-B5FD-7D5841E47781}" type="pres">
      <dgm:prSet presAssocID="{517D2225-25AA-4EF2-9D49-AEED48543E43}" presName="tx1" presStyleLbl="revTx" presStyleIdx="3" presStyleCnt="4"/>
      <dgm:spPr/>
    </dgm:pt>
    <dgm:pt modelId="{5A449583-DFAB-4458-B2E7-1EF27A1B8859}" type="pres">
      <dgm:prSet presAssocID="{517D2225-25AA-4EF2-9D49-AEED48543E43}" presName="vert1" presStyleCnt="0"/>
      <dgm:spPr/>
    </dgm:pt>
  </dgm:ptLst>
  <dgm:cxnLst>
    <dgm:cxn modelId="{8EC8A715-4215-4CEB-A1D9-7BF65BAD0BCA}" srcId="{7B08E399-9921-4139-B752-ECACD347226F}" destId="{5B587282-1D23-4C3B-B33C-0DF1400429E4}" srcOrd="0" destOrd="0" parTransId="{34E511F3-DE50-4388-A924-A7A9B8371FCC}" sibTransId="{47369CDD-F847-4A51-93CE-6954D92278A6}"/>
    <dgm:cxn modelId="{86602369-45B7-450A-8386-0F644E51022E}" srcId="{7B08E399-9921-4139-B752-ECACD347226F}" destId="{517D2225-25AA-4EF2-9D49-AEED48543E43}" srcOrd="3" destOrd="0" parTransId="{02F10ACB-E782-4053-A72E-1CEB38CEF2C3}" sibTransId="{CB2C24A9-7938-40AB-BBFE-AC8C12B5A33B}"/>
    <dgm:cxn modelId="{B0AED07A-D108-4AB1-BCF8-59BD19356B5A}" type="presOf" srcId="{7B08E399-9921-4139-B752-ECACD347226F}" destId="{C5D0177C-A2D9-4248-AEA9-4213CA2FBCFB}" srcOrd="0" destOrd="0" presId="urn:microsoft.com/office/officeart/2008/layout/LinedList"/>
    <dgm:cxn modelId="{C3B5CE8C-A2C2-4B90-8DCD-A917DB6D53CC}" type="presOf" srcId="{37367BAF-098D-4FEC-868B-369A77299E06}" destId="{5CEB0A85-0373-41DA-9E73-6C7EB3993FC5}" srcOrd="0" destOrd="0" presId="urn:microsoft.com/office/officeart/2008/layout/LinedList"/>
    <dgm:cxn modelId="{CC6A1092-7D05-41AF-9B14-6BE61CBAD897}" srcId="{7B08E399-9921-4139-B752-ECACD347226F}" destId="{F653D2DE-7A78-40AE-AFA4-53562054D6AC}" srcOrd="2" destOrd="0" parTransId="{BD95B789-F732-47F7-B5CE-AC315958064A}" sibTransId="{EFD2BD8F-8218-413F-B83C-BD274DD81B2D}"/>
    <dgm:cxn modelId="{52D087A4-A786-49AC-9B5A-67E04990FA81}" srcId="{7B08E399-9921-4139-B752-ECACD347226F}" destId="{37367BAF-098D-4FEC-868B-369A77299E06}" srcOrd="1" destOrd="0" parTransId="{0D4B22EF-3916-41D3-8804-212FA29D7A9F}" sibTransId="{FB129CD2-60D9-4C8A-A263-5D145C3CEC24}"/>
    <dgm:cxn modelId="{3CA830A9-0E24-4A9D-BD8A-69DD55B2E9EE}" type="presOf" srcId="{5B587282-1D23-4C3B-B33C-0DF1400429E4}" destId="{2EDCB101-B03A-445D-9713-E783CA0643FA}" srcOrd="0" destOrd="0" presId="urn:microsoft.com/office/officeart/2008/layout/LinedList"/>
    <dgm:cxn modelId="{4851DEC6-AEA8-47A2-A062-F738BAEB929C}" type="presOf" srcId="{517D2225-25AA-4EF2-9D49-AEED48543E43}" destId="{47DDD551-CDB4-45C4-B5FD-7D5841E47781}" srcOrd="0" destOrd="0" presId="urn:microsoft.com/office/officeart/2008/layout/LinedList"/>
    <dgm:cxn modelId="{A9A1DFDC-D673-4A54-A312-F681084CCC03}" type="presOf" srcId="{F653D2DE-7A78-40AE-AFA4-53562054D6AC}" destId="{FE9DBB3D-4A09-4DD3-8DFE-CE25594CB0E3}" srcOrd="0" destOrd="0" presId="urn:microsoft.com/office/officeart/2008/layout/LinedList"/>
    <dgm:cxn modelId="{1022CEDA-3A72-4E24-B657-34EE326E513E}" type="presParOf" srcId="{C5D0177C-A2D9-4248-AEA9-4213CA2FBCFB}" destId="{B1EE8B11-EC21-40F5-A1CA-EFBAA82C8C09}" srcOrd="0" destOrd="0" presId="urn:microsoft.com/office/officeart/2008/layout/LinedList"/>
    <dgm:cxn modelId="{63243890-3314-4F6E-8D00-4DA9EE948240}" type="presParOf" srcId="{C5D0177C-A2D9-4248-AEA9-4213CA2FBCFB}" destId="{A150FF3E-328C-4BA2-9425-9199F68DCD71}" srcOrd="1" destOrd="0" presId="urn:microsoft.com/office/officeart/2008/layout/LinedList"/>
    <dgm:cxn modelId="{BBF6AF4A-BB61-44A0-B1C6-4E91B7DAED7E}" type="presParOf" srcId="{A150FF3E-328C-4BA2-9425-9199F68DCD71}" destId="{2EDCB101-B03A-445D-9713-E783CA0643FA}" srcOrd="0" destOrd="0" presId="urn:microsoft.com/office/officeart/2008/layout/LinedList"/>
    <dgm:cxn modelId="{E80786A4-8B53-430D-8D0C-C934815812A3}" type="presParOf" srcId="{A150FF3E-328C-4BA2-9425-9199F68DCD71}" destId="{492AB1F4-CA0F-4078-B1FE-F0910CDE77DB}" srcOrd="1" destOrd="0" presId="urn:microsoft.com/office/officeart/2008/layout/LinedList"/>
    <dgm:cxn modelId="{6EA1B4AE-C9C5-45AE-9ACC-AA661F0F348D}" type="presParOf" srcId="{C5D0177C-A2D9-4248-AEA9-4213CA2FBCFB}" destId="{273E0C8D-CF0A-4EDE-9B32-31DC22E5F826}" srcOrd="2" destOrd="0" presId="urn:microsoft.com/office/officeart/2008/layout/LinedList"/>
    <dgm:cxn modelId="{F48496F6-3DEB-4108-AE15-3928CF429EF6}" type="presParOf" srcId="{C5D0177C-A2D9-4248-AEA9-4213CA2FBCFB}" destId="{D418196C-E0E3-4BED-BAB0-717089EE25CC}" srcOrd="3" destOrd="0" presId="urn:microsoft.com/office/officeart/2008/layout/LinedList"/>
    <dgm:cxn modelId="{CAAC6B32-B43A-4734-9920-BD32EA8279D7}" type="presParOf" srcId="{D418196C-E0E3-4BED-BAB0-717089EE25CC}" destId="{5CEB0A85-0373-41DA-9E73-6C7EB3993FC5}" srcOrd="0" destOrd="0" presId="urn:microsoft.com/office/officeart/2008/layout/LinedList"/>
    <dgm:cxn modelId="{3C26D1C1-32F4-410D-BC17-127CE879B935}" type="presParOf" srcId="{D418196C-E0E3-4BED-BAB0-717089EE25CC}" destId="{F8C14C38-9F4E-428D-A1CA-B79AB98F209C}" srcOrd="1" destOrd="0" presId="urn:microsoft.com/office/officeart/2008/layout/LinedList"/>
    <dgm:cxn modelId="{43BF4518-97BB-47E1-9E87-7AE027E0C554}" type="presParOf" srcId="{C5D0177C-A2D9-4248-AEA9-4213CA2FBCFB}" destId="{A6523A13-33B2-4484-90CB-2BCD654B41E4}" srcOrd="4" destOrd="0" presId="urn:microsoft.com/office/officeart/2008/layout/LinedList"/>
    <dgm:cxn modelId="{0817D590-6A8D-4CFB-A748-09B86F67F5A5}" type="presParOf" srcId="{C5D0177C-A2D9-4248-AEA9-4213CA2FBCFB}" destId="{D031453C-5AF7-48F8-956D-9FCBB704F9B7}" srcOrd="5" destOrd="0" presId="urn:microsoft.com/office/officeart/2008/layout/LinedList"/>
    <dgm:cxn modelId="{FA5FE00D-CF66-4AE7-B78D-F891ECDC5DE9}" type="presParOf" srcId="{D031453C-5AF7-48F8-956D-9FCBB704F9B7}" destId="{FE9DBB3D-4A09-4DD3-8DFE-CE25594CB0E3}" srcOrd="0" destOrd="0" presId="urn:microsoft.com/office/officeart/2008/layout/LinedList"/>
    <dgm:cxn modelId="{1362305D-65F6-49AF-B176-769A6DAD9845}" type="presParOf" srcId="{D031453C-5AF7-48F8-956D-9FCBB704F9B7}" destId="{9B22064A-F5E0-43BF-9858-AF75291D00ED}" srcOrd="1" destOrd="0" presId="urn:microsoft.com/office/officeart/2008/layout/LinedList"/>
    <dgm:cxn modelId="{BFF8B60F-70ED-49A8-A71B-6307631496E9}" type="presParOf" srcId="{C5D0177C-A2D9-4248-AEA9-4213CA2FBCFB}" destId="{A890991C-3E91-47B1-8A9D-6A098A1411FB}" srcOrd="6" destOrd="0" presId="urn:microsoft.com/office/officeart/2008/layout/LinedList"/>
    <dgm:cxn modelId="{25018D29-207F-4601-BEF2-3E04F5280A4E}" type="presParOf" srcId="{C5D0177C-A2D9-4248-AEA9-4213CA2FBCFB}" destId="{0920DED0-EBBF-43FA-A4E0-78AFA00B3059}" srcOrd="7" destOrd="0" presId="urn:microsoft.com/office/officeart/2008/layout/LinedList"/>
    <dgm:cxn modelId="{FE906681-2C7B-43B1-A759-951502B59032}" type="presParOf" srcId="{0920DED0-EBBF-43FA-A4E0-78AFA00B3059}" destId="{47DDD551-CDB4-45C4-B5FD-7D5841E47781}" srcOrd="0" destOrd="0" presId="urn:microsoft.com/office/officeart/2008/layout/LinedList"/>
    <dgm:cxn modelId="{0D3EB1B6-FCA3-4DB5-8B83-737D5892D984}" type="presParOf" srcId="{0920DED0-EBBF-43FA-A4E0-78AFA00B3059}" destId="{5A449583-DFAB-4458-B2E7-1EF27A1B8859}" srcOrd="1" destOrd="0" presId="urn:microsoft.com/office/officeart/2008/layout/Lin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405110" cy="4094328"/>
        <a:chOff x="0" y="0"/>
        <a:chExt cx="6405110" cy="4094328"/>
      </a:xfrm>
    </dsp:grpSpPr>
    <dsp:sp modelId="{B1EE8B11-EC21-40F5-A1CA-EFBAA82C8C09}">
      <dsp:nvSpPr>
        <dsp:cNvPr id="3" name="直接连接符 2"/>
        <dsp:cNvSpPr/>
      </dsp:nvSpPr>
      <dsp:spPr bwMode="white">
        <a:xfrm>
          <a:off x="0" y="0"/>
          <a:ext cx="6405110" cy="0"/>
        </a:xfrm>
        <a:prstGeom prst="line">
          <a:avLst/>
        </a:prstGeom>
      </dsp:spPr>
      <dsp:style>
        <a:lnRef idx="1">
          <a:schemeClr val="accent1">
            <a:alpha val="90000"/>
            <a:hueOff val="0"/>
            <a:satOff val="0"/>
            <a:lumOff val="0"/>
            <a:alpha val="90196"/>
          </a:schemeClr>
        </a:lnRef>
        <a:fillRef idx="3">
          <a:schemeClr val="accent1">
            <a:alpha val="90000"/>
            <a:hueOff val="0"/>
            <a:satOff val="0"/>
            <a:lumOff val="0"/>
            <a:alpha val="90196"/>
          </a:schemeClr>
        </a:fillRef>
        <a:effectRef idx="3">
          <a:scrgbClr r="0" g="0" b="0"/>
        </a:effectRef>
        <a:fontRef idx="minor">
          <a:schemeClr val="lt1"/>
        </a:fontRef>
      </dsp:style>
      <dsp:txXfrm>
        <a:off x="0" y="0"/>
        <a:ext cx="6405110" cy="0"/>
      </dsp:txXfrm>
    </dsp:sp>
    <dsp:sp modelId="{2EDCB101-B03A-445D-9713-E783CA0643FA}">
      <dsp:nvSpPr>
        <dsp:cNvPr id="4" name="矩形 3"/>
        <dsp:cNvSpPr/>
      </dsp:nvSpPr>
      <dsp:spPr bwMode="white">
        <a:xfrm>
          <a:off x="0" y="0"/>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3.1 </a:t>
          </a:r>
          <a:r>
            <a:rPr lang="zh-CN" altLang="en-US" sz="2400" b="1" baseline="0" dirty="0">
              <a:solidFill>
                <a:schemeClr val="tx1"/>
              </a:solidFill>
              <a:latin typeface="Times New Roman" panose="02020603050405020304" pitchFamily="18" charset="0"/>
              <a:ea typeface="仿宋" panose="02010609060101010101" pitchFamily="49" charset="-122"/>
            </a:rPr>
            <a:t>同余方程与中国剩余定理</a:t>
          </a:r>
          <a:endParaRPr lang="zh-CN" altLang="en-US" sz="2400" baseline="0" dirty="0">
            <a:solidFill>
              <a:schemeClr val="tx1"/>
            </a:solidFill>
            <a:latin typeface="Times New Roman" panose="02020603050405020304" pitchFamily="18" charset="0"/>
            <a:ea typeface="仿宋" panose="02010609060101010101" pitchFamily="49" charset="-122"/>
          </a:endParaRPr>
        </a:p>
      </dsp:txBody>
      <dsp:txXfrm>
        <a:off x="0" y="0"/>
        <a:ext cx="6405110" cy="1023582"/>
      </dsp:txXfrm>
    </dsp:sp>
    <dsp:sp modelId="{273E0C8D-CF0A-4EDE-9B32-31DC22E5F826}">
      <dsp:nvSpPr>
        <dsp:cNvPr id="5" name="直接连接符 4"/>
        <dsp:cNvSpPr/>
      </dsp:nvSpPr>
      <dsp:spPr bwMode="white">
        <a:xfrm>
          <a:off x="0" y="1023582"/>
          <a:ext cx="6405110" cy="0"/>
        </a:xfrm>
        <a:prstGeom prst="line">
          <a:avLst/>
        </a:prstGeom>
      </dsp:spPr>
      <dsp:style>
        <a:lnRef idx="1">
          <a:schemeClr val="accent1">
            <a:alpha val="90000"/>
            <a:hueOff val="0"/>
            <a:satOff val="0"/>
            <a:lumOff val="0"/>
            <a:alpha val="76863"/>
          </a:schemeClr>
        </a:lnRef>
        <a:fillRef idx="3">
          <a:schemeClr val="accent1">
            <a:alpha val="90000"/>
            <a:hueOff val="0"/>
            <a:satOff val="0"/>
            <a:lumOff val="0"/>
            <a:alpha val="76863"/>
          </a:schemeClr>
        </a:fillRef>
        <a:effectRef idx="3">
          <a:scrgbClr r="0" g="0" b="0"/>
        </a:effectRef>
        <a:fontRef idx="minor">
          <a:schemeClr val="lt1"/>
        </a:fontRef>
      </dsp:style>
      <dsp:txXfrm>
        <a:off x="0" y="1023582"/>
        <a:ext cx="6405110" cy="0"/>
      </dsp:txXfrm>
    </dsp:sp>
    <dsp:sp modelId="{5CEB0A85-0373-41DA-9E73-6C7EB3993FC5}">
      <dsp:nvSpPr>
        <dsp:cNvPr id="6" name="矩形 5"/>
        <dsp:cNvSpPr/>
      </dsp:nvSpPr>
      <dsp:spPr bwMode="white">
        <a:xfrm>
          <a:off x="0" y="1023582"/>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3.2 </a:t>
          </a:r>
          <a:r>
            <a:rPr lang="zh-CN" altLang="en-US" sz="2400" b="1" baseline="0" dirty="0">
              <a:solidFill>
                <a:schemeClr val="tx1"/>
              </a:solidFill>
              <a:latin typeface="Times New Roman" panose="02020603050405020304" pitchFamily="18" charset="0"/>
              <a:ea typeface="仿宋" panose="02010609060101010101" pitchFamily="49" charset="-122"/>
            </a:rPr>
            <a:t>二次同余方程与二次剩余</a:t>
          </a:r>
          <a:endParaRPr lang="zh-CN" altLang="en-US" sz="2400" baseline="0" dirty="0">
            <a:solidFill>
              <a:schemeClr val="tx1"/>
            </a:solidFill>
            <a:latin typeface="Times New Roman" panose="02020603050405020304" pitchFamily="18" charset="0"/>
            <a:ea typeface="仿宋" panose="02010609060101010101" pitchFamily="49" charset="-122"/>
          </a:endParaRPr>
        </a:p>
      </dsp:txBody>
      <dsp:txXfrm>
        <a:off x="0" y="1023582"/>
        <a:ext cx="6405110" cy="1023582"/>
      </dsp:txXfrm>
    </dsp:sp>
    <dsp:sp modelId="{A6523A13-33B2-4484-90CB-2BCD654B41E4}">
      <dsp:nvSpPr>
        <dsp:cNvPr id="7" name="直接连接符 6"/>
        <dsp:cNvSpPr/>
      </dsp:nvSpPr>
      <dsp:spPr bwMode="white">
        <a:xfrm>
          <a:off x="0" y="2047164"/>
          <a:ext cx="6405110" cy="0"/>
        </a:xfrm>
        <a:prstGeom prst="line">
          <a:avLst/>
        </a:prstGeom>
      </dsp:spPr>
      <dsp:style>
        <a:lnRef idx="1">
          <a:schemeClr val="accent1">
            <a:alpha val="90000"/>
            <a:hueOff val="0"/>
            <a:satOff val="0"/>
            <a:lumOff val="0"/>
            <a:alpha val="63529"/>
          </a:schemeClr>
        </a:lnRef>
        <a:fillRef idx="3">
          <a:schemeClr val="accent1">
            <a:alpha val="90000"/>
            <a:hueOff val="0"/>
            <a:satOff val="0"/>
            <a:lumOff val="0"/>
            <a:alpha val="63529"/>
          </a:schemeClr>
        </a:fillRef>
        <a:effectRef idx="3">
          <a:scrgbClr r="0" g="0" b="0"/>
        </a:effectRef>
        <a:fontRef idx="minor">
          <a:schemeClr val="lt1"/>
        </a:fontRef>
      </dsp:style>
      <dsp:txXfrm>
        <a:off x="0" y="2047164"/>
        <a:ext cx="6405110" cy="0"/>
      </dsp:txXfrm>
    </dsp:sp>
    <dsp:sp modelId="{FE9DBB3D-4A09-4DD3-8DFE-CE25594CB0E3}">
      <dsp:nvSpPr>
        <dsp:cNvPr id="8" name="矩形 7"/>
        <dsp:cNvSpPr/>
      </dsp:nvSpPr>
      <dsp:spPr bwMode="white">
        <a:xfrm>
          <a:off x="0" y="2047164"/>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3.3</a:t>
          </a:r>
          <a:r>
            <a:rPr lang="en-US" altLang="zh-CN" sz="2400" b="1" baseline="0" dirty="0">
              <a:solidFill>
                <a:schemeClr val="tx1"/>
              </a:solidFill>
              <a:latin typeface="Times New Roman" panose="02020603050405020304" pitchFamily="18" charset="0"/>
              <a:ea typeface="仿宋" panose="02010609060101010101" pitchFamily="49" charset="-122"/>
            </a:rPr>
            <a:t> </a:t>
          </a:r>
          <a:r>
            <a:rPr lang="zh-CN" altLang="en-US" sz="2400" b="1" baseline="0" dirty="0">
              <a:solidFill>
                <a:schemeClr val="tx1"/>
              </a:solidFill>
              <a:latin typeface="Times New Roman" panose="02020603050405020304" pitchFamily="18" charset="0"/>
              <a:ea typeface="仿宋" panose="02010609060101010101" pitchFamily="49" charset="-122"/>
            </a:rPr>
            <a:t>模</a:t>
          </a:r>
          <a:r>
            <a:rPr lang="en-US" altLang="zh-CN" sz="2400" b="1" baseline="0" dirty="0">
              <a:solidFill>
                <a:schemeClr val="tx1"/>
              </a:solidFill>
              <a:latin typeface="Times New Roman" panose="02020603050405020304" pitchFamily="18" charset="0"/>
              <a:ea typeface="仿宋" panose="02010609060101010101" pitchFamily="49" charset="-122"/>
            </a:rPr>
            <a:t>P</a:t>
          </a:r>
          <a:r>
            <a:rPr lang="zh-CN" altLang="en-US" sz="2400" b="1" baseline="0" dirty="0">
              <a:solidFill>
                <a:schemeClr val="tx1"/>
              </a:solidFill>
              <a:latin typeface="Times New Roman" panose="02020603050405020304" pitchFamily="18" charset="0"/>
              <a:ea typeface="仿宋" panose="02010609060101010101" pitchFamily="49" charset="-122"/>
            </a:rPr>
            <a:t>的平方根</a:t>
          </a:r>
          <a:endParaRPr>
            <a:solidFill>
              <a:schemeClr val="tx1"/>
            </a:solidFill>
          </a:endParaRPr>
        </a:p>
      </dsp:txBody>
      <dsp:txXfrm>
        <a:off x="0" y="2047164"/>
        <a:ext cx="6405110" cy="1023582"/>
      </dsp:txXfrm>
    </dsp:sp>
    <dsp:sp modelId="{A890991C-3E91-47B1-8A9D-6A098A1411FB}">
      <dsp:nvSpPr>
        <dsp:cNvPr id="9" name="直接连接符 8"/>
        <dsp:cNvSpPr/>
      </dsp:nvSpPr>
      <dsp:spPr bwMode="white">
        <a:xfrm>
          <a:off x="0" y="3070746"/>
          <a:ext cx="6405110" cy="0"/>
        </a:xfrm>
        <a:prstGeom prst="line">
          <a:avLst/>
        </a:prstGeom>
      </dsp:spPr>
      <dsp:style>
        <a:lnRef idx="1">
          <a:schemeClr val="accent1">
            <a:alpha val="90000"/>
            <a:hueOff val="0"/>
            <a:satOff val="0"/>
            <a:lumOff val="0"/>
            <a:alpha val="50196"/>
          </a:schemeClr>
        </a:lnRef>
        <a:fillRef idx="3">
          <a:schemeClr val="accent1">
            <a:alpha val="90000"/>
            <a:hueOff val="0"/>
            <a:satOff val="0"/>
            <a:lumOff val="0"/>
            <a:alpha val="50196"/>
          </a:schemeClr>
        </a:fillRef>
        <a:effectRef idx="3">
          <a:scrgbClr r="0" g="0" b="0"/>
        </a:effectRef>
        <a:fontRef idx="minor">
          <a:schemeClr val="lt1"/>
        </a:fontRef>
      </dsp:style>
      <dsp:txXfrm>
        <a:off x="0" y="3070746"/>
        <a:ext cx="6405110" cy="0"/>
      </dsp:txXfrm>
    </dsp:sp>
    <dsp:sp modelId="{47DDD551-CDB4-45C4-B5FD-7D5841E47781}">
      <dsp:nvSpPr>
        <dsp:cNvPr id="10" name="矩形 9"/>
        <dsp:cNvSpPr/>
      </dsp:nvSpPr>
      <dsp:spPr bwMode="white">
        <a:xfrm>
          <a:off x="0" y="3070746"/>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3.4 </a:t>
          </a:r>
          <a:r>
            <a:rPr lang="en-US" altLang="zh-CN" sz="2400" b="1" baseline="0" dirty="0">
              <a:solidFill>
                <a:schemeClr val="tx1"/>
              </a:solidFill>
              <a:latin typeface="Times New Roman" panose="02020603050405020304" pitchFamily="18" charset="0"/>
              <a:ea typeface="仿宋" panose="02010609060101010101" pitchFamily="49" charset="-122"/>
            </a:rPr>
            <a:t>Rabin</a:t>
          </a:r>
          <a:r>
            <a:rPr lang="zh-CN" altLang="en-US" sz="2400" b="1" baseline="0" dirty="0">
              <a:solidFill>
                <a:schemeClr val="tx1"/>
              </a:solidFill>
              <a:latin typeface="Times New Roman" panose="02020603050405020304" pitchFamily="18" charset="0"/>
              <a:ea typeface="仿宋" panose="02010609060101010101" pitchFamily="49" charset="-122"/>
            </a:rPr>
            <a:t>公钥加密算法</a:t>
          </a:r>
          <a:endParaRPr>
            <a:solidFill>
              <a:schemeClr val="tx1"/>
            </a:solidFill>
          </a:endParaRPr>
        </a:p>
      </dsp:txBody>
      <dsp:txXfrm>
        <a:off x="0" y="3070746"/>
        <a:ext cx="6405110" cy="1023582"/>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405110" cy="4094328"/>
        <a:chOff x="0" y="0"/>
        <a:chExt cx="6405110" cy="4094328"/>
      </a:xfrm>
    </dsp:grpSpPr>
    <dsp:sp modelId="{B1EE8B11-EC21-40F5-A1CA-EFBAA82C8C09}">
      <dsp:nvSpPr>
        <dsp:cNvPr id="3" name="直接连接符 2"/>
        <dsp:cNvSpPr/>
      </dsp:nvSpPr>
      <dsp:spPr bwMode="white">
        <a:xfrm>
          <a:off x="0" y="0"/>
          <a:ext cx="6405110" cy="0"/>
        </a:xfrm>
        <a:prstGeom prst="line">
          <a:avLst/>
        </a:prstGeom>
      </dsp:spPr>
      <dsp:style>
        <a:lnRef idx="1">
          <a:schemeClr val="accent1">
            <a:alpha val="90000"/>
            <a:hueOff val="0"/>
            <a:satOff val="0"/>
            <a:lumOff val="0"/>
            <a:alpha val="90196"/>
          </a:schemeClr>
        </a:lnRef>
        <a:fillRef idx="3">
          <a:schemeClr val="accent1">
            <a:alpha val="90000"/>
            <a:hueOff val="0"/>
            <a:satOff val="0"/>
            <a:lumOff val="0"/>
            <a:alpha val="90196"/>
          </a:schemeClr>
        </a:fillRef>
        <a:effectRef idx="3">
          <a:scrgbClr r="0" g="0" b="0"/>
        </a:effectRef>
        <a:fontRef idx="minor">
          <a:schemeClr val="lt1"/>
        </a:fontRef>
      </dsp:style>
      <dsp:txXfrm>
        <a:off x="0" y="0"/>
        <a:ext cx="6405110" cy="0"/>
      </dsp:txXfrm>
    </dsp:sp>
    <dsp:sp modelId="{2EDCB101-B03A-445D-9713-E783CA0643FA}">
      <dsp:nvSpPr>
        <dsp:cNvPr id="4" name="矩形 3"/>
        <dsp:cNvSpPr/>
      </dsp:nvSpPr>
      <dsp:spPr bwMode="white">
        <a:xfrm>
          <a:off x="0" y="0"/>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3.1 </a:t>
          </a:r>
          <a:r>
            <a:rPr lang="zh-CN" altLang="en-US" sz="2400" b="1" baseline="0" dirty="0">
              <a:solidFill>
                <a:schemeClr val="tx1"/>
              </a:solidFill>
              <a:latin typeface="Times New Roman" panose="02020603050405020304" pitchFamily="18" charset="0"/>
              <a:ea typeface="仿宋" panose="02010609060101010101" pitchFamily="49" charset="-122"/>
            </a:rPr>
            <a:t>同余方程与中国剩余定理</a:t>
          </a:r>
          <a:endParaRPr lang="zh-CN" altLang="en-US" sz="2400" baseline="0" dirty="0">
            <a:solidFill>
              <a:schemeClr val="tx1"/>
            </a:solidFill>
            <a:latin typeface="Times New Roman" panose="02020603050405020304" pitchFamily="18" charset="0"/>
            <a:ea typeface="仿宋" panose="02010609060101010101" pitchFamily="49" charset="-122"/>
          </a:endParaRPr>
        </a:p>
      </dsp:txBody>
      <dsp:txXfrm>
        <a:off x="0" y="0"/>
        <a:ext cx="6405110" cy="1023582"/>
      </dsp:txXfrm>
    </dsp:sp>
    <dsp:sp modelId="{273E0C8D-CF0A-4EDE-9B32-31DC22E5F826}">
      <dsp:nvSpPr>
        <dsp:cNvPr id="5" name="直接连接符 4"/>
        <dsp:cNvSpPr/>
      </dsp:nvSpPr>
      <dsp:spPr bwMode="white">
        <a:xfrm>
          <a:off x="0" y="1023582"/>
          <a:ext cx="6405110" cy="0"/>
        </a:xfrm>
        <a:prstGeom prst="line">
          <a:avLst/>
        </a:prstGeom>
      </dsp:spPr>
      <dsp:style>
        <a:lnRef idx="1">
          <a:schemeClr val="accent1">
            <a:alpha val="90000"/>
            <a:hueOff val="0"/>
            <a:satOff val="0"/>
            <a:lumOff val="0"/>
            <a:alpha val="76863"/>
          </a:schemeClr>
        </a:lnRef>
        <a:fillRef idx="3">
          <a:schemeClr val="accent1">
            <a:alpha val="90000"/>
            <a:hueOff val="0"/>
            <a:satOff val="0"/>
            <a:lumOff val="0"/>
            <a:alpha val="76863"/>
          </a:schemeClr>
        </a:fillRef>
        <a:effectRef idx="3">
          <a:scrgbClr r="0" g="0" b="0"/>
        </a:effectRef>
        <a:fontRef idx="minor">
          <a:schemeClr val="lt1"/>
        </a:fontRef>
      </dsp:style>
      <dsp:txXfrm>
        <a:off x="0" y="1023582"/>
        <a:ext cx="6405110" cy="0"/>
      </dsp:txXfrm>
    </dsp:sp>
    <dsp:sp modelId="{5CEB0A85-0373-41DA-9E73-6C7EB3993FC5}">
      <dsp:nvSpPr>
        <dsp:cNvPr id="6" name="矩形 5"/>
        <dsp:cNvSpPr/>
      </dsp:nvSpPr>
      <dsp:spPr bwMode="white">
        <a:xfrm>
          <a:off x="0" y="1023582"/>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3.2 </a:t>
          </a:r>
          <a:r>
            <a:rPr lang="zh-CN" altLang="en-US" sz="2400" b="1" baseline="0" dirty="0">
              <a:solidFill>
                <a:schemeClr val="tx1"/>
              </a:solidFill>
              <a:latin typeface="Times New Roman" panose="02020603050405020304" pitchFamily="18" charset="0"/>
              <a:ea typeface="仿宋" panose="02010609060101010101" pitchFamily="49" charset="-122"/>
            </a:rPr>
            <a:t>二次同余方程与二次剩余</a:t>
          </a:r>
          <a:endParaRPr lang="zh-CN" altLang="en-US" sz="2400" baseline="0" dirty="0">
            <a:solidFill>
              <a:schemeClr val="tx1"/>
            </a:solidFill>
            <a:latin typeface="Times New Roman" panose="02020603050405020304" pitchFamily="18" charset="0"/>
            <a:ea typeface="仿宋" panose="02010609060101010101" pitchFamily="49" charset="-122"/>
          </a:endParaRPr>
        </a:p>
      </dsp:txBody>
      <dsp:txXfrm>
        <a:off x="0" y="1023582"/>
        <a:ext cx="6405110" cy="1023582"/>
      </dsp:txXfrm>
    </dsp:sp>
    <dsp:sp modelId="{A6523A13-33B2-4484-90CB-2BCD654B41E4}">
      <dsp:nvSpPr>
        <dsp:cNvPr id="7" name="直接连接符 6"/>
        <dsp:cNvSpPr/>
      </dsp:nvSpPr>
      <dsp:spPr bwMode="white">
        <a:xfrm>
          <a:off x="0" y="2047164"/>
          <a:ext cx="6405110" cy="0"/>
        </a:xfrm>
        <a:prstGeom prst="line">
          <a:avLst/>
        </a:prstGeom>
      </dsp:spPr>
      <dsp:style>
        <a:lnRef idx="1">
          <a:schemeClr val="accent1">
            <a:alpha val="90000"/>
            <a:hueOff val="0"/>
            <a:satOff val="0"/>
            <a:lumOff val="0"/>
            <a:alpha val="63529"/>
          </a:schemeClr>
        </a:lnRef>
        <a:fillRef idx="3">
          <a:schemeClr val="accent1">
            <a:alpha val="90000"/>
            <a:hueOff val="0"/>
            <a:satOff val="0"/>
            <a:lumOff val="0"/>
            <a:alpha val="63529"/>
          </a:schemeClr>
        </a:fillRef>
        <a:effectRef idx="3">
          <a:scrgbClr r="0" g="0" b="0"/>
        </a:effectRef>
        <a:fontRef idx="minor">
          <a:schemeClr val="lt1"/>
        </a:fontRef>
      </dsp:style>
      <dsp:txXfrm>
        <a:off x="0" y="2047164"/>
        <a:ext cx="6405110" cy="0"/>
      </dsp:txXfrm>
    </dsp:sp>
    <dsp:sp modelId="{FE9DBB3D-4A09-4DD3-8DFE-CE25594CB0E3}">
      <dsp:nvSpPr>
        <dsp:cNvPr id="8" name="矩形 7"/>
        <dsp:cNvSpPr/>
      </dsp:nvSpPr>
      <dsp:spPr bwMode="white">
        <a:xfrm>
          <a:off x="0" y="2047164"/>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3.3 </a:t>
          </a:r>
          <a:r>
            <a:rPr lang="zh-CN" altLang="en-US" sz="2400" b="1" baseline="0" dirty="0">
              <a:solidFill>
                <a:schemeClr val="tx1"/>
              </a:solidFill>
              <a:latin typeface="Times New Roman" panose="02020603050405020304" pitchFamily="18" charset="0"/>
              <a:ea typeface="仿宋" panose="02010609060101010101" pitchFamily="49" charset="-122"/>
            </a:rPr>
            <a:t>模</a:t>
          </a:r>
          <a:r>
            <a:rPr lang="en-US" altLang="zh-CN" sz="2400" b="1" baseline="0" dirty="0">
              <a:solidFill>
                <a:schemeClr val="tx1"/>
              </a:solidFill>
              <a:latin typeface="Times New Roman" panose="02020603050405020304" pitchFamily="18" charset="0"/>
              <a:ea typeface="仿宋" panose="02010609060101010101" pitchFamily="49" charset="-122"/>
            </a:rPr>
            <a:t>P</a:t>
          </a:r>
          <a:r>
            <a:rPr lang="zh-CN" altLang="en-US" sz="2400" b="1" baseline="0" dirty="0">
              <a:solidFill>
                <a:schemeClr val="tx1"/>
              </a:solidFill>
              <a:latin typeface="Times New Roman" panose="02020603050405020304" pitchFamily="18" charset="0"/>
              <a:ea typeface="仿宋" panose="02010609060101010101" pitchFamily="49" charset="-122"/>
            </a:rPr>
            <a:t>的平方根</a:t>
          </a:r>
          <a:endParaRPr>
            <a:solidFill>
              <a:schemeClr val="tx1"/>
            </a:solidFill>
          </a:endParaRPr>
        </a:p>
      </dsp:txBody>
      <dsp:txXfrm>
        <a:off x="0" y="2047164"/>
        <a:ext cx="6405110" cy="1023582"/>
      </dsp:txXfrm>
    </dsp:sp>
    <dsp:sp modelId="{A890991C-3E91-47B1-8A9D-6A098A1411FB}">
      <dsp:nvSpPr>
        <dsp:cNvPr id="9" name="直接连接符 8"/>
        <dsp:cNvSpPr/>
      </dsp:nvSpPr>
      <dsp:spPr bwMode="white">
        <a:xfrm>
          <a:off x="0" y="3070746"/>
          <a:ext cx="6405110" cy="0"/>
        </a:xfrm>
        <a:prstGeom prst="line">
          <a:avLst/>
        </a:prstGeom>
      </dsp:spPr>
      <dsp:style>
        <a:lnRef idx="1">
          <a:schemeClr val="accent1">
            <a:alpha val="90000"/>
            <a:hueOff val="0"/>
            <a:satOff val="0"/>
            <a:lumOff val="0"/>
            <a:alpha val="50196"/>
          </a:schemeClr>
        </a:lnRef>
        <a:fillRef idx="3">
          <a:schemeClr val="accent1">
            <a:alpha val="90000"/>
            <a:hueOff val="0"/>
            <a:satOff val="0"/>
            <a:lumOff val="0"/>
            <a:alpha val="50196"/>
          </a:schemeClr>
        </a:fillRef>
        <a:effectRef idx="3">
          <a:scrgbClr r="0" g="0" b="0"/>
        </a:effectRef>
        <a:fontRef idx="minor">
          <a:schemeClr val="lt1"/>
        </a:fontRef>
      </dsp:style>
      <dsp:txXfrm>
        <a:off x="0" y="3070746"/>
        <a:ext cx="6405110" cy="0"/>
      </dsp:txXfrm>
    </dsp:sp>
    <dsp:sp modelId="{47DDD551-CDB4-45C4-B5FD-7D5841E47781}">
      <dsp:nvSpPr>
        <dsp:cNvPr id="10" name="矩形 9"/>
        <dsp:cNvSpPr/>
      </dsp:nvSpPr>
      <dsp:spPr bwMode="white">
        <a:xfrm>
          <a:off x="0" y="3070746"/>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3.4 </a:t>
          </a:r>
          <a:r>
            <a:rPr lang="en-US" altLang="zh-CN" sz="2400" b="1" baseline="0" dirty="0">
              <a:solidFill>
                <a:schemeClr val="tx1"/>
              </a:solidFill>
              <a:latin typeface="Times New Roman" panose="02020603050405020304" pitchFamily="18" charset="0"/>
              <a:ea typeface="仿宋" panose="02010609060101010101" pitchFamily="49" charset="-122"/>
            </a:rPr>
            <a:t>Rabin</a:t>
          </a:r>
          <a:r>
            <a:rPr lang="zh-CN" altLang="en-US" sz="2400" b="1" baseline="0" dirty="0">
              <a:solidFill>
                <a:schemeClr val="tx1"/>
              </a:solidFill>
              <a:latin typeface="Times New Roman" panose="02020603050405020304" pitchFamily="18" charset="0"/>
              <a:ea typeface="仿宋" panose="02010609060101010101" pitchFamily="49" charset="-122"/>
            </a:rPr>
            <a:t>公钥加密算法</a:t>
          </a:r>
          <a:endParaRPr>
            <a:solidFill>
              <a:schemeClr val="tx1"/>
            </a:solidFill>
          </a:endParaRPr>
        </a:p>
      </dsp:txBody>
      <dsp:txXfrm>
        <a:off x="0" y="3070746"/>
        <a:ext cx="6405110" cy="1023582"/>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405110" cy="4094328"/>
        <a:chOff x="0" y="0"/>
        <a:chExt cx="6405110" cy="4094328"/>
      </a:xfrm>
    </dsp:grpSpPr>
    <dsp:sp modelId="{B1EE8B11-EC21-40F5-A1CA-EFBAA82C8C09}">
      <dsp:nvSpPr>
        <dsp:cNvPr id="3" name="直接连接符 2"/>
        <dsp:cNvSpPr/>
      </dsp:nvSpPr>
      <dsp:spPr bwMode="white">
        <a:xfrm>
          <a:off x="0" y="0"/>
          <a:ext cx="6405110" cy="0"/>
        </a:xfrm>
        <a:prstGeom prst="line">
          <a:avLst/>
        </a:prstGeom>
      </dsp:spPr>
      <dsp:style>
        <a:lnRef idx="1">
          <a:schemeClr val="accent1">
            <a:alpha val="90000"/>
            <a:hueOff val="0"/>
            <a:satOff val="0"/>
            <a:lumOff val="0"/>
            <a:alpha val="90196"/>
          </a:schemeClr>
        </a:lnRef>
        <a:fillRef idx="3">
          <a:schemeClr val="accent1">
            <a:alpha val="90000"/>
            <a:hueOff val="0"/>
            <a:satOff val="0"/>
            <a:lumOff val="0"/>
            <a:alpha val="90196"/>
          </a:schemeClr>
        </a:fillRef>
        <a:effectRef idx="3">
          <a:scrgbClr r="0" g="0" b="0"/>
        </a:effectRef>
        <a:fontRef idx="minor">
          <a:schemeClr val="lt1"/>
        </a:fontRef>
      </dsp:style>
      <dsp:txXfrm>
        <a:off x="0" y="0"/>
        <a:ext cx="6405110" cy="0"/>
      </dsp:txXfrm>
    </dsp:sp>
    <dsp:sp modelId="{2EDCB101-B03A-445D-9713-E783CA0643FA}">
      <dsp:nvSpPr>
        <dsp:cNvPr id="4" name="矩形 3"/>
        <dsp:cNvSpPr/>
      </dsp:nvSpPr>
      <dsp:spPr bwMode="white">
        <a:xfrm>
          <a:off x="0" y="0"/>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3.1 </a:t>
          </a:r>
          <a:r>
            <a:rPr lang="zh-CN" altLang="en-US" sz="2400" b="1" baseline="0" dirty="0">
              <a:solidFill>
                <a:schemeClr val="tx1"/>
              </a:solidFill>
              <a:latin typeface="Times New Roman" panose="02020603050405020304" pitchFamily="18" charset="0"/>
              <a:ea typeface="仿宋" panose="02010609060101010101" pitchFamily="49" charset="-122"/>
            </a:rPr>
            <a:t>同余方程与中国剩余定理</a:t>
          </a:r>
          <a:endParaRPr lang="zh-CN" altLang="en-US" sz="2400" baseline="0" dirty="0">
            <a:solidFill>
              <a:schemeClr val="tx1"/>
            </a:solidFill>
            <a:latin typeface="Times New Roman" panose="02020603050405020304" pitchFamily="18" charset="0"/>
            <a:ea typeface="仿宋" panose="02010609060101010101" pitchFamily="49" charset="-122"/>
          </a:endParaRPr>
        </a:p>
      </dsp:txBody>
      <dsp:txXfrm>
        <a:off x="0" y="0"/>
        <a:ext cx="6405110" cy="1023582"/>
      </dsp:txXfrm>
    </dsp:sp>
    <dsp:sp modelId="{273E0C8D-CF0A-4EDE-9B32-31DC22E5F826}">
      <dsp:nvSpPr>
        <dsp:cNvPr id="5" name="直接连接符 4"/>
        <dsp:cNvSpPr/>
      </dsp:nvSpPr>
      <dsp:spPr bwMode="white">
        <a:xfrm>
          <a:off x="0" y="1023582"/>
          <a:ext cx="6405110" cy="0"/>
        </a:xfrm>
        <a:prstGeom prst="line">
          <a:avLst/>
        </a:prstGeom>
      </dsp:spPr>
      <dsp:style>
        <a:lnRef idx="1">
          <a:schemeClr val="accent1">
            <a:alpha val="90000"/>
            <a:hueOff val="0"/>
            <a:satOff val="0"/>
            <a:lumOff val="0"/>
            <a:alpha val="76863"/>
          </a:schemeClr>
        </a:lnRef>
        <a:fillRef idx="3">
          <a:schemeClr val="accent1">
            <a:alpha val="90000"/>
            <a:hueOff val="0"/>
            <a:satOff val="0"/>
            <a:lumOff val="0"/>
            <a:alpha val="76863"/>
          </a:schemeClr>
        </a:fillRef>
        <a:effectRef idx="3">
          <a:scrgbClr r="0" g="0" b="0"/>
        </a:effectRef>
        <a:fontRef idx="minor">
          <a:schemeClr val="lt1"/>
        </a:fontRef>
      </dsp:style>
      <dsp:txXfrm>
        <a:off x="0" y="1023582"/>
        <a:ext cx="6405110" cy="0"/>
      </dsp:txXfrm>
    </dsp:sp>
    <dsp:sp modelId="{5CEB0A85-0373-41DA-9E73-6C7EB3993FC5}">
      <dsp:nvSpPr>
        <dsp:cNvPr id="6" name="矩形 5"/>
        <dsp:cNvSpPr/>
      </dsp:nvSpPr>
      <dsp:spPr bwMode="white">
        <a:xfrm>
          <a:off x="0" y="1023582"/>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3.2 </a:t>
          </a:r>
          <a:r>
            <a:rPr lang="zh-CN" altLang="en-US" sz="2400" b="1" baseline="0" dirty="0">
              <a:solidFill>
                <a:schemeClr val="tx1"/>
              </a:solidFill>
              <a:latin typeface="Times New Roman" panose="02020603050405020304" pitchFamily="18" charset="0"/>
              <a:ea typeface="仿宋" panose="02010609060101010101" pitchFamily="49" charset="-122"/>
            </a:rPr>
            <a:t>二次同余方程与二次剩余</a:t>
          </a:r>
          <a:endParaRPr lang="zh-CN" altLang="en-US" sz="2400" baseline="0" dirty="0">
            <a:solidFill>
              <a:schemeClr val="tx1"/>
            </a:solidFill>
            <a:latin typeface="Times New Roman" panose="02020603050405020304" pitchFamily="18" charset="0"/>
            <a:ea typeface="仿宋" panose="02010609060101010101" pitchFamily="49" charset="-122"/>
          </a:endParaRPr>
        </a:p>
      </dsp:txBody>
      <dsp:txXfrm>
        <a:off x="0" y="1023582"/>
        <a:ext cx="6405110" cy="1023582"/>
      </dsp:txXfrm>
    </dsp:sp>
    <dsp:sp modelId="{A6523A13-33B2-4484-90CB-2BCD654B41E4}">
      <dsp:nvSpPr>
        <dsp:cNvPr id="7" name="直接连接符 6"/>
        <dsp:cNvSpPr/>
      </dsp:nvSpPr>
      <dsp:spPr bwMode="white">
        <a:xfrm>
          <a:off x="0" y="2047164"/>
          <a:ext cx="6405110" cy="0"/>
        </a:xfrm>
        <a:prstGeom prst="line">
          <a:avLst/>
        </a:prstGeom>
      </dsp:spPr>
      <dsp:style>
        <a:lnRef idx="1">
          <a:schemeClr val="accent1">
            <a:alpha val="90000"/>
            <a:hueOff val="0"/>
            <a:satOff val="0"/>
            <a:lumOff val="0"/>
            <a:alpha val="63529"/>
          </a:schemeClr>
        </a:lnRef>
        <a:fillRef idx="3">
          <a:schemeClr val="accent1">
            <a:alpha val="90000"/>
            <a:hueOff val="0"/>
            <a:satOff val="0"/>
            <a:lumOff val="0"/>
            <a:alpha val="63529"/>
          </a:schemeClr>
        </a:fillRef>
        <a:effectRef idx="3">
          <a:scrgbClr r="0" g="0" b="0"/>
        </a:effectRef>
        <a:fontRef idx="minor">
          <a:schemeClr val="lt1"/>
        </a:fontRef>
      </dsp:style>
      <dsp:txXfrm>
        <a:off x="0" y="2047164"/>
        <a:ext cx="6405110" cy="0"/>
      </dsp:txXfrm>
    </dsp:sp>
    <dsp:sp modelId="{FE9DBB3D-4A09-4DD3-8DFE-CE25594CB0E3}">
      <dsp:nvSpPr>
        <dsp:cNvPr id="8" name="矩形 7"/>
        <dsp:cNvSpPr/>
      </dsp:nvSpPr>
      <dsp:spPr bwMode="white">
        <a:xfrm>
          <a:off x="0" y="2047164"/>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3.3</a:t>
          </a:r>
          <a:r>
            <a:rPr lang="en-US" altLang="zh-CN" sz="2400" b="1" baseline="0" dirty="0">
              <a:solidFill>
                <a:schemeClr val="tx1"/>
              </a:solidFill>
              <a:latin typeface="Times New Roman" panose="02020603050405020304" pitchFamily="18" charset="0"/>
              <a:ea typeface="仿宋" panose="02010609060101010101" pitchFamily="49" charset="-122"/>
            </a:rPr>
            <a:t> </a:t>
          </a:r>
          <a:r>
            <a:rPr lang="zh-CN" altLang="en-US" sz="2400" b="1" baseline="0" dirty="0">
              <a:solidFill>
                <a:schemeClr val="tx1"/>
              </a:solidFill>
              <a:latin typeface="Times New Roman" panose="02020603050405020304" pitchFamily="18" charset="0"/>
              <a:ea typeface="仿宋" panose="02010609060101010101" pitchFamily="49" charset="-122"/>
            </a:rPr>
            <a:t>模</a:t>
          </a:r>
          <a:r>
            <a:rPr lang="en-US" altLang="zh-CN" sz="2400" b="1" baseline="0" dirty="0">
              <a:solidFill>
                <a:schemeClr val="tx1"/>
              </a:solidFill>
              <a:latin typeface="Times New Roman" panose="02020603050405020304" pitchFamily="18" charset="0"/>
              <a:ea typeface="仿宋" panose="02010609060101010101" pitchFamily="49" charset="-122"/>
            </a:rPr>
            <a:t>P</a:t>
          </a:r>
          <a:r>
            <a:rPr lang="zh-CN" altLang="en-US" sz="2400" b="1" baseline="0" dirty="0">
              <a:solidFill>
                <a:schemeClr val="tx1"/>
              </a:solidFill>
              <a:latin typeface="Times New Roman" panose="02020603050405020304" pitchFamily="18" charset="0"/>
              <a:ea typeface="仿宋" panose="02010609060101010101" pitchFamily="49" charset="-122"/>
            </a:rPr>
            <a:t>的平方根</a:t>
          </a:r>
          <a:endParaRPr>
            <a:solidFill>
              <a:schemeClr val="tx1"/>
            </a:solidFill>
          </a:endParaRPr>
        </a:p>
      </dsp:txBody>
      <dsp:txXfrm>
        <a:off x="0" y="2047164"/>
        <a:ext cx="6405110" cy="1023582"/>
      </dsp:txXfrm>
    </dsp:sp>
    <dsp:sp modelId="{A890991C-3E91-47B1-8A9D-6A098A1411FB}">
      <dsp:nvSpPr>
        <dsp:cNvPr id="9" name="直接连接符 8"/>
        <dsp:cNvSpPr/>
      </dsp:nvSpPr>
      <dsp:spPr bwMode="white">
        <a:xfrm>
          <a:off x="0" y="3070746"/>
          <a:ext cx="6405110" cy="0"/>
        </a:xfrm>
        <a:prstGeom prst="line">
          <a:avLst/>
        </a:prstGeom>
      </dsp:spPr>
      <dsp:style>
        <a:lnRef idx="1">
          <a:schemeClr val="accent1">
            <a:alpha val="90000"/>
            <a:hueOff val="0"/>
            <a:satOff val="0"/>
            <a:lumOff val="0"/>
            <a:alpha val="50196"/>
          </a:schemeClr>
        </a:lnRef>
        <a:fillRef idx="3">
          <a:schemeClr val="accent1">
            <a:alpha val="90000"/>
            <a:hueOff val="0"/>
            <a:satOff val="0"/>
            <a:lumOff val="0"/>
            <a:alpha val="50196"/>
          </a:schemeClr>
        </a:fillRef>
        <a:effectRef idx="3">
          <a:scrgbClr r="0" g="0" b="0"/>
        </a:effectRef>
        <a:fontRef idx="minor">
          <a:schemeClr val="lt1"/>
        </a:fontRef>
      </dsp:style>
      <dsp:txXfrm>
        <a:off x="0" y="3070746"/>
        <a:ext cx="6405110" cy="0"/>
      </dsp:txXfrm>
    </dsp:sp>
    <dsp:sp modelId="{47DDD551-CDB4-45C4-B5FD-7D5841E47781}">
      <dsp:nvSpPr>
        <dsp:cNvPr id="10" name="矩形 9"/>
        <dsp:cNvSpPr/>
      </dsp:nvSpPr>
      <dsp:spPr bwMode="white">
        <a:xfrm>
          <a:off x="0" y="3070746"/>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3.4 </a:t>
          </a:r>
          <a:r>
            <a:rPr lang="en-US" altLang="zh-CN" sz="2400" b="1" baseline="0" dirty="0">
              <a:solidFill>
                <a:schemeClr val="tx1"/>
              </a:solidFill>
              <a:latin typeface="Times New Roman" panose="02020603050405020304" pitchFamily="18" charset="0"/>
              <a:ea typeface="仿宋" panose="02010609060101010101" pitchFamily="49" charset="-122"/>
            </a:rPr>
            <a:t>Rabin</a:t>
          </a:r>
          <a:r>
            <a:rPr lang="zh-CN" altLang="en-US" sz="2400" b="1" baseline="0" dirty="0">
              <a:solidFill>
                <a:schemeClr val="tx1"/>
              </a:solidFill>
              <a:latin typeface="Times New Roman" panose="02020603050405020304" pitchFamily="18" charset="0"/>
              <a:ea typeface="仿宋" panose="02010609060101010101" pitchFamily="49" charset="-122"/>
            </a:rPr>
            <a:t>公钥加密算法</a:t>
          </a:r>
          <a:endParaRPr>
            <a:solidFill>
              <a:schemeClr val="tx1"/>
            </a:solidFill>
          </a:endParaRPr>
        </a:p>
      </dsp:txBody>
      <dsp:txXfrm>
        <a:off x="0" y="3070746"/>
        <a:ext cx="6405110" cy="1023582"/>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405110" cy="4094328"/>
        <a:chOff x="0" y="0"/>
        <a:chExt cx="6405110" cy="4094328"/>
      </a:xfrm>
    </dsp:grpSpPr>
    <dsp:sp modelId="{B1EE8B11-EC21-40F5-A1CA-EFBAA82C8C09}">
      <dsp:nvSpPr>
        <dsp:cNvPr id="3" name="直接连接符 2"/>
        <dsp:cNvSpPr/>
      </dsp:nvSpPr>
      <dsp:spPr bwMode="white">
        <a:xfrm>
          <a:off x="0" y="0"/>
          <a:ext cx="6405110" cy="0"/>
        </a:xfrm>
        <a:prstGeom prst="line">
          <a:avLst/>
        </a:prstGeom>
      </dsp:spPr>
      <dsp:style>
        <a:lnRef idx="1">
          <a:schemeClr val="accent1">
            <a:alpha val="90000"/>
            <a:hueOff val="0"/>
            <a:satOff val="0"/>
            <a:lumOff val="0"/>
            <a:alpha val="90196"/>
          </a:schemeClr>
        </a:lnRef>
        <a:fillRef idx="3">
          <a:schemeClr val="accent1">
            <a:alpha val="90000"/>
            <a:hueOff val="0"/>
            <a:satOff val="0"/>
            <a:lumOff val="0"/>
            <a:alpha val="90196"/>
          </a:schemeClr>
        </a:fillRef>
        <a:effectRef idx="3">
          <a:scrgbClr r="0" g="0" b="0"/>
        </a:effectRef>
        <a:fontRef idx="minor">
          <a:schemeClr val="lt1"/>
        </a:fontRef>
      </dsp:style>
      <dsp:txXfrm>
        <a:off x="0" y="0"/>
        <a:ext cx="6405110" cy="0"/>
      </dsp:txXfrm>
    </dsp:sp>
    <dsp:sp modelId="{2EDCB101-B03A-445D-9713-E783CA0643FA}">
      <dsp:nvSpPr>
        <dsp:cNvPr id="4" name="矩形 3"/>
        <dsp:cNvSpPr/>
      </dsp:nvSpPr>
      <dsp:spPr bwMode="white">
        <a:xfrm>
          <a:off x="0" y="0"/>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3.1 </a:t>
          </a:r>
          <a:r>
            <a:rPr lang="zh-CN" altLang="en-US" sz="2400" b="1" baseline="0" dirty="0">
              <a:solidFill>
                <a:schemeClr val="tx1"/>
              </a:solidFill>
              <a:latin typeface="Times New Roman" panose="02020603050405020304" pitchFamily="18" charset="0"/>
              <a:ea typeface="仿宋" panose="02010609060101010101" pitchFamily="49" charset="-122"/>
            </a:rPr>
            <a:t>同余方程与中国剩余定理</a:t>
          </a:r>
          <a:endParaRPr lang="zh-CN" altLang="en-US" sz="2400" baseline="0" dirty="0">
            <a:solidFill>
              <a:schemeClr val="tx1"/>
            </a:solidFill>
            <a:latin typeface="Times New Roman" panose="02020603050405020304" pitchFamily="18" charset="0"/>
            <a:ea typeface="仿宋" panose="02010609060101010101" pitchFamily="49" charset="-122"/>
          </a:endParaRPr>
        </a:p>
      </dsp:txBody>
      <dsp:txXfrm>
        <a:off x="0" y="0"/>
        <a:ext cx="6405110" cy="1023582"/>
      </dsp:txXfrm>
    </dsp:sp>
    <dsp:sp modelId="{273E0C8D-CF0A-4EDE-9B32-31DC22E5F826}">
      <dsp:nvSpPr>
        <dsp:cNvPr id="5" name="直接连接符 4"/>
        <dsp:cNvSpPr/>
      </dsp:nvSpPr>
      <dsp:spPr bwMode="white">
        <a:xfrm>
          <a:off x="0" y="1023582"/>
          <a:ext cx="6405110" cy="0"/>
        </a:xfrm>
        <a:prstGeom prst="line">
          <a:avLst/>
        </a:prstGeom>
      </dsp:spPr>
      <dsp:style>
        <a:lnRef idx="1">
          <a:schemeClr val="accent1">
            <a:alpha val="90000"/>
            <a:hueOff val="0"/>
            <a:satOff val="0"/>
            <a:lumOff val="0"/>
            <a:alpha val="76863"/>
          </a:schemeClr>
        </a:lnRef>
        <a:fillRef idx="3">
          <a:schemeClr val="accent1">
            <a:alpha val="90000"/>
            <a:hueOff val="0"/>
            <a:satOff val="0"/>
            <a:lumOff val="0"/>
            <a:alpha val="76863"/>
          </a:schemeClr>
        </a:fillRef>
        <a:effectRef idx="3">
          <a:scrgbClr r="0" g="0" b="0"/>
        </a:effectRef>
        <a:fontRef idx="minor">
          <a:schemeClr val="lt1"/>
        </a:fontRef>
      </dsp:style>
      <dsp:txXfrm>
        <a:off x="0" y="1023582"/>
        <a:ext cx="6405110" cy="0"/>
      </dsp:txXfrm>
    </dsp:sp>
    <dsp:sp modelId="{5CEB0A85-0373-41DA-9E73-6C7EB3993FC5}">
      <dsp:nvSpPr>
        <dsp:cNvPr id="6" name="矩形 5"/>
        <dsp:cNvSpPr/>
      </dsp:nvSpPr>
      <dsp:spPr bwMode="white">
        <a:xfrm>
          <a:off x="0" y="1023582"/>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3.2 </a:t>
          </a:r>
          <a:r>
            <a:rPr lang="zh-CN" altLang="en-US" sz="2400" b="1" baseline="0" dirty="0">
              <a:solidFill>
                <a:schemeClr val="tx1"/>
              </a:solidFill>
              <a:latin typeface="Times New Roman" panose="02020603050405020304" pitchFamily="18" charset="0"/>
              <a:ea typeface="仿宋" panose="02010609060101010101" pitchFamily="49" charset="-122"/>
            </a:rPr>
            <a:t>二次同余方程与二次剩余</a:t>
          </a:r>
          <a:endParaRPr lang="zh-CN" altLang="en-US" sz="2400" baseline="0" dirty="0">
            <a:solidFill>
              <a:schemeClr val="tx1"/>
            </a:solidFill>
            <a:latin typeface="Times New Roman" panose="02020603050405020304" pitchFamily="18" charset="0"/>
            <a:ea typeface="仿宋" panose="02010609060101010101" pitchFamily="49" charset="-122"/>
          </a:endParaRPr>
        </a:p>
      </dsp:txBody>
      <dsp:txXfrm>
        <a:off x="0" y="1023582"/>
        <a:ext cx="6405110" cy="1023582"/>
      </dsp:txXfrm>
    </dsp:sp>
    <dsp:sp modelId="{A6523A13-33B2-4484-90CB-2BCD654B41E4}">
      <dsp:nvSpPr>
        <dsp:cNvPr id="7" name="直接连接符 6"/>
        <dsp:cNvSpPr/>
      </dsp:nvSpPr>
      <dsp:spPr bwMode="white">
        <a:xfrm>
          <a:off x="0" y="2047164"/>
          <a:ext cx="6405110" cy="0"/>
        </a:xfrm>
        <a:prstGeom prst="line">
          <a:avLst/>
        </a:prstGeom>
      </dsp:spPr>
      <dsp:style>
        <a:lnRef idx="1">
          <a:schemeClr val="accent1">
            <a:alpha val="90000"/>
            <a:hueOff val="0"/>
            <a:satOff val="0"/>
            <a:lumOff val="0"/>
            <a:alpha val="63529"/>
          </a:schemeClr>
        </a:lnRef>
        <a:fillRef idx="3">
          <a:schemeClr val="accent1">
            <a:alpha val="90000"/>
            <a:hueOff val="0"/>
            <a:satOff val="0"/>
            <a:lumOff val="0"/>
            <a:alpha val="63529"/>
          </a:schemeClr>
        </a:fillRef>
        <a:effectRef idx="3">
          <a:scrgbClr r="0" g="0" b="0"/>
        </a:effectRef>
        <a:fontRef idx="minor">
          <a:schemeClr val="lt1"/>
        </a:fontRef>
      </dsp:style>
      <dsp:txXfrm>
        <a:off x="0" y="2047164"/>
        <a:ext cx="6405110" cy="0"/>
      </dsp:txXfrm>
    </dsp:sp>
    <dsp:sp modelId="{FE9DBB3D-4A09-4DD3-8DFE-CE25594CB0E3}">
      <dsp:nvSpPr>
        <dsp:cNvPr id="8" name="矩形 7"/>
        <dsp:cNvSpPr/>
      </dsp:nvSpPr>
      <dsp:spPr bwMode="white">
        <a:xfrm>
          <a:off x="0" y="2047164"/>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3.3</a:t>
          </a:r>
          <a:r>
            <a:rPr lang="en-US" altLang="zh-CN" sz="2400" b="1" baseline="0" dirty="0">
              <a:solidFill>
                <a:schemeClr val="tx1"/>
              </a:solidFill>
              <a:latin typeface="Times New Roman" panose="02020603050405020304" pitchFamily="18" charset="0"/>
              <a:ea typeface="仿宋" panose="02010609060101010101" pitchFamily="49" charset="-122"/>
            </a:rPr>
            <a:t> </a:t>
          </a:r>
          <a:r>
            <a:rPr lang="zh-CN" altLang="en-US" sz="2400" b="1" baseline="0" dirty="0">
              <a:solidFill>
                <a:schemeClr val="tx1"/>
              </a:solidFill>
              <a:latin typeface="Times New Roman" panose="02020603050405020304" pitchFamily="18" charset="0"/>
              <a:ea typeface="仿宋" panose="02010609060101010101" pitchFamily="49" charset="-122"/>
            </a:rPr>
            <a:t>模</a:t>
          </a:r>
          <a:r>
            <a:rPr lang="en-US" altLang="zh-CN" sz="2400" b="1" baseline="0" dirty="0">
              <a:solidFill>
                <a:schemeClr val="tx1"/>
              </a:solidFill>
              <a:latin typeface="Times New Roman" panose="02020603050405020304" pitchFamily="18" charset="0"/>
              <a:ea typeface="仿宋" panose="02010609060101010101" pitchFamily="49" charset="-122"/>
            </a:rPr>
            <a:t>P</a:t>
          </a:r>
          <a:r>
            <a:rPr lang="zh-CN" altLang="en-US" sz="2400" b="1" baseline="0" dirty="0">
              <a:solidFill>
                <a:schemeClr val="tx1"/>
              </a:solidFill>
              <a:latin typeface="Times New Roman" panose="02020603050405020304" pitchFamily="18" charset="0"/>
              <a:ea typeface="仿宋" panose="02010609060101010101" pitchFamily="49" charset="-122"/>
            </a:rPr>
            <a:t>的平方根</a:t>
          </a:r>
          <a:endParaRPr>
            <a:solidFill>
              <a:schemeClr val="tx1"/>
            </a:solidFill>
          </a:endParaRPr>
        </a:p>
      </dsp:txBody>
      <dsp:txXfrm>
        <a:off x="0" y="2047164"/>
        <a:ext cx="6405110" cy="1023582"/>
      </dsp:txXfrm>
    </dsp:sp>
    <dsp:sp modelId="{A890991C-3E91-47B1-8A9D-6A098A1411FB}">
      <dsp:nvSpPr>
        <dsp:cNvPr id="9" name="直接连接符 8"/>
        <dsp:cNvSpPr/>
      </dsp:nvSpPr>
      <dsp:spPr bwMode="white">
        <a:xfrm>
          <a:off x="0" y="3070746"/>
          <a:ext cx="6405110" cy="0"/>
        </a:xfrm>
        <a:prstGeom prst="line">
          <a:avLst/>
        </a:prstGeom>
      </dsp:spPr>
      <dsp:style>
        <a:lnRef idx="1">
          <a:schemeClr val="accent1">
            <a:alpha val="90000"/>
            <a:hueOff val="0"/>
            <a:satOff val="0"/>
            <a:lumOff val="0"/>
            <a:alpha val="50196"/>
          </a:schemeClr>
        </a:lnRef>
        <a:fillRef idx="3">
          <a:schemeClr val="accent1">
            <a:alpha val="90000"/>
            <a:hueOff val="0"/>
            <a:satOff val="0"/>
            <a:lumOff val="0"/>
            <a:alpha val="50196"/>
          </a:schemeClr>
        </a:fillRef>
        <a:effectRef idx="3">
          <a:scrgbClr r="0" g="0" b="0"/>
        </a:effectRef>
        <a:fontRef idx="minor">
          <a:schemeClr val="lt1"/>
        </a:fontRef>
      </dsp:style>
      <dsp:txXfrm>
        <a:off x="0" y="3070746"/>
        <a:ext cx="6405110" cy="0"/>
      </dsp:txXfrm>
    </dsp:sp>
    <dsp:sp modelId="{47DDD551-CDB4-45C4-B5FD-7D5841E47781}">
      <dsp:nvSpPr>
        <dsp:cNvPr id="10" name="矩形 9"/>
        <dsp:cNvSpPr/>
      </dsp:nvSpPr>
      <dsp:spPr bwMode="white">
        <a:xfrm>
          <a:off x="0" y="3070746"/>
          <a:ext cx="6405110" cy="1023582"/>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400" baseline="0" dirty="0">
              <a:solidFill>
                <a:schemeClr val="tx1"/>
              </a:solidFill>
              <a:latin typeface="Times New Roman" panose="02020603050405020304" pitchFamily="18" charset="0"/>
              <a:ea typeface="仿宋" panose="02010609060101010101" pitchFamily="49" charset="-122"/>
            </a:rPr>
            <a:t>3.4 </a:t>
          </a:r>
          <a:r>
            <a:rPr lang="en-US" altLang="zh-CN" sz="2400" b="1" baseline="0" dirty="0">
              <a:solidFill>
                <a:schemeClr val="tx1"/>
              </a:solidFill>
              <a:latin typeface="Times New Roman" panose="02020603050405020304" pitchFamily="18" charset="0"/>
              <a:ea typeface="仿宋" panose="02010609060101010101" pitchFamily="49" charset="-122"/>
            </a:rPr>
            <a:t>Rabin</a:t>
          </a:r>
          <a:r>
            <a:rPr lang="zh-CN" altLang="en-US" sz="2400" b="1" baseline="0" dirty="0">
              <a:solidFill>
                <a:schemeClr val="tx1"/>
              </a:solidFill>
              <a:latin typeface="Times New Roman" panose="02020603050405020304" pitchFamily="18" charset="0"/>
              <a:ea typeface="仿宋" panose="02010609060101010101" pitchFamily="49" charset="-122"/>
            </a:rPr>
            <a:t>公钥加密算法</a:t>
          </a:r>
          <a:endParaRPr>
            <a:solidFill>
              <a:schemeClr val="tx1"/>
            </a:solidFill>
          </a:endParaRPr>
        </a:p>
      </dsp:txBody>
      <dsp:txXfrm>
        <a:off x="0" y="3070746"/>
        <a:ext cx="6405110" cy="102358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2">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3">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4">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17.wmf"/><Relationship Id="rId4" Type="http://schemas.openxmlformats.org/officeDocument/2006/relationships/image" Target="../media/image21.wmf"/><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25.wmf"/><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5" Type="http://schemas.openxmlformats.org/officeDocument/2006/relationships/image" Target="../media/image30.wmf"/><Relationship Id="rId4" Type="http://schemas.openxmlformats.org/officeDocument/2006/relationships/image" Target="../media/image29.wmf"/><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38.wmf"/><Relationship Id="rId7" Type="http://schemas.openxmlformats.org/officeDocument/2006/relationships/image" Target="../media/image37.wmf"/><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9.vml.rels><?xml version="1.0" encoding="UTF-8" standalone="yes"?>
<Relationships xmlns="http://schemas.openxmlformats.org/package/2006/relationships"><Relationship Id="rId5" Type="http://schemas.openxmlformats.org/officeDocument/2006/relationships/image" Target="../media/image43.wmf"/><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51.wmf"/><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59.wmf"/><Relationship Id="rId7" Type="http://schemas.openxmlformats.org/officeDocument/2006/relationships/image" Target="../media/image58.w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68.wmf"/><Relationship Id="rId8" Type="http://schemas.openxmlformats.org/officeDocument/2006/relationships/image" Target="../media/image67.wmf"/><Relationship Id="rId7" Type="http://schemas.openxmlformats.org/officeDocument/2006/relationships/image" Target="../media/image66.wmf"/><Relationship Id="rId6" Type="http://schemas.openxmlformats.org/officeDocument/2006/relationships/image" Target="../media/image65.wmf"/><Relationship Id="rId5" Type="http://schemas.openxmlformats.org/officeDocument/2006/relationships/image" Target="../media/image64.wmf"/><Relationship Id="rId4" Type="http://schemas.openxmlformats.org/officeDocument/2006/relationships/image" Target="../media/image63.wmf"/><Relationship Id="rId3" Type="http://schemas.openxmlformats.org/officeDocument/2006/relationships/image" Target="../media/image62.wmf"/><Relationship Id="rId2" Type="http://schemas.openxmlformats.org/officeDocument/2006/relationships/image" Target="../media/image61.wmf"/><Relationship Id="rId10" Type="http://schemas.openxmlformats.org/officeDocument/2006/relationships/image" Target="../media/image59.wmf"/><Relationship Id="rId1" Type="http://schemas.openxmlformats.org/officeDocument/2006/relationships/image" Target="../media/image60.wmf"/></Relationships>
</file>

<file path=ppt/drawings/_rels/vmlDrawing15.vml.rels><?xml version="1.0" encoding="UTF-8" standalone="yes"?>
<Relationships xmlns="http://schemas.openxmlformats.org/package/2006/relationships"><Relationship Id="rId5" Type="http://schemas.openxmlformats.org/officeDocument/2006/relationships/image" Target="../media/image73.wmf"/><Relationship Id="rId4" Type="http://schemas.openxmlformats.org/officeDocument/2006/relationships/image" Target="../media/image72.wmf"/><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82.wmf"/><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89.wmf"/><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0.wmf"/></Relationships>
</file>

<file path=ppt/drawings/_rels/vmlDrawing22.vml.rels><?xml version="1.0" encoding="UTF-8" standalone="yes"?>
<Relationships xmlns="http://schemas.openxmlformats.org/package/2006/relationships"><Relationship Id="rId9" Type="http://schemas.openxmlformats.org/officeDocument/2006/relationships/image" Target="../media/image100.wmf"/><Relationship Id="rId8" Type="http://schemas.openxmlformats.org/officeDocument/2006/relationships/image" Target="../media/image99.wmf"/><Relationship Id="rId7" Type="http://schemas.openxmlformats.org/officeDocument/2006/relationships/image" Target="../media/image98.wmf"/><Relationship Id="rId6" Type="http://schemas.openxmlformats.org/officeDocument/2006/relationships/image" Target="../media/image97.wmf"/><Relationship Id="rId5" Type="http://schemas.openxmlformats.org/officeDocument/2006/relationships/image" Target="../media/image96.wmf"/><Relationship Id="rId4" Type="http://schemas.openxmlformats.org/officeDocument/2006/relationships/image" Target="../media/image95.wmf"/><Relationship Id="rId3" Type="http://schemas.openxmlformats.org/officeDocument/2006/relationships/image" Target="../media/image94.wmf"/><Relationship Id="rId29" Type="http://schemas.openxmlformats.org/officeDocument/2006/relationships/image" Target="../media/image120.wmf"/><Relationship Id="rId28" Type="http://schemas.openxmlformats.org/officeDocument/2006/relationships/image" Target="../media/image119.wmf"/><Relationship Id="rId27" Type="http://schemas.openxmlformats.org/officeDocument/2006/relationships/image" Target="../media/image118.wmf"/><Relationship Id="rId26" Type="http://schemas.openxmlformats.org/officeDocument/2006/relationships/image" Target="../media/image117.wmf"/><Relationship Id="rId25" Type="http://schemas.openxmlformats.org/officeDocument/2006/relationships/image" Target="../media/image116.wmf"/><Relationship Id="rId24" Type="http://schemas.openxmlformats.org/officeDocument/2006/relationships/image" Target="../media/image115.wmf"/><Relationship Id="rId23" Type="http://schemas.openxmlformats.org/officeDocument/2006/relationships/image" Target="../media/image114.wmf"/><Relationship Id="rId22" Type="http://schemas.openxmlformats.org/officeDocument/2006/relationships/image" Target="../media/image113.wmf"/><Relationship Id="rId21" Type="http://schemas.openxmlformats.org/officeDocument/2006/relationships/image" Target="../media/image112.wmf"/><Relationship Id="rId20" Type="http://schemas.openxmlformats.org/officeDocument/2006/relationships/image" Target="../media/image111.wmf"/><Relationship Id="rId2" Type="http://schemas.openxmlformats.org/officeDocument/2006/relationships/image" Target="../media/image93.wmf"/><Relationship Id="rId19" Type="http://schemas.openxmlformats.org/officeDocument/2006/relationships/image" Target="../media/image110.wmf"/><Relationship Id="rId18" Type="http://schemas.openxmlformats.org/officeDocument/2006/relationships/image" Target="../media/image109.wmf"/><Relationship Id="rId17" Type="http://schemas.openxmlformats.org/officeDocument/2006/relationships/image" Target="../media/image108.wmf"/><Relationship Id="rId16" Type="http://schemas.openxmlformats.org/officeDocument/2006/relationships/image" Target="../media/image107.wmf"/><Relationship Id="rId15" Type="http://schemas.openxmlformats.org/officeDocument/2006/relationships/image" Target="../media/image106.wmf"/><Relationship Id="rId14" Type="http://schemas.openxmlformats.org/officeDocument/2006/relationships/image" Target="../media/image105.wmf"/><Relationship Id="rId13" Type="http://schemas.openxmlformats.org/officeDocument/2006/relationships/image" Target="../media/image104.wmf"/><Relationship Id="rId12" Type="http://schemas.openxmlformats.org/officeDocument/2006/relationships/image" Target="../media/image103.wmf"/><Relationship Id="rId11" Type="http://schemas.openxmlformats.org/officeDocument/2006/relationships/image" Target="../media/image102.wmf"/><Relationship Id="rId10" Type="http://schemas.openxmlformats.org/officeDocument/2006/relationships/image" Target="../media/image101.wmf"/><Relationship Id="rId1" Type="http://schemas.openxmlformats.org/officeDocument/2006/relationships/image" Target="../media/image92.wmf"/></Relationships>
</file>

<file path=ppt/drawings/_rels/vmlDrawing23.vml.rels><?xml version="1.0" encoding="UTF-8" standalone="yes"?>
<Relationships xmlns="http://schemas.openxmlformats.org/package/2006/relationships"><Relationship Id="rId9" Type="http://schemas.openxmlformats.org/officeDocument/2006/relationships/image" Target="../media/image123.wmf"/><Relationship Id="rId8" Type="http://schemas.openxmlformats.org/officeDocument/2006/relationships/image" Target="../media/image122.wmf"/><Relationship Id="rId7" Type="http://schemas.openxmlformats.org/officeDocument/2006/relationships/image" Target="../media/image98.wmf"/><Relationship Id="rId6" Type="http://schemas.openxmlformats.org/officeDocument/2006/relationships/image" Target="../media/image97.wmf"/><Relationship Id="rId5" Type="http://schemas.openxmlformats.org/officeDocument/2006/relationships/image" Target="../media/image96.wmf"/><Relationship Id="rId4" Type="http://schemas.openxmlformats.org/officeDocument/2006/relationships/image" Target="../media/image95.wmf"/><Relationship Id="rId30" Type="http://schemas.openxmlformats.org/officeDocument/2006/relationships/image" Target="../media/image144.wmf"/><Relationship Id="rId3" Type="http://schemas.openxmlformats.org/officeDocument/2006/relationships/image" Target="../media/image94.wmf"/><Relationship Id="rId29" Type="http://schemas.openxmlformats.org/officeDocument/2006/relationships/image" Target="../media/image143.wmf"/><Relationship Id="rId28" Type="http://schemas.openxmlformats.org/officeDocument/2006/relationships/image" Target="../media/image142.wmf"/><Relationship Id="rId27" Type="http://schemas.openxmlformats.org/officeDocument/2006/relationships/image" Target="../media/image141.wmf"/><Relationship Id="rId26" Type="http://schemas.openxmlformats.org/officeDocument/2006/relationships/image" Target="../media/image140.wmf"/><Relationship Id="rId25" Type="http://schemas.openxmlformats.org/officeDocument/2006/relationships/image" Target="../media/image139.wmf"/><Relationship Id="rId24" Type="http://schemas.openxmlformats.org/officeDocument/2006/relationships/image" Target="../media/image138.wmf"/><Relationship Id="rId23" Type="http://schemas.openxmlformats.org/officeDocument/2006/relationships/image" Target="../media/image137.wmf"/><Relationship Id="rId22" Type="http://schemas.openxmlformats.org/officeDocument/2006/relationships/image" Target="../media/image136.wmf"/><Relationship Id="rId21" Type="http://schemas.openxmlformats.org/officeDocument/2006/relationships/image" Target="../media/image135.wmf"/><Relationship Id="rId20" Type="http://schemas.openxmlformats.org/officeDocument/2006/relationships/image" Target="../media/image134.wmf"/><Relationship Id="rId2" Type="http://schemas.openxmlformats.org/officeDocument/2006/relationships/image" Target="../media/image121.wmf"/><Relationship Id="rId19" Type="http://schemas.openxmlformats.org/officeDocument/2006/relationships/image" Target="../media/image133.wmf"/><Relationship Id="rId18" Type="http://schemas.openxmlformats.org/officeDocument/2006/relationships/image" Target="../media/image132.wmf"/><Relationship Id="rId17" Type="http://schemas.openxmlformats.org/officeDocument/2006/relationships/image" Target="../media/image131.wmf"/><Relationship Id="rId16" Type="http://schemas.openxmlformats.org/officeDocument/2006/relationships/image" Target="../media/image130.wmf"/><Relationship Id="rId15" Type="http://schemas.openxmlformats.org/officeDocument/2006/relationships/image" Target="../media/image129.wmf"/><Relationship Id="rId14" Type="http://schemas.openxmlformats.org/officeDocument/2006/relationships/image" Target="../media/image128.wmf"/><Relationship Id="rId13" Type="http://schemas.openxmlformats.org/officeDocument/2006/relationships/image" Target="../media/image127.wmf"/><Relationship Id="rId12" Type="http://schemas.openxmlformats.org/officeDocument/2006/relationships/image" Target="../media/image126.wmf"/><Relationship Id="rId11" Type="http://schemas.openxmlformats.org/officeDocument/2006/relationships/image" Target="../media/image125.wmf"/><Relationship Id="rId10" Type="http://schemas.openxmlformats.org/officeDocument/2006/relationships/image" Target="../media/image124.wmf"/><Relationship Id="rId1" Type="http://schemas.openxmlformats.org/officeDocument/2006/relationships/image" Target="../media/image92.wmf"/></Relationships>
</file>

<file path=ppt/drawings/_rels/vmlDrawing24.vml.rels><?xml version="1.0" encoding="UTF-8" standalone="yes"?>
<Relationships xmlns="http://schemas.openxmlformats.org/package/2006/relationships"><Relationship Id="rId9" Type="http://schemas.openxmlformats.org/officeDocument/2006/relationships/image" Target="../media/image153.wmf"/><Relationship Id="rId8" Type="http://schemas.openxmlformats.org/officeDocument/2006/relationships/image" Target="../media/image152.wmf"/><Relationship Id="rId7" Type="http://schemas.openxmlformats.org/officeDocument/2006/relationships/image" Target="../media/image151.wmf"/><Relationship Id="rId6" Type="http://schemas.openxmlformats.org/officeDocument/2006/relationships/image" Target="../media/image150.wmf"/><Relationship Id="rId5" Type="http://schemas.openxmlformats.org/officeDocument/2006/relationships/image" Target="../media/image149.wmf"/><Relationship Id="rId4" Type="http://schemas.openxmlformats.org/officeDocument/2006/relationships/image" Target="../media/image148.wmf"/><Relationship Id="rId3" Type="http://schemas.openxmlformats.org/officeDocument/2006/relationships/image" Target="../media/image147.wmf"/><Relationship Id="rId2" Type="http://schemas.openxmlformats.org/officeDocument/2006/relationships/image" Target="../media/image146.wmf"/><Relationship Id="rId13" Type="http://schemas.openxmlformats.org/officeDocument/2006/relationships/image" Target="../media/image157.wmf"/><Relationship Id="rId12" Type="http://schemas.openxmlformats.org/officeDocument/2006/relationships/image" Target="../media/image156.wmf"/><Relationship Id="rId11" Type="http://schemas.openxmlformats.org/officeDocument/2006/relationships/image" Target="../media/image155.wmf"/><Relationship Id="rId10" Type="http://schemas.openxmlformats.org/officeDocument/2006/relationships/image" Target="../media/image154.wmf"/><Relationship Id="rId1" Type="http://schemas.openxmlformats.org/officeDocument/2006/relationships/image" Target="../media/image145.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image" Target="../media/image159.wmf"/><Relationship Id="rId1" Type="http://schemas.openxmlformats.org/officeDocument/2006/relationships/image" Target="../media/image158.wmf"/></Relationships>
</file>

<file path=ppt/drawings/_rels/vmlDrawing26.vml.rels><?xml version="1.0" encoding="UTF-8" standalone="yes"?>
<Relationships xmlns="http://schemas.openxmlformats.org/package/2006/relationships"><Relationship Id="rId4" Type="http://schemas.openxmlformats.org/officeDocument/2006/relationships/image" Target="../media/image162.wmf"/><Relationship Id="rId3" Type="http://schemas.openxmlformats.org/officeDocument/2006/relationships/image" Target="../media/image161.wmf"/><Relationship Id="rId2" Type="http://schemas.openxmlformats.org/officeDocument/2006/relationships/image" Target="../media/image160.wmf"/><Relationship Id="rId1" Type="http://schemas.openxmlformats.org/officeDocument/2006/relationships/image" Target="../media/image159.wmf"/></Relationships>
</file>

<file path=ppt/drawings/_rels/vmlDrawing27.vml.rels><?xml version="1.0" encoding="UTF-8" standalone="yes"?>
<Relationships xmlns="http://schemas.openxmlformats.org/package/2006/relationships"><Relationship Id="rId9" Type="http://schemas.openxmlformats.org/officeDocument/2006/relationships/image" Target="../media/image171.wmf"/><Relationship Id="rId8" Type="http://schemas.openxmlformats.org/officeDocument/2006/relationships/image" Target="../media/image170.wmf"/><Relationship Id="rId7" Type="http://schemas.openxmlformats.org/officeDocument/2006/relationships/image" Target="../media/image169.wmf"/><Relationship Id="rId6" Type="http://schemas.openxmlformats.org/officeDocument/2006/relationships/image" Target="../media/image168.wmf"/><Relationship Id="rId5" Type="http://schemas.openxmlformats.org/officeDocument/2006/relationships/image" Target="../media/image167.wmf"/><Relationship Id="rId4" Type="http://schemas.openxmlformats.org/officeDocument/2006/relationships/image" Target="../media/image166.wmf"/><Relationship Id="rId3" Type="http://schemas.openxmlformats.org/officeDocument/2006/relationships/image" Target="../media/image165.wmf"/><Relationship Id="rId2" Type="http://schemas.openxmlformats.org/officeDocument/2006/relationships/image" Target="../media/image164.wmf"/><Relationship Id="rId13" Type="http://schemas.openxmlformats.org/officeDocument/2006/relationships/image" Target="../media/image174.wmf"/><Relationship Id="rId12" Type="http://schemas.openxmlformats.org/officeDocument/2006/relationships/image" Target="../media/image160.wmf"/><Relationship Id="rId11" Type="http://schemas.openxmlformats.org/officeDocument/2006/relationships/image" Target="../media/image173.wmf"/><Relationship Id="rId10" Type="http://schemas.openxmlformats.org/officeDocument/2006/relationships/image" Target="../media/image172.wmf"/><Relationship Id="rId1" Type="http://schemas.openxmlformats.org/officeDocument/2006/relationships/image" Target="../media/image163.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80.wmf"/><Relationship Id="rId7" Type="http://schemas.openxmlformats.org/officeDocument/2006/relationships/image" Target="../media/image179.wmf"/><Relationship Id="rId6" Type="http://schemas.openxmlformats.org/officeDocument/2006/relationships/image" Target="../media/image174.wmf"/><Relationship Id="rId5" Type="http://schemas.openxmlformats.org/officeDocument/2006/relationships/image" Target="../media/image178.wmf"/><Relationship Id="rId4" Type="http://schemas.openxmlformats.org/officeDocument/2006/relationships/image" Target="../media/image167.wmf"/><Relationship Id="rId3" Type="http://schemas.openxmlformats.org/officeDocument/2006/relationships/image" Target="../media/image177.wmf"/><Relationship Id="rId2" Type="http://schemas.openxmlformats.org/officeDocument/2006/relationships/image" Target="../media/image176.wmf"/><Relationship Id="rId1" Type="http://schemas.openxmlformats.org/officeDocument/2006/relationships/image" Target="../media/image175.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83.wmf"/><Relationship Id="rId2" Type="http://schemas.openxmlformats.org/officeDocument/2006/relationships/image" Target="../media/image182.wmf"/><Relationship Id="rId1" Type="http://schemas.openxmlformats.org/officeDocument/2006/relationships/image" Target="../media/image181.w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193.wmf"/><Relationship Id="rId8" Type="http://schemas.openxmlformats.org/officeDocument/2006/relationships/image" Target="../media/image192.wmf"/><Relationship Id="rId7" Type="http://schemas.openxmlformats.org/officeDocument/2006/relationships/image" Target="../media/image191.wmf"/><Relationship Id="rId6" Type="http://schemas.openxmlformats.org/officeDocument/2006/relationships/image" Target="../media/image190.wmf"/><Relationship Id="rId5" Type="http://schemas.openxmlformats.org/officeDocument/2006/relationships/image" Target="../media/image189.wmf"/><Relationship Id="rId4" Type="http://schemas.openxmlformats.org/officeDocument/2006/relationships/image" Target="../media/image188.wmf"/><Relationship Id="rId3" Type="http://schemas.openxmlformats.org/officeDocument/2006/relationships/image" Target="../media/image187.wmf"/><Relationship Id="rId2" Type="http://schemas.openxmlformats.org/officeDocument/2006/relationships/image" Target="../media/image186.wmf"/><Relationship Id="rId1" Type="http://schemas.openxmlformats.org/officeDocument/2006/relationships/image" Target="../media/image185.wmf"/></Relationships>
</file>

<file path=ppt/drawings/_rels/vmlDrawing31.vml.rels><?xml version="1.0" encoding="UTF-8" standalone="yes"?>
<Relationships xmlns="http://schemas.openxmlformats.org/package/2006/relationships"><Relationship Id="rId6" Type="http://schemas.openxmlformats.org/officeDocument/2006/relationships/image" Target="../media/image199.wmf"/><Relationship Id="rId5" Type="http://schemas.openxmlformats.org/officeDocument/2006/relationships/image" Target="../media/image198.wmf"/><Relationship Id="rId4" Type="http://schemas.openxmlformats.org/officeDocument/2006/relationships/image" Target="../media/image197.wmf"/><Relationship Id="rId3" Type="http://schemas.openxmlformats.org/officeDocument/2006/relationships/image" Target="../media/image196.wmf"/><Relationship Id="rId2" Type="http://schemas.openxmlformats.org/officeDocument/2006/relationships/image" Target="../media/image195.wmf"/><Relationship Id="rId1" Type="http://schemas.openxmlformats.org/officeDocument/2006/relationships/image" Target="../media/image194.wmf"/></Relationships>
</file>

<file path=ppt/drawings/_rels/vmlDrawing32.vml.rels><?xml version="1.0" encoding="UTF-8" standalone="yes"?>
<Relationships xmlns="http://schemas.openxmlformats.org/package/2006/relationships"><Relationship Id="rId5" Type="http://schemas.openxmlformats.org/officeDocument/2006/relationships/image" Target="../media/image203.wmf"/><Relationship Id="rId4" Type="http://schemas.openxmlformats.org/officeDocument/2006/relationships/image" Target="../media/image202.wmf"/><Relationship Id="rId3" Type="http://schemas.openxmlformats.org/officeDocument/2006/relationships/image" Target="../media/image201.wmf"/><Relationship Id="rId2" Type="http://schemas.openxmlformats.org/officeDocument/2006/relationships/image" Target="../media/image198.wmf"/><Relationship Id="rId1" Type="http://schemas.openxmlformats.org/officeDocument/2006/relationships/image" Target="../media/image200.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204.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10.wmf"/><Relationship Id="rId2" Type="http://schemas.openxmlformats.org/officeDocument/2006/relationships/image" Target="../media/image206.wmf"/><Relationship Id="rId1" Type="http://schemas.openxmlformats.org/officeDocument/2006/relationships/image" Target="../media/image205.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217.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23.wmf"/><Relationship Id="rId2" Type="http://schemas.openxmlformats.org/officeDocument/2006/relationships/image" Target="../media/image222.wmf"/><Relationship Id="rId1" Type="http://schemas.openxmlformats.org/officeDocument/2006/relationships/image" Target="../media/image221.wmf"/></Relationships>
</file>

<file path=ppt/drawings/_rels/vmlDrawing37.vml.rels><?xml version="1.0" encoding="UTF-8" standalone="yes"?>
<Relationships xmlns="http://schemas.openxmlformats.org/package/2006/relationships"><Relationship Id="rId6" Type="http://schemas.openxmlformats.org/officeDocument/2006/relationships/image" Target="../media/image233.wmf"/><Relationship Id="rId5" Type="http://schemas.openxmlformats.org/officeDocument/2006/relationships/image" Target="../media/image232.wmf"/><Relationship Id="rId4" Type="http://schemas.openxmlformats.org/officeDocument/2006/relationships/image" Target="../media/image231.wmf"/><Relationship Id="rId3" Type="http://schemas.openxmlformats.org/officeDocument/2006/relationships/image" Target="../media/image230.wmf"/><Relationship Id="rId2" Type="http://schemas.openxmlformats.org/officeDocument/2006/relationships/image" Target="../media/image229.wmf"/><Relationship Id="rId1" Type="http://schemas.openxmlformats.org/officeDocument/2006/relationships/image" Target="../media/image228.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237.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239.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241.wmf"/><Relationship Id="rId1" Type="http://schemas.openxmlformats.org/officeDocument/2006/relationships/image" Target="../media/image240.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48.wmf"/><Relationship Id="rId2" Type="http://schemas.openxmlformats.org/officeDocument/2006/relationships/image" Target="../media/image247.wmf"/><Relationship Id="rId1" Type="http://schemas.openxmlformats.org/officeDocument/2006/relationships/image" Target="../media/image246.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51.wmf"/><Relationship Id="rId2" Type="http://schemas.openxmlformats.org/officeDocument/2006/relationships/image" Target="../media/image250.wmf"/><Relationship Id="rId1" Type="http://schemas.openxmlformats.org/officeDocument/2006/relationships/image" Target="../media/image249.wmf"/></Relationships>
</file>

<file path=ppt/drawings/_rels/vmlDrawing43.vml.rels><?xml version="1.0" encoding="UTF-8" standalone="yes"?>
<Relationships xmlns="http://schemas.openxmlformats.org/package/2006/relationships"><Relationship Id="rId5" Type="http://schemas.openxmlformats.org/officeDocument/2006/relationships/image" Target="../media/image256.wmf"/><Relationship Id="rId4" Type="http://schemas.openxmlformats.org/officeDocument/2006/relationships/image" Target="../media/image255.wmf"/><Relationship Id="rId3" Type="http://schemas.openxmlformats.org/officeDocument/2006/relationships/image" Target="../media/image254.wmf"/><Relationship Id="rId2" Type="http://schemas.openxmlformats.org/officeDocument/2006/relationships/image" Target="../media/image253.wmf"/><Relationship Id="rId1" Type="http://schemas.openxmlformats.org/officeDocument/2006/relationships/image" Target="../media/image252.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257.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259.wmf"/><Relationship Id="rId1" Type="http://schemas.openxmlformats.org/officeDocument/2006/relationships/image" Target="../media/image258.wmf"/></Relationships>
</file>

<file path=ppt/drawings/_rels/vmlDrawing46.vml.rels><?xml version="1.0" encoding="UTF-8" standalone="yes"?>
<Relationships xmlns="http://schemas.openxmlformats.org/package/2006/relationships"><Relationship Id="rId5" Type="http://schemas.openxmlformats.org/officeDocument/2006/relationships/image" Target="../media/image264.wmf"/><Relationship Id="rId4" Type="http://schemas.openxmlformats.org/officeDocument/2006/relationships/image" Target="../media/image263.wmf"/><Relationship Id="rId3" Type="http://schemas.openxmlformats.org/officeDocument/2006/relationships/image" Target="../media/image262.wmf"/><Relationship Id="rId2" Type="http://schemas.openxmlformats.org/officeDocument/2006/relationships/image" Target="../media/image261.wmf"/><Relationship Id="rId1" Type="http://schemas.openxmlformats.org/officeDocument/2006/relationships/image" Target="../media/image260.wmf"/></Relationships>
</file>

<file path=ppt/drawings/_rels/vmlDrawing47.vml.rels><?xml version="1.0" encoding="UTF-8" standalone="yes"?>
<Relationships xmlns="http://schemas.openxmlformats.org/package/2006/relationships"><Relationship Id="rId7" Type="http://schemas.openxmlformats.org/officeDocument/2006/relationships/image" Target="../media/image271.wmf"/><Relationship Id="rId6" Type="http://schemas.openxmlformats.org/officeDocument/2006/relationships/image" Target="../media/image270.wmf"/><Relationship Id="rId5" Type="http://schemas.openxmlformats.org/officeDocument/2006/relationships/image" Target="../media/image269.wmf"/><Relationship Id="rId4" Type="http://schemas.openxmlformats.org/officeDocument/2006/relationships/image" Target="../media/image268.wmf"/><Relationship Id="rId3" Type="http://schemas.openxmlformats.org/officeDocument/2006/relationships/image" Target="../media/image267.wmf"/><Relationship Id="rId2" Type="http://schemas.openxmlformats.org/officeDocument/2006/relationships/image" Target="../media/image266.wmf"/><Relationship Id="rId1" Type="http://schemas.openxmlformats.org/officeDocument/2006/relationships/image" Target="../media/image265.wmf"/></Relationships>
</file>

<file path=ppt/drawings/_rels/vmlDrawing48.vml.rels><?xml version="1.0" encoding="UTF-8" standalone="yes"?>
<Relationships xmlns="http://schemas.openxmlformats.org/package/2006/relationships"><Relationship Id="rId4" Type="http://schemas.openxmlformats.org/officeDocument/2006/relationships/image" Target="../media/image275.wmf"/><Relationship Id="rId3" Type="http://schemas.openxmlformats.org/officeDocument/2006/relationships/image" Target="../media/image274.wmf"/><Relationship Id="rId2" Type="http://schemas.openxmlformats.org/officeDocument/2006/relationships/image" Target="../media/image273.wmf"/><Relationship Id="rId1" Type="http://schemas.openxmlformats.org/officeDocument/2006/relationships/image" Target="../media/image272.wmf"/></Relationships>
</file>

<file path=ppt/drawings/_rels/vmlDrawing49.vml.rels><?xml version="1.0" encoding="UTF-8" standalone="yes"?>
<Relationships xmlns="http://schemas.openxmlformats.org/package/2006/relationships"><Relationship Id="rId5" Type="http://schemas.openxmlformats.org/officeDocument/2006/relationships/image" Target="../media/image280.wmf"/><Relationship Id="rId4" Type="http://schemas.openxmlformats.org/officeDocument/2006/relationships/image" Target="../media/image279.wmf"/><Relationship Id="rId3" Type="http://schemas.openxmlformats.org/officeDocument/2006/relationships/image" Target="../media/image278.wmf"/><Relationship Id="rId2" Type="http://schemas.openxmlformats.org/officeDocument/2006/relationships/image" Target="../media/image277.wmf"/><Relationship Id="rId1" Type="http://schemas.openxmlformats.org/officeDocument/2006/relationships/image" Target="../media/image276.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81.wmf"/></Relationships>
</file>

<file path=ppt/drawings/_rels/vmlDrawing51.vml.rels><?xml version="1.0" encoding="UTF-8" standalone="yes"?>
<Relationships xmlns="http://schemas.openxmlformats.org/package/2006/relationships"><Relationship Id="rId7" Type="http://schemas.openxmlformats.org/officeDocument/2006/relationships/image" Target="../media/image288.wmf"/><Relationship Id="rId6" Type="http://schemas.openxmlformats.org/officeDocument/2006/relationships/image" Target="../media/image287.wmf"/><Relationship Id="rId5" Type="http://schemas.openxmlformats.org/officeDocument/2006/relationships/image" Target="../media/image286.wmf"/><Relationship Id="rId4" Type="http://schemas.openxmlformats.org/officeDocument/2006/relationships/image" Target="../media/image285.wmf"/><Relationship Id="rId3" Type="http://schemas.openxmlformats.org/officeDocument/2006/relationships/image" Target="../media/image284.wmf"/><Relationship Id="rId2" Type="http://schemas.openxmlformats.org/officeDocument/2006/relationships/image" Target="../media/image283.wmf"/><Relationship Id="rId1" Type="http://schemas.openxmlformats.org/officeDocument/2006/relationships/image" Target="../media/image282.wmf"/></Relationships>
</file>

<file path=ppt/drawings/_rels/vmlDrawing52.vml.rels><?xml version="1.0" encoding="UTF-8" standalone="yes"?>
<Relationships xmlns="http://schemas.openxmlformats.org/package/2006/relationships"><Relationship Id="rId6" Type="http://schemas.openxmlformats.org/officeDocument/2006/relationships/image" Target="../media/image294.wmf"/><Relationship Id="rId5" Type="http://schemas.openxmlformats.org/officeDocument/2006/relationships/image" Target="../media/image293.wmf"/><Relationship Id="rId4" Type="http://schemas.openxmlformats.org/officeDocument/2006/relationships/image" Target="../media/image292.wmf"/><Relationship Id="rId3" Type="http://schemas.openxmlformats.org/officeDocument/2006/relationships/image" Target="../media/image291.wmf"/><Relationship Id="rId2" Type="http://schemas.openxmlformats.org/officeDocument/2006/relationships/image" Target="../media/image290.wmf"/><Relationship Id="rId1" Type="http://schemas.openxmlformats.org/officeDocument/2006/relationships/image" Target="../media/image289.wmf"/></Relationships>
</file>

<file path=ppt/drawings/_rels/vmlDrawing53.vml.rels><?xml version="1.0" encoding="UTF-8" standalone="yes"?>
<Relationships xmlns="http://schemas.openxmlformats.org/package/2006/relationships"><Relationship Id="rId4" Type="http://schemas.openxmlformats.org/officeDocument/2006/relationships/image" Target="../media/image298.wmf"/><Relationship Id="rId3" Type="http://schemas.openxmlformats.org/officeDocument/2006/relationships/image" Target="../media/image297.wmf"/><Relationship Id="rId2" Type="http://schemas.openxmlformats.org/officeDocument/2006/relationships/image" Target="../media/image296.wmf"/><Relationship Id="rId1" Type="http://schemas.openxmlformats.org/officeDocument/2006/relationships/image" Target="../media/image295.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299.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302.wmf"/><Relationship Id="rId2" Type="http://schemas.openxmlformats.org/officeDocument/2006/relationships/image" Target="../media/image301.wmf"/><Relationship Id="rId1" Type="http://schemas.openxmlformats.org/officeDocument/2006/relationships/image" Target="../media/image300.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303.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305.wmf"/></Relationships>
</file>

<file path=ppt/drawings/_rels/vmlDrawing58.vml.rels><?xml version="1.0" encoding="UTF-8" standalone="yes"?>
<Relationships xmlns="http://schemas.openxmlformats.org/package/2006/relationships"><Relationship Id="rId9" Type="http://schemas.openxmlformats.org/officeDocument/2006/relationships/image" Target="../media/image315.wmf"/><Relationship Id="rId8" Type="http://schemas.openxmlformats.org/officeDocument/2006/relationships/image" Target="../media/image314.wmf"/><Relationship Id="rId7" Type="http://schemas.openxmlformats.org/officeDocument/2006/relationships/image" Target="../media/image313.wmf"/><Relationship Id="rId6" Type="http://schemas.openxmlformats.org/officeDocument/2006/relationships/image" Target="../media/image312.wmf"/><Relationship Id="rId5" Type="http://schemas.openxmlformats.org/officeDocument/2006/relationships/image" Target="../media/image311.wmf"/><Relationship Id="rId4" Type="http://schemas.openxmlformats.org/officeDocument/2006/relationships/image" Target="../media/image310.wmf"/><Relationship Id="rId3" Type="http://schemas.openxmlformats.org/officeDocument/2006/relationships/image" Target="../media/image309.wmf"/><Relationship Id="rId2" Type="http://schemas.openxmlformats.org/officeDocument/2006/relationships/image" Target="../media/image308.wmf"/><Relationship Id="rId11" Type="http://schemas.openxmlformats.org/officeDocument/2006/relationships/image" Target="../media/image317.wmf"/><Relationship Id="rId10" Type="http://schemas.openxmlformats.org/officeDocument/2006/relationships/image" Target="../media/image316.wmf"/><Relationship Id="rId1" Type="http://schemas.openxmlformats.org/officeDocument/2006/relationships/image" Target="../media/image307.wmf"/></Relationships>
</file>

<file path=ppt/drawings/_rels/vmlDrawing59.vml.rels><?xml version="1.0" encoding="UTF-8" standalone="yes"?>
<Relationships xmlns="http://schemas.openxmlformats.org/package/2006/relationships"><Relationship Id="rId9" Type="http://schemas.openxmlformats.org/officeDocument/2006/relationships/image" Target="../media/image326.wmf"/><Relationship Id="rId8" Type="http://schemas.openxmlformats.org/officeDocument/2006/relationships/image" Target="../media/image325.wmf"/><Relationship Id="rId7" Type="http://schemas.openxmlformats.org/officeDocument/2006/relationships/image" Target="../media/image324.wmf"/><Relationship Id="rId6" Type="http://schemas.openxmlformats.org/officeDocument/2006/relationships/image" Target="../media/image323.wmf"/><Relationship Id="rId5" Type="http://schemas.openxmlformats.org/officeDocument/2006/relationships/image" Target="../media/image322.wmf"/><Relationship Id="rId4" Type="http://schemas.openxmlformats.org/officeDocument/2006/relationships/image" Target="../media/image321.wmf"/><Relationship Id="rId3" Type="http://schemas.openxmlformats.org/officeDocument/2006/relationships/image" Target="../media/image320.wmf"/><Relationship Id="rId2" Type="http://schemas.openxmlformats.org/officeDocument/2006/relationships/image" Target="../media/image319.wmf"/><Relationship Id="rId12" Type="http://schemas.openxmlformats.org/officeDocument/2006/relationships/image" Target="../media/image329.wmf"/><Relationship Id="rId11" Type="http://schemas.openxmlformats.org/officeDocument/2006/relationships/image" Target="../media/image328.wmf"/><Relationship Id="rId10" Type="http://schemas.openxmlformats.org/officeDocument/2006/relationships/image" Target="../media/image327.wmf"/><Relationship Id="rId1" Type="http://schemas.openxmlformats.org/officeDocument/2006/relationships/image" Target="../media/image318.wmf"/></Relationships>
</file>

<file path=ppt/drawings/_rels/vmlDrawing60.vml.rels><?xml version="1.0" encoding="UTF-8" standalone="yes"?>
<Relationships xmlns="http://schemas.openxmlformats.org/package/2006/relationships"><Relationship Id="rId5" Type="http://schemas.openxmlformats.org/officeDocument/2006/relationships/image" Target="../media/image334.wmf"/><Relationship Id="rId4" Type="http://schemas.openxmlformats.org/officeDocument/2006/relationships/image" Target="../media/image333.wmf"/><Relationship Id="rId3" Type="http://schemas.openxmlformats.org/officeDocument/2006/relationships/image" Target="../media/image332.wmf"/><Relationship Id="rId2" Type="http://schemas.openxmlformats.org/officeDocument/2006/relationships/image" Target="../media/image331.wmf"/><Relationship Id="rId1" Type="http://schemas.openxmlformats.org/officeDocument/2006/relationships/image" Target="../media/image330.wmf"/></Relationships>
</file>

<file path=ppt/drawings/_rels/vmlDrawing61.vml.rels><?xml version="1.0" encoding="UTF-8" standalone="yes"?>
<Relationships xmlns="http://schemas.openxmlformats.org/package/2006/relationships"><Relationship Id="rId9" Type="http://schemas.openxmlformats.org/officeDocument/2006/relationships/image" Target="../media/image343.wmf"/><Relationship Id="rId8" Type="http://schemas.openxmlformats.org/officeDocument/2006/relationships/image" Target="../media/image342.wmf"/><Relationship Id="rId7" Type="http://schemas.openxmlformats.org/officeDocument/2006/relationships/image" Target="../media/image341.wmf"/><Relationship Id="rId6" Type="http://schemas.openxmlformats.org/officeDocument/2006/relationships/image" Target="../media/image340.wmf"/><Relationship Id="rId5" Type="http://schemas.openxmlformats.org/officeDocument/2006/relationships/image" Target="../media/image339.wmf"/><Relationship Id="rId4" Type="http://schemas.openxmlformats.org/officeDocument/2006/relationships/image" Target="../media/image338.wmf"/><Relationship Id="rId3" Type="http://schemas.openxmlformats.org/officeDocument/2006/relationships/image" Target="../media/image337.wmf"/><Relationship Id="rId2" Type="http://schemas.openxmlformats.org/officeDocument/2006/relationships/image" Target="../media/image336.wmf"/><Relationship Id="rId14" Type="http://schemas.openxmlformats.org/officeDocument/2006/relationships/image" Target="../media/image348.wmf"/><Relationship Id="rId13" Type="http://schemas.openxmlformats.org/officeDocument/2006/relationships/image" Target="../media/image347.wmf"/><Relationship Id="rId12" Type="http://schemas.openxmlformats.org/officeDocument/2006/relationships/image" Target="../media/image346.wmf"/><Relationship Id="rId11" Type="http://schemas.openxmlformats.org/officeDocument/2006/relationships/image" Target="../media/image345.wmf"/><Relationship Id="rId10" Type="http://schemas.openxmlformats.org/officeDocument/2006/relationships/image" Target="../media/image344.wmf"/><Relationship Id="rId1" Type="http://schemas.openxmlformats.org/officeDocument/2006/relationships/image" Target="../media/image335.wmf"/></Relationships>
</file>

<file path=ppt/drawings/_rels/vmlDrawing62.vml.rels><?xml version="1.0" encoding="UTF-8" standalone="yes"?>
<Relationships xmlns="http://schemas.openxmlformats.org/package/2006/relationships"><Relationship Id="rId4" Type="http://schemas.openxmlformats.org/officeDocument/2006/relationships/image" Target="../media/image352.wmf"/><Relationship Id="rId3" Type="http://schemas.openxmlformats.org/officeDocument/2006/relationships/image" Target="../media/image351.wmf"/><Relationship Id="rId2" Type="http://schemas.openxmlformats.org/officeDocument/2006/relationships/image" Target="../media/image350.wmf"/><Relationship Id="rId1" Type="http://schemas.openxmlformats.org/officeDocument/2006/relationships/image" Target="../media/image349.wmf"/></Relationships>
</file>

<file path=ppt/drawings/_rels/vmlDrawing63.vml.rels><?xml version="1.0" encoding="UTF-8" standalone="yes"?>
<Relationships xmlns="http://schemas.openxmlformats.org/package/2006/relationships"><Relationship Id="rId4" Type="http://schemas.openxmlformats.org/officeDocument/2006/relationships/image" Target="../media/image356.wmf"/><Relationship Id="rId3" Type="http://schemas.openxmlformats.org/officeDocument/2006/relationships/image" Target="../media/image355.wmf"/><Relationship Id="rId2" Type="http://schemas.openxmlformats.org/officeDocument/2006/relationships/image" Target="../media/image354.wmf"/><Relationship Id="rId1" Type="http://schemas.openxmlformats.org/officeDocument/2006/relationships/image" Target="../media/image353.wmf"/></Relationships>
</file>

<file path=ppt/drawings/_rels/vmlDrawing64.vml.rels><?xml version="1.0" encoding="UTF-8" standalone="yes"?>
<Relationships xmlns="http://schemas.openxmlformats.org/package/2006/relationships"><Relationship Id="rId8" Type="http://schemas.openxmlformats.org/officeDocument/2006/relationships/image" Target="../media/image364.wmf"/><Relationship Id="rId7" Type="http://schemas.openxmlformats.org/officeDocument/2006/relationships/image" Target="../media/image363.wmf"/><Relationship Id="rId6" Type="http://schemas.openxmlformats.org/officeDocument/2006/relationships/image" Target="../media/image362.wmf"/><Relationship Id="rId5" Type="http://schemas.openxmlformats.org/officeDocument/2006/relationships/image" Target="../media/image361.wmf"/><Relationship Id="rId4" Type="http://schemas.openxmlformats.org/officeDocument/2006/relationships/image" Target="../media/image360.wmf"/><Relationship Id="rId3" Type="http://schemas.openxmlformats.org/officeDocument/2006/relationships/image" Target="../media/image359.wmf"/><Relationship Id="rId2" Type="http://schemas.openxmlformats.org/officeDocument/2006/relationships/image" Target="../media/image358.wmf"/><Relationship Id="rId1" Type="http://schemas.openxmlformats.org/officeDocument/2006/relationships/image" Target="../media/image357.wmf"/></Relationships>
</file>

<file path=ppt/drawings/_rels/vmlDrawing65.vml.rels><?xml version="1.0" encoding="UTF-8" standalone="yes"?>
<Relationships xmlns="http://schemas.openxmlformats.org/package/2006/relationships"><Relationship Id="rId9" Type="http://schemas.openxmlformats.org/officeDocument/2006/relationships/image" Target="../media/image372.wmf"/><Relationship Id="rId8" Type="http://schemas.openxmlformats.org/officeDocument/2006/relationships/image" Target="../media/image371.wmf"/><Relationship Id="rId7" Type="http://schemas.openxmlformats.org/officeDocument/2006/relationships/image" Target="../media/image370.wmf"/><Relationship Id="rId6" Type="http://schemas.openxmlformats.org/officeDocument/2006/relationships/image" Target="../media/image369.wmf"/><Relationship Id="rId5" Type="http://schemas.openxmlformats.org/officeDocument/2006/relationships/image" Target="../media/image368.wmf"/><Relationship Id="rId4" Type="http://schemas.openxmlformats.org/officeDocument/2006/relationships/image" Target="../media/image367.wmf"/><Relationship Id="rId3" Type="http://schemas.openxmlformats.org/officeDocument/2006/relationships/image" Target="../media/image366.wmf"/><Relationship Id="rId2" Type="http://schemas.openxmlformats.org/officeDocument/2006/relationships/image" Target="../media/image365.wmf"/><Relationship Id="rId10" Type="http://schemas.openxmlformats.org/officeDocument/2006/relationships/image" Target="../media/image373.wmf"/><Relationship Id="rId1" Type="http://schemas.openxmlformats.org/officeDocument/2006/relationships/image" Target="../media/image364.w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374.w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377.w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378.wmf"/></Relationships>
</file>

<file path=ppt/drawings/_rels/vmlDrawing69.vml.rels><?xml version="1.0" encoding="UTF-8" standalone="yes"?>
<Relationships xmlns="http://schemas.openxmlformats.org/package/2006/relationships"><Relationship Id="rId9" Type="http://schemas.openxmlformats.org/officeDocument/2006/relationships/image" Target="../media/image387.wmf"/><Relationship Id="rId8" Type="http://schemas.openxmlformats.org/officeDocument/2006/relationships/image" Target="../media/image386.wmf"/><Relationship Id="rId7" Type="http://schemas.openxmlformats.org/officeDocument/2006/relationships/image" Target="../media/image385.wmf"/><Relationship Id="rId6" Type="http://schemas.openxmlformats.org/officeDocument/2006/relationships/image" Target="../media/image384.wmf"/><Relationship Id="rId5" Type="http://schemas.openxmlformats.org/officeDocument/2006/relationships/image" Target="../media/image383.wmf"/><Relationship Id="rId4" Type="http://schemas.openxmlformats.org/officeDocument/2006/relationships/image" Target="../media/image382.wmf"/><Relationship Id="rId3" Type="http://schemas.openxmlformats.org/officeDocument/2006/relationships/image" Target="../media/image381.wmf"/><Relationship Id="rId2" Type="http://schemas.openxmlformats.org/officeDocument/2006/relationships/image" Target="../media/image380.wmf"/><Relationship Id="rId1" Type="http://schemas.openxmlformats.org/officeDocument/2006/relationships/image" Target="../media/image379.wmf"/></Relationships>
</file>

<file path=ppt/drawings/_rels/vmlDrawing70.vml.rels><?xml version="1.0" encoding="UTF-8" standalone="yes"?>
<Relationships xmlns="http://schemas.openxmlformats.org/package/2006/relationships"><Relationship Id="rId8" Type="http://schemas.openxmlformats.org/officeDocument/2006/relationships/image" Target="../media/image395.wmf"/><Relationship Id="rId7" Type="http://schemas.openxmlformats.org/officeDocument/2006/relationships/image" Target="../media/image394.wmf"/><Relationship Id="rId6" Type="http://schemas.openxmlformats.org/officeDocument/2006/relationships/image" Target="../media/image393.wmf"/><Relationship Id="rId5" Type="http://schemas.openxmlformats.org/officeDocument/2006/relationships/image" Target="../media/image392.wmf"/><Relationship Id="rId4" Type="http://schemas.openxmlformats.org/officeDocument/2006/relationships/image" Target="../media/image391.wmf"/><Relationship Id="rId3" Type="http://schemas.openxmlformats.org/officeDocument/2006/relationships/image" Target="../media/image390.wmf"/><Relationship Id="rId2" Type="http://schemas.openxmlformats.org/officeDocument/2006/relationships/image" Target="../media/image389.wmf"/><Relationship Id="rId1" Type="http://schemas.openxmlformats.org/officeDocument/2006/relationships/image" Target="../media/image388.wmf"/></Relationships>
</file>

<file path=ppt/drawings/_rels/vmlDrawing71.vml.rels><?xml version="1.0" encoding="UTF-8" standalone="yes"?>
<Relationships xmlns="http://schemas.openxmlformats.org/package/2006/relationships"><Relationship Id="rId9" Type="http://schemas.openxmlformats.org/officeDocument/2006/relationships/image" Target="../media/image404.wmf"/><Relationship Id="rId8" Type="http://schemas.openxmlformats.org/officeDocument/2006/relationships/image" Target="../media/image403.wmf"/><Relationship Id="rId7" Type="http://schemas.openxmlformats.org/officeDocument/2006/relationships/image" Target="../media/image402.wmf"/><Relationship Id="rId6" Type="http://schemas.openxmlformats.org/officeDocument/2006/relationships/image" Target="../media/image401.wmf"/><Relationship Id="rId5" Type="http://schemas.openxmlformats.org/officeDocument/2006/relationships/image" Target="../media/image400.wmf"/><Relationship Id="rId4" Type="http://schemas.openxmlformats.org/officeDocument/2006/relationships/image" Target="../media/image399.wmf"/><Relationship Id="rId3" Type="http://schemas.openxmlformats.org/officeDocument/2006/relationships/image" Target="../media/image398.wmf"/><Relationship Id="rId2" Type="http://schemas.openxmlformats.org/officeDocument/2006/relationships/image" Target="../media/image397.wmf"/><Relationship Id="rId1" Type="http://schemas.openxmlformats.org/officeDocument/2006/relationships/image" Target="../media/image396.wmf"/></Relationships>
</file>

<file path=ppt/drawings/_rels/vmlDrawing72.vml.rels><?xml version="1.0" encoding="UTF-8" standalone="yes"?>
<Relationships xmlns="http://schemas.openxmlformats.org/package/2006/relationships"><Relationship Id="rId3" Type="http://schemas.openxmlformats.org/officeDocument/2006/relationships/image" Target="../media/image407.wmf"/><Relationship Id="rId2" Type="http://schemas.openxmlformats.org/officeDocument/2006/relationships/image" Target="../media/image406.wmf"/><Relationship Id="rId1" Type="http://schemas.openxmlformats.org/officeDocument/2006/relationships/image" Target="../media/image405.wmf"/></Relationships>
</file>

<file path=ppt/drawings/_rels/vmlDrawing73.vml.rels><?xml version="1.0" encoding="UTF-8" standalone="yes"?>
<Relationships xmlns="http://schemas.openxmlformats.org/package/2006/relationships"><Relationship Id="rId5" Type="http://schemas.openxmlformats.org/officeDocument/2006/relationships/image" Target="../media/image413.wmf"/><Relationship Id="rId4" Type="http://schemas.openxmlformats.org/officeDocument/2006/relationships/image" Target="../media/image412.wmf"/><Relationship Id="rId3" Type="http://schemas.openxmlformats.org/officeDocument/2006/relationships/image" Target="../media/image411.wmf"/><Relationship Id="rId2" Type="http://schemas.openxmlformats.org/officeDocument/2006/relationships/image" Target="../media/image410.wmf"/><Relationship Id="rId1" Type="http://schemas.openxmlformats.org/officeDocument/2006/relationships/image" Target="../media/image409.wmf"/></Relationships>
</file>

<file path=ppt/drawings/_rels/vmlDrawing74.vml.rels><?xml version="1.0" encoding="UTF-8" standalone="yes"?>
<Relationships xmlns="http://schemas.openxmlformats.org/package/2006/relationships"><Relationship Id="rId5" Type="http://schemas.openxmlformats.org/officeDocument/2006/relationships/image" Target="../media/image418.wmf"/><Relationship Id="rId4" Type="http://schemas.openxmlformats.org/officeDocument/2006/relationships/image" Target="../media/image417.wmf"/><Relationship Id="rId3" Type="http://schemas.openxmlformats.org/officeDocument/2006/relationships/image" Target="../media/image406.wmf"/><Relationship Id="rId2" Type="http://schemas.openxmlformats.org/officeDocument/2006/relationships/image" Target="../media/image405.wmf"/><Relationship Id="rId1" Type="http://schemas.openxmlformats.org/officeDocument/2006/relationships/image" Target="../media/image416.wmf"/></Relationships>
</file>

<file path=ppt/drawings/_rels/vmlDrawing75.vml.rels><?xml version="1.0" encoding="UTF-8" standalone="yes"?>
<Relationships xmlns="http://schemas.openxmlformats.org/package/2006/relationships"><Relationship Id="rId4" Type="http://schemas.openxmlformats.org/officeDocument/2006/relationships/image" Target="../media/image423.wmf"/><Relationship Id="rId3" Type="http://schemas.openxmlformats.org/officeDocument/2006/relationships/image" Target="../media/image421.wmf"/><Relationship Id="rId2" Type="http://schemas.openxmlformats.org/officeDocument/2006/relationships/image" Target="../media/image420.wmf"/><Relationship Id="rId1" Type="http://schemas.openxmlformats.org/officeDocument/2006/relationships/image" Target="../media/image419.wmf"/></Relationships>
</file>

<file path=ppt/drawings/_rels/vmlDrawing76.vml.rels><?xml version="1.0" encoding="UTF-8" standalone="yes"?>
<Relationships xmlns="http://schemas.openxmlformats.org/package/2006/relationships"><Relationship Id="rId9" Type="http://schemas.openxmlformats.org/officeDocument/2006/relationships/image" Target="../media/image430.wmf"/><Relationship Id="rId8" Type="http://schemas.openxmlformats.org/officeDocument/2006/relationships/image" Target="../media/image429.wmf"/><Relationship Id="rId7" Type="http://schemas.openxmlformats.org/officeDocument/2006/relationships/image" Target="../media/image428.wmf"/><Relationship Id="rId6" Type="http://schemas.openxmlformats.org/officeDocument/2006/relationships/image" Target="../media/image427.wmf"/><Relationship Id="rId5" Type="http://schemas.openxmlformats.org/officeDocument/2006/relationships/image" Target="../media/image426.wmf"/><Relationship Id="rId4" Type="http://schemas.openxmlformats.org/officeDocument/2006/relationships/image" Target="../media/image425.wmf"/><Relationship Id="rId3" Type="http://schemas.openxmlformats.org/officeDocument/2006/relationships/image" Target="../media/image406.wmf"/><Relationship Id="rId2" Type="http://schemas.openxmlformats.org/officeDocument/2006/relationships/image" Target="../media/image405.wmf"/><Relationship Id="rId10" Type="http://schemas.openxmlformats.org/officeDocument/2006/relationships/image" Target="../media/image418.wmf"/><Relationship Id="rId1" Type="http://schemas.openxmlformats.org/officeDocument/2006/relationships/image" Target="../media/image424.wmf"/></Relationships>
</file>

<file path=ppt/drawings/_rels/vmlDrawing77.vml.rels><?xml version="1.0" encoding="UTF-8" standalone="yes"?>
<Relationships xmlns="http://schemas.openxmlformats.org/package/2006/relationships"><Relationship Id="rId9" Type="http://schemas.openxmlformats.org/officeDocument/2006/relationships/image" Target="../media/image437.wmf"/><Relationship Id="rId8" Type="http://schemas.openxmlformats.org/officeDocument/2006/relationships/image" Target="../media/image436.wmf"/><Relationship Id="rId7" Type="http://schemas.openxmlformats.org/officeDocument/2006/relationships/image" Target="../media/image435.wmf"/><Relationship Id="rId6" Type="http://schemas.openxmlformats.org/officeDocument/2006/relationships/image" Target="../media/image434.wmf"/><Relationship Id="rId5" Type="http://schemas.openxmlformats.org/officeDocument/2006/relationships/image" Target="../media/image433.wmf"/><Relationship Id="rId4" Type="http://schemas.openxmlformats.org/officeDocument/2006/relationships/image" Target="../media/image432.wmf"/><Relationship Id="rId3" Type="http://schemas.openxmlformats.org/officeDocument/2006/relationships/image" Target="../media/image406.wmf"/><Relationship Id="rId2" Type="http://schemas.openxmlformats.org/officeDocument/2006/relationships/image" Target="../media/image405.wmf"/><Relationship Id="rId12" Type="http://schemas.openxmlformats.org/officeDocument/2006/relationships/image" Target="../media/image440.wmf"/><Relationship Id="rId11" Type="http://schemas.openxmlformats.org/officeDocument/2006/relationships/image" Target="../media/image439.wmf"/><Relationship Id="rId10" Type="http://schemas.openxmlformats.org/officeDocument/2006/relationships/image" Target="../media/image438.wmf"/><Relationship Id="rId1" Type="http://schemas.openxmlformats.org/officeDocument/2006/relationships/image" Target="../media/image431.wmf"/></Relationships>
</file>

<file path=ppt/drawings/_rels/vmlDrawing78.vml.rels><?xml version="1.0" encoding="UTF-8" standalone="yes"?>
<Relationships xmlns="http://schemas.openxmlformats.org/package/2006/relationships"><Relationship Id="rId9" Type="http://schemas.openxmlformats.org/officeDocument/2006/relationships/image" Target="../media/image447.wmf"/><Relationship Id="rId8" Type="http://schemas.openxmlformats.org/officeDocument/2006/relationships/image" Target="../media/image446.wmf"/><Relationship Id="rId7" Type="http://schemas.openxmlformats.org/officeDocument/2006/relationships/image" Target="../media/image445.wmf"/><Relationship Id="rId6" Type="http://schemas.openxmlformats.org/officeDocument/2006/relationships/image" Target="../media/image444.wmf"/><Relationship Id="rId5" Type="http://schemas.openxmlformats.org/officeDocument/2006/relationships/image" Target="../media/image437.wmf"/><Relationship Id="rId4" Type="http://schemas.openxmlformats.org/officeDocument/2006/relationships/image" Target="../media/image405.wmf"/><Relationship Id="rId3" Type="http://schemas.openxmlformats.org/officeDocument/2006/relationships/image" Target="../media/image443.wmf"/><Relationship Id="rId2" Type="http://schemas.openxmlformats.org/officeDocument/2006/relationships/image" Target="../media/image442.wmf"/><Relationship Id="rId11" Type="http://schemas.openxmlformats.org/officeDocument/2006/relationships/image" Target="../media/image418.wmf"/><Relationship Id="rId10" Type="http://schemas.openxmlformats.org/officeDocument/2006/relationships/image" Target="../media/image448.wmf"/><Relationship Id="rId1" Type="http://schemas.openxmlformats.org/officeDocument/2006/relationships/image" Target="../media/image441.wmf"/></Relationships>
</file>

<file path=ppt/drawings/_rels/vmlDrawing79.vml.rels><?xml version="1.0" encoding="UTF-8" standalone="yes"?>
<Relationships xmlns="http://schemas.openxmlformats.org/package/2006/relationships"><Relationship Id="rId3" Type="http://schemas.openxmlformats.org/officeDocument/2006/relationships/image" Target="../media/image451.wmf"/><Relationship Id="rId2" Type="http://schemas.openxmlformats.org/officeDocument/2006/relationships/image" Target="../media/image450.wmf"/><Relationship Id="rId1" Type="http://schemas.openxmlformats.org/officeDocument/2006/relationships/image" Target="../media/image449.wmf"/></Relationships>
</file>

<file path=ppt/drawings/_rels/vmlDrawing80.vml.rels><?xml version="1.0" encoding="UTF-8" standalone="yes"?>
<Relationships xmlns="http://schemas.openxmlformats.org/package/2006/relationships"><Relationship Id="rId5" Type="http://schemas.openxmlformats.org/officeDocument/2006/relationships/image" Target="../media/image456.wmf"/><Relationship Id="rId4" Type="http://schemas.openxmlformats.org/officeDocument/2006/relationships/image" Target="../media/image455.wmf"/><Relationship Id="rId3" Type="http://schemas.openxmlformats.org/officeDocument/2006/relationships/image" Target="../media/image454.wmf"/><Relationship Id="rId2" Type="http://schemas.openxmlformats.org/officeDocument/2006/relationships/image" Target="../media/image453.wmf"/><Relationship Id="rId1" Type="http://schemas.openxmlformats.org/officeDocument/2006/relationships/image" Target="../media/image452.wmf"/></Relationships>
</file>

<file path=ppt/drawings/_rels/vmlDrawing81.vml.rels><?xml version="1.0" encoding="UTF-8" standalone="yes"?>
<Relationships xmlns="http://schemas.openxmlformats.org/package/2006/relationships"><Relationship Id="rId2" Type="http://schemas.openxmlformats.org/officeDocument/2006/relationships/image" Target="../media/image458.wmf"/><Relationship Id="rId1" Type="http://schemas.openxmlformats.org/officeDocument/2006/relationships/image" Target="../media/image457.w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459.wmf"/></Relationships>
</file>

<file path=ppt/drawings/_rels/vmlDrawing83.vml.rels><?xml version="1.0" encoding="UTF-8" standalone="yes"?>
<Relationships xmlns="http://schemas.openxmlformats.org/package/2006/relationships"><Relationship Id="rId2" Type="http://schemas.openxmlformats.org/officeDocument/2006/relationships/image" Target="../media/image461.wmf"/><Relationship Id="rId1" Type="http://schemas.openxmlformats.org/officeDocument/2006/relationships/image" Target="../media/image460.wmf"/></Relationships>
</file>

<file path=ppt/drawings/_rels/vmlDrawing84.vml.rels><?xml version="1.0" encoding="UTF-8" standalone="yes"?>
<Relationships xmlns="http://schemas.openxmlformats.org/package/2006/relationships"><Relationship Id="rId9" Type="http://schemas.openxmlformats.org/officeDocument/2006/relationships/image" Target="../media/image468.wmf"/><Relationship Id="rId8" Type="http://schemas.openxmlformats.org/officeDocument/2006/relationships/image" Target="../media/image467.wmf"/><Relationship Id="rId7" Type="http://schemas.openxmlformats.org/officeDocument/2006/relationships/image" Target="../media/image466.wmf"/><Relationship Id="rId6" Type="http://schemas.openxmlformats.org/officeDocument/2006/relationships/image" Target="../media/image465.wmf"/><Relationship Id="rId5" Type="http://schemas.openxmlformats.org/officeDocument/2006/relationships/image" Target="../media/image464.wmf"/><Relationship Id="rId4" Type="http://schemas.openxmlformats.org/officeDocument/2006/relationships/image" Target="../media/image463.wmf"/><Relationship Id="rId3" Type="http://schemas.openxmlformats.org/officeDocument/2006/relationships/image" Target="../media/image462.wmf"/><Relationship Id="rId2" Type="http://schemas.openxmlformats.org/officeDocument/2006/relationships/image" Target="../media/image437.wmf"/><Relationship Id="rId12" Type="http://schemas.openxmlformats.org/officeDocument/2006/relationships/image" Target="../media/image471.wmf"/><Relationship Id="rId11" Type="http://schemas.openxmlformats.org/officeDocument/2006/relationships/image" Target="../media/image470.wmf"/><Relationship Id="rId10" Type="http://schemas.openxmlformats.org/officeDocument/2006/relationships/image" Target="../media/image469.wmf"/><Relationship Id="rId1" Type="http://schemas.openxmlformats.org/officeDocument/2006/relationships/image" Target="../media/image406.w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472.wmf"/></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13793" units="1/cm"/>
        </inkml:channelProperties>
      </inkml:inkSource>
      <inkml:timestamp xml:id="ts0" timeString="2022-10-30T10:24:34"/>
    </inkml:context>
    <inkml:brush xml:id="br0">
      <inkml:brushProperty name="width" value="0.05292" units="cm"/>
      <inkml:brushProperty name="height" value="0.05292" units="cm"/>
      <inkml:brushProperty name="color" value="#c00000"/>
    </inkml:brush>
  </inkml:definitions>
  <inkml:trace contextRef="#ctx0" brushRef="#br0">17041.000 7987.000,'25.000'-25.000,"25.000"25.000,-26.000 0.000,1.000 0.000,0.000 0.000,0.000 0.000,0.000-25.000,-1.000 25.000,1.000 0.000,0.000 0.000,0.000 0.000,0.000 0.000,24.000 0.000,-24.000 0.000,0.000 0.000,0.000 0.000,-1.000 0.000,1.000 0.000,0.000 0.000,0.000 0.000,0.000 0.000,-1.000 0.000,1.000 0.000,0.000 0.000,0.000 0.000,0.000 0.000,0.000 0.000,-1.000 0.000,1.000 0.000,0.000 0.000,0.000 0.000,0.000 0.000,-1.000 0.000,1.000 0.000,0.000 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latin typeface="Arial" panose="020B0704020202020204" pitchFamily="34"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1126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atin typeface="Arial" panose="020B0704020202020204" pitchFamily="34" charset="0"/>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107524"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126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1127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atin typeface="Arial" panose="020B0704020202020204" pitchFamily="34"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1127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b="0" dirty="0"/>
            </a:fld>
            <a:endParaRPr lang="en-US" altLang="zh-CN" sz="1200" b="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mi| Mi, </a:t>
            </a:r>
            <a:r>
              <a:rPr lang="zh-CN" altLang="en-US"/>
              <a:t>根据整除性质可得</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定理</a:t>
            </a:r>
            <a:r>
              <a:rPr lang="en-US" altLang="zh-CN" dirty="0"/>
              <a:t>2.1.3(5)</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定理</a:t>
            </a:r>
            <a:r>
              <a:rPr lang="en-US" altLang="zh-CN" dirty="0"/>
              <a:t>2.13(6)</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p:sp>
      <p:sp>
        <p:nvSpPr>
          <p:cNvPr id="108547"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1085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p:sp>
      <p:sp>
        <p:nvSpPr>
          <p:cNvPr id="109571"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1095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1105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p:sp>
      <p:sp>
        <p:nvSpPr>
          <p:cNvPr id="111619" name="备注占位符 2"/>
          <p:cNvSpPr>
            <a:spLocks noGrp="1"/>
          </p:cNvSpPr>
          <p:nvPr>
            <p:ph type="body" idx="1"/>
          </p:nvPr>
        </p:nvSpPr>
        <p:spPr/>
        <p:txBody>
          <a:bodyPr wrap="square" lIns="91440" tIns="45720" rIns="91440" bIns="45720" anchor="t" anchorCtr="0"/>
          <a:lstStyle/>
          <a:p>
            <a:pPr lvl="0"/>
            <a:r>
              <a:rPr lang="zh-CN" altLang="en-US" dirty="0"/>
              <a:t>将（</a:t>
            </a:r>
            <a:r>
              <a:rPr lang="en-US" altLang="zh-CN" dirty="0"/>
              <a:t>3/9)</a:t>
            </a:r>
            <a:r>
              <a:rPr lang="zh-CN" altLang="en-US" dirty="0"/>
              <a:t>改成</a:t>
            </a:r>
            <a:r>
              <a:rPr lang="en-US" altLang="zh-CN" dirty="0"/>
              <a:t>(3/19</a:t>
            </a:r>
            <a:r>
              <a:rPr lang="zh-CN" altLang="en-US" dirty="0"/>
              <a:t>）</a:t>
            </a:r>
            <a:endParaRPr lang="zh-CN" altLang="en-US" dirty="0"/>
          </a:p>
        </p:txBody>
      </p:sp>
      <p:sp>
        <p:nvSpPr>
          <p:cNvPr id="1116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p:sp>
      <p:sp>
        <p:nvSpPr>
          <p:cNvPr id="112643" name="备注占位符 2"/>
          <p:cNvSpPr>
            <a:spLocks noGrp="1"/>
          </p:cNvSpPr>
          <p:nvPr>
            <p:ph type="body"/>
          </p:nvPr>
        </p:nvSpPr>
        <p:spPr/>
        <p:txBody>
          <a:bodyPr wrap="square" lIns="91440" tIns="45720" rIns="91440" bIns="45720" anchor="t" anchorCtr="0"/>
          <a:lstStyle/>
          <a:p>
            <a:pPr lvl="0" eaLnBrk="1" hangingPunct="1"/>
            <a:endParaRPr lang="zh-CN" altLang="en-US" dirty="0"/>
          </a:p>
        </p:txBody>
      </p:sp>
      <p:sp>
        <p:nvSpPr>
          <p:cNvPr id="1126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b="0" dirty="0"/>
            </a:fld>
            <a:endParaRPr lang="zh-CN" altLang="zh-CN" sz="1200" b="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1026"/>
          <p:cNvSpPr>
            <a:spLocks noGrp="1" noRot="1" noChangeAspect="1" noTextEdit="1"/>
          </p:cNvSpPr>
          <p:nvPr>
            <p:ph type="sldImg"/>
          </p:nvPr>
        </p:nvSpPr>
        <p:spPr/>
      </p:sp>
      <p:sp>
        <p:nvSpPr>
          <p:cNvPr id="113667" name="Rectangle 1027"/>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704020202020204" pitchFamily="34" charset="0"/>
              </a:rPr>
            </a:fld>
            <a:endParaRPr lang="en-US" altLang="zh-CN" dirty="0">
              <a:latin typeface="Arial" panose="020B07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704020202020204" pitchFamily="34" charset="0"/>
              </a:rPr>
            </a:fld>
            <a:endParaRPr lang="en-US" altLang="zh-CN" dirty="0">
              <a:latin typeface="Arial" panose="020B07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704020202020204" pitchFamily="34" charset="0"/>
              </a:rPr>
            </a:fld>
            <a:endParaRPr lang="en-US" altLang="zh-CN" dirty="0">
              <a:latin typeface="Arial" panose="020B07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704020202020204" pitchFamily="34" charset="0"/>
              </a:rPr>
            </a:fld>
            <a:endParaRPr lang="en-US" altLang="zh-CN" dirty="0">
              <a:latin typeface="Arial" panose="020B07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704020202020204" pitchFamily="34" charset="0"/>
              </a:rPr>
            </a:fld>
            <a:endParaRPr lang="en-US" altLang="zh-CN" dirty="0">
              <a:latin typeface="Arial" panose="020B07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704020202020204" pitchFamily="34" charset="0"/>
              </a:rPr>
            </a:fld>
            <a:endParaRPr lang="en-US" altLang="zh-CN" dirty="0">
              <a:latin typeface="Arial" panose="020B07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704020202020204" pitchFamily="34" charset="0"/>
              </a:rPr>
            </a:fld>
            <a:endParaRPr lang="en-US" altLang="zh-CN" dirty="0">
              <a:latin typeface="Arial" panose="020B07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704020202020204" pitchFamily="34" charset="0"/>
              </a:rPr>
            </a:fld>
            <a:endParaRPr lang="en-US" altLang="zh-CN" dirty="0">
              <a:latin typeface="Arial" panose="020B07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704020202020204" pitchFamily="34" charset="0"/>
              </a:rPr>
            </a:fld>
            <a:endParaRPr lang="en-US" altLang="zh-CN" dirty="0">
              <a:latin typeface="Arial" panose="020B07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704020202020204" pitchFamily="34" charset="0"/>
              </a:rPr>
            </a:fld>
            <a:endParaRPr lang="en-US" altLang="zh-CN" dirty="0">
              <a:latin typeface="Arial" panose="020B07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704020202020204" pitchFamily="34" charset="0"/>
              </a:rPr>
            </a:fld>
            <a:endParaRPr lang="en-US" altLang="zh-CN" dirty="0">
              <a:latin typeface="Arial" panose="020B07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CC"/>
            </a:gs>
            <a:gs pos="50000">
              <a:srgbClr val="FFFFCC"/>
            </a:gs>
            <a:gs pos="100000">
              <a:srgbClr val="CCFFCC"/>
            </a:gs>
          </a:gsLst>
          <a:lin ang="18900000" scaled="1"/>
          <a:tileRect/>
        </a:gra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27" name="Rectangle 3"/>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b="0">
                <a:latin typeface="Arial" panose="020B0704020202020204" pitchFamily="34"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b="0">
                <a:latin typeface="Arial" panose="020B0704020202020204" pitchFamily="34" charset="0"/>
                <a:ea typeface="宋体"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704020202020204" pitchFamily="34" charset="0"/>
              <a:ea typeface="宋体" pitchFamily="2" charset="-122"/>
              <a:cs typeface="+mn-cs"/>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lvl="0" eaLnBrk="1" hangingPunct="1">
              <a:buNone/>
            </a:pPr>
            <a:fld id="{9A0DB2DC-4C9A-4742-B13C-FB6460FD3503}" type="slidenum">
              <a:rPr lang="en-US" altLang="zh-CN" dirty="0">
                <a:latin typeface="Arial" panose="020B0704020202020204" pitchFamily="34" charset="0"/>
              </a:rPr>
            </a:fld>
            <a:endParaRPr lang="en-US" altLang="zh-CN" dirty="0">
              <a:latin typeface="Arial" panose="020B07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70402020202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70402020202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70402020202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704020202020204" pitchFamily="34" charset="0"/>
          <a:ea typeface="宋体" pitchFamily="2" charset="-122"/>
        </a:defRPr>
      </a:lvl5pPr>
      <a:lvl6pPr marL="457200" algn="ctr" rtl="0" fontAlgn="base">
        <a:spcBef>
          <a:spcPct val="0"/>
        </a:spcBef>
        <a:spcAft>
          <a:spcPct val="0"/>
        </a:spcAft>
        <a:defRPr sz="4400">
          <a:solidFill>
            <a:schemeClr val="tx2"/>
          </a:solidFill>
          <a:latin typeface="Arial" panose="020B0704020202020204" pitchFamily="34" charset="0"/>
          <a:ea typeface="宋体" pitchFamily="2" charset="-122"/>
        </a:defRPr>
      </a:lvl6pPr>
      <a:lvl7pPr marL="914400" algn="ctr" rtl="0" fontAlgn="base">
        <a:spcBef>
          <a:spcPct val="0"/>
        </a:spcBef>
        <a:spcAft>
          <a:spcPct val="0"/>
        </a:spcAft>
        <a:defRPr sz="4400">
          <a:solidFill>
            <a:schemeClr val="tx2"/>
          </a:solidFill>
          <a:latin typeface="Arial" panose="020B070402020202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70402020202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704020202020204"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7.xml"/><Relationship Id="rId6" Type="http://schemas.openxmlformats.org/officeDocument/2006/relationships/image" Target="../media/image5.wmf"/><Relationship Id="rId5" Type="http://schemas.openxmlformats.org/officeDocument/2006/relationships/oleObject" Target="../embeddings/oleObject5.bin"/><Relationship Id="rId4" Type="http://schemas.openxmlformats.org/officeDocument/2006/relationships/image" Target="../media/image4.wmf"/><Relationship Id="rId3" Type="http://schemas.openxmlformats.org/officeDocument/2006/relationships/oleObject" Target="../embeddings/oleObject4.bin"/><Relationship Id="rId2" Type="http://schemas.openxmlformats.org/officeDocument/2006/relationships/image" Target="../media/image3.wmf"/><Relationship Id="rId1"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10.bin"/><Relationship Id="rId8" Type="http://schemas.openxmlformats.org/officeDocument/2006/relationships/image" Target="../media/image9.wmf"/><Relationship Id="rId7" Type="http://schemas.openxmlformats.org/officeDocument/2006/relationships/oleObject" Target="../embeddings/oleObject9.bin"/><Relationship Id="rId6" Type="http://schemas.openxmlformats.org/officeDocument/2006/relationships/image" Target="../media/image8.wmf"/><Relationship Id="rId5" Type="http://schemas.openxmlformats.org/officeDocument/2006/relationships/oleObject" Target="../embeddings/oleObject8.bin"/><Relationship Id="rId4" Type="http://schemas.openxmlformats.org/officeDocument/2006/relationships/image" Target="../media/image7.wmf"/><Relationship Id="rId3" Type="http://schemas.openxmlformats.org/officeDocument/2006/relationships/oleObject" Target="../embeddings/oleObject7.bin"/><Relationship Id="rId2" Type="http://schemas.openxmlformats.org/officeDocument/2006/relationships/image" Target="../media/image6.wmf"/><Relationship Id="rId14" Type="http://schemas.openxmlformats.org/officeDocument/2006/relationships/vmlDrawing" Target="../drawings/vmlDrawing3.vml"/><Relationship Id="rId13" Type="http://schemas.openxmlformats.org/officeDocument/2006/relationships/slideLayout" Target="../slideLayouts/slideLayout7.xml"/><Relationship Id="rId12" Type="http://schemas.openxmlformats.org/officeDocument/2006/relationships/image" Target="../media/image11.wmf"/><Relationship Id="rId11" Type="http://schemas.openxmlformats.org/officeDocument/2006/relationships/oleObject" Target="../embeddings/oleObject11.bin"/><Relationship Id="rId10" Type="http://schemas.openxmlformats.org/officeDocument/2006/relationships/image" Target="../media/image10.wmf"/><Relationship Id="rId1"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15.wmf"/><Relationship Id="rId7" Type="http://schemas.openxmlformats.org/officeDocument/2006/relationships/oleObject" Target="../embeddings/oleObject15.bin"/><Relationship Id="rId6" Type="http://schemas.openxmlformats.org/officeDocument/2006/relationships/image" Target="../media/image14.wmf"/><Relationship Id="rId5" Type="http://schemas.openxmlformats.org/officeDocument/2006/relationships/oleObject" Target="../embeddings/oleObject14.bin"/><Relationship Id="rId4" Type="http://schemas.openxmlformats.org/officeDocument/2006/relationships/image" Target="../media/image13.wmf"/><Relationship Id="rId3" Type="http://schemas.openxmlformats.org/officeDocument/2006/relationships/oleObject" Target="../embeddings/oleObject13.bin"/><Relationship Id="rId2" Type="http://schemas.openxmlformats.org/officeDocument/2006/relationships/image" Target="../media/image12.wmf"/><Relationship Id="rId14" Type="http://schemas.openxmlformats.org/officeDocument/2006/relationships/vmlDrawing" Target="../drawings/vmlDrawing4.vml"/><Relationship Id="rId13" Type="http://schemas.openxmlformats.org/officeDocument/2006/relationships/slideLayout" Target="../slideLayouts/slideLayout7.xml"/><Relationship Id="rId12" Type="http://schemas.openxmlformats.org/officeDocument/2006/relationships/image" Target="../media/image17.wmf"/><Relationship Id="rId11" Type="http://schemas.openxmlformats.org/officeDocument/2006/relationships/oleObject" Target="../embeddings/oleObject17.bin"/><Relationship Id="rId10" Type="http://schemas.openxmlformats.org/officeDocument/2006/relationships/image" Target="../media/image16.wmf"/><Relationship Id="rId1" Type="http://schemas.openxmlformats.org/officeDocument/2006/relationships/oleObject" Target="../embeddings/oleObject12.bin"/></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22.bin"/><Relationship Id="rId8" Type="http://schemas.openxmlformats.org/officeDocument/2006/relationships/image" Target="../media/image21.wmf"/><Relationship Id="rId7" Type="http://schemas.openxmlformats.org/officeDocument/2006/relationships/oleObject" Target="../embeddings/oleObject21.bin"/><Relationship Id="rId6" Type="http://schemas.openxmlformats.org/officeDocument/2006/relationships/image" Target="../media/image20.wmf"/><Relationship Id="rId5" Type="http://schemas.openxmlformats.org/officeDocument/2006/relationships/oleObject" Target="../embeddings/oleObject20.bin"/><Relationship Id="rId4" Type="http://schemas.openxmlformats.org/officeDocument/2006/relationships/image" Target="../media/image19.wmf"/><Relationship Id="rId3" Type="http://schemas.openxmlformats.org/officeDocument/2006/relationships/oleObject" Target="../embeddings/oleObject19.bin"/><Relationship Id="rId2" Type="http://schemas.openxmlformats.org/officeDocument/2006/relationships/image" Target="../media/image18.wmf"/><Relationship Id="rId12" Type="http://schemas.openxmlformats.org/officeDocument/2006/relationships/vmlDrawing" Target="../drawings/vmlDrawing5.vml"/><Relationship Id="rId11" Type="http://schemas.openxmlformats.org/officeDocument/2006/relationships/slideLayout" Target="../slideLayouts/slideLayout2.xml"/><Relationship Id="rId10" Type="http://schemas.openxmlformats.org/officeDocument/2006/relationships/image" Target="../media/image17.wmf"/><Relationship Id="rId1" Type="http://schemas.openxmlformats.org/officeDocument/2006/relationships/oleObject" Target="../embeddings/oleObject18.bin"/></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5.wmf"/><Relationship Id="rId7" Type="http://schemas.openxmlformats.org/officeDocument/2006/relationships/oleObject" Target="../embeddings/oleObject26.bin"/><Relationship Id="rId6" Type="http://schemas.openxmlformats.org/officeDocument/2006/relationships/image" Target="../media/image24.wmf"/><Relationship Id="rId5" Type="http://schemas.openxmlformats.org/officeDocument/2006/relationships/oleObject" Target="../embeddings/oleObject25.bin"/><Relationship Id="rId4" Type="http://schemas.openxmlformats.org/officeDocument/2006/relationships/image" Target="../media/image23.wmf"/><Relationship Id="rId3" Type="http://schemas.openxmlformats.org/officeDocument/2006/relationships/oleObject" Target="../embeddings/oleObject24.bin"/><Relationship Id="rId2" Type="http://schemas.openxmlformats.org/officeDocument/2006/relationships/image" Target="../media/image22.wmf"/><Relationship Id="rId10" Type="http://schemas.openxmlformats.org/officeDocument/2006/relationships/vmlDrawing" Target="../drawings/vmlDrawing6.vml"/><Relationship Id="rId1" Type="http://schemas.openxmlformats.org/officeDocument/2006/relationships/oleObject" Target="../embeddings/oleObject23.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31.bin"/><Relationship Id="rId8" Type="http://schemas.openxmlformats.org/officeDocument/2006/relationships/image" Target="../media/image29.wmf"/><Relationship Id="rId7" Type="http://schemas.openxmlformats.org/officeDocument/2006/relationships/oleObject" Target="../embeddings/oleObject30.bin"/><Relationship Id="rId6" Type="http://schemas.openxmlformats.org/officeDocument/2006/relationships/image" Target="../media/image28.wmf"/><Relationship Id="rId5" Type="http://schemas.openxmlformats.org/officeDocument/2006/relationships/oleObject" Target="../embeddings/oleObject29.bin"/><Relationship Id="rId4" Type="http://schemas.openxmlformats.org/officeDocument/2006/relationships/image" Target="../media/image27.wmf"/><Relationship Id="rId3" Type="http://schemas.openxmlformats.org/officeDocument/2006/relationships/oleObject" Target="../embeddings/oleObject28.bin"/><Relationship Id="rId2" Type="http://schemas.openxmlformats.org/officeDocument/2006/relationships/image" Target="../media/image26.wmf"/><Relationship Id="rId12" Type="http://schemas.openxmlformats.org/officeDocument/2006/relationships/vmlDrawing" Target="../drawings/vmlDrawing7.vml"/><Relationship Id="rId11" Type="http://schemas.openxmlformats.org/officeDocument/2006/relationships/slideLayout" Target="../slideLayouts/slideLayout7.xml"/><Relationship Id="rId10" Type="http://schemas.openxmlformats.org/officeDocument/2006/relationships/image" Target="../media/image30.wmf"/><Relationship Id="rId1" Type="http://schemas.openxmlformats.org/officeDocument/2006/relationships/oleObject" Target="../embeddings/oleObject27.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36.bin"/><Relationship Id="rId8" Type="http://schemas.openxmlformats.org/officeDocument/2006/relationships/image" Target="../media/image34.wmf"/><Relationship Id="rId7" Type="http://schemas.openxmlformats.org/officeDocument/2006/relationships/oleObject" Target="../embeddings/oleObject35.bin"/><Relationship Id="rId6" Type="http://schemas.openxmlformats.org/officeDocument/2006/relationships/image" Target="../media/image33.wmf"/><Relationship Id="rId5" Type="http://schemas.openxmlformats.org/officeDocument/2006/relationships/oleObject" Target="../embeddings/oleObject34.bin"/><Relationship Id="rId4" Type="http://schemas.openxmlformats.org/officeDocument/2006/relationships/image" Target="../media/image32.wmf"/><Relationship Id="rId3" Type="http://schemas.openxmlformats.org/officeDocument/2006/relationships/oleObject" Target="../embeddings/oleObject33.bin"/><Relationship Id="rId2" Type="http://schemas.openxmlformats.org/officeDocument/2006/relationships/image" Target="../media/image31.wmf"/><Relationship Id="rId18" Type="http://schemas.openxmlformats.org/officeDocument/2006/relationships/vmlDrawing" Target="../drawings/vmlDrawing8.vml"/><Relationship Id="rId17" Type="http://schemas.openxmlformats.org/officeDocument/2006/relationships/slideLayout" Target="../slideLayouts/slideLayout2.xml"/><Relationship Id="rId16" Type="http://schemas.openxmlformats.org/officeDocument/2006/relationships/image" Target="../media/image38.wmf"/><Relationship Id="rId15" Type="http://schemas.openxmlformats.org/officeDocument/2006/relationships/oleObject" Target="../embeddings/oleObject39.bin"/><Relationship Id="rId14" Type="http://schemas.openxmlformats.org/officeDocument/2006/relationships/image" Target="../media/image37.wmf"/><Relationship Id="rId13" Type="http://schemas.openxmlformats.org/officeDocument/2006/relationships/oleObject" Target="../embeddings/oleObject38.bin"/><Relationship Id="rId12" Type="http://schemas.openxmlformats.org/officeDocument/2006/relationships/image" Target="../media/image36.wmf"/><Relationship Id="rId11" Type="http://schemas.openxmlformats.org/officeDocument/2006/relationships/oleObject" Target="../embeddings/oleObject37.bin"/><Relationship Id="rId10" Type="http://schemas.openxmlformats.org/officeDocument/2006/relationships/image" Target="../media/image35.wmf"/><Relationship Id="rId1" Type="http://schemas.openxmlformats.org/officeDocument/2006/relationships/oleObject" Target="../embeddings/oleObject32.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44.bin"/><Relationship Id="rId8" Type="http://schemas.openxmlformats.org/officeDocument/2006/relationships/image" Target="../media/image42.wmf"/><Relationship Id="rId7" Type="http://schemas.openxmlformats.org/officeDocument/2006/relationships/oleObject" Target="../embeddings/oleObject43.bin"/><Relationship Id="rId6" Type="http://schemas.openxmlformats.org/officeDocument/2006/relationships/image" Target="../media/image41.wmf"/><Relationship Id="rId5" Type="http://schemas.openxmlformats.org/officeDocument/2006/relationships/oleObject" Target="../embeddings/oleObject42.bin"/><Relationship Id="rId4" Type="http://schemas.openxmlformats.org/officeDocument/2006/relationships/image" Target="../media/image40.wmf"/><Relationship Id="rId3" Type="http://schemas.openxmlformats.org/officeDocument/2006/relationships/oleObject" Target="../embeddings/oleObject41.bin"/><Relationship Id="rId2" Type="http://schemas.openxmlformats.org/officeDocument/2006/relationships/image" Target="../media/image39.wmf"/><Relationship Id="rId12" Type="http://schemas.openxmlformats.org/officeDocument/2006/relationships/vmlDrawing" Target="../drawings/vmlDrawing9.vml"/><Relationship Id="rId11" Type="http://schemas.openxmlformats.org/officeDocument/2006/relationships/slideLayout" Target="../slideLayouts/slideLayout7.xml"/><Relationship Id="rId10" Type="http://schemas.openxmlformats.org/officeDocument/2006/relationships/image" Target="../media/image43.wmf"/><Relationship Id="rId1" Type="http://schemas.openxmlformats.org/officeDocument/2006/relationships/oleObject" Target="../embeddings/oleObject40.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44.wmf"/><Relationship Id="rId1" Type="http://schemas.openxmlformats.org/officeDocument/2006/relationships/oleObject" Target="../embeddings/oleObject45.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7.wmf"/><Relationship Id="rId7" Type="http://schemas.openxmlformats.org/officeDocument/2006/relationships/oleObject" Target="../embeddings/oleObject49.bin"/><Relationship Id="rId6" Type="http://schemas.openxmlformats.org/officeDocument/2006/relationships/image" Target="../media/image46.wmf"/><Relationship Id="rId5" Type="http://schemas.openxmlformats.org/officeDocument/2006/relationships/oleObject" Target="../embeddings/oleObject48.bin"/><Relationship Id="rId4" Type="http://schemas.openxmlformats.org/officeDocument/2006/relationships/image" Target="../media/image45.wmf"/><Relationship Id="rId3" Type="http://schemas.openxmlformats.org/officeDocument/2006/relationships/oleObject" Target="../embeddings/oleObject47.bin"/><Relationship Id="rId2" Type="http://schemas.openxmlformats.org/officeDocument/2006/relationships/image" Target="../media/image44.wmf"/><Relationship Id="rId10" Type="http://schemas.openxmlformats.org/officeDocument/2006/relationships/vmlDrawing" Target="../drawings/vmlDrawing11.vml"/><Relationship Id="rId1" Type="http://schemas.openxmlformats.org/officeDocument/2006/relationships/oleObject" Target="../embeddings/oleObject46.bin"/></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1.wmf"/><Relationship Id="rId7" Type="http://schemas.openxmlformats.org/officeDocument/2006/relationships/oleObject" Target="../embeddings/oleObject53.bin"/><Relationship Id="rId6" Type="http://schemas.openxmlformats.org/officeDocument/2006/relationships/image" Target="../media/image50.wmf"/><Relationship Id="rId5" Type="http://schemas.openxmlformats.org/officeDocument/2006/relationships/oleObject" Target="../embeddings/oleObject52.bin"/><Relationship Id="rId4" Type="http://schemas.openxmlformats.org/officeDocument/2006/relationships/image" Target="../media/image49.wmf"/><Relationship Id="rId3" Type="http://schemas.openxmlformats.org/officeDocument/2006/relationships/oleObject" Target="../embeddings/oleObject51.bin"/><Relationship Id="rId2" Type="http://schemas.openxmlformats.org/officeDocument/2006/relationships/image" Target="../media/image48.wmf"/><Relationship Id="rId10" Type="http://schemas.openxmlformats.org/officeDocument/2006/relationships/vmlDrawing" Target="../drawings/vmlDrawing12.vml"/><Relationship Id="rId1" Type="http://schemas.openxmlformats.org/officeDocument/2006/relationships/oleObject" Target="../embeddings/oleObject50.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58.bin"/><Relationship Id="rId8" Type="http://schemas.openxmlformats.org/officeDocument/2006/relationships/image" Target="../media/image55.wmf"/><Relationship Id="rId7" Type="http://schemas.openxmlformats.org/officeDocument/2006/relationships/oleObject" Target="../embeddings/oleObject57.bin"/><Relationship Id="rId6" Type="http://schemas.openxmlformats.org/officeDocument/2006/relationships/image" Target="../media/image54.wmf"/><Relationship Id="rId5" Type="http://schemas.openxmlformats.org/officeDocument/2006/relationships/oleObject" Target="../embeddings/oleObject56.bin"/><Relationship Id="rId4" Type="http://schemas.openxmlformats.org/officeDocument/2006/relationships/image" Target="../media/image53.wmf"/><Relationship Id="rId3" Type="http://schemas.openxmlformats.org/officeDocument/2006/relationships/oleObject" Target="../embeddings/oleObject55.bin"/><Relationship Id="rId2" Type="http://schemas.openxmlformats.org/officeDocument/2006/relationships/image" Target="../media/image52.wmf"/><Relationship Id="rId19" Type="http://schemas.openxmlformats.org/officeDocument/2006/relationships/notesSlide" Target="../notesSlides/notesSlide1.xml"/><Relationship Id="rId18" Type="http://schemas.openxmlformats.org/officeDocument/2006/relationships/vmlDrawing" Target="../drawings/vmlDrawing13.vml"/><Relationship Id="rId17" Type="http://schemas.openxmlformats.org/officeDocument/2006/relationships/slideLayout" Target="../slideLayouts/slideLayout7.xml"/><Relationship Id="rId16" Type="http://schemas.openxmlformats.org/officeDocument/2006/relationships/image" Target="../media/image59.wmf"/><Relationship Id="rId15" Type="http://schemas.openxmlformats.org/officeDocument/2006/relationships/oleObject" Target="../embeddings/oleObject61.bin"/><Relationship Id="rId14" Type="http://schemas.openxmlformats.org/officeDocument/2006/relationships/image" Target="../media/image58.wmf"/><Relationship Id="rId13" Type="http://schemas.openxmlformats.org/officeDocument/2006/relationships/oleObject" Target="../embeddings/oleObject60.bin"/><Relationship Id="rId12" Type="http://schemas.openxmlformats.org/officeDocument/2006/relationships/image" Target="../media/image57.wmf"/><Relationship Id="rId11" Type="http://schemas.openxmlformats.org/officeDocument/2006/relationships/oleObject" Target="../embeddings/oleObject59.bin"/><Relationship Id="rId10" Type="http://schemas.openxmlformats.org/officeDocument/2006/relationships/image" Target="../media/image56.wmf"/><Relationship Id="rId1" Type="http://schemas.openxmlformats.org/officeDocument/2006/relationships/oleObject" Target="../embeddings/oleObject54.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66.bin"/><Relationship Id="rId8" Type="http://schemas.openxmlformats.org/officeDocument/2006/relationships/image" Target="../media/image63.wmf"/><Relationship Id="rId7" Type="http://schemas.openxmlformats.org/officeDocument/2006/relationships/oleObject" Target="../embeddings/oleObject65.bin"/><Relationship Id="rId6" Type="http://schemas.openxmlformats.org/officeDocument/2006/relationships/image" Target="../media/image62.wmf"/><Relationship Id="rId5" Type="http://schemas.openxmlformats.org/officeDocument/2006/relationships/oleObject" Target="../embeddings/oleObject64.bin"/><Relationship Id="rId4" Type="http://schemas.openxmlformats.org/officeDocument/2006/relationships/image" Target="../media/image61.wmf"/><Relationship Id="rId3" Type="http://schemas.openxmlformats.org/officeDocument/2006/relationships/oleObject" Target="../embeddings/oleObject63.bin"/><Relationship Id="rId23" Type="http://schemas.openxmlformats.org/officeDocument/2006/relationships/notesSlide" Target="../notesSlides/notesSlide2.xml"/><Relationship Id="rId22" Type="http://schemas.openxmlformats.org/officeDocument/2006/relationships/vmlDrawing" Target="../drawings/vmlDrawing14.vml"/><Relationship Id="rId21" Type="http://schemas.openxmlformats.org/officeDocument/2006/relationships/slideLayout" Target="../slideLayouts/slideLayout7.xml"/><Relationship Id="rId20" Type="http://schemas.openxmlformats.org/officeDocument/2006/relationships/image" Target="../media/image59.wmf"/><Relationship Id="rId2" Type="http://schemas.openxmlformats.org/officeDocument/2006/relationships/image" Target="../media/image60.wmf"/><Relationship Id="rId19" Type="http://schemas.openxmlformats.org/officeDocument/2006/relationships/oleObject" Target="../embeddings/oleObject71.bin"/><Relationship Id="rId18" Type="http://schemas.openxmlformats.org/officeDocument/2006/relationships/image" Target="../media/image68.wmf"/><Relationship Id="rId17" Type="http://schemas.openxmlformats.org/officeDocument/2006/relationships/oleObject" Target="../embeddings/oleObject70.bin"/><Relationship Id="rId16" Type="http://schemas.openxmlformats.org/officeDocument/2006/relationships/image" Target="../media/image67.wmf"/><Relationship Id="rId15" Type="http://schemas.openxmlformats.org/officeDocument/2006/relationships/oleObject" Target="../embeddings/oleObject69.bin"/><Relationship Id="rId14" Type="http://schemas.openxmlformats.org/officeDocument/2006/relationships/image" Target="../media/image66.wmf"/><Relationship Id="rId13" Type="http://schemas.openxmlformats.org/officeDocument/2006/relationships/oleObject" Target="../embeddings/oleObject68.bin"/><Relationship Id="rId12" Type="http://schemas.openxmlformats.org/officeDocument/2006/relationships/image" Target="../media/image65.wmf"/><Relationship Id="rId11" Type="http://schemas.openxmlformats.org/officeDocument/2006/relationships/oleObject" Target="../embeddings/oleObject67.bin"/><Relationship Id="rId10" Type="http://schemas.openxmlformats.org/officeDocument/2006/relationships/image" Target="../media/image64.wmf"/><Relationship Id="rId1" Type="http://schemas.openxmlformats.org/officeDocument/2006/relationships/oleObject" Target="../embeddings/oleObject62.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76.bin"/><Relationship Id="rId8" Type="http://schemas.openxmlformats.org/officeDocument/2006/relationships/image" Target="../media/image72.wmf"/><Relationship Id="rId7" Type="http://schemas.openxmlformats.org/officeDocument/2006/relationships/oleObject" Target="../embeddings/oleObject75.bin"/><Relationship Id="rId6" Type="http://schemas.openxmlformats.org/officeDocument/2006/relationships/image" Target="../media/image71.wmf"/><Relationship Id="rId5" Type="http://schemas.openxmlformats.org/officeDocument/2006/relationships/oleObject" Target="../embeddings/oleObject74.bin"/><Relationship Id="rId4" Type="http://schemas.openxmlformats.org/officeDocument/2006/relationships/image" Target="../media/image70.wmf"/><Relationship Id="rId3" Type="http://schemas.openxmlformats.org/officeDocument/2006/relationships/oleObject" Target="../embeddings/oleObject73.bin"/><Relationship Id="rId2" Type="http://schemas.openxmlformats.org/officeDocument/2006/relationships/image" Target="../media/image69.wmf"/><Relationship Id="rId13" Type="http://schemas.openxmlformats.org/officeDocument/2006/relationships/notesSlide" Target="../notesSlides/notesSlide3.xml"/><Relationship Id="rId12" Type="http://schemas.openxmlformats.org/officeDocument/2006/relationships/vmlDrawing" Target="../drawings/vmlDrawing15.vml"/><Relationship Id="rId11" Type="http://schemas.openxmlformats.org/officeDocument/2006/relationships/slideLayout" Target="../slideLayouts/slideLayout7.xml"/><Relationship Id="rId10" Type="http://schemas.openxmlformats.org/officeDocument/2006/relationships/image" Target="../media/image73.wmf"/><Relationship Id="rId1" Type="http://schemas.openxmlformats.org/officeDocument/2006/relationships/oleObject" Target="../embeddings/oleObject72.bin"/></Relationships>
</file>

<file path=ppt/slides/_rels/slide20.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7.xml"/><Relationship Id="rId4" Type="http://schemas.openxmlformats.org/officeDocument/2006/relationships/image" Target="../media/image75.wmf"/><Relationship Id="rId3" Type="http://schemas.openxmlformats.org/officeDocument/2006/relationships/oleObject" Target="../embeddings/oleObject78.bin"/><Relationship Id="rId2" Type="http://schemas.openxmlformats.org/officeDocument/2006/relationships/image" Target="../media/image74.wmf"/><Relationship Id="rId1" Type="http://schemas.openxmlformats.org/officeDocument/2006/relationships/oleObject" Target="../embeddings/oleObject77.bin"/></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vmlDrawing" Target="../drawings/vmlDrawing17.vml"/><Relationship Id="rId7" Type="http://schemas.openxmlformats.org/officeDocument/2006/relationships/slideLayout" Target="../slideLayouts/slideLayout7.xml"/><Relationship Id="rId6" Type="http://schemas.openxmlformats.org/officeDocument/2006/relationships/image" Target="../media/image78.wmf"/><Relationship Id="rId5" Type="http://schemas.openxmlformats.org/officeDocument/2006/relationships/oleObject" Target="../embeddings/oleObject81.bin"/><Relationship Id="rId4" Type="http://schemas.openxmlformats.org/officeDocument/2006/relationships/image" Target="../media/image77.wmf"/><Relationship Id="rId3" Type="http://schemas.openxmlformats.org/officeDocument/2006/relationships/oleObject" Target="../embeddings/oleObject80.bin"/><Relationship Id="rId2" Type="http://schemas.openxmlformats.org/officeDocument/2006/relationships/image" Target="../media/image76.wmf"/><Relationship Id="rId1" Type="http://schemas.openxmlformats.org/officeDocument/2006/relationships/oleObject" Target="../embeddings/oleObject79.bin"/></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2.wmf"/><Relationship Id="rId7" Type="http://schemas.openxmlformats.org/officeDocument/2006/relationships/oleObject" Target="../embeddings/oleObject85.bin"/><Relationship Id="rId6" Type="http://schemas.openxmlformats.org/officeDocument/2006/relationships/image" Target="../media/image81.wmf"/><Relationship Id="rId5" Type="http://schemas.openxmlformats.org/officeDocument/2006/relationships/oleObject" Target="../embeddings/oleObject84.bin"/><Relationship Id="rId4" Type="http://schemas.openxmlformats.org/officeDocument/2006/relationships/image" Target="../media/image80.wmf"/><Relationship Id="rId3" Type="http://schemas.openxmlformats.org/officeDocument/2006/relationships/oleObject" Target="../embeddings/oleObject83.bin"/><Relationship Id="rId2" Type="http://schemas.openxmlformats.org/officeDocument/2006/relationships/image" Target="../media/image79.wmf"/><Relationship Id="rId10" Type="http://schemas.openxmlformats.org/officeDocument/2006/relationships/vmlDrawing" Target="../drawings/vmlDrawing18.vml"/><Relationship Id="rId1" Type="http://schemas.openxmlformats.org/officeDocument/2006/relationships/oleObject" Target="../embeddings/oleObject82.bin"/></Relationships>
</file>

<file path=ppt/slides/_rels/slide23.xml.rels><?xml version="1.0" encoding="UTF-8" standalone="yes"?>
<Relationships xmlns="http://schemas.openxmlformats.org/package/2006/relationships"><Relationship Id="rId8" Type="http://schemas.openxmlformats.org/officeDocument/2006/relationships/vmlDrawing" Target="../drawings/vmlDrawing19.vml"/><Relationship Id="rId7" Type="http://schemas.openxmlformats.org/officeDocument/2006/relationships/slideLayout" Target="../slideLayouts/slideLayout7.xml"/><Relationship Id="rId6" Type="http://schemas.openxmlformats.org/officeDocument/2006/relationships/image" Target="../media/image85.wmf"/><Relationship Id="rId5" Type="http://schemas.openxmlformats.org/officeDocument/2006/relationships/oleObject" Target="../embeddings/oleObject88.bin"/><Relationship Id="rId4" Type="http://schemas.openxmlformats.org/officeDocument/2006/relationships/image" Target="../media/image84.wmf"/><Relationship Id="rId3" Type="http://schemas.openxmlformats.org/officeDocument/2006/relationships/oleObject" Target="../embeddings/oleObject87.bin"/><Relationship Id="rId2" Type="http://schemas.openxmlformats.org/officeDocument/2006/relationships/image" Target="../media/image83.wmf"/><Relationship Id="rId1" Type="http://schemas.openxmlformats.org/officeDocument/2006/relationships/oleObject" Target="../embeddings/oleObject86.bin"/></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9.wmf"/><Relationship Id="rId7" Type="http://schemas.openxmlformats.org/officeDocument/2006/relationships/oleObject" Target="../embeddings/oleObject92.bin"/><Relationship Id="rId6" Type="http://schemas.openxmlformats.org/officeDocument/2006/relationships/image" Target="../media/image88.wmf"/><Relationship Id="rId5" Type="http://schemas.openxmlformats.org/officeDocument/2006/relationships/oleObject" Target="../embeddings/oleObject91.bin"/><Relationship Id="rId4" Type="http://schemas.openxmlformats.org/officeDocument/2006/relationships/image" Target="../media/image87.wmf"/><Relationship Id="rId3" Type="http://schemas.openxmlformats.org/officeDocument/2006/relationships/oleObject" Target="../embeddings/oleObject90.bin"/><Relationship Id="rId2" Type="http://schemas.openxmlformats.org/officeDocument/2006/relationships/image" Target="../media/image86.wmf"/><Relationship Id="rId10" Type="http://schemas.openxmlformats.org/officeDocument/2006/relationships/vmlDrawing" Target="../drawings/vmlDrawing20.vml"/><Relationship Id="rId1" Type="http://schemas.openxmlformats.org/officeDocument/2006/relationships/oleObject" Target="../embeddings/oleObject89.bin"/></Relationships>
</file>

<file path=ppt/slides/_rels/slide25.xml.rels><?xml version="1.0" encoding="UTF-8" standalone="yes"?>
<Relationships xmlns="http://schemas.openxmlformats.org/package/2006/relationships"><Relationship Id="rId6" Type="http://schemas.openxmlformats.org/officeDocument/2006/relationships/vmlDrawing" Target="../drawings/vmlDrawing21.vml"/><Relationship Id="rId5" Type="http://schemas.openxmlformats.org/officeDocument/2006/relationships/slideLayout" Target="../slideLayouts/slideLayout7.xml"/><Relationship Id="rId4" Type="http://schemas.openxmlformats.org/officeDocument/2006/relationships/image" Target="../media/image91.wmf"/><Relationship Id="rId3" Type="http://schemas.openxmlformats.org/officeDocument/2006/relationships/oleObject" Target="../embeddings/oleObject94.bin"/><Relationship Id="rId2" Type="http://schemas.openxmlformats.org/officeDocument/2006/relationships/image" Target="../media/image90.wmf"/><Relationship Id="rId1" Type="http://schemas.openxmlformats.org/officeDocument/2006/relationships/oleObject" Target="../embeddings/oleObject93.bin"/></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99.bin"/><Relationship Id="rId8" Type="http://schemas.openxmlformats.org/officeDocument/2006/relationships/image" Target="../media/image95.wmf"/><Relationship Id="rId7" Type="http://schemas.openxmlformats.org/officeDocument/2006/relationships/oleObject" Target="../embeddings/oleObject98.bin"/><Relationship Id="rId62" Type="http://schemas.openxmlformats.org/officeDocument/2006/relationships/vmlDrawing" Target="../drawings/vmlDrawing22.vml"/><Relationship Id="rId61" Type="http://schemas.openxmlformats.org/officeDocument/2006/relationships/slideLayout" Target="../slideLayouts/slideLayout7.xml"/><Relationship Id="rId60" Type="http://schemas.openxmlformats.org/officeDocument/2006/relationships/image" Target="../media/image120.wmf"/><Relationship Id="rId6" Type="http://schemas.openxmlformats.org/officeDocument/2006/relationships/image" Target="../media/image94.wmf"/><Relationship Id="rId59" Type="http://schemas.openxmlformats.org/officeDocument/2006/relationships/oleObject" Target="../embeddings/oleObject125.bin"/><Relationship Id="rId58" Type="http://schemas.openxmlformats.org/officeDocument/2006/relationships/image" Target="../media/image119.wmf"/><Relationship Id="rId57" Type="http://schemas.openxmlformats.org/officeDocument/2006/relationships/oleObject" Target="../embeddings/oleObject124.bin"/><Relationship Id="rId56" Type="http://schemas.openxmlformats.org/officeDocument/2006/relationships/image" Target="../media/image118.wmf"/><Relationship Id="rId55" Type="http://schemas.openxmlformats.org/officeDocument/2006/relationships/oleObject" Target="../embeddings/oleObject123.bin"/><Relationship Id="rId54" Type="http://schemas.openxmlformats.org/officeDocument/2006/relationships/oleObject" Target="../embeddings/oleObject122.bin"/><Relationship Id="rId53" Type="http://schemas.openxmlformats.org/officeDocument/2006/relationships/image" Target="../media/image117.wmf"/><Relationship Id="rId52" Type="http://schemas.openxmlformats.org/officeDocument/2006/relationships/oleObject" Target="../embeddings/oleObject121.bin"/><Relationship Id="rId51" Type="http://schemas.openxmlformats.org/officeDocument/2006/relationships/image" Target="../media/image116.wmf"/><Relationship Id="rId50" Type="http://schemas.openxmlformats.org/officeDocument/2006/relationships/oleObject" Target="../embeddings/oleObject120.bin"/><Relationship Id="rId5" Type="http://schemas.openxmlformats.org/officeDocument/2006/relationships/oleObject" Target="../embeddings/oleObject97.bin"/><Relationship Id="rId49" Type="http://schemas.openxmlformats.org/officeDocument/2006/relationships/image" Target="../media/image115.wmf"/><Relationship Id="rId48" Type="http://schemas.openxmlformats.org/officeDocument/2006/relationships/oleObject" Target="../embeddings/oleObject119.bin"/><Relationship Id="rId47" Type="http://schemas.openxmlformats.org/officeDocument/2006/relationships/oleObject" Target="../embeddings/oleObject118.bin"/><Relationship Id="rId46" Type="http://schemas.openxmlformats.org/officeDocument/2006/relationships/image" Target="../media/image114.wmf"/><Relationship Id="rId45" Type="http://schemas.openxmlformats.org/officeDocument/2006/relationships/oleObject" Target="../embeddings/oleObject117.bin"/><Relationship Id="rId44" Type="http://schemas.openxmlformats.org/officeDocument/2006/relationships/image" Target="../media/image113.wmf"/><Relationship Id="rId43" Type="http://schemas.openxmlformats.org/officeDocument/2006/relationships/oleObject" Target="../embeddings/oleObject116.bin"/><Relationship Id="rId42" Type="http://schemas.openxmlformats.org/officeDocument/2006/relationships/image" Target="../media/image112.wmf"/><Relationship Id="rId41" Type="http://schemas.openxmlformats.org/officeDocument/2006/relationships/oleObject" Target="../embeddings/oleObject115.bin"/><Relationship Id="rId40" Type="http://schemas.openxmlformats.org/officeDocument/2006/relationships/image" Target="../media/image111.wmf"/><Relationship Id="rId4" Type="http://schemas.openxmlformats.org/officeDocument/2006/relationships/image" Target="../media/image93.wmf"/><Relationship Id="rId39" Type="http://schemas.openxmlformats.org/officeDocument/2006/relationships/oleObject" Target="../embeddings/oleObject114.bin"/><Relationship Id="rId38" Type="http://schemas.openxmlformats.org/officeDocument/2006/relationships/image" Target="../media/image110.wmf"/><Relationship Id="rId37" Type="http://schemas.openxmlformats.org/officeDocument/2006/relationships/oleObject" Target="../embeddings/oleObject113.bin"/><Relationship Id="rId36" Type="http://schemas.openxmlformats.org/officeDocument/2006/relationships/image" Target="../media/image109.wmf"/><Relationship Id="rId35" Type="http://schemas.openxmlformats.org/officeDocument/2006/relationships/oleObject" Target="../embeddings/oleObject112.bin"/><Relationship Id="rId34" Type="http://schemas.openxmlformats.org/officeDocument/2006/relationships/image" Target="../media/image108.wmf"/><Relationship Id="rId33" Type="http://schemas.openxmlformats.org/officeDocument/2006/relationships/oleObject" Target="../embeddings/oleObject111.bin"/><Relationship Id="rId32" Type="http://schemas.openxmlformats.org/officeDocument/2006/relationships/image" Target="../media/image107.wmf"/><Relationship Id="rId31" Type="http://schemas.openxmlformats.org/officeDocument/2006/relationships/oleObject" Target="../embeddings/oleObject110.bin"/><Relationship Id="rId30" Type="http://schemas.openxmlformats.org/officeDocument/2006/relationships/image" Target="../media/image106.wmf"/><Relationship Id="rId3" Type="http://schemas.openxmlformats.org/officeDocument/2006/relationships/oleObject" Target="../embeddings/oleObject96.bin"/><Relationship Id="rId29" Type="http://schemas.openxmlformats.org/officeDocument/2006/relationships/oleObject" Target="../embeddings/oleObject109.bin"/><Relationship Id="rId28" Type="http://schemas.openxmlformats.org/officeDocument/2006/relationships/image" Target="../media/image105.wmf"/><Relationship Id="rId27" Type="http://schemas.openxmlformats.org/officeDocument/2006/relationships/oleObject" Target="../embeddings/oleObject108.bin"/><Relationship Id="rId26" Type="http://schemas.openxmlformats.org/officeDocument/2006/relationships/image" Target="../media/image104.wmf"/><Relationship Id="rId25" Type="http://schemas.openxmlformats.org/officeDocument/2006/relationships/oleObject" Target="../embeddings/oleObject107.bin"/><Relationship Id="rId24" Type="http://schemas.openxmlformats.org/officeDocument/2006/relationships/image" Target="../media/image103.wmf"/><Relationship Id="rId23" Type="http://schemas.openxmlformats.org/officeDocument/2006/relationships/oleObject" Target="../embeddings/oleObject106.bin"/><Relationship Id="rId22" Type="http://schemas.openxmlformats.org/officeDocument/2006/relationships/image" Target="../media/image102.wmf"/><Relationship Id="rId21" Type="http://schemas.openxmlformats.org/officeDocument/2006/relationships/oleObject" Target="../embeddings/oleObject105.bin"/><Relationship Id="rId20" Type="http://schemas.openxmlformats.org/officeDocument/2006/relationships/image" Target="../media/image101.wmf"/><Relationship Id="rId2" Type="http://schemas.openxmlformats.org/officeDocument/2006/relationships/image" Target="../media/image92.wmf"/><Relationship Id="rId19" Type="http://schemas.openxmlformats.org/officeDocument/2006/relationships/oleObject" Target="../embeddings/oleObject104.bin"/><Relationship Id="rId18" Type="http://schemas.openxmlformats.org/officeDocument/2006/relationships/image" Target="../media/image100.wmf"/><Relationship Id="rId17" Type="http://schemas.openxmlformats.org/officeDocument/2006/relationships/oleObject" Target="../embeddings/oleObject103.bin"/><Relationship Id="rId16" Type="http://schemas.openxmlformats.org/officeDocument/2006/relationships/image" Target="../media/image99.wmf"/><Relationship Id="rId15" Type="http://schemas.openxmlformats.org/officeDocument/2006/relationships/oleObject" Target="../embeddings/oleObject102.bin"/><Relationship Id="rId14" Type="http://schemas.openxmlformats.org/officeDocument/2006/relationships/image" Target="../media/image98.wmf"/><Relationship Id="rId13" Type="http://schemas.openxmlformats.org/officeDocument/2006/relationships/oleObject" Target="../embeddings/oleObject101.bin"/><Relationship Id="rId12" Type="http://schemas.openxmlformats.org/officeDocument/2006/relationships/image" Target="../media/image97.wmf"/><Relationship Id="rId11" Type="http://schemas.openxmlformats.org/officeDocument/2006/relationships/oleObject" Target="../embeddings/oleObject100.bin"/><Relationship Id="rId10" Type="http://schemas.openxmlformats.org/officeDocument/2006/relationships/image" Target="../media/image96.wmf"/><Relationship Id="rId1" Type="http://schemas.openxmlformats.org/officeDocument/2006/relationships/oleObject" Target="../embeddings/oleObject95.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130.bin"/><Relationship Id="rId8" Type="http://schemas.openxmlformats.org/officeDocument/2006/relationships/image" Target="../media/image95.wmf"/><Relationship Id="rId7" Type="http://schemas.openxmlformats.org/officeDocument/2006/relationships/oleObject" Target="../embeddings/oleObject129.bin"/><Relationship Id="rId63" Type="http://schemas.openxmlformats.org/officeDocument/2006/relationships/vmlDrawing" Target="../drawings/vmlDrawing23.vml"/><Relationship Id="rId62" Type="http://schemas.openxmlformats.org/officeDocument/2006/relationships/slideLayout" Target="../slideLayouts/slideLayout7.xml"/><Relationship Id="rId61" Type="http://schemas.openxmlformats.org/officeDocument/2006/relationships/image" Target="../media/image144.wmf"/><Relationship Id="rId60" Type="http://schemas.openxmlformats.org/officeDocument/2006/relationships/oleObject" Target="../embeddings/oleObject156.bin"/><Relationship Id="rId6" Type="http://schemas.openxmlformats.org/officeDocument/2006/relationships/image" Target="../media/image94.wmf"/><Relationship Id="rId59" Type="http://schemas.openxmlformats.org/officeDocument/2006/relationships/image" Target="../media/image143.wmf"/><Relationship Id="rId58" Type="http://schemas.openxmlformats.org/officeDocument/2006/relationships/oleObject" Target="../embeddings/oleObject155.bin"/><Relationship Id="rId57" Type="http://schemas.openxmlformats.org/officeDocument/2006/relationships/image" Target="../media/image142.wmf"/><Relationship Id="rId56" Type="http://schemas.openxmlformats.org/officeDocument/2006/relationships/oleObject" Target="../embeddings/oleObject154.bin"/><Relationship Id="rId55" Type="http://schemas.openxmlformats.org/officeDocument/2006/relationships/image" Target="../media/image141.wmf"/><Relationship Id="rId54" Type="http://schemas.openxmlformats.org/officeDocument/2006/relationships/oleObject" Target="../embeddings/oleObject153.bin"/><Relationship Id="rId53" Type="http://schemas.openxmlformats.org/officeDocument/2006/relationships/image" Target="../media/image140.wmf"/><Relationship Id="rId52" Type="http://schemas.openxmlformats.org/officeDocument/2006/relationships/oleObject" Target="../embeddings/oleObject152.bin"/><Relationship Id="rId51" Type="http://schemas.openxmlformats.org/officeDocument/2006/relationships/image" Target="../media/image139.wmf"/><Relationship Id="rId50" Type="http://schemas.openxmlformats.org/officeDocument/2006/relationships/oleObject" Target="../embeddings/oleObject151.bin"/><Relationship Id="rId5" Type="http://schemas.openxmlformats.org/officeDocument/2006/relationships/oleObject" Target="../embeddings/oleObject128.bin"/><Relationship Id="rId49" Type="http://schemas.openxmlformats.org/officeDocument/2006/relationships/image" Target="../media/image138.wmf"/><Relationship Id="rId48" Type="http://schemas.openxmlformats.org/officeDocument/2006/relationships/oleObject" Target="../embeddings/oleObject150.bin"/><Relationship Id="rId47" Type="http://schemas.openxmlformats.org/officeDocument/2006/relationships/oleObject" Target="../embeddings/oleObject149.bin"/><Relationship Id="rId46" Type="http://schemas.openxmlformats.org/officeDocument/2006/relationships/image" Target="../media/image137.wmf"/><Relationship Id="rId45" Type="http://schemas.openxmlformats.org/officeDocument/2006/relationships/oleObject" Target="../embeddings/oleObject148.bin"/><Relationship Id="rId44" Type="http://schemas.openxmlformats.org/officeDocument/2006/relationships/image" Target="../media/image136.wmf"/><Relationship Id="rId43" Type="http://schemas.openxmlformats.org/officeDocument/2006/relationships/oleObject" Target="../embeddings/oleObject147.bin"/><Relationship Id="rId42" Type="http://schemas.openxmlformats.org/officeDocument/2006/relationships/image" Target="../media/image135.wmf"/><Relationship Id="rId41" Type="http://schemas.openxmlformats.org/officeDocument/2006/relationships/oleObject" Target="../embeddings/oleObject146.bin"/><Relationship Id="rId40" Type="http://schemas.openxmlformats.org/officeDocument/2006/relationships/image" Target="../media/image134.wmf"/><Relationship Id="rId4" Type="http://schemas.openxmlformats.org/officeDocument/2006/relationships/image" Target="../media/image121.wmf"/><Relationship Id="rId39" Type="http://schemas.openxmlformats.org/officeDocument/2006/relationships/oleObject" Target="../embeddings/oleObject145.bin"/><Relationship Id="rId38" Type="http://schemas.openxmlformats.org/officeDocument/2006/relationships/image" Target="../media/image133.wmf"/><Relationship Id="rId37" Type="http://schemas.openxmlformats.org/officeDocument/2006/relationships/oleObject" Target="../embeddings/oleObject144.bin"/><Relationship Id="rId36" Type="http://schemas.openxmlformats.org/officeDocument/2006/relationships/image" Target="../media/image132.wmf"/><Relationship Id="rId35" Type="http://schemas.openxmlformats.org/officeDocument/2006/relationships/oleObject" Target="../embeddings/oleObject143.bin"/><Relationship Id="rId34" Type="http://schemas.openxmlformats.org/officeDocument/2006/relationships/image" Target="../media/image131.wmf"/><Relationship Id="rId33" Type="http://schemas.openxmlformats.org/officeDocument/2006/relationships/oleObject" Target="../embeddings/oleObject142.bin"/><Relationship Id="rId32" Type="http://schemas.openxmlformats.org/officeDocument/2006/relationships/image" Target="../media/image130.wmf"/><Relationship Id="rId31" Type="http://schemas.openxmlformats.org/officeDocument/2006/relationships/oleObject" Target="../embeddings/oleObject141.bin"/><Relationship Id="rId30" Type="http://schemas.openxmlformats.org/officeDocument/2006/relationships/image" Target="../media/image129.wmf"/><Relationship Id="rId3" Type="http://schemas.openxmlformats.org/officeDocument/2006/relationships/oleObject" Target="../embeddings/oleObject127.bin"/><Relationship Id="rId29" Type="http://schemas.openxmlformats.org/officeDocument/2006/relationships/oleObject" Target="../embeddings/oleObject140.bin"/><Relationship Id="rId28" Type="http://schemas.openxmlformats.org/officeDocument/2006/relationships/image" Target="../media/image128.wmf"/><Relationship Id="rId27" Type="http://schemas.openxmlformats.org/officeDocument/2006/relationships/oleObject" Target="../embeddings/oleObject139.bin"/><Relationship Id="rId26" Type="http://schemas.openxmlformats.org/officeDocument/2006/relationships/image" Target="../media/image127.wmf"/><Relationship Id="rId25" Type="http://schemas.openxmlformats.org/officeDocument/2006/relationships/oleObject" Target="../embeddings/oleObject138.bin"/><Relationship Id="rId24" Type="http://schemas.openxmlformats.org/officeDocument/2006/relationships/image" Target="../media/image126.wmf"/><Relationship Id="rId23" Type="http://schemas.openxmlformats.org/officeDocument/2006/relationships/oleObject" Target="../embeddings/oleObject137.bin"/><Relationship Id="rId22" Type="http://schemas.openxmlformats.org/officeDocument/2006/relationships/image" Target="../media/image125.wmf"/><Relationship Id="rId21" Type="http://schemas.openxmlformats.org/officeDocument/2006/relationships/oleObject" Target="../embeddings/oleObject136.bin"/><Relationship Id="rId20" Type="http://schemas.openxmlformats.org/officeDocument/2006/relationships/image" Target="../media/image124.wmf"/><Relationship Id="rId2" Type="http://schemas.openxmlformats.org/officeDocument/2006/relationships/image" Target="../media/image92.wmf"/><Relationship Id="rId19" Type="http://schemas.openxmlformats.org/officeDocument/2006/relationships/oleObject" Target="../embeddings/oleObject135.bin"/><Relationship Id="rId18" Type="http://schemas.openxmlformats.org/officeDocument/2006/relationships/image" Target="../media/image123.wmf"/><Relationship Id="rId17" Type="http://schemas.openxmlformats.org/officeDocument/2006/relationships/oleObject" Target="../embeddings/oleObject134.bin"/><Relationship Id="rId16" Type="http://schemas.openxmlformats.org/officeDocument/2006/relationships/image" Target="../media/image122.wmf"/><Relationship Id="rId15" Type="http://schemas.openxmlformats.org/officeDocument/2006/relationships/oleObject" Target="../embeddings/oleObject133.bin"/><Relationship Id="rId14" Type="http://schemas.openxmlformats.org/officeDocument/2006/relationships/image" Target="../media/image98.wmf"/><Relationship Id="rId13" Type="http://schemas.openxmlformats.org/officeDocument/2006/relationships/oleObject" Target="../embeddings/oleObject132.bin"/><Relationship Id="rId12" Type="http://schemas.openxmlformats.org/officeDocument/2006/relationships/image" Target="../media/image97.wmf"/><Relationship Id="rId11" Type="http://schemas.openxmlformats.org/officeDocument/2006/relationships/oleObject" Target="../embeddings/oleObject131.bin"/><Relationship Id="rId10" Type="http://schemas.openxmlformats.org/officeDocument/2006/relationships/image" Target="../media/image96.wmf"/><Relationship Id="rId1" Type="http://schemas.openxmlformats.org/officeDocument/2006/relationships/oleObject" Target="../embeddings/oleObject126.bin"/></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161.bin"/><Relationship Id="rId8" Type="http://schemas.openxmlformats.org/officeDocument/2006/relationships/image" Target="../media/image148.wmf"/><Relationship Id="rId7" Type="http://schemas.openxmlformats.org/officeDocument/2006/relationships/oleObject" Target="../embeddings/oleObject160.bin"/><Relationship Id="rId6" Type="http://schemas.openxmlformats.org/officeDocument/2006/relationships/image" Target="../media/image147.wmf"/><Relationship Id="rId5" Type="http://schemas.openxmlformats.org/officeDocument/2006/relationships/oleObject" Target="../embeddings/oleObject159.bin"/><Relationship Id="rId4" Type="http://schemas.openxmlformats.org/officeDocument/2006/relationships/image" Target="../media/image146.wmf"/><Relationship Id="rId3" Type="http://schemas.openxmlformats.org/officeDocument/2006/relationships/oleObject" Target="../embeddings/oleObject158.bin"/><Relationship Id="rId28" Type="http://schemas.openxmlformats.org/officeDocument/2006/relationships/vmlDrawing" Target="../drawings/vmlDrawing24.vml"/><Relationship Id="rId27" Type="http://schemas.openxmlformats.org/officeDocument/2006/relationships/slideLayout" Target="../slideLayouts/slideLayout7.xml"/><Relationship Id="rId26" Type="http://schemas.openxmlformats.org/officeDocument/2006/relationships/image" Target="../media/image157.wmf"/><Relationship Id="rId25" Type="http://schemas.openxmlformats.org/officeDocument/2006/relationships/oleObject" Target="../embeddings/oleObject169.bin"/><Relationship Id="rId24" Type="http://schemas.openxmlformats.org/officeDocument/2006/relationships/image" Target="../media/image156.wmf"/><Relationship Id="rId23" Type="http://schemas.openxmlformats.org/officeDocument/2006/relationships/oleObject" Target="../embeddings/oleObject168.bin"/><Relationship Id="rId22" Type="http://schemas.openxmlformats.org/officeDocument/2006/relationships/image" Target="../media/image155.wmf"/><Relationship Id="rId21" Type="http://schemas.openxmlformats.org/officeDocument/2006/relationships/oleObject" Target="../embeddings/oleObject167.bin"/><Relationship Id="rId20" Type="http://schemas.openxmlformats.org/officeDocument/2006/relationships/image" Target="../media/image154.wmf"/><Relationship Id="rId2" Type="http://schemas.openxmlformats.org/officeDocument/2006/relationships/image" Target="../media/image145.wmf"/><Relationship Id="rId19" Type="http://schemas.openxmlformats.org/officeDocument/2006/relationships/oleObject" Target="../embeddings/oleObject166.bin"/><Relationship Id="rId18" Type="http://schemas.openxmlformats.org/officeDocument/2006/relationships/image" Target="../media/image153.wmf"/><Relationship Id="rId17" Type="http://schemas.openxmlformats.org/officeDocument/2006/relationships/oleObject" Target="../embeddings/oleObject165.bin"/><Relationship Id="rId16" Type="http://schemas.openxmlformats.org/officeDocument/2006/relationships/image" Target="../media/image152.wmf"/><Relationship Id="rId15" Type="http://schemas.openxmlformats.org/officeDocument/2006/relationships/oleObject" Target="../embeddings/oleObject164.bin"/><Relationship Id="rId14" Type="http://schemas.openxmlformats.org/officeDocument/2006/relationships/image" Target="../media/image151.wmf"/><Relationship Id="rId13" Type="http://schemas.openxmlformats.org/officeDocument/2006/relationships/oleObject" Target="../embeddings/oleObject163.bin"/><Relationship Id="rId12" Type="http://schemas.openxmlformats.org/officeDocument/2006/relationships/image" Target="../media/image150.wmf"/><Relationship Id="rId11" Type="http://schemas.openxmlformats.org/officeDocument/2006/relationships/oleObject" Target="../embeddings/oleObject162.bin"/><Relationship Id="rId10" Type="http://schemas.openxmlformats.org/officeDocument/2006/relationships/image" Target="../media/image149.wmf"/><Relationship Id="rId1" Type="http://schemas.openxmlformats.org/officeDocument/2006/relationships/oleObject" Target="../embeddings/oleObject157.bin"/></Relationships>
</file>

<file path=ppt/slides/_rels/slide29.xml.rels><?xml version="1.0" encoding="UTF-8" standalone="yes"?>
<Relationships xmlns="http://schemas.openxmlformats.org/package/2006/relationships"><Relationship Id="rId8" Type="http://schemas.openxmlformats.org/officeDocument/2006/relationships/vmlDrawing" Target="../drawings/vmlDrawing25.vml"/><Relationship Id="rId7" Type="http://schemas.openxmlformats.org/officeDocument/2006/relationships/slideLayout" Target="../slideLayouts/slideLayout7.xml"/><Relationship Id="rId6" Type="http://schemas.openxmlformats.org/officeDocument/2006/relationships/image" Target="../media/image160.wmf"/><Relationship Id="rId5" Type="http://schemas.openxmlformats.org/officeDocument/2006/relationships/oleObject" Target="../embeddings/oleObject172.bin"/><Relationship Id="rId4" Type="http://schemas.openxmlformats.org/officeDocument/2006/relationships/image" Target="../media/image159.wmf"/><Relationship Id="rId3" Type="http://schemas.openxmlformats.org/officeDocument/2006/relationships/oleObject" Target="../embeddings/oleObject171.bin"/><Relationship Id="rId2" Type="http://schemas.openxmlformats.org/officeDocument/2006/relationships/image" Target="../media/image158.wmf"/><Relationship Id="rId1" Type="http://schemas.openxmlformats.org/officeDocument/2006/relationships/oleObject" Target="../embeddings/oleObject170.bin"/></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62.wmf"/><Relationship Id="rId7" Type="http://schemas.openxmlformats.org/officeDocument/2006/relationships/oleObject" Target="../embeddings/oleObject176.bin"/><Relationship Id="rId6" Type="http://schemas.openxmlformats.org/officeDocument/2006/relationships/image" Target="../media/image161.wmf"/><Relationship Id="rId5" Type="http://schemas.openxmlformats.org/officeDocument/2006/relationships/oleObject" Target="../embeddings/oleObject175.bin"/><Relationship Id="rId4" Type="http://schemas.openxmlformats.org/officeDocument/2006/relationships/image" Target="../media/image160.wmf"/><Relationship Id="rId3" Type="http://schemas.openxmlformats.org/officeDocument/2006/relationships/oleObject" Target="../embeddings/oleObject174.bin"/><Relationship Id="rId2" Type="http://schemas.openxmlformats.org/officeDocument/2006/relationships/image" Target="../media/image159.wmf"/><Relationship Id="rId10" Type="http://schemas.openxmlformats.org/officeDocument/2006/relationships/vmlDrawing" Target="../drawings/vmlDrawing26.vml"/><Relationship Id="rId1" Type="http://schemas.openxmlformats.org/officeDocument/2006/relationships/oleObject" Target="../embeddings/oleObject173.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181.bin"/><Relationship Id="rId8" Type="http://schemas.openxmlformats.org/officeDocument/2006/relationships/image" Target="../media/image166.wmf"/><Relationship Id="rId7" Type="http://schemas.openxmlformats.org/officeDocument/2006/relationships/oleObject" Target="../embeddings/oleObject180.bin"/><Relationship Id="rId6" Type="http://schemas.openxmlformats.org/officeDocument/2006/relationships/image" Target="../media/image165.wmf"/><Relationship Id="rId5" Type="http://schemas.openxmlformats.org/officeDocument/2006/relationships/oleObject" Target="../embeddings/oleObject179.bin"/><Relationship Id="rId4" Type="http://schemas.openxmlformats.org/officeDocument/2006/relationships/image" Target="../media/image164.wmf"/><Relationship Id="rId3" Type="http://schemas.openxmlformats.org/officeDocument/2006/relationships/oleObject" Target="../embeddings/oleObject178.bin"/><Relationship Id="rId29" Type="http://schemas.openxmlformats.org/officeDocument/2006/relationships/vmlDrawing" Target="../drawings/vmlDrawing27.vml"/><Relationship Id="rId28" Type="http://schemas.openxmlformats.org/officeDocument/2006/relationships/slideLayout" Target="../slideLayouts/slideLayout7.xml"/><Relationship Id="rId27" Type="http://schemas.openxmlformats.org/officeDocument/2006/relationships/image" Target="../media/image174.wmf"/><Relationship Id="rId26" Type="http://schemas.openxmlformats.org/officeDocument/2006/relationships/oleObject" Target="../embeddings/oleObject190.bin"/><Relationship Id="rId25" Type="http://schemas.openxmlformats.org/officeDocument/2006/relationships/image" Target="../media/image160.wmf"/><Relationship Id="rId24" Type="http://schemas.openxmlformats.org/officeDocument/2006/relationships/oleObject" Target="../embeddings/oleObject189.bin"/><Relationship Id="rId23" Type="http://schemas.openxmlformats.org/officeDocument/2006/relationships/image" Target="../media/image173.wmf"/><Relationship Id="rId22" Type="http://schemas.openxmlformats.org/officeDocument/2006/relationships/oleObject" Target="../embeddings/oleObject188.bin"/><Relationship Id="rId21" Type="http://schemas.openxmlformats.org/officeDocument/2006/relationships/oleObject" Target="../embeddings/oleObject187.bin"/><Relationship Id="rId20" Type="http://schemas.openxmlformats.org/officeDocument/2006/relationships/image" Target="../media/image172.wmf"/><Relationship Id="rId2" Type="http://schemas.openxmlformats.org/officeDocument/2006/relationships/image" Target="../media/image163.wmf"/><Relationship Id="rId19" Type="http://schemas.openxmlformats.org/officeDocument/2006/relationships/oleObject" Target="../embeddings/oleObject186.bin"/><Relationship Id="rId18" Type="http://schemas.openxmlformats.org/officeDocument/2006/relationships/image" Target="../media/image171.wmf"/><Relationship Id="rId17" Type="http://schemas.openxmlformats.org/officeDocument/2006/relationships/oleObject" Target="../embeddings/oleObject185.bin"/><Relationship Id="rId16" Type="http://schemas.openxmlformats.org/officeDocument/2006/relationships/image" Target="../media/image170.wmf"/><Relationship Id="rId15" Type="http://schemas.openxmlformats.org/officeDocument/2006/relationships/oleObject" Target="../embeddings/oleObject184.bin"/><Relationship Id="rId14" Type="http://schemas.openxmlformats.org/officeDocument/2006/relationships/image" Target="../media/image169.wmf"/><Relationship Id="rId13" Type="http://schemas.openxmlformats.org/officeDocument/2006/relationships/oleObject" Target="../embeddings/oleObject183.bin"/><Relationship Id="rId12" Type="http://schemas.openxmlformats.org/officeDocument/2006/relationships/image" Target="../media/image168.wmf"/><Relationship Id="rId11" Type="http://schemas.openxmlformats.org/officeDocument/2006/relationships/oleObject" Target="../embeddings/oleObject182.bin"/><Relationship Id="rId10" Type="http://schemas.openxmlformats.org/officeDocument/2006/relationships/image" Target="../media/image167.wmf"/><Relationship Id="rId1" Type="http://schemas.openxmlformats.org/officeDocument/2006/relationships/oleObject" Target="../embeddings/oleObject177.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195.bin"/><Relationship Id="rId8" Type="http://schemas.openxmlformats.org/officeDocument/2006/relationships/image" Target="../media/image167.wmf"/><Relationship Id="rId7" Type="http://schemas.openxmlformats.org/officeDocument/2006/relationships/oleObject" Target="../embeddings/oleObject194.bin"/><Relationship Id="rId6" Type="http://schemas.openxmlformats.org/officeDocument/2006/relationships/image" Target="../media/image177.wmf"/><Relationship Id="rId5" Type="http://schemas.openxmlformats.org/officeDocument/2006/relationships/oleObject" Target="../embeddings/oleObject193.bin"/><Relationship Id="rId4" Type="http://schemas.openxmlformats.org/officeDocument/2006/relationships/image" Target="../media/image176.wmf"/><Relationship Id="rId3" Type="http://schemas.openxmlformats.org/officeDocument/2006/relationships/oleObject" Target="../embeddings/oleObject192.bin"/><Relationship Id="rId2" Type="http://schemas.openxmlformats.org/officeDocument/2006/relationships/image" Target="../media/image175.wmf"/><Relationship Id="rId18" Type="http://schemas.openxmlformats.org/officeDocument/2006/relationships/vmlDrawing" Target="../drawings/vmlDrawing28.vml"/><Relationship Id="rId17" Type="http://schemas.openxmlformats.org/officeDocument/2006/relationships/slideLayout" Target="../slideLayouts/slideLayout7.xml"/><Relationship Id="rId16" Type="http://schemas.openxmlformats.org/officeDocument/2006/relationships/image" Target="../media/image180.wmf"/><Relationship Id="rId15" Type="http://schemas.openxmlformats.org/officeDocument/2006/relationships/oleObject" Target="../embeddings/oleObject198.bin"/><Relationship Id="rId14" Type="http://schemas.openxmlformats.org/officeDocument/2006/relationships/image" Target="../media/image179.wmf"/><Relationship Id="rId13" Type="http://schemas.openxmlformats.org/officeDocument/2006/relationships/oleObject" Target="../embeddings/oleObject197.bin"/><Relationship Id="rId12" Type="http://schemas.openxmlformats.org/officeDocument/2006/relationships/image" Target="../media/image174.wmf"/><Relationship Id="rId11" Type="http://schemas.openxmlformats.org/officeDocument/2006/relationships/oleObject" Target="../embeddings/oleObject196.bin"/><Relationship Id="rId10" Type="http://schemas.openxmlformats.org/officeDocument/2006/relationships/image" Target="../media/image178.wmf"/><Relationship Id="rId1" Type="http://schemas.openxmlformats.org/officeDocument/2006/relationships/oleObject" Target="../embeddings/oleObject191.bin"/></Relationships>
</file>

<file path=ppt/slides/_rels/slide33.xml.rels><?xml version="1.0" encoding="UTF-8" standalone="yes"?>
<Relationships xmlns="http://schemas.openxmlformats.org/package/2006/relationships"><Relationship Id="rId9" Type="http://schemas.openxmlformats.org/officeDocument/2006/relationships/vmlDrawing" Target="../drawings/vmlDrawing29.vml"/><Relationship Id="rId8" Type="http://schemas.openxmlformats.org/officeDocument/2006/relationships/slideLayout" Target="../slideLayouts/slideLayout1.xml"/><Relationship Id="rId7" Type="http://schemas.openxmlformats.org/officeDocument/2006/relationships/image" Target="../media/image184.png"/><Relationship Id="rId6" Type="http://schemas.openxmlformats.org/officeDocument/2006/relationships/image" Target="../media/image183.wmf"/><Relationship Id="rId5" Type="http://schemas.openxmlformats.org/officeDocument/2006/relationships/oleObject" Target="../embeddings/oleObject201.bin"/><Relationship Id="rId4" Type="http://schemas.openxmlformats.org/officeDocument/2006/relationships/image" Target="../media/image182.wmf"/><Relationship Id="rId3" Type="http://schemas.openxmlformats.org/officeDocument/2006/relationships/oleObject" Target="../embeddings/oleObject200.bin"/><Relationship Id="rId2" Type="http://schemas.openxmlformats.org/officeDocument/2006/relationships/image" Target="../media/image181.wmf"/><Relationship Id="rId1" Type="http://schemas.openxmlformats.org/officeDocument/2006/relationships/oleObject" Target="../embeddings/oleObject199.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206.bin"/><Relationship Id="rId8" Type="http://schemas.openxmlformats.org/officeDocument/2006/relationships/image" Target="../media/image188.wmf"/><Relationship Id="rId7" Type="http://schemas.openxmlformats.org/officeDocument/2006/relationships/oleObject" Target="../embeddings/oleObject205.bin"/><Relationship Id="rId6" Type="http://schemas.openxmlformats.org/officeDocument/2006/relationships/image" Target="../media/image187.wmf"/><Relationship Id="rId5" Type="http://schemas.openxmlformats.org/officeDocument/2006/relationships/oleObject" Target="../embeddings/oleObject204.bin"/><Relationship Id="rId4" Type="http://schemas.openxmlformats.org/officeDocument/2006/relationships/image" Target="../media/image186.wmf"/><Relationship Id="rId3" Type="http://schemas.openxmlformats.org/officeDocument/2006/relationships/oleObject" Target="../embeddings/oleObject203.bin"/><Relationship Id="rId20" Type="http://schemas.openxmlformats.org/officeDocument/2006/relationships/vmlDrawing" Target="../drawings/vmlDrawing30.vml"/><Relationship Id="rId2" Type="http://schemas.openxmlformats.org/officeDocument/2006/relationships/image" Target="../media/image185.wmf"/><Relationship Id="rId19" Type="http://schemas.openxmlformats.org/officeDocument/2006/relationships/slideLayout" Target="../slideLayouts/slideLayout7.xml"/><Relationship Id="rId18" Type="http://schemas.openxmlformats.org/officeDocument/2006/relationships/image" Target="../media/image193.wmf"/><Relationship Id="rId17" Type="http://schemas.openxmlformats.org/officeDocument/2006/relationships/oleObject" Target="../embeddings/oleObject210.bin"/><Relationship Id="rId16" Type="http://schemas.openxmlformats.org/officeDocument/2006/relationships/image" Target="../media/image192.wmf"/><Relationship Id="rId15" Type="http://schemas.openxmlformats.org/officeDocument/2006/relationships/oleObject" Target="../embeddings/oleObject209.bin"/><Relationship Id="rId14" Type="http://schemas.openxmlformats.org/officeDocument/2006/relationships/image" Target="../media/image191.wmf"/><Relationship Id="rId13" Type="http://schemas.openxmlformats.org/officeDocument/2006/relationships/oleObject" Target="../embeddings/oleObject208.bin"/><Relationship Id="rId12" Type="http://schemas.openxmlformats.org/officeDocument/2006/relationships/image" Target="../media/image190.wmf"/><Relationship Id="rId11" Type="http://schemas.openxmlformats.org/officeDocument/2006/relationships/oleObject" Target="../embeddings/oleObject207.bin"/><Relationship Id="rId10" Type="http://schemas.openxmlformats.org/officeDocument/2006/relationships/image" Target="../media/image189.wmf"/><Relationship Id="rId1" Type="http://schemas.openxmlformats.org/officeDocument/2006/relationships/oleObject" Target="../embeddings/oleObject202.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215.bin"/><Relationship Id="rId8" Type="http://schemas.openxmlformats.org/officeDocument/2006/relationships/image" Target="../media/image197.wmf"/><Relationship Id="rId7" Type="http://schemas.openxmlformats.org/officeDocument/2006/relationships/oleObject" Target="../embeddings/oleObject214.bin"/><Relationship Id="rId6" Type="http://schemas.openxmlformats.org/officeDocument/2006/relationships/image" Target="../media/image196.wmf"/><Relationship Id="rId5" Type="http://schemas.openxmlformats.org/officeDocument/2006/relationships/oleObject" Target="../embeddings/oleObject213.bin"/><Relationship Id="rId4" Type="http://schemas.openxmlformats.org/officeDocument/2006/relationships/image" Target="../media/image195.wmf"/><Relationship Id="rId3" Type="http://schemas.openxmlformats.org/officeDocument/2006/relationships/oleObject" Target="../embeddings/oleObject212.bin"/><Relationship Id="rId2" Type="http://schemas.openxmlformats.org/officeDocument/2006/relationships/image" Target="../media/image194.wmf"/><Relationship Id="rId14" Type="http://schemas.openxmlformats.org/officeDocument/2006/relationships/vmlDrawing" Target="../drawings/vmlDrawing31.vml"/><Relationship Id="rId13" Type="http://schemas.openxmlformats.org/officeDocument/2006/relationships/slideLayout" Target="../slideLayouts/slideLayout7.xml"/><Relationship Id="rId12" Type="http://schemas.openxmlformats.org/officeDocument/2006/relationships/image" Target="../media/image199.wmf"/><Relationship Id="rId11" Type="http://schemas.openxmlformats.org/officeDocument/2006/relationships/oleObject" Target="../embeddings/oleObject216.bin"/><Relationship Id="rId10" Type="http://schemas.openxmlformats.org/officeDocument/2006/relationships/image" Target="../media/image198.wmf"/><Relationship Id="rId1" Type="http://schemas.openxmlformats.org/officeDocument/2006/relationships/oleObject" Target="../embeddings/oleObject211.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221.bin"/><Relationship Id="rId8" Type="http://schemas.openxmlformats.org/officeDocument/2006/relationships/image" Target="../media/image202.wmf"/><Relationship Id="rId7" Type="http://schemas.openxmlformats.org/officeDocument/2006/relationships/oleObject" Target="../embeddings/oleObject220.bin"/><Relationship Id="rId6" Type="http://schemas.openxmlformats.org/officeDocument/2006/relationships/image" Target="../media/image201.wmf"/><Relationship Id="rId5" Type="http://schemas.openxmlformats.org/officeDocument/2006/relationships/oleObject" Target="../embeddings/oleObject219.bin"/><Relationship Id="rId4" Type="http://schemas.openxmlformats.org/officeDocument/2006/relationships/image" Target="../media/image198.wmf"/><Relationship Id="rId3" Type="http://schemas.openxmlformats.org/officeDocument/2006/relationships/oleObject" Target="../embeddings/oleObject218.bin"/><Relationship Id="rId2" Type="http://schemas.openxmlformats.org/officeDocument/2006/relationships/image" Target="../media/image200.wmf"/><Relationship Id="rId12" Type="http://schemas.openxmlformats.org/officeDocument/2006/relationships/vmlDrawing" Target="../drawings/vmlDrawing32.vml"/><Relationship Id="rId11" Type="http://schemas.openxmlformats.org/officeDocument/2006/relationships/slideLayout" Target="../slideLayouts/slideLayout7.xml"/><Relationship Id="rId10" Type="http://schemas.openxmlformats.org/officeDocument/2006/relationships/image" Target="../media/image203.wmf"/><Relationship Id="rId1" Type="http://schemas.openxmlformats.org/officeDocument/2006/relationships/oleObject" Target="../embeddings/oleObject217.bin"/></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33.vml"/><Relationship Id="rId3" Type="http://schemas.openxmlformats.org/officeDocument/2006/relationships/slideLayout" Target="../slideLayouts/slideLayout7.xml"/><Relationship Id="rId2" Type="http://schemas.openxmlformats.org/officeDocument/2006/relationships/image" Target="../media/image204.wmf"/><Relationship Id="rId1" Type="http://schemas.openxmlformats.org/officeDocument/2006/relationships/oleObject" Target="../embeddings/oleObject222.bin"/></Relationships>
</file>

<file path=ppt/slides/_rels/slide38.xml.rels><?xml version="1.0" encoding="UTF-8" standalone="yes"?>
<Relationships xmlns="http://schemas.openxmlformats.org/package/2006/relationships"><Relationship Id="rId9" Type="http://schemas.openxmlformats.org/officeDocument/2006/relationships/image" Target="../media/image210.wmf"/><Relationship Id="rId8" Type="http://schemas.openxmlformats.org/officeDocument/2006/relationships/oleObject" Target="../embeddings/oleObject225.bin"/><Relationship Id="rId7" Type="http://schemas.openxmlformats.org/officeDocument/2006/relationships/image" Target="../media/image209.png"/><Relationship Id="rId6" Type="http://schemas.openxmlformats.org/officeDocument/2006/relationships/image" Target="../media/image208.png"/><Relationship Id="rId5" Type="http://schemas.openxmlformats.org/officeDocument/2006/relationships/image" Target="../media/image207.png"/><Relationship Id="rId4" Type="http://schemas.openxmlformats.org/officeDocument/2006/relationships/image" Target="../media/image206.wmf"/><Relationship Id="rId3" Type="http://schemas.openxmlformats.org/officeDocument/2006/relationships/oleObject" Target="../embeddings/oleObject224.bin"/><Relationship Id="rId2" Type="http://schemas.openxmlformats.org/officeDocument/2006/relationships/image" Target="../media/image205.wmf"/><Relationship Id="rId14" Type="http://schemas.openxmlformats.org/officeDocument/2006/relationships/notesSlide" Target="../notesSlides/notesSlide5.xml"/><Relationship Id="rId13" Type="http://schemas.openxmlformats.org/officeDocument/2006/relationships/vmlDrawing" Target="../drawings/vmlDrawing34.vml"/><Relationship Id="rId12" Type="http://schemas.openxmlformats.org/officeDocument/2006/relationships/slideLayout" Target="../slideLayouts/slideLayout2.xml"/><Relationship Id="rId11" Type="http://schemas.openxmlformats.org/officeDocument/2006/relationships/image" Target="../media/image212.png"/><Relationship Id="rId10" Type="http://schemas.openxmlformats.org/officeDocument/2006/relationships/image" Target="../media/image211.png"/><Relationship Id="rId1" Type="http://schemas.openxmlformats.org/officeDocument/2006/relationships/oleObject" Target="../embeddings/oleObject223.bin"/></Relationships>
</file>

<file path=ppt/slides/_rels/slide39.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vmlDrawing" Target="../drawings/vmlDrawing35.vml"/><Relationship Id="rId7" Type="http://schemas.openxmlformats.org/officeDocument/2006/relationships/slideLayout" Target="../slideLayouts/slideLayout2.xml"/><Relationship Id="rId6" Type="http://schemas.openxmlformats.org/officeDocument/2006/relationships/image" Target="../media/image217.wmf"/><Relationship Id="rId5" Type="http://schemas.openxmlformats.org/officeDocument/2006/relationships/oleObject" Target="../embeddings/oleObject226.bin"/><Relationship Id="rId4" Type="http://schemas.openxmlformats.org/officeDocument/2006/relationships/image" Target="../media/image216.png"/><Relationship Id="rId3" Type="http://schemas.openxmlformats.org/officeDocument/2006/relationships/image" Target="../media/image215.png"/><Relationship Id="rId2" Type="http://schemas.openxmlformats.org/officeDocument/2006/relationships/image" Target="../media/image214.png"/><Relationship Id="rId1" Type="http://schemas.openxmlformats.org/officeDocument/2006/relationships/image" Target="../media/image2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20.png"/><Relationship Id="rId3" Type="http://schemas.openxmlformats.org/officeDocument/2006/relationships/customXml" Target="../ink/ink1.xml"/><Relationship Id="rId2" Type="http://schemas.openxmlformats.org/officeDocument/2006/relationships/image" Target="../media/image219.png"/><Relationship Id="rId1" Type="http://schemas.openxmlformats.org/officeDocument/2006/relationships/image" Target="../media/image218.jpeg"/></Relationships>
</file>

<file path=ppt/slides/_rels/slide43.xml.rels><?xml version="1.0" encoding="UTF-8" standalone="yes"?>
<Relationships xmlns="http://schemas.openxmlformats.org/package/2006/relationships"><Relationship Id="rId9" Type="http://schemas.openxmlformats.org/officeDocument/2006/relationships/image" Target="../media/image226.png"/><Relationship Id="rId8" Type="http://schemas.openxmlformats.org/officeDocument/2006/relationships/image" Target="../media/image225.png"/><Relationship Id="rId7" Type="http://schemas.openxmlformats.org/officeDocument/2006/relationships/image" Target="../media/image224.png"/><Relationship Id="rId6" Type="http://schemas.openxmlformats.org/officeDocument/2006/relationships/image" Target="../media/image223.wmf"/><Relationship Id="rId5" Type="http://schemas.openxmlformats.org/officeDocument/2006/relationships/oleObject" Target="../embeddings/oleObject229.bin"/><Relationship Id="rId4" Type="http://schemas.openxmlformats.org/officeDocument/2006/relationships/image" Target="../media/image222.wmf"/><Relationship Id="rId3" Type="http://schemas.openxmlformats.org/officeDocument/2006/relationships/oleObject" Target="../embeddings/oleObject228.bin"/><Relationship Id="rId2" Type="http://schemas.openxmlformats.org/officeDocument/2006/relationships/image" Target="../media/image221.wmf"/><Relationship Id="rId13" Type="http://schemas.openxmlformats.org/officeDocument/2006/relationships/notesSlide" Target="../notesSlides/notesSlide7.xml"/><Relationship Id="rId12" Type="http://schemas.openxmlformats.org/officeDocument/2006/relationships/vmlDrawing" Target="../drawings/vmlDrawing36.vml"/><Relationship Id="rId11" Type="http://schemas.openxmlformats.org/officeDocument/2006/relationships/slideLayout" Target="../slideLayouts/slideLayout2.xml"/><Relationship Id="rId10" Type="http://schemas.openxmlformats.org/officeDocument/2006/relationships/image" Target="../media/image227.png"/><Relationship Id="rId1" Type="http://schemas.openxmlformats.org/officeDocument/2006/relationships/oleObject" Target="../embeddings/oleObject227.bin"/></Relationships>
</file>

<file path=ppt/slides/_rels/slide44.xml.rels><?xml version="1.0" encoding="UTF-8" standalone="yes"?>
<Relationships xmlns="http://schemas.openxmlformats.org/package/2006/relationships"><Relationship Id="rId9" Type="http://schemas.openxmlformats.org/officeDocument/2006/relationships/image" Target="../media/image231.wmf"/><Relationship Id="rId8" Type="http://schemas.openxmlformats.org/officeDocument/2006/relationships/oleObject" Target="../embeddings/oleObject234.bin"/><Relationship Id="rId7" Type="http://schemas.openxmlformats.org/officeDocument/2006/relationships/oleObject" Target="../embeddings/oleObject233.bin"/><Relationship Id="rId6" Type="http://schemas.openxmlformats.org/officeDocument/2006/relationships/image" Target="../media/image230.wmf"/><Relationship Id="rId5" Type="http://schemas.openxmlformats.org/officeDocument/2006/relationships/oleObject" Target="../embeddings/oleObject232.bin"/><Relationship Id="rId4" Type="http://schemas.openxmlformats.org/officeDocument/2006/relationships/image" Target="../media/image229.wmf"/><Relationship Id="rId3" Type="http://schemas.openxmlformats.org/officeDocument/2006/relationships/oleObject" Target="../embeddings/oleObject231.bin"/><Relationship Id="rId2" Type="http://schemas.openxmlformats.org/officeDocument/2006/relationships/image" Target="../media/image228.wmf"/><Relationship Id="rId16" Type="http://schemas.openxmlformats.org/officeDocument/2006/relationships/vmlDrawing" Target="../drawings/vmlDrawing37.vml"/><Relationship Id="rId15" Type="http://schemas.openxmlformats.org/officeDocument/2006/relationships/slideLayout" Target="../slideLayouts/slideLayout2.xml"/><Relationship Id="rId14" Type="http://schemas.openxmlformats.org/officeDocument/2006/relationships/oleObject" Target="../embeddings/oleObject237.bin"/><Relationship Id="rId13" Type="http://schemas.openxmlformats.org/officeDocument/2006/relationships/image" Target="../media/image233.wmf"/><Relationship Id="rId12" Type="http://schemas.openxmlformats.org/officeDocument/2006/relationships/oleObject" Target="../embeddings/oleObject236.bin"/><Relationship Id="rId11" Type="http://schemas.openxmlformats.org/officeDocument/2006/relationships/image" Target="../media/image232.wmf"/><Relationship Id="rId10" Type="http://schemas.openxmlformats.org/officeDocument/2006/relationships/oleObject" Target="../embeddings/oleObject235.bin"/><Relationship Id="rId1" Type="http://schemas.openxmlformats.org/officeDocument/2006/relationships/oleObject" Target="../embeddings/oleObject230.bin"/></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4.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5.png"/></Relationships>
</file>

<file path=ppt/slides/_rels/slide47.xml.rels><?xml version="1.0" encoding="UTF-8" standalone="yes"?>
<Relationships xmlns="http://schemas.openxmlformats.org/package/2006/relationships"><Relationship Id="rId5" Type="http://schemas.openxmlformats.org/officeDocument/2006/relationships/vmlDrawing" Target="../drawings/vmlDrawing38.vml"/><Relationship Id="rId4" Type="http://schemas.openxmlformats.org/officeDocument/2006/relationships/slideLayout" Target="../slideLayouts/slideLayout7.xml"/><Relationship Id="rId3" Type="http://schemas.openxmlformats.org/officeDocument/2006/relationships/image" Target="../media/image237.wmf"/><Relationship Id="rId2" Type="http://schemas.openxmlformats.org/officeDocument/2006/relationships/oleObject" Target="../embeddings/oleObject238.bin"/><Relationship Id="rId1" Type="http://schemas.openxmlformats.org/officeDocument/2006/relationships/image" Target="../media/image236.png"/></Relationships>
</file>

<file path=ppt/slides/_rels/slide48.xml.rels><?xml version="1.0" encoding="UTF-8" standalone="yes"?>
<Relationships xmlns="http://schemas.openxmlformats.org/package/2006/relationships"><Relationship Id="rId5" Type="http://schemas.openxmlformats.org/officeDocument/2006/relationships/vmlDrawing" Target="../drawings/vmlDrawing39.vml"/><Relationship Id="rId4" Type="http://schemas.openxmlformats.org/officeDocument/2006/relationships/slideLayout" Target="../slideLayouts/slideLayout7.xml"/><Relationship Id="rId3" Type="http://schemas.openxmlformats.org/officeDocument/2006/relationships/image" Target="../media/image239.wmf"/><Relationship Id="rId2" Type="http://schemas.openxmlformats.org/officeDocument/2006/relationships/oleObject" Target="../embeddings/oleObject239.bin"/><Relationship Id="rId1" Type="http://schemas.openxmlformats.org/officeDocument/2006/relationships/image" Target="../media/image238.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4.png"/></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40.vml"/><Relationship Id="rId5" Type="http://schemas.openxmlformats.org/officeDocument/2006/relationships/slideLayout" Target="../slideLayouts/slideLayout1.xml"/><Relationship Id="rId4" Type="http://schemas.openxmlformats.org/officeDocument/2006/relationships/image" Target="../media/image241.wmf"/><Relationship Id="rId3" Type="http://schemas.openxmlformats.org/officeDocument/2006/relationships/oleObject" Target="../embeddings/oleObject241.bin"/><Relationship Id="rId2" Type="http://schemas.openxmlformats.org/officeDocument/2006/relationships/image" Target="../media/image240.wmf"/><Relationship Id="rId1" Type="http://schemas.openxmlformats.org/officeDocument/2006/relationships/oleObject" Target="../embeddings/oleObject240.bin"/></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3.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4.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5.png"/></Relationships>
</file>

<file path=ppt/slides/_rels/slide55.xml.rels><?xml version="1.0" encoding="UTF-8" standalone="yes"?>
<Relationships xmlns="http://schemas.openxmlformats.org/package/2006/relationships"><Relationship Id="rId8" Type="http://schemas.openxmlformats.org/officeDocument/2006/relationships/vmlDrawing" Target="../drawings/vmlDrawing41.vml"/><Relationship Id="rId7" Type="http://schemas.openxmlformats.org/officeDocument/2006/relationships/slideLayout" Target="../slideLayouts/slideLayout7.xml"/><Relationship Id="rId6" Type="http://schemas.openxmlformats.org/officeDocument/2006/relationships/image" Target="../media/image248.wmf"/><Relationship Id="rId5" Type="http://schemas.openxmlformats.org/officeDocument/2006/relationships/oleObject" Target="../embeddings/oleObject244.bin"/><Relationship Id="rId4" Type="http://schemas.openxmlformats.org/officeDocument/2006/relationships/image" Target="../media/image247.wmf"/><Relationship Id="rId3" Type="http://schemas.openxmlformats.org/officeDocument/2006/relationships/oleObject" Target="../embeddings/oleObject243.bin"/><Relationship Id="rId2" Type="http://schemas.openxmlformats.org/officeDocument/2006/relationships/image" Target="../media/image246.wmf"/><Relationship Id="rId1" Type="http://schemas.openxmlformats.org/officeDocument/2006/relationships/oleObject" Target="../embeddings/oleObject242.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8" Type="http://schemas.openxmlformats.org/officeDocument/2006/relationships/vmlDrawing" Target="../drawings/vmlDrawing42.vml"/><Relationship Id="rId7" Type="http://schemas.openxmlformats.org/officeDocument/2006/relationships/slideLayout" Target="../slideLayouts/slideLayout6.xml"/><Relationship Id="rId6" Type="http://schemas.openxmlformats.org/officeDocument/2006/relationships/image" Target="../media/image251.wmf"/><Relationship Id="rId5" Type="http://schemas.openxmlformats.org/officeDocument/2006/relationships/oleObject" Target="../embeddings/oleObject247.bin"/><Relationship Id="rId4" Type="http://schemas.openxmlformats.org/officeDocument/2006/relationships/image" Target="../media/image250.wmf"/><Relationship Id="rId3" Type="http://schemas.openxmlformats.org/officeDocument/2006/relationships/oleObject" Target="../embeddings/oleObject246.bin"/><Relationship Id="rId2" Type="http://schemas.openxmlformats.org/officeDocument/2006/relationships/image" Target="../media/image249.wmf"/><Relationship Id="rId1" Type="http://schemas.openxmlformats.org/officeDocument/2006/relationships/oleObject" Target="../embeddings/oleObject245.bin"/></Relationships>
</file>

<file path=ppt/slides/_rels/slide58.xml.rels><?xml version="1.0" encoding="UTF-8" standalone="yes"?>
<Relationships xmlns="http://schemas.openxmlformats.org/package/2006/relationships"><Relationship Id="rId9" Type="http://schemas.openxmlformats.org/officeDocument/2006/relationships/oleObject" Target="../embeddings/oleObject252.bin"/><Relationship Id="rId8" Type="http://schemas.openxmlformats.org/officeDocument/2006/relationships/image" Target="../media/image255.wmf"/><Relationship Id="rId7" Type="http://schemas.openxmlformats.org/officeDocument/2006/relationships/oleObject" Target="../embeddings/oleObject251.bin"/><Relationship Id="rId6" Type="http://schemas.openxmlformats.org/officeDocument/2006/relationships/image" Target="../media/image254.wmf"/><Relationship Id="rId5" Type="http://schemas.openxmlformats.org/officeDocument/2006/relationships/oleObject" Target="../embeddings/oleObject250.bin"/><Relationship Id="rId4" Type="http://schemas.openxmlformats.org/officeDocument/2006/relationships/image" Target="../media/image253.wmf"/><Relationship Id="rId3" Type="http://schemas.openxmlformats.org/officeDocument/2006/relationships/oleObject" Target="../embeddings/oleObject249.bin"/><Relationship Id="rId2" Type="http://schemas.openxmlformats.org/officeDocument/2006/relationships/image" Target="../media/image252.wmf"/><Relationship Id="rId12" Type="http://schemas.openxmlformats.org/officeDocument/2006/relationships/vmlDrawing" Target="../drawings/vmlDrawing43.vml"/><Relationship Id="rId11" Type="http://schemas.openxmlformats.org/officeDocument/2006/relationships/slideLayout" Target="../slideLayouts/slideLayout7.xml"/><Relationship Id="rId10" Type="http://schemas.openxmlformats.org/officeDocument/2006/relationships/image" Target="../media/image256.wmf"/><Relationship Id="rId1" Type="http://schemas.openxmlformats.org/officeDocument/2006/relationships/oleObject" Target="../embeddings/oleObject248.bin"/></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44.vml"/><Relationship Id="rId3" Type="http://schemas.openxmlformats.org/officeDocument/2006/relationships/slideLayout" Target="../slideLayouts/slideLayout7.xml"/><Relationship Id="rId2" Type="http://schemas.openxmlformats.org/officeDocument/2006/relationships/image" Target="../media/image257.wmf"/><Relationship Id="rId1" Type="http://schemas.openxmlformats.org/officeDocument/2006/relationships/oleObject" Target="../embeddings/oleObject253.bin"/></Relationships>
</file>

<file path=ppt/slides/_rels/slide60.xml.rels><?xml version="1.0" encoding="UTF-8" standalone="yes"?>
<Relationships xmlns="http://schemas.openxmlformats.org/package/2006/relationships"><Relationship Id="rId6" Type="http://schemas.openxmlformats.org/officeDocument/2006/relationships/vmlDrawing" Target="../drawings/vmlDrawing45.vml"/><Relationship Id="rId5" Type="http://schemas.openxmlformats.org/officeDocument/2006/relationships/slideLayout" Target="../slideLayouts/slideLayout7.xml"/><Relationship Id="rId4" Type="http://schemas.openxmlformats.org/officeDocument/2006/relationships/image" Target="../media/image259.wmf"/><Relationship Id="rId3" Type="http://schemas.openxmlformats.org/officeDocument/2006/relationships/oleObject" Target="../embeddings/oleObject255.bin"/><Relationship Id="rId2" Type="http://schemas.openxmlformats.org/officeDocument/2006/relationships/image" Target="../media/image258.wmf"/><Relationship Id="rId1" Type="http://schemas.openxmlformats.org/officeDocument/2006/relationships/oleObject" Target="../embeddings/oleObject254.bin"/></Relationships>
</file>

<file path=ppt/slides/_rels/slide61.xml.rels><?xml version="1.0" encoding="UTF-8" standalone="yes"?>
<Relationships xmlns="http://schemas.openxmlformats.org/package/2006/relationships"><Relationship Id="rId9" Type="http://schemas.openxmlformats.org/officeDocument/2006/relationships/oleObject" Target="../embeddings/oleObject260.bin"/><Relationship Id="rId8" Type="http://schemas.openxmlformats.org/officeDocument/2006/relationships/image" Target="../media/image263.wmf"/><Relationship Id="rId7" Type="http://schemas.openxmlformats.org/officeDocument/2006/relationships/oleObject" Target="../embeddings/oleObject259.bin"/><Relationship Id="rId6" Type="http://schemas.openxmlformats.org/officeDocument/2006/relationships/image" Target="../media/image262.wmf"/><Relationship Id="rId5" Type="http://schemas.openxmlformats.org/officeDocument/2006/relationships/oleObject" Target="../embeddings/oleObject258.bin"/><Relationship Id="rId4" Type="http://schemas.openxmlformats.org/officeDocument/2006/relationships/image" Target="../media/image261.wmf"/><Relationship Id="rId3" Type="http://schemas.openxmlformats.org/officeDocument/2006/relationships/oleObject" Target="../embeddings/oleObject257.bin"/><Relationship Id="rId2" Type="http://schemas.openxmlformats.org/officeDocument/2006/relationships/image" Target="../media/image260.wmf"/><Relationship Id="rId12" Type="http://schemas.openxmlformats.org/officeDocument/2006/relationships/vmlDrawing" Target="../drawings/vmlDrawing46.vml"/><Relationship Id="rId11" Type="http://schemas.openxmlformats.org/officeDocument/2006/relationships/slideLayout" Target="../slideLayouts/slideLayout7.xml"/><Relationship Id="rId10" Type="http://schemas.openxmlformats.org/officeDocument/2006/relationships/image" Target="../media/image264.wmf"/><Relationship Id="rId1" Type="http://schemas.openxmlformats.org/officeDocument/2006/relationships/oleObject" Target="../embeddings/oleObject256.bin"/></Relationships>
</file>

<file path=ppt/slides/_rels/slide62.xml.rels><?xml version="1.0" encoding="UTF-8" standalone="yes"?>
<Relationships xmlns="http://schemas.openxmlformats.org/package/2006/relationships"><Relationship Id="rId9" Type="http://schemas.openxmlformats.org/officeDocument/2006/relationships/oleObject" Target="../embeddings/oleObject265.bin"/><Relationship Id="rId8" Type="http://schemas.openxmlformats.org/officeDocument/2006/relationships/image" Target="../media/image268.wmf"/><Relationship Id="rId7" Type="http://schemas.openxmlformats.org/officeDocument/2006/relationships/oleObject" Target="../embeddings/oleObject264.bin"/><Relationship Id="rId6" Type="http://schemas.openxmlformats.org/officeDocument/2006/relationships/image" Target="../media/image267.wmf"/><Relationship Id="rId5" Type="http://schemas.openxmlformats.org/officeDocument/2006/relationships/oleObject" Target="../embeddings/oleObject263.bin"/><Relationship Id="rId4" Type="http://schemas.openxmlformats.org/officeDocument/2006/relationships/image" Target="../media/image266.wmf"/><Relationship Id="rId3" Type="http://schemas.openxmlformats.org/officeDocument/2006/relationships/oleObject" Target="../embeddings/oleObject262.bin"/><Relationship Id="rId2" Type="http://schemas.openxmlformats.org/officeDocument/2006/relationships/image" Target="../media/image265.wmf"/><Relationship Id="rId16" Type="http://schemas.openxmlformats.org/officeDocument/2006/relationships/vmlDrawing" Target="../drawings/vmlDrawing47.vml"/><Relationship Id="rId15" Type="http://schemas.openxmlformats.org/officeDocument/2006/relationships/slideLayout" Target="../slideLayouts/slideLayout7.xml"/><Relationship Id="rId14" Type="http://schemas.openxmlformats.org/officeDocument/2006/relationships/image" Target="../media/image271.wmf"/><Relationship Id="rId13" Type="http://schemas.openxmlformats.org/officeDocument/2006/relationships/oleObject" Target="../embeddings/oleObject267.bin"/><Relationship Id="rId12" Type="http://schemas.openxmlformats.org/officeDocument/2006/relationships/image" Target="../media/image270.wmf"/><Relationship Id="rId11" Type="http://schemas.openxmlformats.org/officeDocument/2006/relationships/oleObject" Target="../embeddings/oleObject266.bin"/><Relationship Id="rId10" Type="http://schemas.openxmlformats.org/officeDocument/2006/relationships/image" Target="../media/image269.wmf"/><Relationship Id="rId1" Type="http://schemas.openxmlformats.org/officeDocument/2006/relationships/oleObject" Target="../embeddings/oleObject261.bin"/></Relationships>
</file>

<file path=ppt/slides/_rels/slide6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75.wmf"/><Relationship Id="rId7" Type="http://schemas.openxmlformats.org/officeDocument/2006/relationships/oleObject" Target="../embeddings/oleObject271.bin"/><Relationship Id="rId6" Type="http://schemas.openxmlformats.org/officeDocument/2006/relationships/image" Target="../media/image274.wmf"/><Relationship Id="rId5" Type="http://schemas.openxmlformats.org/officeDocument/2006/relationships/oleObject" Target="../embeddings/oleObject270.bin"/><Relationship Id="rId4" Type="http://schemas.openxmlformats.org/officeDocument/2006/relationships/image" Target="../media/image273.wmf"/><Relationship Id="rId3" Type="http://schemas.openxmlformats.org/officeDocument/2006/relationships/oleObject" Target="../embeddings/oleObject269.bin"/><Relationship Id="rId2" Type="http://schemas.openxmlformats.org/officeDocument/2006/relationships/image" Target="../media/image272.wmf"/><Relationship Id="rId10" Type="http://schemas.openxmlformats.org/officeDocument/2006/relationships/vmlDrawing" Target="../drawings/vmlDrawing48.vml"/><Relationship Id="rId1" Type="http://schemas.openxmlformats.org/officeDocument/2006/relationships/oleObject" Target="../embeddings/oleObject268.bin"/></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276.bin"/><Relationship Id="rId8" Type="http://schemas.openxmlformats.org/officeDocument/2006/relationships/image" Target="../media/image279.wmf"/><Relationship Id="rId7" Type="http://schemas.openxmlformats.org/officeDocument/2006/relationships/oleObject" Target="../embeddings/oleObject275.bin"/><Relationship Id="rId6" Type="http://schemas.openxmlformats.org/officeDocument/2006/relationships/image" Target="../media/image278.wmf"/><Relationship Id="rId5" Type="http://schemas.openxmlformats.org/officeDocument/2006/relationships/oleObject" Target="../embeddings/oleObject274.bin"/><Relationship Id="rId4" Type="http://schemas.openxmlformats.org/officeDocument/2006/relationships/image" Target="../media/image277.wmf"/><Relationship Id="rId3" Type="http://schemas.openxmlformats.org/officeDocument/2006/relationships/oleObject" Target="../embeddings/oleObject273.bin"/><Relationship Id="rId2" Type="http://schemas.openxmlformats.org/officeDocument/2006/relationships/image" Target="../media/image276.wmf"/><Relationship Id="rId12" Type="http://schemas.openxmlformats.org/officeDocument/2006/relationships/vmlDrawing" Target="../drawings/vmlDrawing49.vml"/><Relationship Id="rId11" Type="http://schemas.openxmlformats.org/officeDocument/2006/relationships/slideLayout" Target="../slideLayouts/slideLayout7.xml"/><Relationship Id="rId10" Type="http://schemas.openxmlformats.org/officeDocument/2006/relationships/image" Target="../media/image280.wmf"/><Relationship Id="rId1" Type="http://schemas.openxmlformats.org/officeDocument/2006/relationships/oleObject" Target="../embeddings/oleObject272.bin"/></Relationships>
</file>

<file path=ppt/slides/_rels/slide65.xml.rels><?xml version="1.0" encoding="UTF-8" standalone="yes"?>
<Relationships xmlns="http://schemas.openxmlformats.org/package/2006/relationships"><Relationship Id="rId4" Type="http://schemas.openxmlformats.org/officeDocument/2006/relationships/vmlDrawing" Target="../drawings/vmlDrawing50.vml"/><Relationship Id="rId3" Type="http://schemas.openxmlformats.org/officeDocument/2006/relationships/slideLayout" Target="../slideLayouts/slideLayout7.xml"/><Relationship Id="rId2" Type="http://schemas.openxmlformats.org/officeDocument/2006/relationships/image" Target="../media/image281.wmf"/><Relationship Id="rId1" Type="http://schemas.openxmlformats.org/officeDocument/2006/relationships/oleObject" Target="../embeddings/oleObject277.bin"/></Relationships>
</file>

<file path=ppt/slides/_rels/slide66.xml.rels><?xml version="1.0" encoding="UTF-8" standalone="yes"?>
<Relationships xmlns="http://schemas.openxmlformats.org/package/2006/relationships"><Relationship Id="rId9" Type="http://schemas.openxmlformats.org/officeDocument/2006/relationships/oleObject" Target="../embeddings/oleObject282.bin"/><Relationship Id="rId8" Type="http://schemas.openxmlformats.org/officeDocument/2006/relationships/image" Target="../media/image285.wmf"/><Relationship Id="rId7" Type="http://schemas.openxmlformats.org/officeDocument/2006/relationships/oleObject" Target="../embeddings/oleObject281.bin"/><Relationship Id="rId6" Type="http://schemas.openxmlformats.org/officeDocument/2006/relationships/image" Target="../media/image284.wmf"/><Relationship Id="rId5" Type="http://schemas.openxmlformats.org/officeDocument/2006/relationships/oleObject" Target="../embeddings/oleObject280.bin"/><Relationship Id="rId4" Type="http://schemas.openxmlformats.org/officeDocument/2006/relationships/image" Target="../media/image283.wmf"/><Relationship Id="rId3" Type="http://schemas.openxmlformats.org/officeDocument/2006/relationships/oleObject" Target="../embeddings/oleObject279.bin"/><Relationship Id="rId2" Type="http://schemas.openxmlformats.org/officeDocument/2006/relationships/image" Target="../media/image282.wmf"/><Relationship Id="rId16" Type="http://schemas.openxmlformats.org/officeDocument/2006/relationships/vmlDrawing" Target="../drawings/vmlDrawing51.vml"/><Relationship Id="rId15" Type="http://schemas.openxmlformats.org/officeDocument/2006/relationships/slideLayout" Target="../slideLayouts/slideLayout7.xml"/><Relationship Id="rId14" Type="http://schemas.openxmlformats.org/officeDocument/2006/relationships/image" Target="../media/image288.wmf"/><Relationship Id="rId13" Type="http://schemas.openxmlformats.org/officeDocument/2006/relationships/oleObject" Target="../embeddings/oleObject284.bin"/><Relationship Id="rId12" Type="http://schemas.openxmlformats.org/officeDocument/2006/relationships/image" Target="../media/image287.wmf"/><Relationship Id="rId11" Type="http://schemas.openxmlformats.org/officeDocument/2006/relationships/oleObject" Target="../embeddings/oleObject283.bin"/><Relationship Id="rId10" Type="http://schemas.openxmlformats.org/officeDocument/2006/relationships/image" Target="../media/image286.wmf"/><Relationship Id="rId1" Type="http://schemas.openxmlformats.org/officeDocument/2006/relationships/oleObject" Target="../embeddings/oleObject278.bin"/></Relationships>
</file>

<file path=ppt/slides/_rels/slide67.xml.rels><?xml version="1.0" encoding="UTF-8" standalone="yes"?>
<Relationships xmlns="http://schemas.openxmlformats.org/package/2006/relationships"><Relationship Id="rId9" Type="http://schemas.openxmlformats.org/officeDocument/2006/relationships/oleObject" Target="../embeddings/oleObject289.bin"/><Relationship Id="rId8" Type="http://schemas.openxmlformats.org/officeDocument/2006/relationships/image" Target="../media/image292.wmf"/><Relationship Id="rId7" Type="http://schemas.openxmlformats.org/officeDocument/2006/relationships/oleObject" Target="../embeddings/oleObject288.bin"/><Relationship Id="rId6" Type="http://schemas.openxmlformats.org/officeDocument/2006/relationships/image" Target="../media/image291.wmf"/><Relationship Id="rId5" Type="http://schemas.openxmlformats.org/officeDocument/2006/relationships/oleObject" Target="../embeddings/oleObject287.bin"/><Relationship Id="rId4" Type="http://schemas.openxmlformats.org/officeDocument/2006/relationships/image" Target="../media/image290.wmf"/><Relationship Id="rId3" Type="http://schemas.openxmlformats.org/officeDocument/2006/relationships/oleObject" Target="../embeddings/oleObject286.bin"/><Relationship Id="rId2" Type="http://schemas.openxmlformats.org/officeDocument/2006/relationships/image" Target="../media/image289.wmf"/><Relationship Id="rId14" Type="http://schemas.openxmlformats.org/officeDocument/2006/relationships/vmlDrawing" Target="../drawings/vmlDrawing52.vml"/><Relationship Id="rId13" Type="http://schemas.openxmlformats.org/officeDocument/2006/relationships/slideLayout" Target="../slideLayouts/slideLayout7.xml"/><Relationship Id="rId12" Type="http://schemas.openxmlformats.org/officeDocument/2006/relationships/image" Target="../media/image294.wmf"/><Relationship Id="rId11" Type="http://schemas.openxmlformats.org/officeDocument/2006/relationships/oleObject" Target="../embeddings/oleObject290.bin"/><Relationship Id="rId10" Type="http://schemas.openxmlformats.org/officeDocument/2006/relationships/image" Target="../media/image293.wmf"/><Relationship Id="rId1" Type="http://schemas.openxmlformats.org/officeDocument/2006/relationships/oleObject" Target="../embeddings/oleObject285.bin"/></Relationships>
</file>

<file path=ppt/slides/_rels/slide6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98.wmf"/><Relationship Id="rId7" Type="http://schemas.openxmlformats.org/officeDocument/2006/relationships/oleObject" Target="../embeddings/oleObject294.bin"/><Relationship Id="rId6" Type="http://schemas.openxmlformats.org/officeDocument/2006/relationships/image" Target="../media/image297.wmf"/><Relationship Id="rId5" Type="http://schemas.openxmlformats.org/officeDocument/2006/relationships/oleObject" Target="../embeddings/oleObject293.bin"/><Relationship Id="rId4" Type="http://schemas.openxmlformats.org/officeDocument/2006/relationships/image" Target="../media/image296.wmf"/><Relationship Id="rId3" Type="http://schemas.openxmlformats.org/officeDocument/2006/relationships/oleObject" Target="../embeddings/oleObject292.bin"/><Relationship Id="rId2" Type="http://schemas.openxmlformats.org/officeDocument/2006/relationships/image" Target="../media/image295.wmf"/><Relationship Id="rId10" Type="http://schemas.openxmlformats.org/officeDocument/2006/relationships/vmlDrawing" Target="../drawings/vmlDrawing53.vml"/><Relationship Id="rId1" Type="http://schemas.openxmlformats.org/officeDocument/2006/relationships/oleObject" Target="../embeddings/oleObject291.bin"/></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54.vml"/><Relationship Id="rId3" Type="http://schemas.openxmlformats.org/officeDocument/2006/relationships/slideLayout" Target="../slideLayouts/slideLayout7.xml"/><Relationship Id="rId2" Type="http://schemas.openxmlformats.org/officeDocument/2006/relationships/image" Target="../media/image299.wmf"/><Relationship Id="rId1" Type="http://schemas.openxmlformats.org/officeDocument/2006/relationships/oleObject" Target="../embeddings/oleObject295.bin"/></Relationships>
</file>

<file path=ppt/slides/_rels/slide70.xml.rels><?xml version="1.0" encoding="UTF-8" standalone="yes"?>
<Relationships xmlns="http://schemas.openxmlformats.org/package/2006/relationships"><Relationship Id="rId8" Type="http://schemas.openxmlformats.org/officeDocument/2006/relationships/vmlDrawing" Target="../drawings/vmlDrawing55.vml"/><Relationship Id="rId7" Type="http://schemas.openxmlformats.org/officeDocument/2006/relationships/slideLayout" Target="../slideLayouts/slideLayout7.xml"/><Relationship Id="rId6" Type="http://schemas.openxmlformats.org/officeDocument/2006/relationships/image" Target="../media/image302.wmf"/><Relationship Id="rId5" Type="http://schemas.openxmlformats.org/officeDocument/2006/relationships/oleObject" Target="../embeddings/oleObject298.bin"/><Relationship Id="rId4" Type="http://schemas.openxmlformats.org/officeDocument/2006/relationships/image" Target="../media/image301.wmf"/><Relationship Id="rId3" Type="http://schemas.openxmlformats.org/officeDocument/2006/relationships/oleObject" Target="../embeddings/oleObject297.bin"/><Relationship Id="rId2" Type="http://schemas.openxmlformats.org/officeDocument/2006/relationships/image" Target="../media/image300.wmf"/><Relationship Id="rId1" Type="http://schemas.openxmlformats.org/officeDocument/2006/relationships/oleObject" Target="../embeddings/oleObject296.bin"/></Relationships>
</file>

<file path=ppt/slides/_rels/slide71.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vmlDrawing" Target="../drawings/vmlDrawing56.vml"/><Relationship Id="rId4" Type="http://schemas.openxmlformats.org/officeDocument/2006/relationships/slideLayout" Target="../slideLayouts/slideLayout2.xml"/><Relationship Id="rId3" Type="http://schemas.openxmlformats.org/officeDocument/2006/relationships/image" Target="../media/image304.png"/><Relationship Id="rId2" Type="http://schemas.openxmlformats.org/officeDocument/2006/relationships/image" Target="../media/image303.wmf"/><Relationship Id="rId1" Type="http://schemas.openxmlformats.org/officeDocument/2006/relationships/oleObject" Target="../embeddings/oleObject299.bin"/></Relationships>
</file>

<file path=ppt/slides/_rels/slide72.xml.rels><?xml version="1.0" encoding="UTF-8" standalone="yes"?>
<Relationships xmlns="http://schemas.openxmlformats.org/package/2006/relationships"><Relationship Id="rId5" Type="http://schemas.openxmlformats.org/officeDocument/2006/relationships/vmlDrawing" Target="../drawings/vmlDrawing57.vml"/><Relationship Id="rId4" Type="http://schemas.openxmlformats.org/officeDocument/2006/relationships/slideLayout" Target="../slideLayouts/slideLayout2.xml"/><Relationship Id="rId3" Type="http://schemas.openxmlformats.org/officeDocument/2006/relationships/image" Target="../media/image306.png"/><Relationship Id="rId2" Type="http://schemas.openxmlformats.org/officeDocument/2006/relationships/image" Target="../media/image305.wmf"/><Relationship Id="rId1" Type="http://schemas.openxmlformats.org/officeDocument/2006/relationships/oleObject" Target="../embeddings/oleObject300.bin"/></Relationships>
</file>

<file path=ppt/slides/_rels/slide73.xml.rels><?xml version="1.0" encoding="UTF-8" standalone="yes"?>
<Relationships xmlns="http://schemas.openxmlformats.org/package/2006/relationships"><Relationship Id="rId9" Type="http://schemas.openxmlformats.org/officeDocument/2006/relationships/oleObject" Target="../embeddings/oleObject305.bin"/><Relationship Id="rId8" Type="http://schemas.openxmlformats.org/officeDocument/2006/relationships/image" Target="../media/image310.wmf"/><Relationship Id="rId7" Type="http://schemas.openxmlformats.org/officeDocument/2006/relationships/oleObject" Target="../embeddings/oleObject304.bin"/><Relationship Id="rId6" Type="http://schemas.openxmlformats.org/officeDocument/2006/relationships/image" Target="../media/image309.wmf"/><Relationship Id="rId5" Type="http://schemas.openxmlformats.org/officeDocument/2006/relationships/oleObject" Target="../embeddings/oleObject303.bin"/><Relationship Id="rId4" Type="http://schemas.openxmlformats.org/officeDocument/2006/relationships/image" Target="../media/image308.wmf"/><Relationship Id="rId3" Type="http://schemas.openxmlformats.org/officeDocument/2006/relationships/oleObject" Target="../embeddings/oleObject302.bin"/><Relationship Id="rId24" Type="http://schemas.openxmlformats.org/officeDocument/2006/relationships/vmlDrawing" Target="../drawings/vmlDrawing58.vml"/><Relationship Id="rId23" Type="http://schemas.openxmlformats.org/officeDocument/2006/relationships/slideLayout" Target="../slideLayouts/slideLayout7.xml"/><Relationship Id="rId22" Type="http://schemas.openxmlformats.org/officeDocument/2006/relationships/image" Target="../media/image317.wmf"/><Relationship Id="rId21" Type="http://schemas.openxmlformats.org/officeDocument/2006/relationships/oleObject" Target="../embeddings/oleObject311.bin"/><Relationship Id="rId20" Type="http://schemas.openxmlformats.org/officeDocument/2006/relationships/image" Target="../media/image316.wmf"/><Relationship Id="rId2" Type="http://schemas.openxmlformats.org/officeDocument/2006/relationships/image" Target="../media/image307.wmf"/><Relationship Id="rId19" Type="http://schemas.openxmlformats.org/officeDocument/2006/relationships/oleObject" Target="../embeddings/oleObject310.bin"/><Relationship Id="rId18" Type="http://schemas.openxmlformats.org/officeDocument/2006/relationships/image" Target="../media/image315.wmf"/><Relationship Id="rId17" Type="http://schemas.openxmlformats.org/officeDocument/2006/relationships/oleObject" Target="../embeddings/oleObject309.bin"/><Relationship Id="rId16" Type="http://schemas.openxmlformats.org/officeDocument/2006/relationships/image" Target="../media/image314.wmf"/><Relationship Id="rId15" Type="http://schemas.openxmlformats.org/officeDocument/2006/relationships/oleObject" Target="../embeddings/oleObject308.bin"/><Relationship Id="rId14" Type="http://schemas.openxmlformats.org/officeDocument/2006/relationships/image" Target="../media/image313.wmf"/><Relationship Id="rId13" Type="http://schemas.openxmlformats.org/officeDocument/2006/relationships/oleObject" Target="../embeddings/oleObject307.bin"/><Relationship Id="rId12" Type="http://schemas.openxmlformats.org/officeDocument/2006/relationships/image" Target="../media/image312.wmf"/><Relationship Id="rId11" Type="http://schemas.openxmlformats.org/officeDocument/2006/relationships/oleObject" Target="../embeddings/oleObject306.bin"/><Relationship Id="rId10" Type="http://schemas.openxmlformats.org/officeDocument/2006/relationships/image" Target="../media/image311.wmf"/><Relationship Id="rId1" Type="http://schemas.openxmlformats.org/officeDocument/2006/relationships/oleObject" Target="../embeddings/oleObject301.bin"/></Relationships>
</file>

<file path=ppt/slides/_rels/slide74.xml.rels><?xml version="1.0" encoding="UTF-8" standalone="yes"?>
<Relationships xmlns="http://schemas.openxmlformats.org/package/2006/relationships"><Relationship Id="rId9" Type="http://schemas.openxmlformats.org/officeDocument/2006/relationships/oleObject" Target="../embeddings/oleObject316.bin"/><Relationship Id="rId8" Type="http://schemas.openxmlformats.org/officeDocument/2006/relationships/image" Target="../media/image321.wmf"/><Relationship Id="rId7" Type="http://schemas.openxmlformats.org/officeDocument/2006/relationships/oleObject" Target="../embeddings/oleObject315.bin"/><Relationship Id="rId6" Type="http://schemas.openxmlformats.org/officeDocument/2006/relationships/image" Target="../media/image320.wmf"/><Relationship Id="rId5" Type="http://schemas.openxmlformats.org/officeDocument/2006/relationships/oleObject" Target="../embeddings/oleObject314.bin"/><Relationship Id="rId4" Type="http://schemas.openxmlformats.org/officeDocument/2006/relationships/image" Target="../media/image319.wmf"/><Relationship Id="rId3" Type="http://schemas.openxmlformats.org/officeDocument/2006/relationships/oleObject" Target="../embeddings/oleObject313.bin"/><Relationship Id="rId26" Type="http://schemas.openxmlformats.org/officeDocument/2006/relationships/vmlDrawing" Target="../drawings/vmlDrawing59.vml"/><Relationship Id="rId25" Type="http://schemas.openxmlformats.org/officeDocument/2006/relationships/slideLayout" Target="../slideLayouts/slideLayout7.xml"/><Relationship Id="rId24" Type="http://schemas.openxmlformats.org/officeDocument/2006/relationships/image" Target="../media/image329.wmf"/><Relationship Id="rId23" Type="http://schemas.openxmlformats.org/officeDocument/2006/relationships/oleObject" Target="../embeddings/oleObject323.bin"/><Relationship Id="rId22" Type="http://schemas.openxmlformats.org/officeDocument/2006/relationships/image" Target="../media/image328.wmf"/><Relationship Id="rId21" Type="http://schemas.openxmlformats.org/officeDocument/2006/relationships/oleObject" Target="../embeddings/oleObject322.bin"/><Relationship Id="rId20" Type="http://schemas.openxmlformats.org/officeDocument/2006/relationships/image" Target="../media/image327.wmf"/><Relationship Id="rId2" Type="http://schemas.openxmlformats.org/officeDocument/2006/relationships/image" Target="../media/image318.wmf"/><Relationship Id="rId19" Type="http://schemas.openxmlformats.org/officeDocument/2006/relationships/oleObject" Target="../embeddings/oleObject321.bin"/><Relationship Id="rId18" Type="http://schemas.openxmlformats.org/officeDocument/2006/relationships/image" Target="../media/image326.wmf"/><Relationship Id="rId17" Type="http://schemas.openxmlformats.org/officeDocument/2006/relationships/oleObject" Target="../embeddings/oleObject320.bin"/><Relationship Id="rId16" Type="http://schemas.openxmlformats.org/officeDocument/2006/relationships/image" Target="../media/image325.wmf"/><Relationship Id="rId15" Type="http://schemas.openxmlformats.org/officeDocument/2006/relationships/oleObject" Target="../embeddings/oleObject319.bin"/><Relationship Id="rId14" Type="http://schemas.openxmlformats.org/officeDocument/2006/relationships/image" Target="../media/image324.wmf"/><Relationship Id="rId13" Type="http://schemas.openxmlformats.org/officeDocument/2006/relationships/oleObject" Target="../embeddings/oleObject318.bin"/><Relationship Id="rId12" Type="http://schemas.openxmlformats.org/officeDocument/2006/relationships/image" Target="../media/image323.wmf"/><Relationship Id="rId11" Type="http://schemas.openxmlformats.org/officeDocument/2006/relationships/oleObject" Target="../embeddings/oleObject317.bin"/><Relationship Id="rId10" Type="http://schemas.openxmlformats.org/officeDocument/2006/relationships/image" Target="../media/image322.wmf"/><Relationship Id="rId1" Type="http://schemas.openxmlformats.org/officeDocument/2006/relationships/oleObject" Target="../embeddings/oleObject312.bin"/></Relationships>
</file>

<file path=ppt/slides/_rels/slide75.xml.rels><?xml version="1.0" encoding="UTF-8" standalone="yes"?>
<Relationships xmlns="http://schemas.openxmlformats.org/package/2006/relationships"><Relationship Id="rId9" Type="http://schemas.openxmlformats.org/officeDocument/2006/relationships/oleObject" Target="../embeddings/oleObject328.bin"/><Relationship Id="rId8" Type="http://schemas.openxmlformats.org/officeDocument/2006/relationships/image" Target="../media/image333.wmf"/><Relationship Id="rId7" Type="http://schemas.openxmlformats.org/officeDocument/2006/relationships/oleObject" Target="../embeddings/oleObject327.bin"/><Relationship Id="rId6" Type="http://schemas.openxmlformats.org/officeDocument/2006/relationships/image" Target="../media/image332.wmf"/><Relationship Id="rId5" Type="http://schemas.openxmlformats.org/officeDocument/2006/relationships/oleObject" Target="../embeddings/oleObject326.bin"/><Relationship Id="rId4" Type="http://schemas.openxmlformats.org/officeDocument/2006/relationships/image" Target="../media/image331.wmf"/><Relationship Id="rId3" Type="http://schemas.openxmlformats.org/officeDocument/2006/relationships/oleObject" Target="../embeddings/oleObject325.bin"/><Relationship Id="rId2" Type="http://schemas.openxmlformats.org/officeDocument/2006/relationships/image" Target="../media/image330.wmf"/><Relationship Id="rId12" Type="http://schemas.openxmlformats.org/officeDocument/2006/relationships/vmlDrawing" Target="../drawings/vmlDrawing60.vml"/><Relationship Id="rId11" Type="http://schemas.openxmlformats.org/officeDocument/2006/relationships/slideLayout" Target="../slideLayouts/slideLayout7.xml"/><Relationship Id="rId10" Type="http://schemas.openxmlformats.org/officeDocument/2006/relationships/image" Target="../media/image334.wmf"/><Relationship Id="rId1" Type="http://schemas.openxmlformats.org/officeDocument/2006/relationships/oleObject" Target="../embeddings/oleObject324.bin"/></Relationships>
</file>

<file path=ppt/slides/_rels/slide76.xml.rels><?xml version="1.0" encoding="UTF-8" standalone="yes"?>
<Relationships xmlns="http://schemas.openxmlformats.org/package/2006/relationships"><Relationship Id="rId9" Type="http://schemas.openxmlformats.org/officeDocument/2006/relationships/oleObject" Target="../embeddings/oleObject333.bin"/><Relationship Id="rId8" Type="http://schemas.openxmlformats.org/officeDocument/2006/relationships/image" Target="../media/image338.wmf"/><Relationship Id="rId7" Type="http://schemas.openxmlformats.org/officeDocument/2006/relationships/oleObject" Target="../embeddings/oleObject332.bin"/><Relationship Id="rId6" Type="http://schemas.openxmlformats.org/officeDocument/2006/relationships/image" Target="../media/image337.wmf"/><Relationship Id="rId5" Type="http://schemas.openxmlformats.org/officeDocument/2006/relationships/oleObject" Target="../embeddings/oleObject331.bin"/><Relationship Id="rId4" Type="http://schemas.openxmlformats.org/officeDocument/2006/relationships/image" Target="../media/image336.wmf"/><Relationship Id="rId30" Type="http://schemas.openxmlformats.org/officeDocument/2006/relationships/vmlDrawing" Target="../drawings/vmlDrawing61.vml"/><Relationship Id="rId3" Type="http://schemas.openxmlformats.org/officeDocument/2006/relationships/oleObject" Target="../embeddings/oleObject330.bin"/><Relationship Id="rId29" Type="http://schemas.openxmlformats.org/officeDocument/2006/relationships/slideLayout" Target="../slideLayouts/slideLayout7.xml"/><Relationship Id="rId28" Type="http://schemas.openxmlformats.org/officeDocument/2006/relationships/image" Target="../media/image348.wmf"/><Relationship Id="rId27" Type="http://schemas.openxmlformats.org/officeDocument/2006/relationships/oleObject" Target="../embeddings/oleObject342.bin"/><Relationship Id="rId26" Type="http://schemas.openxmlformats.org/officeDocument/2006/relationships/image" Target="../media/image347.wmf"/><Relationship Id="rId25" Type="http://schemas.openxmlformats.org/officeDocument/2006/relationships/oleObject" Target="../embeddings/oleObject341.bin"/><Relationship Id="rId24" Type="http://schemas.openxmlformats.org/officeDocument/2006/relationships/image" Target="../media/image346.wmf"/><Relationship Id="rId23" Type="http://schemas.openxmlformats.org/officeDocument/2006/relationships/oleObject" Target="../embeddings/oleObject340.bin"/><Relationship Id="rId22" Type="http://schemas.openxmlformats.org/officeDocument/2006/relationships/image" Target="../media/image345.wmf"/><Relationship Id="rId21" Type="http://schemas.openxmlformats.org/officeDocument/2006/relationships/oleObject" Target="../embeddings/oleObject339.bin"/><Relationship Id="rId20" Type="http://schemas.openxmlformats.org/officeDocument/2006/relationships/image" Target="../media/image344.wmf"/><Relationship Id="rId2" Type="http://schemas.openxmlformats.org/officeDocument/2006/relationships/image" Target="../media/image335.wmf"/><Relationship Id="rId19" Type="http://schemas.openxmlformats.org/officeDocument/2006/relationships/oleObject" Target="../embeddings/oleObject338.bin"/><Relationship Id="rId18" Type="http://schemas.openxmlformats.org/officeDocument/2006/relationships/image" Target="../media/image343.wmf"/><Relationship Id="rId17" Type="http://schemas.openxmlformats.org/officeDocument/2006/relationships/oleObject" Target="../embeddings/oleObject337.bin"/><Relationship Id="rId16" Type="http://schemas.openxmlformats.org/officeDocument/2006/relationships/image" Target="../media/image342.wmf"/><Relationship Id="rId15" Type="http://schemas.openxmlformats.org/officeDocument/2006/relationships/oleObject" Target="../embeddings/oleObject336.bin"/><Relationship Id="rId14" Type="http://schemas.openxmlformats.org/officeDocument/2006/relationships/image" Target="../media/image341.wmf"/><Relationship Id="rId13" Type="http://schemas.openxmlformats.org/officeDocument/2006/relationships/oleObject" Target="../embeddings/oleObject335.bin"/><Relationship Id="rId12" Type="http://schemas.openxmlformats.org/officeDocument/2006/relationships/image" Target="../media/image340.wmf"/><Relationship Id="rId11" Type="http://schemas.openxmlformats.org/officeDocument/2006/relationships/oleObject" Target="../embeddings/oleObject334.bin"/><Relationship Id="rId10" Type="http://schemas.openxmlformats.org/officeDocument/2006/relationships/image" Target="../media/image339.wmf"/><Relationship Id="rId1" Type="http://schemas.openxmlformats.org/officeDocument/2006/relationships/oleObject" Target="../embeddings/oleObject329.bin"/></Relationships>
</file>

<file path=ppt/slides/_rels/slide77.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352.wmf"/><Relationship Id="rId7" Type="http://schemas.openxmlformats.org/officeDocument/2006/relationships/oleObject" Target="../embeddings/oleObject346.bin"/><Relationship Id="rId6" Type="http://schemas.openxmlformats.org/officeDocument/2006/relationships/image" Target="../media/image351.wmf"/><Relationship Id="rId5" Type="http://schemas.openxmlformats.org/officeDocument/2006/relationships/oleObject" Target="../embeddings/oleObject345.bin"/><Relationship Id="rId4" Type="http://schemas.openxmlformats.org/officeDocument/2006/relationships/image" Target="../media/image350.wmf"/><Relationship Id="rId3" Type="http://schemas.openxmlformats.org/officeDocument/2006/relationships/oleObject" Target="../embeddings/oleObject344.bin"/><Relationship Id="rId2" Type="http://schemas.openxmlformats.org/officeDocument/2006/relationships/image" Target="../media/image349.wmf"/><Relationship Id="rId11" Type="http://schemas.openxmlformats.org/officeDocument/2006/relationships/notesSlide" Target="../notesSlides/notesSlide9.xml"/><Relationship Id="rId10" Type="http://schemas.openxmlformats.org/officeDocument/2006/relationships/vmlDrawing" Target="../drawings/vmlDrawing62.vml"/><Relationship Id="rId1" Type="http://schemas.openxmlformats.org/officeDocument/2006/relationships/oleObject" Target="../embeddings/oleObject343.bin"/></Relationships>
</file>

<file path=ppt/slides/_rels/slide7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56.wmf"/><Relationship Id="rId7" Type="http://schemas.openxmlformats.org/officeDocument/2006/relationships/oleObject" Target="../embeddings/oleObject350.bin"/><Relationship Id="rId6" Type="http://schemas.openxmlformats.org/officeDocument/2006/relationships/image" Target="../media/image355.wmf"/><Relationship Id="rId5" Type="http://schemas.openxmlformats.org/officeDocument/2006/relationships/oleObject" Target="../embeddings/oleObject349.bin"/><Relationship Id="rId4" Type="http://schemas.openxmlformats.org/officeDocument/2006/relationships/image" Target="../media/image354.wmf"/><Relationship Id="rId3" Type="http://schemas.openxmlformats.org/officeDocument/2006/relationships/oleObject" Target="../embeddings/oleObject348.bin"/><Relationship Id="rId2" Type="http://schemas.openxmlformats.org/officeDocument/2006/relationships/image" Target="../media/image353.wmf"/><Relationship Id="rId10" Type="http://schemas.openxmlformats.org/officeDocument/2006/relationships/vmlDrawing" Target="../drawings/vmlDrawing63.vml"/><Relationship Id="rId1" Type="http://schemas.openxmlformats.org/officeDocument/2006/relationships/oleObject" Target="../embeddings/oleObject347.bin"/></Relationships>
</file>

<file path=ppt/slides/_rels/slide79.xml.rels><?xml version="1.0" encoding="UTF-8" standalone="yes"?>
<Relationships xmlns="http://schemas.openxmlformats.org/package/2006/relationships"><Relationship Id="rId9" Type="http://schemas.openxmlformats.org/officeDocument/2006/relationships/oleObject" Target="../embeddings/oleObject355.bin"/><Relationship Id="rId8" Type="http://schemas.openxmlformats.org/officeDocument/2006/relationships/image" Target="../media/image360.wmf"/><Relationship Id="rId7" Type="http://schemas.openxmlformats.org/officeDocument/2006/relationships/oleObject" Target="../embeddings/oleObject354.bin"/><Relationship Id="rId6" Type="http://schemas.openxmlformats.org/officeDocument/2006/relationships/image" Target="../media/image359.wmf"/><Relationship Id="rId5" Type="http://schemas.openxmlformats.org/officeDocument/2006/relationships/oleObject" Target="../embeddings/oleObject353.bin"/><Relationship Id="rId4" Type="http://schemas.openxmlformats.org/officeDocument/2006/relationships/image" Target="../media/image358.wmf"/><Relationship Id="rId3" Type="http://schemas.openxmlformats.org/officeDocument/2006/relationships/oleObject" Target="../embeddings/oleObject352.bin"/><Relationship Id="rId2" Type="http://schemas.openxmlformats.org/officeDocument/2006/relationships/image" Target="../media/image357.wmf"/><Relationship Id="rId18" Type="http://schemas.openxmlformats.org/officeDocument/2006/relationships/vmlDrawing" Target="../drawings/vmlDrawing64.vml"/><Relationship Id="rId17" Type="http://schemas.openxmlformats.org/officeDocument/2006/relationships/slideLayout" Target="../slideLayouts/slideLayout7.xml"/><Relationship Id="rId16" Type="http://schemas.openxmlformats.org/officeDocument/2006/relationships/image" Target="../media/image364.wmf"/><Relationship Id="rId15" Type="http://schemas.openxmlformats.org/officeDocument/2006/relationships/oleObject" Target="../embeddings/oleObject358.bin"/><Relationship Id="rId14" Type="http://schemas.openxmlformats.org/officeDocument/2006/relationships/image" Target="../media/image363.wmf"/><Relationship Id="rId13" Type="http://schemas.openxmlformats.org/officeDocument/2006/relationships/oleObject" Target="../embeddings/oleObject357.bin"/><Relationship Id="rId12" Type="http://schemas.openxmlformats.org/officeDocument/2006/relationships/image" Target="../media/image362.wmf"/><Relationship Id="rId11" Type="http://schemas.openxmlformats.org/officeDocument/2006/relationships/oleObject" Target="../embeddings/oleObject356.bin"/><Relationship Id="rId10" Type="http://schemas.openxmlformats.org/officeDocument/2006/relationships/image" Target="../media/image361.wmf"/><Relationship Id="rId1" Type="http://schemas.openxmlformats.org/officeDocument/2006/relationships/oleObject" Target="../embeddings/oleObject351.bin"/></Relationships>
</file>

<file path=ppt/slides/_rels/slide80.xml.rels><?xml version="1.0" encoding="UTF-8" standalone="yes"?>
<Relationships xmlns="http://schemas.openxmlformats.org/package/2006/relationships"><Relationship Id="rId9" Type="http://schemas.openxmlformats.org/officeDocument/2006/relationships/oleObject" Target="../embeddings/oleObject363.bin"/><Relationship Id="rId8" Type="http://schemas.openxmlformats.org/officeDocument/2006/relationships/image" Target="../media/image367.wmf"/><Relationship Id="rId7" Type="http://schemas.openxmlformats.org/officeDocument/2006/relationships/oleObject" Target="../embeddings/oleObject362.bin"/><Relationship Id="rId6" Type="http://schemas.openxmlformats.org/officeDocument/2006/relationships/image" Target="../media/image366.wmf"/><Relationship Id="rId5" Type="http://schemas.openxmlformats.org/officeDocument/2006/relationships/oleObject" Target="../embeddings/oleObject361.bin"/><Relationship Id="rId4" Type="http://schemas.openxmlformats.org/officeDocument/2006/relationships/image" Target="../media/image365.wmf"/><Relationship Id="rId3" Type="http://schemas.openxmlformats.org/officeDocument/2006/relationships/oleObject" Target="../embeddings/oleObject360.bin"/><Relationship Id="rId22" Type="http://schemas.openxmlformats.org/officeDocument/2006/relationships/vmlDrawing" Target="../drawings/vmlDrawing65.vml"/><Relationship Id="rId21" Type="http://schemas.openxmlformats.org/officeDocument/2006/relationships/slideLayout" Target="../slideLayouts/slideLayout7.xml"/><Relationship Id="rId20" Type="http://schemas.openxmlformats.org/officeDocument/2006/relationships/image" Target="../media/image373.wmf"/><Relationship Id="rId2" Type="http://schemas.openxmlformats.org/officeDocument/2006/relationships/image" Target="../media/image364.wmf"/><Relationship Id="rId19" Type="http://schemas.openxmlformats.org/officeDocument/2006/relationships/oleObject" Target="../embeddings/oleObject368.bin"/><Relationship Id="rId18" Type="http://schemas.openxmlformats.org/officeDocument/2006/relationships/image" Target="../media/image372.wmf"/><Relationship Id="rId17" Type="http://schemas.openxmlformats.org/officeDocument/2006/relationships/oleObject" Target="../embeddings/oleObject367.bin"/><Relationship Id="rId16" Type="http://schemas.openxmlformats.org/officeDocument/2006/relationships/image" Target="../media/image371.wmf"/><Relationship Id="rId15" Type="http://schemas.openxmlformats.org/officeDocument/2006/relationships/oleObject" Target="../embeddings/oleObject366.bin"/><Relationship Id="rId14" Type="http://schemas.openxmlformats.org/officeDocument/2006/relationships/image" Target="../media/image370.wmf"/><Relationship Id="rId13" Type="http://schemas.openxmlformats.org/officeDocument/2006/relationships/oleObject" Target="../embeddings/oleObject365.bin"/><Relationship Id="rId12" Type="http://schemas.openxmlformats.org/officeDocument/2006/relationships/image" Target="../media/image369.wmf"/><Relationship Id="rId11" Type="http://schemas.openxmlformats.org/officeDocument/2006/relationships/oleObject" Target="../embeddings/oleObject364.bin"/><Relationship Id="rId10" Type="http://schemas.openxmlformats.org/officeDocument/2006/relationships/image" Target="../media/image368.wmf"/><Relationship Id="rId1" Type="http://schemas.openxmlformats.org/officeDocument/2006/relationships/oleObject" Target="../embeddings/oleObject359.bin"/></Relationships>
</file>

<file path=ppt/slides/_rels/slide81.xml.rels><?xml version="1.0" encoding="UTF-8" standalone="yes"?>
<Relationships xmlns="http://schemas.openxmlformats.org/package/2006/relationships"><Relationship Id="rId5" Type="http://schemas.openxmlformats.org/officeDocument/2006/relationships/vmlDrawing" Target="../drawings/vmlDrawing66.vml"/><Relationship Id="rId4" Type="http://schemas.openxmlformats.org/officeDocument/2006/relationships/slideLayout" Target="../slideLayouts/slideLayout7.xml"/><Relationship Id="rId3" Type="http://schemas.openxmlformats.org/officeDocument/2006/relationships/image" Target="../media/image375.png"/><Relationship Id="rId2" Type="http://schemas.openxmlformats.org/officeDocument/2006/relationships/image" Target="../media/image374.wmf"/><Relationship Id="rId1" Type="http://schemas.openxmlformats.org/officeDocument/2006/relationships/oleObject" Target="../embeddings/oleObject369.bin"/></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6.png"/></Relationships>
</file>

<file path=ppt/slides/_rels/slide83.xml.rels><?xml version="1.0" encoding="UTF-8" standalone="yes"?>
<Relationships xmlns="http://schemas.openxmlformats.org/package/2006/relationships"><Relationship Id="rId4" Type="http://schemas.openxmlformats.org/officeDocument/2006/relationships/vmlDrawing" Target="../drawings/vmlDrawing67.vml"/><Relationship Id="rId3" Type="http://schemas.openxmlformats.org/officeDocument/2006/relationships/slideLayout" Target="../slideLayouts/slideLayout7.xml"/><Relationship Id="rId2" Type="http://schemas.openxmlformats.org/officeDocument/2006/relationships/image" Target="../media/image377.wmf"/><Relationship Id="rId1" Type="http://schemas.openxmlformats.org/officeDocument/2006/relationships/oleObject" Target="../embeddings/oleObject370.bin"/></Relationships>
</file>

<file path=ppt/slides/_rels/slide84.xml.rels><?xml version="1.0" encoding="UTF-8" standalone="yes"?>
<Relationships xmlns="http://schemas.openxmlformats.org/package/2006/relationships"><Relationship Id="rId4" Type="http://schemas.openxmlformats.org/officeDocument/2006/relationships/vmlDrawing" Target="../drawings/vmlDrawing68.vml"/><Relationship Id="rId3" Type="http://schemas.openxmlformats.org/officeDocument/2006/relationships/slideLayout" Target="../slideLayouts/slideLayout7.xml"/><Relationship Id="rId2" Type="http://schemas.openxmlformats.org/officeDocument/2006/relationships/image" Target="../media/image378.wmf"/><Relationship Id="rId1" Type="http://schemas.openxmlformats.org/officeDocument/2006/relationships/oleObject" Target="../embeddings/oleObject371.bin"/></Relationships>
</file>

<file path=ppt/slides/_rels/slide85.xml.rels><?xml version="1.0" encoding="UTF-8" standalone="yes"?>
<Relationships xmlns="http://schemas.openxmlformats.org/package/2006/relationships"><Relationship Id="rId9" Type="http://schemas.openxmlformats.org/officeDocument/2006/relationships/oleObject" Target="../embeddings/oleObject376.bin"/><Relationship Id="rId8" Type="http://schemas.openxmlformats.org/officeDocument/2006/relationships/image" Target="../media/image382.wmf"/><Relationship Id="rId7" Type="http://schemas.openxmlformats.org/officeDocument/2006/relationships/oleObject" Target="../embeddings/oleObject375.bin"/><Relationship Id="rId6" Type="http://schemas.openxmlformats.org/officeDocument/2006/relationships/image" Target="../media/image381.wmf"/><Relationship Id="rId5" Type="http://schemas.openxmlformats.org/officeDocument/2006/relationships/oleObject" Target="../embeddings/oleObject374.bin"/><Relationship Id="rId4" Type="http://schemas.openxmlformats.org/officeDocument/2006/relationships/image" Target="../media/image380.wmf"/><Relationship Id="rId3" Type="http://schemas.openxmlformats.org/officeDocument/2006/relationships/oleObject" Target="../embeddings/oleObject373.bin"/><Relationship Id="rId20" Type="http://schemas.openxmlformats.org/officeDocument/2006/relationships/vmlDrawing" Target="../drawings/vmlDrawing69.vml"/><Relationship Id="rId2" Type="http://schemas.openxmlformats.org/officeDocument/2006/relationships/image" Target="../media/image379.wmf"/><Relationship Id="rId19" Type="http://schemas.openxmlformats.org/officeDocument/2006/relationships/slideLayout" Target="../slideLayouts/slideLayout7.xml"/><Relationship Id="rId18" Type="http://schemas.openxmlformats.org/officeDocument/2006/relationships/image" Target="../media/image387.wmf"/><Relationship Id="rId17" Type="http://schemas.openxmlformats.org/officeDocument/2006/relationships/oleObject" Target="../embeddings/oleObject380.bin"/><Relationship Id="rId16" Type="http://schemas.openxmlformats.org/officeDocument/2006/relationships/image" Target="../media/image386.wmf"/><Relationship Id="rId15" Type="http://schemas.openxmlformats.org/officeDocument/2006/relationships/oleObject" Target="../embeddings/oleObject379.bin"/><Relationship Id="rId14" Type="http://schemas.openxmlformats.org/officeDocument/2006/relationships/image" Target="../media/image385.wmf"/><Relationship Id="rId13" Type="http://schemas.openxmlformats.org/officeDocument/2006/relationships/oleObject" Target="../embeddings/oleObject378.bin"/><Relationship Id="rId12" Type="http://schemas.openxmlformats.org/officeDocument/2006/relationships/image" Target="../media/image384.wmf"/><Relationship Id="rId11" Type="http://schemas.openxmlformats.org/officeDocument/2006/relationships/oleObject" Target="../embeddings/oleObject377.bin"/><Relationship Id="rId10" Type="http://schemas.openxmlformats.org/officeDocument/2006/relationships/image" Target="../media/image383.wmf"/><Relationship Id="rId1" Type="http://schemas.openxmlformats.org/officeDocument/2006/relationships/oleObject" Target="../embeddings/oleObject372.bin"/></Relationships>
</file>

<file path=ppt/slides/_rels/slide86.xml.rels><?xml version="1.0" encoding="UTF-8" standalone="yes"?>
<Relationships xmlns="http://schemas.openxmlformats.org/package/2006/relationships"><Relationship Id="rId9" Type="http://schemas.openxmlformats.org/officeDocument/2006/relationships/oleObject" Target="../embeddings/oleObject385.bin"/><Relationship Id="rId8" Type="http://schemas.openxmlformats.org/officeDocument/2006/relationships/image" Target="../media/image391.wmf"/><Relationship Id="rId7" Type="http://schemas.openxmlformats.org/officeDocument/2006/relationships/oleObject" Target="../embeddings/oleObject384.bin"/><Relationship Id="rId6" Type="http://schemas.openxmlformats.org/officeDocument/2006/relationships/image" Target="../media/image390.wmf"/><Relationship Id="rId5" Type="http://schemas.openxmlformats.org/officeDocument/2006/relationships/oleObject" Target="../embeddings/oleObject383.bin"/><Relationship Id="rId4" Type="http://schemas.openxmlformats.org/officeDocument/2006/relationships/image" Target="../media/image389.wmf"/><Relationship Id="rId3" Type="http://schemas.openxmlformats.org/officeDocument/2006/relationships/oleObject" Target="../embeddings/oleObject382.bin"/><Relationship Id="rId2" Type="http://schemas.openxmlformats.org/officeDocument/2006/relationships/image" Target="../media/image388.wmf"/><Relationship Id="rId18" Type="http://schemas.openxmlformats.org/officeDocument/2006/relationships/vmlDrawing" Target="../drawings/vmlDrawing70.vml"/><Relationship Id="rId17" Type="http://schemas.openxmlformats.org/officeDocument/2006/relationships/slideLayout" Target="../slideLayouts/slideLayout7.xml"/><Relationship Id="rId16" Type="http://schemas.openxmlformats.org/officeDocument/2006/relationships/image" Target="../media/image395.wmf"/><Relationship Id="rId15" Type="http://schemas.openxmlformats.org/officeDocument/2006/relationships/oleObject" Target="../embeddings/oleObject388.bin"/><Relationship Id="rId14" Type="http://schemas.openxmlformats.org/officeDocument/2006/relationships/image" Target="../media/image394.wmf"/><Relationship Id="rId13" Type="http://schemas.openxmlformats.org/officeDocument/2006/relationships/oleObject" Target="../embeddings/oleObject387.bin"/><Relationship Id="rId12" Type="http://schemas.openxmlformats.org/officeDocument/2006/relationships/image" Target="../media/image393.wmf"/><Relationship Id="rId11" Type="http://schemas.openxmlformats.org/officeDocument/2006/relationships/oleObject" Target="../embeddings/oleObject386.bin"/><Relationship Id="rId10" Type="http://schemas.openxmlformats.org/officeDocument/2006/relationships/image" Target="../media/image392.wmf"/><Relationship Id="rId1" Type="http://schemas.openxmlformats.org/officeDocument/2006/relationships/oleObject" Target="../embeddings/oleObject381.bin"/></Relationships>
</file>

<file path=ppt/slides/_rels/slide87.xml.rels><?xml version="1.0" encoding="UTF-8" standalone="yes"?>
<Relationships xmlns="http://schemas.openxmlformats.org/package/2006/relationships"><Relationship Id="rId9" Type="http://schemas.openxmlformats.org/officeDocument/2006/relationships/oleObject" Target="../embeddings/oleObject393.bin"/><Relationship Id="rId8" Type="http://schemas.openxmlformats.org/officeDocument/2006/relationships/image" Target="../media/image399.wmf"/><Relationship Id="rId7" Type="http://schemas.openxmlformats.org/officeDocument/2006/relationships/oleObject" Target="../embeddings/oleObject392.bin"/><Relationship Id="rId6" Type="http://schemas.openxmlformats.org/officeDocument/2006/relationships/image" Target="../media/image398.wmf"/><Relationship Id="rId5" Type="http://schemas.openxmlformats.org/officeDocument/2006/relationships/oleObject" Target="../embeddings/oleObject391.bin"/><Relationship Id="rId4" Type="http://schemas.openxmlformats.org/officeDocument/2006/relationships/image" Target="../media/image397.wmf"/><Relationship Id="rId3" Type="http://schemas.openxmlformats.org/officeDocument/2006/relationships/oleObject" Target="../embeddings/oleObject390.bin"/><Relationship Id="rId20" Type="http://schemas.openxmlformats.org/officeDocument/2006/relationships/vmlDrawing" Target="../drawings/vmlDrawing71.vml"/><Relationship Id="rId2" Type="http://schemas.openxmlformats.org/officeDocument/2006/relationships/image" Target="../media/image396.wmf"/><Relationship Id="rId19" Type="http://schemas.openxmlformats.org/officeDocument/2006/relationships/slideLayout" Target="../slideLayouts/slideLayout7.xml"/><Relationship Id="rId18" Type="http://schemas.openxmlformats.org/officeDocument/2006/relationships/image" Target="../media/image404.wmf"/><Relationship Id="rId17" Type="http://schemas.openxmlformats.org/officeDocument/2006/relationships/oleObject" Target="../embeddings/oleObject397.bin"/><Relationship Id="rId16" Type="http://schemas.openxmlformats.org/officeDocument/2006/relationships/image" Target="../media/image403.wmf"/><Relationship Id="rId15" Type="http://schemas.openxmlformats.org/officeDocument/2006/relationships/oleObject" Target="../embeddings/oleObject396.bin"/><Relationship Id="rId14" Type="http://schemas.openxmlformats.org/officeDocument/2006/relationships/image" Target="../media/image402.wmf"/><Relationship Id="rId13" Type="http://schemas.openxmlformats.org/officeDocument/2006/relationships/oleObject" Target="../embeddings/oleObject395.bin"/><Relationship Id="rId12" Type="http://schemas.openxmlformats.org/officeDocument/2006/relationships/image" Target="../media/image401.wmf"/><Relationship Id="rId11" Type="http://schemas.openxmlformats.org/officeDocument/2006/relationships/oleObject" Target="../embeddings/oleObject394.bin"/><Relationship Id="rId10" Type="http://schemas.openxmlformats.org/officeDocument/2006/relationships/image" Target="../media/image400.wmf"/><Relationship Id="rId1" Type="http://schemas.openxmlformats.org/officeDocument/2006/relationships/oleObject" Target="../embeddings/oleObject389.bin"/></Relationships>
</file>

<file path=ppt/slides/_rels/slide8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89.xml.rels><?xml version="1.0" encoding="UTF-8" standalone="yes"?>
<Relationships xmlns="http://schemas.openxmlformats.org/package/2006/relationships"><Relationship Id="rId9" Type="http://schemas.openxmlformats.org/officeDocument/2006/relationships/vmlDrawing" Target="../drawings/vmlDrawing72.vml"/><Relationship Id="rId8" Type="http://schemas.openxmlformats.org/officeDocument/2006/relationships/slideLayout" Target="../slideLayouts/slideLayout2.xml"/><Relationship Id="rId7" Type="http://schemas.openxmlformats.org/officeDocument/2006/relationships/image" Target="../media/image408.png"/><Relationship Id="rId6" Type="http://schemas.openxmlformats.org/officeDocument/2006/relationships/image" Target="../media/image407.wmf"/><Relationship Id="rId5" Type="http://schemas.openxmlformats.org/officeDocument/2006/relationships/oleObject" Target="../embeddings/oleObject400.bin"/><Relationship Id="rId4" Type="http://schemas.openxmlformats.org/officeDocument/2006/relationships/image" Target="../media/image406.wmf"/><Relationship Id="rId3" Type="http://schemas.openxmlformats.org/officeDocument/2006/relationships/oleObject" Target="../embeddings/oleObject399.bin"/><Relationship Id="rId2" Type="http://schemas.openxmlformats.org/officeDocument/2006/relationships/image" Target="../media/image405.wmf"/><Relationship Id="rId1" Type="http://schemas.openxmlformats.org/officeDocument/2006/relationships/oleObject" Target="../embeddings/oleObject398.bin"/></Relationships>
</file>

<file path=ppt/slides/_rels/slide90.xml.rels><?xml version="1.0" encoding="UTF-8" standalone="yes"?>
<Relationships xmlns="http://schemas.openxmlformats.org/package/2006/relationships"><Relationship Id="rId9" Type="http://schemas.openxmlformats.org/officeDocument/2006/relationships/oleObject" Target="../embeddings/oleObject405.bin"/><Relationship Id="rId8" Type="http://schemas.openxmlformats.org/officeDocument/2006/relationships/image" Target="../media/image412.wmf"/><Relationship Id="rId7" Type="http://schemas.openxmlformats.org/officeDocument/2006/relationships/oleObject" Target="../embeddings/oleObject404.bin"/><Relationship Id="rId6" Type="http://schemas.openxmlformats.org/officeDocument/2006/relationships/image" Target="../media/image411.wmf"/><Relationship Id="rId5" Type="http://schemas.openxmlformats.org/officeDocument/2006/relationships/oleObject" Target="../embeddings/oleObject403.bin"/><Relationship Id="rId4" Type="http://schemas.openxmlformats.org/officeDocument/2006/relationships/image" Target="../media/image410.wmf"/><Relationship Id="rId3" Type="http://schemas.openxmlformats.org/officeDocument/2006/relationships/oleObject" Target="../embeddings/oleObject402.bin"/><Relationship Id="rId2" Type="http://schemas.openxmlformats.org/officeDocument/2006/relationships/image" Target="../media/image409.wmf"/><Relationship Id="rId14" Type="http://schemas.openxmlformats.org/officeDocument/2006/relationships/vmlDrawing" Target="../drawings/vmlDrawing73.vml"/><Relationship Id="rId13" Type="http://schemas.openxmlformats.org/officeDocument/2006/relationships/slideLayout" Target="../slideLayouts/slideLayout2.xml"/><Relationship Id="rId12" Type="http://schemas.openxmlformats.org/officeDocument/2006/relationships/image" Target="../media/image415.png"/><Relationship Id="rId11" Type="http://schemas.openxmlformats.org/officeDocument/2006/relationships/image" Target="../media/image414.png"/><Relationship Id="rId10" Type="http://schemas.openxmlformats.org/officeDocument/2006/relationships/image" Target="../media/image413.wmf"/><Relationship Id="rId1" Type="http://schemas.openxmlformats.org/officeDocument/2006/relationships/oleObject" Target="../embeddings/oleObject401.bin"/></Relationships>
</file>

<file path=ppt/slides/_rels/slide91.xml.rels><?xml version="1.0" encoding="UTF-8" standalone="yes"?>
<Relationships xmlns="http://schemas.openxmlformats.org/package/2006/relationships"><Relationship Id="rId9" Type="http://schemas.openxmlformats.org/officeDocument/2006/relationships/oleObject" Target="../embeddings/oleObject411.bin"/><Relationship Id="rId8" Type="http://schemas.openxmlformats.org/officeDocument/2006/relationships/image" Target="../media/image406.wmf"/><Relationship Id="rId7" Type="http://schemas.openxmlformats.org/officeDocument/2006/relationships/oleObject" Target="../embeddings/oleObject410.bin"/><Relationship Id="rId6" Type="http://schemas.openxmlformats.org/officeDocument/2006/relationships/oleObject" Target="../embeddings/oleObject409.bin"/><Relationship Id="rId5" Type="http://schemas.openxmlformats.org/officeDocument/2006/relationships/oleObject" Target="../embeddings/oleObject408.bin"/><Relationship Id="rId4" Type="http://schemas.openxmlformats.org/officeDocument/2006/relationships/image" Target="../media/image405.wmf"/><Relationship Id="rId3" Type="http://schemas.openxmlformats.org/officeDocument/2006/relationships/oleObject" Target="../embeddings/oleObject407.bin"/><Relationship Id="rId2" Type="http://schemas.openxmlformats.org/officeDocument/2006/relationships/image" Target="../media/image416.wmf"/><Relationship Id="rId18" Type="http://schemas.openxmlformats.org/officeDocument/2006/relationships/vmlDrawing" Target="../drawings/vmlDrawing74.vml"/><Relationship Id="rId17" Type="http://schemas.openxmlformats.org/officeDocument/2006/relationships/slideLayout" Target="../slideLayouts/slideLayout2.xml"/><Relationship Id="rId16" Type="http://schemas.openxmlformats.org/officeDocument/2006/relationships/image" Target="../media/image418.wmf"/><Relationship Id="rId15" Type="http://schemas.openxmlformats.org/officeDocument/2006/relationships/oleObject" Target="../embeddings/oleObject416.bin"/><Relationship Id="rId14" Type="http://schemas.openxmlformats.org/officeDocument/2006/relationships/image" Target="../media/image417.wmf"/><Relationship Id="rId13" Type="http://schemas.openxmlformats.org/officeDocument/2006/relationships/oleObject" Target="../embeddings/oleObject415.bin"/><Relationship Id="rId12" Type="http://schemas.openxmlformats.org/officeDocument/2006/relationships/oleObject" Target="../embeddings/oleObject414.bin"/><Relationship Id="rId11" Type="http://schemas.openxmlformats.org/officeDocument/2006/relationships/oleObject" Target="../embeddings/oleObject413.bin"/><Relationship Id="rId10" Type="http://schemas.openxmlformats.org/officeDocument/2006/relationships/oleObject" Target="../embeddings/oleObject412.bin"/><Relationship Id="rId1" Type="http://schemas.openxmlformats.org/officeDocument/2006/relationships/oleObject" Target="../embeddings/oleObject406.bin"/></Relationships>
</file>

<file path=ppt/slides/_rels/slide92.xml.rels><?xml version="1.0" encoding="UTF-8" standalone="yes"?>
<Relationships xmlns="http://schemas.openxmlformats.org/package/2006/relationships"><Relationship Id="rId9" Type="http://schemas.openxmlformats.org/officeDocument/2006/relationships/oleObject" Target="../embeddings/oleObject420.bin"/><Relationship Id="rId8" Type="http://schemas.openxmlformats.org/officeDocument/2006/relationships/image" Target="../media/image422.png"/><Relationship Id="rId7" Type="http://schemas.openxmlformats.org/officeDocument/2006/relationships/image" Target="../media/image408.png"/><Relationship Id="rId6" Type="http://schemas.openxmlformats.org/officeDocument/2006/relationships/image" Target="../media/image421.wmf"/><Relationship Id="rId5" Type="http://schemas.openxmlformats.org/officeDocument/2006/relationships/oleObject" Target="../embeddings/oleObject419.bin"/><Relationship Id="rId4" Type="http://schemas.openxmlformats.org/officeDocument/2006/relationships/image" Target="../media/image420.wmf"/><Relationship Id="rId3" Type="http://schemas.openxmlformats.org/officeDocument/2006/relationships/oleObject" Target="../embeddings/oleObject418.bin"/><Relationship Id="rId2" Type="http://schemas.openxmlformats.org/officeDocument/2006/relationships/image" Target="../media/image419.wmf"/><Relationship Id="rId12" Type="http://schemas.openxmlformats.org/officeDocument/2006/relationships/vmlDrawing" Target="../drawings/vmlDrawing75.vml"/><Relationship Id="rId11" Type="http://schemas.openxmlformats.org/officeDocument/2006/relationships/slideLayout" Target="../slideLayouts/slideLayout7.xml"/><Relationship Id="rId10" Type="http://schemas.openxmlformats.org/officeDocument/2006/relationships/image" Target="../media/image423.wmf"/><Relationship Id="rId1" Type="http://schemas.openxmlformats.org/officeDocument/2006/relationships/oleObject" Target="../embeddings/oleObject417.bin"/></Relationships>
</file>

<file path=ppt/slides/_rels/slide93.xml.rels><?xml version="1.0" encoding="UTF-8" standalone="yes"?>
<Relationships xmlns="http://schemas.openxmlformats.org/package/2006/relationships"><Relationship Id="rId9" Type="http://schemas.openxmlformats.org/officeDocument/2006/relationships/oleObject" Target="../embeddings/oleObject426.bin"/><Relationship Id="rId8" Type="http://schemas.openxmlformats.org/officeDocument/2006/relationships/image" Target="../media/image406.wmf"/><Relationship Id="rId7" Type="http://schemas.openxmlformats.org/officeDocument/2006/relationships/oleObject" Target="../embeddings/oleObject425.bin"/><Relationship Id="rId6" Type="http://schemas.openxmlformats.org/officeDocument/2006/relationships/oleObject" Target="../embeddings/oleObject424.bin"/><Relationship Id="rId5" Type="http://schemas.openxmlformats.org/officeDocument/2006/relationships/oleObject" Target="../embeddings/oleObject423.bin"/><Relationship Id="rId4" Type="http://schemas.openxmlformats.org/officeDocument/2006/relationships/image" Target="../media/image405.wmf"/><Relationship Id="rId3" Type="http://schemas.openxmlformats.org/officeDocument/2006/relationships/oleObject" Target="../embeddings/oleObject422.bin"/><Relationship Id="rId28" Type="http://schemas.openxmlformats.org/officeDocument/2006/relationships/vmlDrawing" Target="../drawings/vmlDrawing76.vml"/><Relationship Id="rId27" Type="http://schemas.openxmlformats.org/officeDocument/2006/relationships/slideLayout" Target="../slideLayouts/slideLayout2.xml"/><Relationship Id="rId26" Type="http://schemas.openxmlformats.org/officeDocument/2006/relationships/oleObject" Target="../embeddings/oleObject436.bin"/><Relationship Id="rId25" Type="http://schemas.openxmlformats.org/officeDocument/2006/relationships/oleObject" Target="../embeddings/oleObject435.bin"/><Relationship Id="rId24" Type="http://schemas.openxmlformats.org/officeDocument/2006/relationships/image" Target="../media/image418.wmf"/><Relationship Id="rId23" Type="http://schemas.openxmlformats.org/officeDocument/2006/relationships/oleObject" Target="../embeddings/oleObject434.bin"/><Relationship Id="rId22" Type="http://schemas.openxmlformats.org/officeDocument/2006/relationships/image" Target="../media/image430.wmf"/><Relationship Id="rId21" Type="http://schemas.openxmlformats.org/officeDocument/2006/relationships/oleObject" Target="../embeddings/oleObject433.bin"/><Relationship Id="rId20" Type="http://schemas.openxmlformats.org/officeDocument/2006/relationships/image" Target="../media/image429.wmf"/><Relationship Id="rId2" Type="http://schemas.openxmlformats.org/officeDocument/2006/relationships/image" Target="../media/image424.wmf"/><Relationship Id="rId19" Type="http://schemas.openxmlformats.org/officeDocument/2006/relationships/oleObject" Target="../embeddings/oleObject432.bin"/><Relationship Id="rId18" Type="http://schemas.openxmlformats.org/officeDocument/2006/relationships/image" Target="../media/image428.wmf"/><Relationship Id="rId17" Type="http://schemas.openxmlformats.org/officeDocument/2006/relationships/oleObject" Target="../embeddings/oleObject431.bin"/><Relationship Id="rId16" Type="http://schemas.openxmlformats.org/officeDocument/2006/relationships/image" Target="../media/image427.wmf"/><Relationship Id="rId15" Type="http://schemas.openxmlformats.org/officeDocument/2006/relationships/oleObject" Target="../embeddings/oleObject430.bin"/><Relationship Id="rId14" Type="http://schemas.openxmlformats.org/officeDocument/2006/relationships/image" Target="../media/image426.wmf"/><Relationship Id="rId13" Type="http://schemas.openxmlformats.org/officeDocument/2006/relationships/oleObject" Target="../embeddings/oleObject429.bin"/><Relationship Id="rId12" Type="http://schemas.openxmlformats.org/officeDocument/2006/relationships/image" Target="../media/image425.wmf"/><Relationship Id="rId11" Type="http://schemas.openxmlformats.org/officeDocument/2006/relationships/oleObject" Target="../embeddings/oleObject428.bin"/><Relationship Id="rId10" Type="http://schemas.openxmlformats.org/officeDocument/2006/relationships/oleObject" Target="../embeddings/oleObject427.bin"/><Relationship Id="rId1" Type="http://schemas.openxmlformats.org/officeDocument/2006/relationships/oleObject" Target="../embeddings/oleObject421.bin"/></Relationships>
</file>

<file path=ppt/slides/_rels/slide94.xml.rels><?xml version="1.0" encoding="UTF-8" standalone="yes"?>
<Relationships xmlns="http://schemas.openxmlformats.org/package/2006/relationships"><Relationship Id="rId9" Type="http://schemas.openxmlformats.org/officeDocument/2006/relationships/image" Target="../media/image432.wmf"/><Relationship Id="rId8" Type="http://schemas.openxmlformats.org/officeDocument/2006/relationships/oleObject" Target="../embeddings/oleObject441.bin"/><Relationship Id="rId7" Type="http://schemas.openxmlformats.org/officeDocument/2006/relationships/oleObject" Target="../embeddings/oleObject440.bin"/><Relationship Id="rId6" Type="http://schemas.openxmlformats.org/officeDocument/2006/relationships/image" Target="../media/image406.wmf"/><Relationship Id="rId5" Type="http://schemas.openxmlformats.org/officeDocument/2006/relationships/oleObject" Target="../embeddings/oleObject439.bin"/><Relationship Id="rId4" Type="http://schemas.openxmlformats.org/officeDocument/2006/relationships/image" Target="../media/image405.wmf"/><Relationship Id="rId36" Type="http://schemas.openxmlformats.org/officeDocument/2006/relationships/vmlDrawing" Target="../drawings/vmlDrawing77.vml"/><Relationship Id="rId35" Type="http://schemas.openxmlformats.org/officeDocument/2006/relationships/slideLayout" Target="../slideLayouts/slideLayout2.xml"/><Relationship Id="rId34" Type="http://schemas.openxmlformats.org/officeDocument/2006/relationships/image" Target="../media/image440.wmf"/><Relationship Id="rId33" Type="http://schemas.openxmlformats.org/officeDocument/2006/relationships/oleObject" Target="../embeddings/oleObject458.bin"/><Relationship Id="rId32" Type="http://schemas.openxmlformats.org/officeDocument/2006/relationships/image" Target="../media/image439.wmf"/><Relationship Id="rId31" Type="http://schemas.openxmlformats.org/officeDocument/2006/relationships/oleObject" Target="../embeddings/oleObject457.bin"/><Relationship Id="rId30" Type="http://schemas.openxmlformats.org/officeDocument/2006/relationships/oleObject" Target="../embeddings/oleObject456.bin"/><Relationship Id="rId3" Type="http://schemas.openxmlformats.org/officeDocument/2006/relationships/oleObject" Target="../embeddings/oleObject438.bin"/><Relationship Id="rId29" Type="http://schemas.openxmlformats.org/officeDocument/2006/relationships/oleObject" Target="../embeddings/oleObject455.bin"/><Relationship Id="rId28" Type="http://schemas.openxmlformats.org/officeDocument/2006/relationships/image" Target="../media/image438.wmf"/><Relationship Id="rId27" Type="http://schemas.openxmlformats.org/officeDocument/2006/relationships/oleObject" Target="../embeddings/oleObject454.bin"/><Relationship Id="rId26" Type="http://schemas.openxmlformats.org/officeDocument/2006/relationships/image" Target="../media/image437.wmf"/><Relationship Id="rId25" Type="http://schemas.openxmlformats.org/officeDocument/2006/relationships/oleObject" Target="../embeddings/oleObject453.bin"/><Relationship Id="rId24" Type="http://schemas.openxmlformats.org/officeDocument/2006/relationships/oleObject" Target="../embeddings/oleObject452.bin"/><Relationship Id="rId23" Type="http://schemas.openxmlformats.org/officeDocument/2006/relationships/image" Target="../media/image436.wmf"/><Relationship Id="rId22" Type="http://schemas.openxmlformats.org/officeDocument/2006/relationships/oleObject" Target="../embeddings/oleObject451.bin"/><Relationship Id="rId21" Type="http://schemas.openxmlformats.org/officeDocument/2006/relationships/image" Target="../media/image435.wmf"/><Relationship Id="rId20" Type="http://schemas.openxmlformats.org/officeDocument/2006/relationships/oleObject" Target="../embeddings/oleObject450.bin"/><Relationship Id="rId2" Type="http://schemas.openxmlformats.org/officeDocument/2006/relationships/image" Target="../media/image431.wmf"/><Relationship Id="rId19" Type="http://schemas.openxmlformats.org/officeDocument/2006/relationships/image" Target="../media/image434.wmf"/><Relationship Id="rId18" Type="http://schemas.openxmlformats.org/officeDocument/2006/relationships/oleObject" Target="../embeddings/oleObject449.bin"/><Relationship Id="rId17" Type="http://schemas.openxmlformats.org/officeDocument/2006/relationships/image" Target="../media/image433.wmf"/><Relationship Id="rId16" Type="http://schemas.openxmlformats.org/officeDocument/2006/relationships/oleObject" Target="../embeddings/oleObject448.bin"/><Relationship Id="rId15" Type="http://schemas.openxmlformats.org/officeDocument/2006/relationships/oleObject" Target="../embeddings/oleObject447.bin"/><Relationship Id="rId14" Type="http://schemas.openxmlformats.org/officeDocument/2006/relationships/oleObject" Target="../embeddings/oleObject446.bin"/><Relationship Id="rId13" Type="http://schemas.openxmlformats.org/officeDocument/2006/relationships/oleObject" Target="../embeddings/oleObject445.bin"/><Relationship Id="rId12" Type="http://schemas.openxmlformats.org/officeDocument/2006/relationships/oleObject" Target="../embeddings/oleObject444.bin"/><Relationship Id="rId11" Type="http://schemas.openxmlformats.org/officeDocument/2006/relationships/oleObject" Target="../embeddings/oleObject443.bin"/><Relationship Id="rId10" Type="http://schemas.openxmlformats.org/officeDocument/2006/relationships/oleObject" Target="../embeddings/oleObject442.bin"/><Relationship Id="rId1" Type="http://schemas.openxmlformats.org/officeDocument/2006/relationships/oleObject" Target="../embeddings/oleObject437.bin"/></Relationships>
</file>

<file path=ppt/slides/_rels/slide95.xml.rels><?xml version="1.0" encoding="UTF-8" standalone="yes"?>
<Relationships xmlns="http://schemas.openxmlformats.org/package/2006/relationships"><Relationship Id="rId9" Type="http://schemas.openxmlformats.org/officeDocument/2006/relationships/oleObject" Target="../embeddings/oleObject463.bin"/><Relationship Id="rId8" Type="http://schemas.openxmlformats.org/officeDocument/2006/relationships/image" Target="../media/image405.wmf"/><Relationship Id="rId7" Type="http://schemas.openxmlformats.org/officeDocument/2006/relationships/oleObject" Target="../embeddings/oleObject462.bin"/><Relationship Id="rId6" Type="http://schemas.openxmlformats.org/officeDocument/2006/relationships/image" Target="../media/image443.wmf"/><Relationship Id="rId5" Type="http://schemas.openxmlformats.org/officeDocument/2006/relationships/oleObject" Target="../embeddings/oleObject461.bin"/><Relationship Id="rId4" Type="http://schemas.openxmlformats.org/officeDocument/2006/relationships/image" Target="../media/image442.wmf"/><Relationship Id="rId3" Type="http://schemas.openxmlformats.org/officeDocument/2006/relationships/oleObject" Target="../embeddings/oleObject460.bin"/><Relationship Id="rId24" Type="http://schemas.openxmlformats.org/officeDocument/2006/relationships/vmlDrawing" Target="../drawings/vmlDrawing78.vml"/><Relationship Id="rId23" Type="http://schemas.openxmlformats.org/officeDocument/2006/relationships/slideLayout" Target="../slideLayouts/slideLayout2.xml"/><Relationship Id="rId22" Type="http://schemas.openxmlformats.org/officeDocument/2006/relationships/image" Target="../media/image418.wmf"/><Relationship Id="rId21" Type="http://schemas.openxmlformats.org/officeDocument/2006/relationships/oleObject" Target="../embeddings/oleObject469.bin"/><Relationship Id="rId20" Type="http://schemas.openxmlformats.org/officeDocument/2006/relationships/image" Target="../media/image448.wmf"/><Relationship Id="rId2" Type="http://schemas.openxmlformats.org/officeDocument/2006/relationships/image" Target="../media/image441.wmf"/><Relationship Id="rId19" Type="http://schemas.openxmlformats.org/officeDocument/2006/relationships/oleObject" Target="../embeddings/oleObject468.bin"/><Relationship Id="rId18" Type="http://schemas.openxmlformats.org/officeDocument/2006/relationships/image" Target="../media/image447.wmf"/><Relationship Id="rId17" Type="http://schemas.openxmlformats.org/officeDocument/2006/relationships/oleObject" Target="../embeddings/oleObject467.bin"/><Relationship Id="rId16" Type="http://schemas.openxmlformats.org/officeDocument/2006/relationships/image" Target="../media/image446.wmf"/><Relationship Id="rId15" Type="http://schemas.openxmlformats.org/officeDocument/2006/relationships/oleObject" Target="../embeddings/oleObject466.bin"/><Relationship Id="rId14" Type="http://schemas.openxmlformats.org/officeDocument/2006/relationships/image" Target="../media/image445.wmf"/><Relationship Id="rId13" Type="http://schemas.openxmlformats.org/officeDocument/2006/relationships/oleObject" Target="../embeddings/oleObject465.bin"/><Relationship Id="rId12" Type="http://schemas.openxmlformats.org/officeDocument/2006/relationships/image" Target="../media/image444.wmf"/><Relationship Id="rId11" Type="http://schemas.openxmlformats.org/officeDocument/2006/relationships/oleObject" Target="../embeddings/oleObject464.bin"/><Relationship Id="rId10" Type="http://schemas.openxmlformats.org/officeDocument/2006/relationships/image" Target="../media/image437.wmf"/><Relationship Id="rId1" Type="http://schemas.openxmlformats.org/officeDocument/2006/relationships/oleObject" Target="../embeddings/oleObject459.bin"/></Relationships>
</file>

<file path=ppt/slides/_rels/slide96.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vmlDrawing" Target="../drawings/vmlDrawing79.vml"/><Relationship Id="rId7" Type="http://schemas.openxmlformats.org/officeDocument/2006/relationships/slideLayout" Target="../slideLayouts/slideLayout7.xml"/><Relationship Id="rId6" Type="http://schemas.openxmlformats.org/officeDocument/2006/relationships/image" Target="../media/image451.wmf"/><Relationship Id="rId5" Type="http://schemas.openxmlformats.org/officeDocument/2006/relationships/oleObject" Target="../embeddings/oleObject472.bin"/><Relationship Id="rId4" Type="http://schemas.openxmlformats.org/officeDocument/2006/relationships/image" Target="../media/image450.wmf"/><Relationship Id="rId3" Type="http://schemas.openxmlformats.org/officeDocument/2006/relationships/oleObject" Target="../embeddings/oleObject471.bin"/><Relationship Id="rId2" Type="http://schemas.openxmlformats.org/officeDocument/2006/relationships/image" Target="../media/image449.wmf"/><Relationship Id="rId1" Type="http://schemas.openxmlformats.org/officeDocument/2006/relationships/oleObject" Target="../embeddings/oleObject470.bin"/></Relationships>
</file>

<file path=ppt/slides/_rels/slide97.xml.rels><?xml version="1.0" encoding="UTF-8" standalone="yes"?>
<Relationships xmlns="http://schemas.openxmlformats.org/package/2006/relationships"><Relationship Id="rId9" Type="http://schemas.openxmlformats.org/officeDocument/2006/relationships/oleObject" Target="../embeddings/oleObject477.bin"/><Relationship Id="rId8" Type="http://schemas.openxmlformats.org/officeDocument/2006/relationships/image" Target="../media/image455.wmf"/><Relationship Id="rId7" Type="http://schemas.openxmlformats.org/officeDocument/2006/relationships/oleObject" Target="../embeddings/oleObject476.bin"/><Relationship Id="rId6" Type="http://schemas.openxmlformats.org/officeDocument/2006/relationships/image" Target="../media/image454.wmf"/><Relationship Id="rId5" Type="http://schemas.openxmlformats.org/officeDocument/2006/relationships/oleObject" Target="../embeddings/oleObject475.bin"/><Relationship Id="rId4" Type="http://schemas.openxmlformats.org/officeDocument/2006/relationships/image" Target="../media/image453.wmf"/><Relationship Id="rId3" Type="http://schemas.openxmlformats.org/officeDocument/2006/relationships/oleObject" Target="../embeddings/oleObject474.bin"/><Relationship Id="rId2" Type="http://schemas.openxmlformats.org/officeDocument/2006/relationships/image" Target="../media/image452.wmf"/><Relationship Id="rId12" Type="http://schemas.openxmlformats.org/officeDocument/2006/relationships/vmlDrawing" Target="../drawings/vmlDrawing80.vml"/><Relationship Id="rId11" Type="http://schemas.openxmlformats.org/officeDocument/2006/relationships/slideLayout" Target="../slideLayouts/slideLayout7.xml"/><Relationship Id="rId10" Type="http://schemas.openxmlformats.org/officeDocument/2006/relationships/image" Target="../media/image456.wmf"/><Relationship Id="rId1" Type="http://schemas.openxmlformats.org/officeDocument/2006/relationships/oleObject" Target="../embeddings/oleObject473.bin"/></Relationships>
</file>

<file path=ppt/slides/_rels/slide98.xml.rels><?xml version="1.0" encoding="UTF-8" standalone="yes"?>
<Relationships xmlns="http://schemas.openxmlformats.org/package/2006/relationships"><Relationship Id="rId6" Type="http://schemas.openxmlformats.org/officeDocument/2006/relationships/vmlDrawing" Target="../drawings/vmlDrawing81.vml"/><Relationship Id="rId5" Type="http://schemas.openxmlformats.org/officeDocument/2006/relationships/slideLayout" Target="../slideLayouts/slideLayout7.xml"/><Relationship Id="rId4" Type="http://schemas.openxmlformats.org/officeDocument/2006/relationships/image" Target="../media/image458.wmf"/><Relationship Id="rId3" Type="http://schemas.openxmlformats.org/officeDocument/2006/relationships/oleObject" Target="../embeddings/oleObject479.bin"/><Relationship Id="rId2" Type="http://schemas.openxmlformats.org/officeDocument/2006/relationships/image" Target="../media/image457.wmf"/><Relationship Id="rId1" Type="http://schemas.openxmlformats.org/officeDocument/2006/relationships/oleObject" Target="../embeddings/oleObject478.bin"/></Relationships>
</file>

<file path=ppt/slides/_rels/slide9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100.xml.rels><?xml version="1.0" encoding="UTF-8" standalone="yes"?>
<Relationships xmlns="http://schemas.openxmlformats.org/package/2006/relationships"><Relationship Id="rId4" Type="http://schemas.openxmlformats.org/officeDocument/2006/relationships/vmlDrawing" Target="../drawings/vmlDrawing82.vml"/><Relationship Id="rId3" Type="http://schemas.openxmlformats.org/officeDocument/2006/relationships/slideLayout" Target="../slideLayouts/slideLayout2.xml"/><Relationship Id="rId2" Type="http://schemas.openxmlformats.org/officeDocument/2006/relationships/image" Target="../media/image459.wmf"/><Relationship Id="rId1" Type="http://schemas.openxmlformats.org/officeDocument/2006/relationships/oleObject" Target="../embeddings/oleObject480.bin"/></Relationships>
</file>

<file path=ppt/slides/_rels/slide101.xml.rels><?xml version="1.0" encoding="UTF-8" standalone="yes"?>
<Relationships xmlns="http://schemas.openxmlformats.org/package/2006/relationships"><Relationship Id="rId6" Type="http://schemas.openxmlformats.org/officeDocument/2006/relationships/vmlDrawing" Target="../drawings/vmlDrawing83.vml"/><Relationship Id="rId5" Type="http://schemas.openxmlformats.org/officeDocument/2006/relationships/slideLayout" Target="../slideLayouts/slideLayout2.xml"/><Relationship Id="rId4" Type="http://schemas.openxmlformats.org/officeDocument/2006/relationships/image" Target="../media/image461.wmf"/><Relationship Id="rId3" Type="http://schemas.openxmlformats.org/officeDocument/2006/relationships/oleObject" Target="../embeddings/oleObject482.bin"/><Relationship Id="rId2" Type="http://schemas.openxmlformats.org/officeDocument/2006/relationships/image" Target="../media/image460.wmf"/><Relationship Id="rId1" Type="http://schemas.openxmlformats.org/officeDocument/2006/relationships/oleObject" Target="../embeddings/oleObject481.bin"/></Relationships>
</file>

<file path=ppt/slides/_rels/slide102.xml.rels><?xml version="1.0" encoding="UTF-8" standalone="yes"?>
<Relationships xmlns="http://schemas.openxmlformats.org/package/2006/relationships"><Relationship Id="rId9" Type="http://schemas.openxmlformats.org/officeDocument/2006/relationships/oleObject" Target="../embeddings/oleObject488.bin"/><Relationship Id="rId8" Type="http://schemas.openxmlformats.org/officeDocument/2006/relationships/image" Target="../media/image462.wmf"/><Relationship Id="rId7" Type="http://schemas.openxmlformats.org/officeDocument/2006/relationships/oleObject" Target="../embeddings/oleObject487.bin"/><Relationship Id="rId6" Type="http://schemas.openxmlformats.org/officeDocument/2006/relationships/oleObject" Target="../embeddings/oleObject486.bin"/><Relationship Id="rId5" Type="http://schemas.openxmlformats.org/officeDocument/2006/relationships/image" Target="../media/image437.wmf"/><Relationship Id="rId4" Type="http://schemas.openxmlformats.org/officeDocument/2006/relationships/oleObject" Target="../embeddings/oleObject485.bin"/><Relationship Id="rId32" Type="http://schemas.openxmlformats.org/officeDocument/2006/relationships/vmlDrawing" Target="../drawings/vmlDrawing84.vml"/><Relationship Id="rId31" Type="http://schemas.openxmlformats.org/officeDocument/2006/relationships/slideLayout" Target="../slideLayouts/slideLayout2.xml"/><Relationship Id="rId30" Type="http://schemas.openxmlformats.org/officeDocument/2006/relationships/image" Target="../media/image471.wmf"/><Relationship Id="rId3" Type="http://schemas.openxmlformats.org/officeDocument/2006/relationships/oleObject" Target="../embeddings/oleObject484.bin"/><Relationship Id="rId29" Type="http://schemas.openxmlformats.org/officeDocument/2006/relationships/oleObject" Target="../embeddings/oleObject500.bin"/><Relationship Id="rId28" Type="http://schemas.openxmlformats.org/officeDocument/2006/relationships/oleObject" Target="../embeddings/oleObject499.bin"/><Relationship Id="rId27" Type="http://schemas.openxmlformats.org/officeDocument/2006/relationships/oleObject" Target="../embeddings/oleObject498.bin"/><Relationship Id="rId26" Type="http://schemas.openxmlformats.org/officeDocument/2006/relationships/oleObject" Target="../embeddings/oleObject497.bin"/><Relationship Id="rId25" Type="http://schemas.openxmlformats.org/officeDocument/2006/relationships/oleObject" Target="../embeddings/oleObject496.bin"/><Relationship Id="rId24" Type="http://schemas.openxmlformats.org/officeDocument/2006/relationships/image" Target="../media/image470.wmf"/><Relationship Id="rId23" Type="http://schemas.openxmlformats.org/officeDocument/2006/relationships/oleObject" Target="../embeddings/oleObject495.bin"/><Relationship Id="rId22" Type="http://schemas.openxmlformats.org/officeDocument/2006/relationships/image" Target="../media/image469.wmf"/><Relationship Id="rId21" Type="http://schemas.openxmlformats.org/officeDocument/2006/relationships/oleObject" Target="../embeddings/oleObject494.bin"/><Relationship Id="rId20" Type="http://schemas.openxmlformats.org/officeDocument/2006/relationships/image" Target="../media/image468.wmf"/><Relationship Id="rId2" Type="http://schemas.openxmlformats.org/officeDocument/2006/relationships/image" Target="../media/image406.wmf"/><Relationship Id="rId19" Type="http://schemas.openxmlformats.org/officeDocument/2006/relationships/oleObject" Target="../embeddings/oleObject493.bin"/><Relationship Id="rId18" Type="http://schemas.openxmlformats.org/officeDocument/2006/relationships/image" Target="../media/image467.wmf"/><Relationship Id="rId17" Type="http://schemas.openxmlformats.org/officeDocument/2006/relationships/oleObject" Target="../embeddings/oleObject492.bin"/><Relationship Id="rId16" Type="http://schemas.openxmlformats.org/officeDocument/2006/relationships/image" Target="../media/image466.wmf"/><Relationship Id="rId15" Type="http://schemas.openxmlformats.org/officeDocument/2006/relationships/oleObject" Target="../embeddings/oleObject491.bin"/><Relationship Id="rId14" Type="http://schemas.openxmlformats.org/officeDocument/2006/relationships/image" Target="../media/image465.wmf"/><Relationship Id="rId13" Type="http://schemas.openxmlformats.org/officeDocument/2006/relationships/oleObject" Target="../embeddings/oleObject490.bin"/><Relationship Id="rId12" Type="http://schemas.openxmlformats.org/officeDocument/2006/relationships/image" Target="../media/image464.wmf"/><Relationship Id="rId11" Type="http://schemas.openxmlformats.org/officeDocument/2006/relationships/oleObject" Target="../embeddings/oleObject489.bin"/><Relationship Id="rId10" Type="http://schemas.openxmlformats.org/officeDocument/2006/relationships/image" Target="../media/image463.wmf"/><Relationship Id="rId1" Type="http://schemas.openxmlformats.org/officeDocument/2006/relationships/oleObject" Target="../embeddings/oleObject483.bin"/></Relationships>
</file>

<file path=ppt/slides/_rels/slide103.xml.rels><?xml version="1.0" encoding="UTF-8" standalone="yes"?>
<Relationships xmlns="http://schemas.openxmlformats.org/package/2006/relationships"><Relationship Id="rId4" Type="http://schemas.openxmlformats.org/officeDocument/2006/relationships/vmlDrawing" Target="../drawings/vmlDrawing85.vml"/><Relationship Id="rId3" Type="http://schemas.openxmlformats.org/officeDocument/2006/relationships/slideLayout" Target="../slideLayouts/slideLayout2.xml"/><Relationship Id="rId2" Type="http://schemas.openxmlformats.org/officeDocument/2006/relationships/image" Target="../media/image472.wmf"/><Relationship Id="rId1" Type="http://schemas.openxmlformats.org/officeDocument/2006/relationships/oleObject" Target="../embeddings/oleObject501.bin"/></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050"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sp>
        <p:nvSpPr>
          <p:cNvPr id="12292" name="Rectangle 4"/>
          <p:cNvSpPr>
            <a:spLocks noGrp="1"/>
          </p:cNvSpPr>
          <p:nvPr>
            <p:ph type="ctrTitle"/>
          </p:nvPr>
        </p:nvSpPr>
        <p:spPr/>
        <p:txBody>
          <a:bodyPr vert="horz" wrap="square" lIns="91440" tIns="45720" rIns="91440" bIns="45720" anchor="ctr" anchorCtr="0"/>
          <a:lstStyle/>
          <a:p>
            <a:pPr eaLnBrk="1" hangingPunct="1">
              <a:buClrTx/>
              <a:buSzTx/>
              <a:buFontTx/>
            </a:pPr>
            <a:r>
              <a:rPr lang="zh-CN" altLang="en-US" b="1" dirty="0">
                <a:solidFill>
                  <a:srgbClr val="FF0000"/>
                </a:solidFill>
                <a:latin typeface="宋体" pitchFamily="2" charset="-122"/>
              </a:rPr>
              <a:t>第三章  同余</a:t>
            </a:r>
            <a:r>
              <a:rPr lang="zh-CN" altLang="en-US" b="1" dirty="0"/>
              <a:t>方程</a:t>
            </a:r>
            <a:endParaRPr lang="zh-CN" altLang="en-US" b="1" dirty="0">
              <a:solidFill>
                <a:srgbClr val="FF0000"/>
              </a:solidFill>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wipe(left)">
                                      <p:cBhvr>
                                        <p:cTn id="7" dur="500"/>
                                        <p:tgtEl>
                                          <p:spTgt spid="12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074" name="Rectangle 2"/>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3075" name="Rectangle 4"/>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graphicFrame>
        <p:nvGraphicFramePr>
          <p:cNvPr id="24" name="内容占位符 7"/>
          <p:cNvGraphicFramePr/>
          <p:nvPr/>
        </p:nvGraphicFramePr>
        <p:xfrm>
          <a:off x="1376531" y="685800"/>
          <a:ext cx="6405110" cy="409432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 name="燕尾形 6"/>
          <p:cNvSpPr/>
          <p:nvPr/>
        </p:nvSpPr>
        <p:spPr>
          <a:xfrm>
            <a:off x="973138" y="728663"/>
            <a:ext cx="434975" cy="32702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09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sp>
        <p:nvSpPr>
          <p:cNvPr id="14340" name="Rectangle 4"/>
          <p:cNvSpPr>
            <a:spLocks noGrp="1"/>
          </p:cNvSpPr>
          <p:nvPr>
            <p:ph type="ctrTitle"/>
          </p:nvPr>
        </p:nvSpPr>
        <p:spPr>
          <a:xfrm>
            <a:off x="533400" y="0"/>
            <a:ext cx="7772400" cy="685800"/>
          </a:xfrm>
        </p:spPr>
        <p:txBody>
          <a:bodyPr vert="horz" wrap="square" lIns="91440" tIns="45720" rIns="91440" bIns="45720" anchor="ctr" anchorCtr="0"/>
          <a:lstStyle/>
          <a:p>
            <a:pPr algn="l" eaLnBrk="1" hangingPunct="1">
              <a:buClrTx/>
              <a:buSzTx/>
              <a:buFontTx/>
            </a:pPr>
            <a:r>
              <a:rPr lang="en-US" altLang="zh-CN" sz="3200" b="1" dirty="0">
                <a:solidFill>
                  <a:srgbClr val="0000FF"/>
                </a:solidFill>
                <a:latin typeface="宋体" pitchFamily="2" charset="-122"/>
              </a:rPr>
              <a:t>3.1 </a:t>
            </a:r>
            <a:r>
              <a:rPr lang="zh-CN" altLang="en-US" sz="3200" b="1" dirty="0">
                <a:solidFill>
                  <a:srgbClr val="0000FF"/>
                </a:solidFill>
                <a:latin typeface="宋体" pitchFamily="2" charset="-122"/>
              </a:rPr>
              <a:t>一次同余方程与中国剩余定理</a:t>
            </a:r>
            <a:endParaRPr lang="zh-CN" altLang="en-US" sz="3200" b="1" dirty="0">
              <a:solidFill>
                <a:srgbClr val="0000FF"/>
              </a:solidFill>
              <a:latin typeface="宋体" pitchFamily="2" charset="-122"/>
            </a:endParaRPr>
          </a:p>
        </p:txBody>
      </p:sp>
      <p:graphicFrame>
        <p:nvGraphicFramePr>
          <p:cNvPr id="14343" name="Object 7"/>
          <p:cNvGraphicFramePr>
            <a:graphicFrameLocks noChangeAspect="1"/>
          </p:cNvGraphicFramePr>
          <p:nvPr/>
        </p:nvGraphicFramePr>
        <p:xfrm>
          <a:off x="463550" y="671513"/>
          <a:ext cx="8074025" cy="3314700"/>
        </p:xfrm>
        <a:graphic>
          <a:graphicData uri="http://schemas.openxmlformats.org/presentationml/2006/ole">
            <mc:AlternateContent xmlns:mc="http://schemas.openxmlformats.org/markup-compatibility/2006">
              <mc:Choice xmlns:v="urn:schemas-microsoft-com:vml" Requires="v">
                <p:oleObj spid="_x0000_s3118" name="" r:id="rId1" imgW="3492500" imgH="1435100" progId="Equation.DSMT4">
                  <p:embed/>
                </p:oleObj>
              </mc:Choice>
              <mc:Fallback>
                <p:oleObj name="" r:id="rId1" imgW="3492500" imgH="1435100" progId="Equation.DSMT4">
                  <p:embed/>
                  <p:pic>
                    <p:nvPicPr>
                      <p:cNvPr id="0" name="图片 3083"/>
                      <p:cNvPicPr/>
                      <p:nvPr/>
                    </p:nvPicPr>
                    <p:blipFill>
                      <a:blip r:embed="rId2"/>
                      <a:stretch>
                        <a:fillRect/>
                      </a:stretch>
                    </p:blipFill>
                    <p:spPr>
                      <a:xfrm>
                        <a:off x="463550" y="671513"/>
                        <a:ext cx="8074025" cy="3314700"/>
                      </a:xfrm>
                      <a:prstGeom prst="rect">
                        <a:avLst/>
                      </a:prstGeom>
                      <a:noFill/>
                      <a:ln w="38100">
                        <a:noFill/>
                        <a:miter/>
                      </a:ln>
                    </p:spPr>
                  </p:pic>
                </p:oleObj>
              </mc:Fallback>
            </mc:AlternateContent>
          </a:graphicData>
        </a:graphic>
      </p:graphicFrame>
      <p:graphicFrame>
        <p:nvGraphicFramePr>
          <p:cNvPr id="14345" name="Object 9"/>
          <p:cNvGraphicFramePr>
            <a:graphicFrameLocks noChangeAspect="1"/>
          </p:cNvGraphicFramePr>
          <p:nvPr/>
        </p:nvGraphicFramePr>
        <p:xfrm>
          <a:off x="457200" y="4310063"/>
          <a:ext cx="7610475" cy="2009775"/>
        </p:xfrm>
        <a:graphic>
          <a:graphicData uri="http://schemas.openxmlformats.org/presentationml/2006/ole">
            <mc:AlternateContent xmlns:mc="http://schemas.openxmlformats.org/markup-compatibility/2006">
              <mc:Choice xmlns:v="urn:schemas-microsoft-com:vml" Requires="v">
                <p:oleObj spid="_x0000_s3119" name="Equation" r:id="rId3" imgW="93878400" imgH="21031200" progId="Equation.DSMT4">
                  <p:embed/>
                </p:oleObj>
              </mc:Choice>
              <mc:Fallback>
                <p:oleObj name="Equation" r:id="rId3" imgW="93878400" imgH="21031200" progId="Equation.DSMT4">
                  <p:embed/>
                  <p:pic>
                    <p:nvPicPr>
                      <p:cNvPr id="0" name="图片 3088"/>
                      <p:cNvPicPr/>
                      <p:nvPr/>
                    </p:nvPicPr>
                    <p:blipFill>
                      <a:blip r:embed="rId4"/>
                      <a:stretch>
                        <a:fillRect/>
                      </a:stretch>
                    </p:blipFill>
                    <p:spPr>
                      <a:xfrm>
                        <a:off x="457200" y="4310063"/>
                        <a:ext cx="7610475" cy="20097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wipe(left)">
                                      <p:cBhvr>
                                        <p:cTn id="7" dur="500"/>
                                        <p:tgtEl>
                                          <p:spTgt spid="14340"/>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14343"/>
                                        </p:tgtEl>
                                        <p:attrNameLst>
                                          <p:attrName>style.visibility</p:attrName>
                                        </p:attrNameLst>
                                      </p:cBhvr>
                                      <p:to>
                                        <p:strVal val="visible"/>
                                      </p:to>
                                    </p:set>
                                    <p:animEffect transition="in" filter="wedge">
                                      <p:cBhvr>
                                        <p:cTn id="12" dur="1000"/>
                                        <p:tgtEl>
                                          <p:spTgt spid="143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345"/>
                                        </p:tgtEl>
                                        <p:attrNameLst>
                                          <p:attrName>style.visibility</p:attrName>
                                        </p:attrNameLst>
                                      </p:cBhvr>
                                      <p:to>
                                        <p:strVal val="visible"/>
                                      </p:to>
                                    </p:set>
                                    <p:animEffect transition="in" filter="wipe(up)">
                                      <p:cBhvr>
                                        <p:cTn id="17" dur="500"/>
                                        <p:tgtEl>
                                          <p:spTgt spid="14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122"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graphicFrame>
        <p:nvGraphicFramePr>
          <p:cNvPr id="4103" name="Object 7"/>
          <p:cNvGraphicFramePr>
            <a:graphicFrameLocks noChangeAspect="1"/>
          </p:cNvGraphicFramePr>
          <p:nvPr/>
        </p:nvGraphicFramePr>
        <p:xfrm>
          <a:off x="215900" y="231775"/>
          <a:ext cx="8775700" cy="2206625"/>
        </p:xfrm>
        <a:graphic>
          <a:graphicData uri="http://schemas.openxmlformats.org/presentationml/2006/ole">
            <mc:AlternateContent xmlns:mc="http://schemas.openxmlformats.org/markup-compatibility/2006">
              <mc:Choice xmlns:v="urn:schemas-microsoft-com:vml" Requires="v">
                <p:oleObj spid="_x0000_s15396" name="Equation" r:id="rId1" imgW="88392000" imgH="22250400" progId="Equation.DSMT4">
                  <p:embed/>
                </p:oleObj>
              </mc:Choice>
              <mc:Fallback>
                <p:oleObj name="Equation" r:id="rId1" imgW="88392000" imgH="22250400" progId="Equation.DSMT4">
                  <p:embed/>
                  <p:pic>
                    <p:nvPicPr>
                      <p:cNvPr id="0" name="图片 3078"/>
                      <p:cNvPicPr/>
                      <p:nvPr/>
                    </p:nvPicPr>
                    <p:blipFill>
                      <a:blip r:embed="rId2"/>
                      <a:stretch>
                        <a:fillRect/>
                      </a:stretch>
                    </p:blipFill>
                    <p:spPr>
                      <a:xfrm>
                        <a:off x="215900" y="231775"/>
                        <a:ext cx="8775700" cy="2206625"/>
                      </a:xfrm>
                      <a:prstGeom prst="rect">
                        <a:avLst/>
                      </a:prstGeom>
                      <a:noFill/>
                      <a:ln w="38100">
                        <a:noFill/>
                        <a:miter/>
                      </a:ln>
                    </p:spPr>
                  </p:pic>
                </p:oleObj>
              </mc:Fallback>
            </mc:AlternateContent>
          </a:graphicData>
        </a:graphic>
      </p:graphicFrame>
      <p:graphicFrame>
        <p:nvGraphicFramePr>
          <p:cNvPr id="4104" name="Object 8"/>
          <p:cNvGraphicFramePr>
            <a:graphicFrameLocks noChangeAspect="1"/>
          </p:cNvGraphicFramePr>
          <p:nvPr/>
        </p:nvGraphicFramePr>
        <p:xfrm>
          <a:off x="990600" y="2895600"/>
          <a:ext cx="6942137" cy="2262188"/>
        </p:xfrm>
        <a:graphic>
          <a:graphicData uri="http://schemas.openxmlformats.org/presentationml/2006/ole">
            <mc:AlternateContent xmlns:mc="http://schemas.openxmlformats.org/markup-compatibility/2006">
              <mc:Choice xmlns:v="urn:schemas-microsoft-com:vml" Requires="v">
                <p:oleObj spid="_x0000_s15397" name="Equation" r:id="rId3" imgW="70104000" imgH="22860000" progId="Equation.DSMT4">
                  <p:embed/>
                </p:oleObj>
              </mc:Choice>
              <mc:Fallback>
                <p:oleObj name="Equation" r:id="rId3" imgW="70104000" imgH="22860000" progId="Equation.DSMT4">
                  <p:embed/>
                  <p:pic>
                    <p:nvPicPr>
                      <p:cNvPr id="0" name="图片 3086"/>
                      <p:cNvPicPr/>
                      <p:nvPr/>
                    </p:nvPicPr>
                    <p:blipFill>
                      <a:blip r:embed="rId4"/>
                      <a:stretch>
                        <a:fillRect/>
                      </a:stretch>
                    </p:blipFill>
                    <p:spPr>
                      <a:xfrm>
                        <a:off x="990600" y="2895600"/>
                        <a:ext cx="6942137" cy="2262188"/>
                      </a:xfrm>
                      <a:prstGeom prst="rect">
                        <a:avLst/>
                      </a:prstGeom>
                      <a:noFill/>
                      <a:ln w="38100">
                        <a:noFill/>
                        <a:miter/>
                      </a:ln>
                    </p:spPr>
                  </p:pic>
                </p:oleObj>
              </mc:Fallback>
            </mc:AlternateContent>
          </a:graphicData>
        </a:graphic>
      </p:graphicFrame>
      <p:graphicFrame>
        <p:nvGraphicFramePr>
          <p:cNvPr id="4105" name="Object 9"/>
          <p:cNvGraphicFramePr>
            <a:graphicFrameLocks noChangeAspect="1"/>
          </p:cNvGraphicFramePr>
          <p:nvPr/>
        </p:nvGraphicFramePr>
        <p:xfrm>
          <a:off x="711199" y="5207042"/>
          <a:ext cx="7696200" cy="1017588"/>
        </p:xfrm>
        <a:graphic>
          <a:graphicData uri="http://schemas.openxmlformats.org/presentationml/2006/ole">
            <mc:AlternateContent xmlns:mc="http://schemas.openxmlformats.org/markup-compatibility/2006">
              <mc:Choice xmlns:v="urn:schemas-microsoft-com:vml" Requires="v">
                <p:oleObj spid="_x0000_s15398" name="" r:id="rId5" imgW="3365500" imgH="444500" progId="Equation.DSMT4">
                  <p:embed/>
                </p:oleObj>
              </mc:Choice>
              <mc:Fallback>
                <p:oleObj name="" r:id="rId5" imgW="3365500" imgH="444500" progId="Equation.DSMT4">
                  <p:embed/>
                  <p:pic>
                    <p:nvPicPr>
                      <p:cNvPr id="0" name="图片 3087"/>
                      <p:cNvPicPr/>
                      <p:nvPr/>
                    </p:nvPicPr>
                    <p:blipFill>
                      <a:blip r:embed="rId6"/>
                      <a:stretch>
                        <a:fillRect/>
                      </a:stretch>
                    </p:blipFill>
                    <p:spPr>
                      <a:xfrm>
                        <a:off x="711199" y="5207042"/>
                        <a:ext cx="7696200" cy="10175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4103"/>
                                        </p:tgtEl>
                                        <p:attrNameLst>
                                          <p:attrName>style.visibility</p:attrName>
                                        </p:attrNameLst>
                                      </p:cBhvr>
                                      <p:to>
                                        <p:strVal val="visible"/>
                                      </p:to>
                                    </p:set>
                                    <p:anim calcmode="lin" valueType="num">
                                      <p:cBhvr>
                                        <p:cTn id="7" dur="500" fill="hold"/>
                                        <p:tgtEl>
                                          <p:spTgt spid="4103"/>
                                        </p:tgtEl>
                                        <p:attrNameLst>
                                          <p:attrName>ppt_w</p:attrName>
                                        </p:attrNameLst>
                                      </p:cBhvr>
                                      <p:tavLst>
                                        <p:tav tm="0">
                                          <p:val>
                                            <p:fltVal val="0"/>
                                          </p:val>
                                        </p:tav>
                                        <p:tav tm="100000">
                                          <p:val>
                                            <p:strVal val="#ppt_w"/>
                                          </p:val>
                                        </p:tav>
                                      </p:tavLst>
                                    </p:anim>
                                    <p:anim calcmode="lin" valueType="num">
                                      <p:cBhvr>
                                        <p:cTn id="8" dur="500" fill="hold"/>
                                        <p:tgtEl>
                                          <p:spTgt spid="410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4104"/>
                                        </p:tgtEl>
                                        <p:attrNameLst>
                                          <p:attrName>style.visibility</p:attrName>
                                        </p:attrNameLst>
                                      </p:cBhvr>
                                      <p:to>
                                        <p:strVal val="visible"/>
                                      </p:to>
                                    </p:set>
                                    <p:animEffect transition="in" filter="wipe(up)">
                                      <p:cBhvr>
                                        <p:cTn id="13" dur="500"/>
                                        <p:tgtEl>
                                          <p:spTgt spid="410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4105"/>
                                        </p:tgtEl>
                                        <p:attrNameLst>
                                          <p:attrName>style.visibility</p:attrName>
                                        </p:attrNameLst>
                                      </p:cBhvr>
                                      <p:to>
                                        <p:strVal val="visible"/>
                                      </p:to>
                                    </p:set>
                                    <p:animEffect transition="in" filter="wipe(up)">
                                      <p:cBhvr>
                                        <p:cTn id="18" dur="500"/>
                                        <p:tgtEl>
                                          <p:spTgt spid="4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146"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graphicFrame>
        <p:nvGraphicFramePr>
          <p:cNvPr id="5125" name="Object 5"/>
          <p:cNvGraphicFramePr>
            <a:graphicFrameLocks noChangeAspect="1"/>
          </p:cNvGraphicFramePr>
          <p:nvPr/>
        </p:nvGraphicFramePr>
        <p:xfrm>
          <a:off x="196850" y="61913"/>
          <a:ext cx="8475663" cy="2241550"/>
        </p:xfrm>
        <a:graphic>
          <a:graphicData uri="http://schemas.openxmlformats.org/presentationml/2006/ole">
            <mc:AlternateContent xmlns:mc="http://schemas.openxmlformats.org/markup-compatibility/2006">
              <mc:Choice xmlns:v="urn:schemas-microsoft-com:vml" Requires="v">
                <p:oleObj spid="_x0000_s5203" name="Equation" r:id="rId1" imgW="84124800" imgH="22250400" progId="Equation.DSMT4">
                  <p:embed/>
                </p:oleObj>
              </mc:Choice>
              <mc:Fallback>
                <p:oleObj name="Equation" r:id="rId1" imgW="84124800" imgH="22250400" progId="Equation.DSMT4">
                  <p:embed/>
                  <p:pic>
                    <p:nvPicPr>
                      <p:cNvPr id="0" name="图片 3079"/>
                      <p:cNvPicPr/>
                      <p:nvPr/>
                    </p:nvPicPr>
                    <p:blipFill>
                      <a:blip r:embed="rId2"/>
                      <a:stretch>
                        <a:fillRect/>
                      </a:stretch>
                    </p:blipFill>
                    <p:spPr>
                      <a:xfrm>
                        <a:off x="196850" y="61913"/>
                        <a:ext cx="8475663" cy="2241550"/>
                      </a:xfrm>
                      <a:prstGeom prst="rect">
                        <a:avLst/>
                      </a:prstGeom>
                      <a:noFill/>
                      <a:ln w="38100">
                        <a:noFill/>
                        <a:miter/>
                      </a:ln>
                    </p:spPr>
                  </p:pic>
                </p:oleObj>
              </mc:Fallback>
            </mc:AlternateContent>
          </a:graphicData>
        </a:graphic>
      </p:graphicFrame>
      <p:graphicFrame>
        <p:nvGraphicFramePr>
          <p:cNvPr id="5126" name="Object 6"/>
          <p:cNvGraphicFramePr>
            <a:graphicFrameLocks noChangeAspect="1"/>
          </p:cNvGraphicFramePr>
          <p:nvPr/>
        </p:nvGraphicFramePr>
        <p:xfrm>
          <a:off x="1052513" y="2362200"/>
          <a:ext cx="7558087" cy="547688"/>
        </p:xfrm>
        <a:graphic>
          <a:graphicData uri="http://schemas.openxmlformats.org/presentationml/2006/ole">
            <mc:AlternateContent xmlns:mc="http://schemas.openxmlformats.org/markup-compatibility/2006">
              <mc:Choice xmlns:v="urn:schemas-microsoft-com:vml" Requires="v">
                <p:oleObj spid="_x0000_s5204" name="" r:id="rId3" imgW="3149600" imgH="228600" progId="Equation.DSMT4">
                  <p:embed/>
                </p:oleObj>
              </mc:Choice>
              <mc:Fallback>
                <p:oleObj name="" r:id="rId3" imgW="3149600" imgH="228600" progId="Equation.DSMT4">
                  <p:embed/>
                  <p:pic>
                    <p:nvPicPr>
                      <p:cNvPr id="0" name="图片 3084"/>
                      <p:cNvPicPr/>
                      <p:nvPr/>
                    </p:nvPicPr>
                    <p:blipFill>
                      <a:blip r:embed="rId4"/>
                      <a:stretch>
                        <a:fillRect/>
                      </a:stretch>
                    </p:blipFill>
                    <p:spPr>
                      <a:xfrm>
                        <a:off x="1052513" y="2362200"/>
                        <a:ext cx="7558087" cy="547688"/>
                      </a:xfrm>
                      <a:prstGeom prst="rect">
                        <a:avLst/>
                      </a:prstGeom>
                      <a:noFill/>
                      <a:ln w="38100">
                        <a:noFill/>
                        <a:miter/>
                      </a:ln>
                    </p:spPr>
                  </p:pic>
                </p:oleObj>
              </mc:Fallback>
            </mc:AlternateContent>
          </a:graphicData>
        </a:graphic>
      </p:graphicFrame>
      <p:graphicFrame>
        <p:nvGraphicFramePr>
          <p:cNvPr id="5127" name="Object 7"/>
          <p:cNvGraphicFramePr>
            <a:graphicFrameLocks noChangeAspect="1"/>
          </p:cNvGraphicFramePr>
          <p:nvPr/>
        </p:nvGraphicFramePr>
        <p:xfrm>
          <a:off x="533400" y="2971800"/>
          <a:ext cx="6702425" cy="542925"/>
        </p:xfrm>
        <a:graphic>
          <a:graphicData uri="http://schemas.openxmlformats.org/presentationml/2006/ole">
            <mc:AlternateContent xmlns:mc="http://schemas.openxmlformats.org/markup-compatibility/2006">
              <mc:Choice xmlns:v="urn:schemas-microsoft-com:vml" Requires="v">
                <p:oleObj spid="_x0000_s5205" name="" r:id="rId5" imgW="2819400" imgH="228600" progId="Equation.DSMT4">
                  <p:embed/>
                </p:oleObj>
              </mc:Choice>
              <mc:Fallback>
                <p:oleObj name="" r:id="rId5" imgW="2819400" imgH="228600" progId="Equation.DSMT4">
                  <p:embed/>
                  <p:pic>
                    <p:nvPicPr>
                      <p:cNvPr id="0" name="图片 3089"/>
                      <p:cNvPicPr/>
                      <p:nvPr/>
                    </p:nvPicPr>
                    <p:blipFill>
                      <a:blip r:embed="rId6"/>
                      <a:stretch>
                        <a:fillRect/>
                      </a:stretch>
                    </p:blipFill>
                    <p:spPr>
                      <a:xfrm>
                        <a:off x="533400" y="2971800"/>
                        <a:ext cx="6702425" cy="542925"/>
                      </a:xfrm>
                      <a:prstGeom prst="rect">
                        <a:avLst/>
                      </a:prstGeom>
                      <a:noFill/>
                      <a:ln w="38100">
                        <a:noFill/>
                        <a:miter/>
                      </a:ln>
                    </p:spPr>
                  </p:pic>
                </p:oleObj>
              </mc:Fallback>
            </mc:AlternateContent>
          </a:graphicData>
        </a:graphic>
      </p:graphicFrame>
      <p:graphicFrame>
        <p:nvGraphicFramePr>
          <p:cNvPr id="2" name="Object 8"/>
          <p:cNvGraphicFramePr>
            <a:graphicFrameLocks noChangeAspect="1"/>
          </p:cNvGraphicFramePr>
          <p:nvPr/>
        </p:nvGraphicFramePr>
        <p:xfrm>
          <a:off x="2971800" y="3505200"/>
          <a:ext cx="2532063" cy="569913"/>
        </p:xfrm>
        <a:graphic>
          <a:graphicData uri="http://schemas.openxmlformats.org/presentationml/2006/ole">
            <mc:AlternateContent xmlns:mc="http://schemas.openxmlformats.org/markup-compatibility/2006">
              <mc:Choice xmlns:v="urn:schemas-microsoft-com:vml" Requires="v">
                <p:oleObj spid="_x0000_s5206" name="" r:id="rId7" imgW="1016000" imgH="228600" progId="Equation.DSMT4">
                  <p:embed/>
                </p:oleObj>
              </mc:Choice>
              <mc:Fallback>
                <p:oleObj name="" r:id="rId7" imgW="1016000" imgH="228600" progId="Equation.DSMT4">
                  <p:embed/>
                  <p:pic>
                    <p:nvPicPr>
                      <p:cNvPr id="0" name="图片 3080"/>
                      <p:cNvPicPr/>
                      <p:nvPr/>
                    </p:nvPicPr>
                    <p:blipFill>
                      <a:blip r:embed="rId8"/>
                      <a:stretch>
                        <a:fillRect/>
                      </a:stretch>
                    </p:blipFill>
                    <p:spPr>
                      <a:xfrm>
                        <a:off x="2971800" y="3505200"/>
                        <a:ext cx="2532063" cy="569913"/>
                      </a:xfrm>
                      <a:prstGeom prst="rect">
                        <a:avLst/>
                      </a:prstGeom>
                      <a:noFill/>
                      <a:ln w="38100">
                        <a:noFill/>
                        <a:miter/>
                      </a:ln>
                    </p:spPr>
                  </p:pic>
                </p:oleObj>
              </mc:Fallback>
            </mc:AlternateContent>
          </a:graphicData>
        </a:graphic>
      </p:graphicFrame>
      <p:graphicFrame>
        <p:nvGraphicFramePr>
          <p:cNvPr id="5129" name="Object 9"/>
          <p:cNvGraphicFramePr>
            <a:graphicFrameLocks noChangeAspect="1"/>
          </p:cNvGraphicFramePr>
          <p:nvPr/>
        </p:nvGraphicFramePr>
        <p:xfrm>
          <a:off x="533400" y="4114800"/>
          <a:ext cx="7010400" cy="549275"/>
        </p:xfrm>
        <a:graphic>
          <a:graphicData uri="http://schemas.openxmlformats.org/presentationml/2006/ole">
            <mc:AlternateContent xmlns:mc="http://schemas.openxmlformats.org/markup-compatibility/2006">
              <mc:Choice xmlns:v="urn:schemas-microsoft-com:vml" Requires="v">
                <p:oleObj spid="_x0000_s5207" name="" r:id="rId9" imgW="2921000" imgH="228600" progId="Equation.DSMT4">
                  <p:embed/>
                </p:oleObj>
              </mc:Choice>
              <mc:Fallback>
                <p:oleObj name="" r:id="rId9" imgW="2921000" imgH="228600" progId="Equation.DSMT4">
                  <p:embed/>
                  <p:pic>
                    <p:nvPicPr>
                      <p:cNvPr id="0" name="图片 3085"/>
                      <p:cNvPicPr/>
                      <p:nvPr/>
                    </p:nvPicPr>
                    <p:blipFill>
                      <a:blip r:embed="rId10"/>
                      <a:stretch>
                        <a:fillRect/>
                      </a:stretch>
                    </p:blipFill>
                    <p:spPr>
                      <a:xfrm>
                        <a:off x="533400" y="4114800"/>
                        <a:ext cx="7010400" cy="549275"/>
                      </a:xfrm>
                      <a:prstGeom prst="rect">
                        <a:avLst/>
                      </a:prstGeom>
                      <a:noFill/>
                      <a:ln w="38100">
                        <a:noFill/>
                        <a:miter/>
                      </a:ln>
                    </p:spPr>
                  </p:pic>
                </p:oleObj>
              </mc:Fallback>
            </mc:AlternateContent>
          </a:graphicData>
        </a:graphic>
      </p:graphicFrame>
      <p:graphicFrame>
        <p:nvGraphicFramePr>
          <p:cNvPr id="5130" name="Object 10"/>
          <p:cNvGraphicFramePr>
            <a:graphicFrameLocks noChangeAspect="1"/>
          </p:cNvGraphicFramePr>
          <p:nvPr/>
        </p:nvGraphicFramePr>
        <p:xfrm>
          <a:off x="609600" y="4800600"/>
          <a:ext cx="1862138" cy="536575"/>
        </p:xfrm>
        <a:graphic>
          <a:graphicData uri="http://schemas.openxmlformats.org/presentationml/2006/ole">
            <mc:AlternateContent xmlns:mc="http://schemas.openxmlformats.org/markup-compatibility/2006">
              <mc:Choice xmlns:v="urn:schemas-microsoft-com:vml" Requires="v">
                <p:oleObj spid="_x0000_s5208" name="" r:id="rId11" imgW="748665" imgH="215900" progId="Equation.DSMT4">
                  <p:embed/>
                </p:oleObj>
              </mc:Choice>
              <mc:Fallback>
                <p:oleObj name="" r:id="rId11" imgW="748665" imgH="215900" progId="Equation.DSMT4">
                  <p:embed/>
                  <p:pic>
                    <p:nvPicPr>
                      <p:cNvPr id="0" name="图片 3090"/>
                      <p:cNvPicPr/>
                      <p:nvPr/>
                    </p:nvPicPr>
                    <p:blipFill>
                      <a:blip r:embed="rId12"/>
                      <a:stretch>
                        <a:fillRect/>
                      </a:stretch>
                    </p:blipFill>
                    <p:spPr>
                      <a:xfrm>
                        <a:off x="609600" y="4800600"/>
                        <a:ext cx="1862138" cy="5365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125"/>
                                        </p:tgtEl>
                                        <p:attrNameLst>
                                          <p:attrName>style.visibility</p:attrName>
                                        </p:attrNameLst>
                                      </p:cBhvr>
                                      <p:to>
                                        <p:strVal val="visible"/>
                                      </p:to>
                                    </p:set>
                                    <p:anim calcmode="lin" valueType="num">
                                      <p:cBhvr>
                                        <p:cTn id="7" dur="500" fill="hold"/>
                                        <p:tgtEl>
                                          <p:spTgt spid="5125"/>
                                        </p:tgtEl>
                                        <p:attrNameLst>
                                          <p:attrName>ppt_w</p:attrName>
                                        </p:attrNameLst>
                                      </p:cBhvr>
                                      <p:tavLst>
                                        <p:tav tm="0">
                                          <p:val>
                                            <p:fltVal val="0"/>
                                          </p:val>
                                        </p:tav>
                                        <p:tav tm="100000">
                                          <p:val>
                                            <p:strVal val="#ppt_w"/>
                                          </p:val>
                                        </p:tav>
                                      </p:tavLst>
                                    </p:anim>
                                    <p:anim calcmode="lin" valueType="num">
                                      <p:cBhvr>
                                        <p:cTn id="8" dur="500" fill="hold"/>
                                        <p:tgtEl>
                                          <p:spTgt spid="5125"/>
                                        </p:tgtEl>
                                        <p:attrNameLst>
                                          <p:attrName>ppt_h</p:attrName>
                                        </p:attrNameLst>
                                      </p:cBhvr>
                                      <p:tavLst>
                                        <p:tav tm="0">
                                          <p:val>
                                            <p:fltVal val="0"/>
                                          </p:val>
                                        </p:tav>
                                        <p:tav tm="100000">
                                          <p:val>
                                            <p:strVal val="#ppt_h"/>
                                          </p:val>
                                        </p:tav>
                                      </p:tavLst>
                                    </p:anim>
                                    <p:animEffect transition="in" filter="fade">
                                      <p:cBhvr>
                                        <p:cTn id="9" dur="500"/>
                                        <p:tgtEl>
                                          <p:spTgt spid="5125"/>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5126"/>
                                        </p:tgtEl>
                                        <p:attrNameLst>
                                          <p:attrName>style.visibility</p:attrName>
                                        </p:attrNameLst>
                                      </p:cBhvr>
                                      <p:to>
                                        <p:strVal val="visible"/>
                                      </p:to>
                                    </p:set>
                                    <p:animEffect transition="in" filter="wipe(left)">
                                      <p:cBhvr>
                                        <p:cTn id="14" dur="500"/>
                                        <p:tgtEl>
                                          <p:spTgt spid="512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5127"/>
                                        </p:tgtEl>
                                        <p:attrNameLst>
                                          <p:attrName>style.visibility</p:attrName>
                                        </p:attrNameLst>
                                      </p:cBhvr>
                                      <p:to>
                                        <p:strVal val="visible"/>
                                      </p:to>
                                    </p:set>
                                    <p:animEffect transition="in" filter="wipe(left)">
                                      <p:cBhvr>
                                        <p:cTn id="19" dur="500"/>
                                        <p:tgtEl>
                                          <p:spTgt spid="5127"/>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129"/>
                                        </p:tgtEl>
                                        <p:attrNameLst>
                                          <p:attrName>style.visibility</p:attrName>
                                        </p:attrNameLst>
                                      </p:cBhvr>
                                      <p:to>
                                        <p:strVal val="visible"/>
                                      </p:to>
                                    </p:set>
                                    <p:animEffect transition="in" filter="wipe(left)">
                                      <p:cBhvr>
                                        <p:cTn id="28" dur="500"/>
                                        <p:tgtEl>
                                          <p:spTgt spid="512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5130"/>
                                        </p:tgtEl>
                                        <p:attrNameLst>
                                          <p:attrName>style.visibility</p:attrName>
                                        </p:attrNameLst>
                                      </p:cBhvr>
                                      <p:to>
                                        <p:strVal val="visible"/>
                                      </p:to>
                                    </p:set>
                                    <p:animEffect transition="in" filter="wipe(left)">
                                      <p:cBhvr>
                                        <p:cTn id="33" dur="500"/>
                                        <p:tgtEl>
                                          <p:spTgt spid="5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170"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graphicFrame>
        <p:nvGraphicFramePr>
          <p:cNvPr id="2" name="Object 8"/>
          <p:cNvGraphicFramePr>
            <a:graphicFrameLocks noChangeAspect="1"/>
          </p:cNvGraphicFramePr>
          <p:nvPr/>
        </p:nvGraphicFramePr>
        <p:xfrm>
          <a:off x="914400" y="-6350"/>
          <a:ext cx="5638800" cy="982663"/>
        </p:xfrm>
        <a:graphic>
          <a:graphicData uri="http://schemas.openxmlformats.org/presentationml/2006/ole">
            <mc:AlternateContent xmlns:mc="http://schemas.openxmlformats.org/markup-compatibility/2006">
              <mc:Choice xmlns:v="urn:schemas-microsoft-com:vml" Requires="v">
                <p:oleObj spid="_x0000_s6221" name="" r:id="rId1" imgW="2476500" imgH="431800" progId="Equation.DSMT4">
                  <p:embed/>
                </p:oleObj>
              </mc:Choice>
              <mc:Fallback>
                <p:oleObj name="" r:id="rId1" imgW="2476500" imgH="431800" progId="Equation.DSMT4">
                  <p:embed/>
                  <p:pic>
                    <p:nvPicPr>
                      <p:cNvPr id="0" name="图片 3075"/>
                      <p:cNvPicPr/>
                      <p:nvPr/>
                    </p:nvPicPr>
                    <p:blipFill>
                      <a:blip r:embed="rId2"/>
                      <a:stretch>
                        <a:fillRect/>
                      </a:stretch>
                    </p:blipFill>
                    <p:spPr>
                      <a:xfrm>
                        <a:off x="914400" y="-6350"/>
                        <a:ext cx="5638800" cy="982663"/>
                      </a:xfrm>
                      <a:prstGeom prst="rect">
                        <a:avLst/>
                      </a:prstGeom>
                      <a:noFill/>
                      <a:ln w="38100">
                        <a:noFill/>
                        <a:miter/>
                      </a:ln>
                    </p:spPr>
                  </p:pic>
                </p:oleObj>
              </mc:Fallback>
            </mc:AlternateContent>
          </a:graphicData>
        </a:graphic>
      </p:graphicFrame>
      <p:graphicFrame>
        <p:nvGraphicFramePr>
          <p:cNvPr id="6153" name="Object 9"/>
          <p:cNvGraphicFramePr>
            <a:graphicFrameLocks noChangeAspect="1"/>
          </p:cNvGraphicFramePr>
          <p:nvPr/>
        </p:nvGraphicFramePr>
        <p:xfrm>
          <a:off x="431800" y="838200"/>
          <a:ext cx="2251075" cy="474663"/>
        </p:xfrm>
        <a:graphic>
          <a:graphicData uri="http://schemas.openxmlformats.org/presentationml/2006/ole">
            <mc:AlternateContent xmlns:mc="http://schemas.openxmlformats.org/markup-compatibility/2006">
              <mc:Choice xmlns:v="urn:schemas-microsoft-com:vml" Requires="v">
                <p:oleObj spid="_x0000_s6222" name="" r:id="rId3" imgW="965200" imgH="203200" progId="Equation.DSMT4">
                  <p:embed/>
                </p:oleObj>
              </mc:Choice>
              <mc:Fallback>
                <p:oleObj name="" r:id="rId3" imgW="965200" imgH="203200" progId="Equation.DSMT4">
                  <p:embed/>
                  <p:pic>
                    <p:nvPicPr>
                      <p:cNvPr id="0" name="图片 3076"/>
                      <p:cNvPicPr/>
                      <p:nvPr/>
                    </p:nvPicPr>
                    <p:blipFill>
                      <a:blip r:embed="rId4"/>
                      <a:stretch>
                        <a:fillRect/>
                      </a:stretch>
                    </p:blipFill>
                    <p:spPr>
                      <a:xfrm>
                        <a:off x="431800" y="838200"/>
                        <a:ext cx="2251075" cy="474663"/>
                      </a:xfrm>
                      <a:prstGeom prst="rect">
                        <a:avLst/>
                      </a:prstGeom>
                      <a:noFill/>
                      <a:ln w="38100">
                        <a:noFill/>
                        <a:miter/>
                      </a:ln>
                    </p:spPr>
                  </p:pic>
                </p:oleObj>
              </mc:Fallback>
            </mc:AlternateContent>
          </a:graphicData>
        </a:graphic>
      </p:graphicFrame>
      <p:graphicFrame>
        <p:nvGraphicFramePr>
          <p:cNvPr id="6154" name="Object 10"/>
          <p:cNvGraphicFramePr>
            <a:graphicFrameLocks noChangeAspect="1"/>
          </p:cNvGraphicFramePr>
          <p:nvPr/>
        </p:nvGraphicFramePr>
        <p:xfrm>
          <a:off x="2057400" y="1219200"/>
          <a:ext cx="5322888" cy="1004888"/>
        </p:xfrm>
        <a:graphic>
          <a:graphicData uri="http://schemas.openxmlformats.org/presentationml/2006/ole">
            <mc:AlternateContent xmlns:mc="http://schemas.openxmlformats.org/markup-compatibility/2006">
              <mc:Choice xmlns:v="urn:schemas-microsoft-com:vml" Requires="v">
                <p:oleObj spid="_x0000_s6223" name="" r:id="rId5" imgW="2286000" imgH="431800" progId="Equation.DSMT4">
                  <p:embed/>
                </p:oleObj>
              </mc:Choice>
              <mc:Fallback>
                <p:oleObj name="" r:id="rId5" imgW="2286000" imgH="431800" progId="Equation.DSMT4">
                  <p:embed/>
                  <p:pic>
                    <p:nvPicPr>
                      <p:cNvPr id="0" name="图片 3081"/>
                      <p:cNvPicPr/>
                      <p:nvPr/>
                    </p:nvPicPr>
                    <p:blipFill>
                      <a:blip r:embed="rId6"/>
                      <a:stretch>
                        <a:fillRect/>
                      </a:stretch>
                    </p:blipFill>
                    <p:spPr>
                      <a:xfrm>
                        <a:off x="2057400" y="1219200"/>
                        <a:ext cx="5322888" cy="1004888"/>
                      </a:xfrm>
                      <a:prstGeom prst="rect">
                        <a:avLst/>
                      </a:prstGeom>
                      <a:noFill/>
                      <a:ln w="38100">
                        <a:noFill/>
                        <a:miter/>
                      </a:ln>
                    </p:spPr>
                  </p:pic>
                </p:oleObj>
              </mc:Fallback>
            </mc:AlternateContent>
          </a:graphicData>
        </a:graphic>
      </p:graphicFrame>
      <p:graphicFrame>
        <p:nvGraphicFramePr>
          <p:cNvPr id="6155" name="Object 11"/>
          <p:cNvGraphicFramePr>
            <a:graphicFrameLocks noChangeAspect="1"/>
          </p:cNvGraphicFramePr>
          <p:nvPr/>
        </p:nvGraphicFramePr>
        <p:xfrm>
          <a:off x="2057400" y="3657600"/>
          <a:ext cx="3790950" cy="962025"/>
        </p:xfrm>
        <a:graphic>
          <a:graphicData uri="http://schemas.openxmlformats.org/presentationml/2006/ole">
            <mc:AlternateContent xmlns:mc="http://schemas.openxmlformats.org/markup-compatibility/2006">
              <mc:Choice xmlns:v="urn:schemas-microsoft-com:vml" Requires="v">
                <p:oleObj spid="_x0000_s6224" name="" r:id="rId7" imgW="1701800" imgH="431800" progId="Equation.DSMT4">
                  <p:embed/>
                </p:oleObj>
              </mc:Choice>
              <mc:Fallback>
                <p:oleObj name="" r:id="rId7" imgW="1701800" imgH="431800" progId="Equation.DSMT4">
                  <p:embed/>
                  <p:pic>
                    <p:nvPicPr>
                      <p:cNvPr id="0" name="图片 3082"/>
                      <p:cNvPicPr/>
                      <p:nvPr/>
                    </p:nvPicPr>
                    <p:blipFill>
                      <a:blip r:embed="rId8"/>
                      <a:stretch>
                        <a:fillRect/>
                      </a:stretch>
                    </p:blipFill>
                    <p:spPr>
                      <a:xfrm>
                        <a:off x="2057400" y="3657600"/>
                        <a:ext cx="3790950" cy="962025"/>
                      </a:xfrm>
                      <a:prstGeom prst="rect">
                        <a:avLst/>
                      </a:prstGeom>
                      <a:noFill/>
                      <a:ln w="38100">
                        <a:noFill/>
                        <a:miter/>
                      </a:ln>
                    </p:spPr>
                  </p:pic>
                </p:oleObj>
              </mc:Fallback>
            </mc:AlternateContent>
          </a:graphicData>
        </a:graphic>
      </p:graphicFrame>
      <p:graphicFrame>
        <p:nvGraphicFramePr>
          <p:cNvPr id="6156" name="Object 12"/>
          <p:cNvGraphicFramePr>
            <a:graphicFrameLocks noChangeAspect="1"/>
          </p:cNvGraphicFramePr>
          <p:nvPr/>
        </p:nvGraphicFramePr>
        <p:xfrm>
          <a:off x="152400" y="2209800"/>
          <a:ext cx="8461375" cy="1423988"/>
        </p:xfrm>
        <a:graphic>
          <a:graphicData uri="http://schemas.openxmlformats.org/presentationml/2006/ole">
            <mc:AlternateContent xmlns:mc="http://schemas.openxmlformats.org/markup-compatibility/2006">
              <mc:Choice xmlns:v="urn:schemas-microsoft-com:vml" Requires="v">
                <p:oleObj spid="_x0000_s6225" name="" r:id="rId9" imgW="3848100" imgH="647700" progId="Equation.DSMT4">
                  <p:embed/>
                </p:oleObj>
              </mc:Choice>
              <mc:Fallback>
                <p:oleObj name="" r:id="rId9" imgW="3848100" imgH="647700" progId="Equation.DSMT4">
                  <p:embed/>
                  <p:pic>
                    <p:nvPicPr>
                      <p:cNvPr id="0" name="图片 3077"/>
                      <p:cNvPicPr/>
                      <p:nvPr/>
                    </p:nvPicPr>
                    <p:blipFill>
                      <a:blip r:embed="rId10"/>
                      <a:stretch>
                        <a:fillRect/>
                      </a:stretch>
                    </p:blipFill>
                    <p:spPr>
                      <a:xfrm>
                        <a:off x="152400" y="2209800"/>
                        <a:ext cx="8461375" cy="1423988"/>
                      </a:xfrm>
                      <a:prstGeom prst="rect">
                        <a:avLst/>
                      </a:prstGeom>
                      <a:noFill/>
                      <a:ln w="38100">
                        <a:noFill/>
                        <a:miter/>
                      </a:ln>
                    </p:spPr>
                  </p:pic>
                </p:oleObj>
              </mc:Fallback>
            </mc:AlternateContent>
          </a:graphicData>
        </a:graphic>
      </p:graphicFrame>
      <p:graphicFrame>
        <p:nvGraphicFramePr>
          <p:cNvPr id="3" name="Object 14"/>
          <p:cNvGraphicFramePr>
            <a:graphicFrameLocks noChangeAspect="1"/>
          </p:cNvGraphicFramePr>
          <p:nvPr/>
        </p:nvGraphicFramePr>
        <p:xfrm>
          <a:off x="533400" y="4800600"/>
          <a:ext cx="4648200" cy="539750"/>
        </p:xfrm>
        <a:graphic>
          <a:graphicData uri="http://schemas.openxmlformats.org/presentationml/2006/ole">
            <mc:AlternateContent xmlns:mc="http://schemas.openxmlformats.org/markup-compatibility/2006">
              <mc:Choice xmlns:v="urn:schemas-microsoft-com:vml" Requires="v">
                <p:oleObj spid="_x0000_s6226" name="" r:id="rId11" imgW="1968500" imgH="228600" progId="Equation.DSMT4">
                  <p:embed/>
                </p:oleObj>
              </mc:Choice>
              <mc:Fallback>
                <p:oleObj name="" r:id="rId11" imgW="1968500" imgH="228600" progId="Equation.DSMT4">
                  <p:embed/>
                  <p:pic>
                    <p:nvPicPr>
                      <p:cNvPr id="0" name="图片 3091"/>
                      <p:cNvPicPr/>
                      <p:nvPr/>
                    </p:nvPicPr>
                    <p:blipFill>
                      <a:blip r:embed="rId12"/>
                      <a:stretch>
                        <a:fillRect/>
                      </a:stretch>
                    </p:blipFill>
                    <p:spPr>
                      <a:xfrm>
                        <a:off x="533400" y="4800600"/>
                        <a:ext cx="4648200" cy="5397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53"/>
                                        </p:tgtEl>
                                        <p:attrNameLst>
                                          <p:attrName>style.visibility</p:attrName>
                                        </p:attrNameLst>
                                      </p:cBhvr>
                                      <p:to>
                                        <p:strVal val="visible"/>
                                      </p:to>
                                    </p:set>
                                    <p:animEffect transition="in" filter="wipe(left)">
                                      <p:cBhvr>
                                        <p:cTn id="12" dur="500"/>
                                        <p:tgtEl>
                                          <p:spTgt spid="61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154"/>
                                        </p:tgtEl>
                                        <p:attrNameLst>
                                          <p:attrName>style.visibility</p:attrName>
                                        </p:attrNameLst>
                                      </p:cBhvr>
                                      <p:to>
                                        <p:strVal val="visible"/>
                                      </p:to>
                                    </p:set>
                                    <p:animEffect transition="in" filter="wipe(left)">
                                      <p:cBhvr>
                                        <p:cTn id="17" dur="500"/>
                                        <p:tgtEl>
                                          <p:spTgt spid="61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156"/>
                                        </p:tgtEl>
                                        <p:attrNameLst>
                                          <p:attrName>style.visibility</p:attrName>
                                        </p:attrNameLst>
                                      </p:cBhvr>
                                      <p:to>
                                        <p:strVal val="visible"/>
                                      </p:to>
                                    </p:set>
                                    <p:animEffect transition="in" filter="wipe(left)">
                                      <p:cBhvr>
                                        <p:cTn id="22" dur="500"/>
                                        <p:tgtEl>
                                          <p:spTgt spid="615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155"/>
                                        </p:tgtEl>
                                        <p:attrNameLst>
                                          <p:attrName>style.visibility</p:attrName>
                                        </p:attrNameLst>
                                      </p:cBhvr>
                                      <p:to>
                                        <p:strVal val="visible"/>
                                      </p:to>
                                    </p:set>
                                    <p:animEffect transition="in" filter="wipe(left)">
                                      <p:cBhvr>
                                        <p:cTn id="27" dur="500"/>
                                        <p:tgtEl>
                                          <p:spTgt spid="6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194"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graphicFrame>
        <p:nvGraphicFramePr>
          <p:cNvPr id="16390" name="Object 6"/>
          <p:cNvGraphicFramePr>
            <a:graphicFrameLocks noChangeAspect="1"/>
          </p:cNvGraphicFramePr>
          <p:nvPr/>
        </p:nvGraphicFramePr>
        <p:xfrm>
          <a:off x="890588" y="609600"/>
          <a:ext cx="6167437" cy="1022350"/>
        </p:xfrm>
        <a:graphic>
          <a:graphicData uri="http://schemas.openxmlformats.org/presentationml/2006/ole">
            <mc:AlternateContent xmlns:mc="http://schemas.openxmlformats.org/markup-compatibility/2006">
              <mc:Choice xmlns:v="urn:schemas-microsoft-com:vml" Requires="v">
                <p:oleObj spid="_x0000_s7233" name="" r:id="rId1" imgW="2603500" imgH="431800" progId="Equation.DSMT4">
                  <p:embed/>
                </p:oleObj>
              </mc:Choice>
              <mc:Fallback>
                <p:oleObj name="" r:id="rId1" imgW="2603500" imgH="431800" progId="Equation.DSMT4">
                  <p:embed/>
                  <p:pic>
                    <p:nvPicPr>
                      <p:cNvPr id="0" name="图片 3101"/>
                      <p:cNvPicPr/>
                      <p:nvPr/>
                    </p:nvPicPr>
                    <p:blipFill>
                      <a:blip r:embed="rId2"/>
                      <a:stretch>
                        <a:fillRect/>
                      </a:stretch>
                    </p:blipFill>
                    <p:spPr>
                      <a:xfrm>
                        <a:off x="890588" y="609600"/>
                        <a:ext cx="6167437" cy="1022350"/>
                      </a:xfrm>
                      <a:prstGeom prst="rect">
                        <a:avLst/>
                      </a:prstGeom>
                      <a:noFill/>
                      <a:ln w="38100">
                        <a:noFill/>
                        <a:miter/>
                      </a:ln>
                    </p:spPr>
                  </p:pic>
                </p:oleObj>
              </mc:Fallback>
            </mc:AlternateContent>
          </a:graphicData>
        </a:graphic>
      </p:graphicFrame>
      <p:graphicFrame>
        <p:nvGraphicFramePr>
          <p:cNvPr id="16391" name="Object 7"/>
          <p:cNvGraphicFramePr>
            <a:graphicFrameLocks noChangeAspect="1"/>
          </p:cNvGraphicFramePr>
          <p:nvPr/>
        </p:nvGraphicFramePr>
        <p:xfrm>
          <a:off x="950913" y="1752600"/>
          <a:ext cx="3836987" cy="1042988"/>
        </p:xfrm>
        <a:graphic>
          <a:graphicData uri="http://schemas.openxmlformats.org/presentationml/2006/ole">
            <mc:AlternateContent xmlns:mc="http://schemas.openxmlformats.org/markup-compatibility/2006">
              <mc:Choice xmlns:v="urn:schemas-microsoft-com:vml" Requires="v">
                <p:oleObj spid="_x0000_s7234" name="" r:id="rId3" imgW="1587500" imgH="431800" progId="Equation.DSMT4">
                  <p:embed/>
                </p:oleObj>
              </mc:Choice>
              <mc:Fallback>
                <p:oleObj name="" r:id="rId3" imgW="1587500" imgH="431800" progId="Equation.DSMT4">
                  <p:embed/>
                  <p:pic>
                    <p:nvPicPr>
                      <p:cNvPr id="0" name="图片 3097"/>
                      <p:cNvPicPr/>
                      <p:nvPr/>
                    </p:nvPicPr>
                    <p:blipFill>
                      <a:blip r:embed="rId4"/>
                      <a:stretch>
                        <a:fillRect/>
                      </a:stretch>
                    </p:blipFill>
                    <p:spPr>
                      <a:xfrm>
                        <a:off x="950913" y="1752600"/>
                        <a:ext cx="3836987" cy="1042988"/>
                      </a:xfrm>
                      <a:prstGeom prst="rect">
                        <a:avLst/>
                      </a:prstGeom>
                      <a:noFill/>
                      <a:ln w="38100">
                        <a:noFill/>
                        <a:miter/>
                      </a:ln>
                    </p:spPr>
                  </p:pic>
                </p:oleObj>
              </mc:Fallback>
            </mc:AlternateContent>
          </a:graphicData>
        </a:graphic>
      </p:graphicFrame>
      <p:graphicFrame>
        <p:nvGraphicFramePr>
          <p:cNvPr id="16392" name="Object 8"/>
          <p:cNvGraphicFramePr>
            <a:graphicFrameLocks noChangeAspect="1"/>
          </p:cNvGraphicFramePr>
          <p:nvPr/>
        </p:nvGraphicFramePr>
        <p:xfrm>
          <a:off x="417513" y="2819400"/>
          <a:ext cx="7308850" cy="1019175"/>
        </p:xfrm>
        <a:graphic>
          <a:graphicData uri="http://schemas.openxmlformats.org/presentationml/2006/ole">
            <mc:AlternateContent xmlns:mc="http://schemas.openxmlformats.org/markup-compatibility/2006">
              <mc:Choice xmlns:v="urn:schemas-microsoft-com:vml" Requires="v">
                <p:oleObj spid="_x0000_s7235" name="" r:id="rId5" imgW="3098800" imgH="431800" progId="Equation.DSMT4">
                  <p:embed/>
                </p:oleObj>
              </mc:Choice>
              <mc:Fallback>
                <p:oleObj name="" r:id="rId5" imgW="3098800" imgH="431800" progId="Equation.DSMT4">
                  <p:embed/>
                  <p:pic>
                    <p:nvPicPr>
                      <p:cNvPr id="0" name="图片 3100"/>
                      <p:cNvPicPr/>
                      <p:nvPr/>
                    </p:nvPicPr>
                    <p:blipFill>
                      <a:blip r:embed="rId6"/>
                      <a:stretch>
                        <a:fillRect/>
                      </a:stretch>
                    </p:blipFill>
                    <p:spPr>
                      <a:xfrm>
                        <a:off x="417513" y="2819400"/>
                        <a:ext cx="7308850" cy="1019175"/>
                      </a:xfrm>
                      <a:prstGeom prst="rect">
                        <a:avLst/>
                      </a:prstGeom>
                      <a:noFill/>
                      <a:ln w="38100">
                        <a:noFill/>
                        <a:miter/>
                      </a:ln>
                    </p:spPr>
                  </p:pic>
                </p:oleObj>
              </mc:Fallback>
            </mc:AlternateContent>
          </a:graphicData>
        </a:graphic>
      </p:graphicFrame>
      <p:graphicFrame>
        <p:nvGraphicFramePr>
          <p:cNvPr id="16394" name="Object 10"/>
          <p:cNvGraphicFramePr>
            <a:graphicFrameLocks noChangeAspect="1"/>
          </p:cNvGraphicFramePr>
          <p:nvPr/>
        </p:nvGraphicFramePr>
        <p:xfrm>
          <a:off x="228600" y="3962400"/>
          <a:ext cx="7848600" cy="1490663"/>
        </p:xfrm>
        <a:graphic>
          <a:graphicData uri="http://schemas.openxmlformats.org/presentationml/2006/ole">
            <mc:AlternateContent xmlns:mc="http://schemas.openxmlformats.org/markup-compatibility/2006">
              <mc:Choice xmlns:v="urn:schemas-microsoft-com:vml" Requires="v">
                <p:oleObj spid="_x0000_s7236" name="" r:id="rId7" imgW="3479800" imgH="660400" progId="Equation.DSMT4">
                  <p:embed/>
                </p:oleObj>
              </mc:Choice>
              <mc:Fallback>
                <p:oleObj name="" r:id="rId7" imgW="3479800" imgH="660400" progId="Equation.DSMT4">
                  <p:embed/>
                  <p:pic>
                    <p:nvPicPr>
                      <p:cNvPr id="0" name="图片 3102"/>
                      <p:cNvPicPr/>
                      <p:nvPr/>
                    </p:nvPicPr>
                    <p:blipFill>
                      <a:blip r:embed="rId8"/>
                      <a:stretch>
                        <a:fillRect/>
                      </a:stretch>
                    </p:blipFill>
                    <p:spPr>
                      <a:xfrm>
                        <a:off x="228600" y="3962400"/>
                        <a:ext cx="7848600" cy="1490663"/>
                      </a:xfrm>
                      <a:prstGeom prst="rect">
                        <a:avLst/>
                      </a:prstGeom>
                      <a:noFill/>
                      <a:ln w="38100">
                        <a:noFill/>
                        <a:miter/>
                      </a:ln>
                    </p:spPr>
                  </p:pic>
                </p:oleObj>
              </mc:Fallback>
            </mc:AlternateContent>
          </a:graphicData>
        </a:graphic>
      </p:graphicFrame>
      <p:graphicFrame>
        <p:nvGraphicFramePr>
          <p:cNvPr id="6158" name="Object 14"/>
          <p:cNvGraphicFramePr>
            <a:graphicFrameLocks noChangeAspect="1"/>
          </p:cNvGraphicFramePr>
          <p:nvPr/>
        </p:nvGraphicFramePr>
        <p:xfrm>
          <a:off x="838200" y="76200"/>
          <a:ext cx="4703763" cy="546100"/>
        </p:xfrm>
        <a:graphic>
          <a:graphicData uri="http://schemas.openxmlformats.org/presentationml/2006/ole">
            <mc:AlternateContent xmlns:mc="http://schemas.openxmlformats.org/markup-compatibility/2006">
              <mc:Choice xmlns:v="urn:schemas-microsoft-com:vml" Requires="v">
                <p:oleObj spid="_x0000_s7237" name="" r:id="rId9" imgW="1968500" imgH="228600" progId="Equation.DSMT4">
                  <p:embed/>
                </p:oleObj>
              </mc:Choice>
              <mc:Fallback>
                <p:oleObj name="" r:id="rId9" imgW="1968500" imgH="228600" progId="Equation.DSMT4">
                  <p:embed/>
                  <p:pic>
                    <p:nvPicPr>
                      <p:cNvPr id="0" name="图片 3104"/>
                      <p:cNvPicPr/>
                      <p:nvPr/>
                    </p:nvPicPr>
                    <p:blipFill>
                      <a:blip r:embed="rId10"/>
                      <a:stretch>
                        <a:fillRect/>
                      </a:stretch>
                    </p:blipFill>
                    <p:spPr>
                      <a:xfrm>
                        <a:off x="838200" y="76200"/>
                        <a:ext cx="4703763" cy="5461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158"/>
                                        </p:tgtEl>
                                        <p:attrNameLst>
                                          <p:attrName>style.visibility</p:attrName>
                                        </p:attrNameLst>
                                      </p:cBhvr>
                                      <p:to>
                                        <p:strVal val="visible"/>
                                      </p:to>
                                    </p:set>
                                    <p:animEffect transition="in" filter="wipe(left)">
                                      <p:cBhvr>
                                        <p:cTn id="7" dur="500"/>
                                        <p:tgtEl>
                                          <p:spTgt spid="615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390"/>
                                        </p:tgtEl>
                                        <p:attrNameLst>
                                          <p:attrName>style.visibility</p:attrName>
                                        </p:attrNameLst>
                                      </p:cBhvr>
                                      <p:to>
                                        <p:strVal val="visible"/>
                                      </p:to>
                                    </p:set>
                                    <p:animEffect transition="in" filter="blinds(horizontal)">
                                      <p:cBhvr>
                                        <p:cTn id="12" dur="500"/>
                                        <p:tgtEl>
                                          <p:spTgt spid="1639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391"/>
                                        </p:tgtEl>
                                        <p:attrNameLst>
                                          <p:attrName>style.visibility</p:attrName>
                                        </p:attrNameLst>
                                      </p:cBhvr>
                                      <p:to>
                                        <p:strVal val="visible"/>
                                      </p:to>
                                    </p:set>
                                    <p:animEffect transition="in" filter="wipe(left)">
                                      <p:cBhvr>
                                        <p:cTn id="17" dur="500"/>
                                        <p:tgtEl>
                                          <p:spTgt spid="1639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392"/>
                                        </p:tgtEl>
                                        <p:attrNameLst>
                                          <p:attrName>style.visibility</p:attrName>
                                        </p:attrNameLst>
                                      </p:cBhvr>
                                      <p:to>
                                        <p:strVal val="visible"/>
                                      </p:to>
                                    </p:set>
                                    <p:animEffect transition="in" filter="wipe(left)">
                                      <p:cBhvr>
                                        <p:cTn id="22" dur="500"/>
                                        <p:tgtEl>
                                          <p:spTgt spid="1639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6394"/>
                                        </p:tgtEl>
                                        <p:attrNameLst>
                                          <p:attrName>style.visibility</p:attrName>
                                        </p:attrNameLst>
                                      </p:cBhvr>
                                      <p:to>
                                        <p:strVal val="visible"/>
                                      </p:to>
                                    </p:set>
                                    <p:animEffect transition="in" filter="wipe(up)">
                                      <p:cBhvr>
                                        <p:cTn id="27" dur="500"/>
                                        <p:tgtEl>
                                          <p:spTgt spid="16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21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graphicFrame>
        <p:nvGraphicFramePr>
          <p:cNvPr id="27650" name="Object 2"/>
          <p:cNvGraphicFramePr>
            <a:graphicFrameLocks noChangeAspect="1"/>
          </p:cNvGraphicFramePr>
          <p:nvPr/>
        </p:nvGraphicFramePr>
        <p:xfrm>
          <a:off x="457200" y="76200"/>
          <a:ext cx="6623050" cy="1054100"/>
        </p:xfrm>
        <a:graphic>
          <a:graphicData uri="http://schemas.openxmlformats.org/presentationml/2006/ole">
            <mc:AlternateContent xmlns:mc="http://schemas.openxmlformats.org/markup-compatibility/2006">
              <mc:Choice xmlns:v="urn:schemas-microsoft-com:vml" Requires="v">
                <p:oleObj spid="_x0000_s8245" name="" r:id="rId1" imgW="2870200" imgH="457200" progId="Equation.DSMT4">
                  <p:embed/>
                </p:oleObj>
              </mc:Choice>
              <mc:Fallback>
                <p:oleObj name="" r:id="rId1" imgW="2870200" imgH="457200" progId="Equation.DSMT4">
                  <p:embed/>
                  <p:pic>
                    <p:nvPicPr>
                      <p:cNvPr id="0" name="图片 3099"/>
                      <p:cNvPicPr/>
                      <p:nvPr/>
                    </p:nvPicPr>
                    <p:blipFill>
                      <a:blip r:embed="rId2"/>
                      <a:stretch>
                        <a:fillRect/>
                      </a:stretch>
                    </p:blipFill>
                    <p:spPr>
                      <a:xfrm>
                        <a:off x="457200" y="76200"/>
                        <a:ext cx="6623050" cy="1054100"/>
                      </a:xfrm>
                      <a:prstGeom prst="rect">
                        <a:avLst/>
                      </a:prstGeom>
                      <a:noFill/>
                      <a:ln w="38100">
                        <a:noFill/>
                        <a:miter/>
                      </a:ln>
                    </p:spPr>
                  </p:pic>
                </p:oleObj>
              </mc:Fallback>
            </mc:AlternateContent>
          </a:graphicData>
        </a:graphic>
      </p:graphicFrame>
      <p:graphicFrame>
        <p:nvGraphicFramePr>
          <p:cNvPr id="27651" name="Object 3"/>
          <p:cNvGraphicFramePr>
            <a:graphicFrameLocks noChangeAspect="1"/>
          </p:cNvGraphicFramePr>
          <p:nvPr/>
        </p:nvGraphicFramePr>
        <p:xfrm>
          <a:off x="1066800" y="1295400"/>
          <a:ext cx="4992688" cy="538163"/>
        </p:xfrm>
        <a:graphic>
          <a:graphicData uri="http://schemas.openxmlformats.org/presentationml/2006/ole">
            <mc:AlternateContent xmlns:mc="http://schemas.openxmlformats.org/markup-compatibility/2006">
              <mc:Choice xmlns:v="urn:schemas-microsoft-com:vml" Requires="v">
                <p:oleObj spid="_x0000_s8246" name="" r:id="rId3" imgW="2120900" imgH="228600" progId="Equation.DSMT4">
                  <p:embed/>
                </p:oleObj>
              </mc:Choice>
              <mc:Fallback>
                <p:oleObj name="" r:id="rId3" imgW="2120900" imgH="228600" progId="Equation.DSMT4">
                  <p:embed/>
                  <p:pic>
                    <p:nvPicPr>
                      <p:cNvPr id="0" name="图片 3098"/>
                      <p:cNvPicPr/>
                      <p:nvPr/>
                    </p:nvPicPr>
                    <p:blipFill>
                      <a:blip r:embed="rId4"/>
                      <a:stretch>
                        <a:fillRect/>
                      </a:stretch>
                    </p:blipFill>
                    <p:spPr>
                      <a:xfrm>
                        <a:off x="1066800" y="1295400"/>
                        <a:ext cx="4992688" cy="538163"/>
                      </a:xfrm>
                      <a:prstGeom prst="rect">
                        <a:avLst/>
                      </a:prstGeom>
                      <a:noFill/>
                      <a:ln w="38100">
                        <a:noFill/>
                        <a:miter/>
                      </a:ln>
                    </p:spPr>
                  </p:pic>
                </p:oleObj>
              </mc:Fallback>
            </mc:AlternateContent>
          </a:graphicData>
        </a:graphic>
      </p:graphicFrame>
      <p:graphicFrame>
        <p:nvGraphicFramePr>
          <p:cNvPr id="27652" name="Object 4"/>
          <p:cNvGraphicFramePr>
            <a:graphicFrameLocks noChangeAspect="1"/>
          </p:cNvGraphicFramePr>
          <p:nvPr/>
        </p:nvGraphicFramePr>
        <p:xfrm>
          <a:off x="533400" y="1752600"/>
          <a:ext cx="6096000" cy="2016125"/>
        </p:xfrm>
        <a:graphic>
          <a:graphicData uri="http://schemas.openxmlformats.org/presentationml/2006/ole">
            <mc:AlternateContent xmlns:mc="http://schemas.openxmlformats.org/markup-compatibility/2006">
              <mc:Choice xmlns:v="urn:schemas-microsoft-com:vml" Requires="v">
                <p:oleObj spid="_x0000_s8247" name="" r:id="rId5" imgW="2654300" imgH="876300" progId="Equation.DSMT4">
                  <p:embed/>
                </p:oleObj>
              </mc:Choice>
              <mc:Fallback>
                <p:oleObj name="" r:id="rId5" imgW="2654300" imgH="876300" progId="Equation.DSMT4">
                  <p:embed/>
                  <p:pic>
                    <p:nvPicPr>
                      <p:cNvPr id="0" name="图片 3095"/>
                      <p:cNvPicPr/>
                      <p:nvPr/>
                    </p:nvPicPr>
                    <p:blipFill>
                      <a:blip r:embed="rId6"/>
                      <a:stretch>
                        <a:fillRect/>
                      </a:stretch>
                    </p:blipFill>
                    <p:spPr>
                      <a:xfrm>
                        <a:off x="533400" y="1752600"/>
                        <a:ext cx="6096000" cy="2016125"/>
                      </a:xfrm>
                      <a:prstGeom prst="rect">
                        <a:avLst/>
                      </a:prstGeom>
                      <a:noFill/>
                      <a:ln w="38100">
                        <a:noFill/>
                        <a:miter/>
                      </a:ln>
                    </p:spPr>
                  </p:pic>
                </p:oleObj>
              </mc:Fallback>
            </mc:AlternateContent>
          </a:graphicData>
        </a:graphic>
      </p:graphicFrame>
      <p:graphicFrame>
        <p:nvGraphicFramePr>
          <p:cNvPr id="27653" name="Object 5"/>
          <p:cNvGraphicFramePr>
            <a:graphicFrameLocks noChangeAspect="1"/>
          </p:cNvGraphicFramePr>
          <p:nvPr/>
        </p:nvGraphicFramePr>
        <p:xfrm>
          <a:off x="152400" y="3870325"/>
          <a:ext cx="8105775" cy="1539875"/>
        </p:xfrm>
        <a:graphic>
          <a:graphicData uri="http://schemas.openxmlformats.org/presentationml/2006/ole">
            <mc:AlternateContent xmlns:mc="http://schemas.openxmlformats.org/markup-compatibility/2006">
              <mc:Choice xmlns:v="urn:schemas-microsoft-com:vml" Requires="v">
                <p:oleObj spid="_x0000_s8248" name="" r:id="rId7" imgW="3479800" imgH="660400" progId="Equation.DSMT4">
                  <p:embed/>
                </p:oleObj>
              </mc:Choice>
              <mc:Fallback>
                <p:oleObj name="" r:id="rId7" imgW="3479800" imgH="660400" progId="Equation.DSMT4">
                  <p:embed/>
                  <p:pic>
                    <p:nvPicPr>
                      <p:cNvPr id="0" name="图片 3092"/>
                      <p:cNvPicPr/>
                      <p:nvPr/>
                    </p:nvPicPr>
                    <p:blipFill>
                      <a:blip r:embed="rId8"/>
                      <a:stretch>
                        <a:fillRect/>
                      </a:stretch>
                    </p:blipFill>
                    <p:spPr>
                      <a:xfrm>
                        <a:off x="152400" y="3870325"/>
                        <a:ext cx="8105775" cy="15398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650"/>
                                        </p:tgtEl>
                                        <p:attrNameLst>
                                          <p:attrName>style.visibility</p:attrName>
                                        </p:attrNameLst>
                                      </p:cBhvr>
                                      <p:to>
                                        <p:strVal val="visible"/>
                                      </p:to>
                                    </p:set>
                                    <p:animEffect transition="in" filter="wipe(left)">
                                      <p:cBhvr>
                                        <p:cTn id="7" dur="500"/>
                                        <p:tgtEl>
                                          <p:spTgt spid="276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7651"/>
                                        </p:tgtEl>
                                        <p:attrNameLst>
                                          <p:attrName>style.visibility</p:attrName>
                                        </p:attrNameLst>
                                      </p:cBhvr>
                                      <p:to>
                                        <p:strVal val="visible"/>
                                      </p:to>
                                    </p:set>
                                    <p:animEffect transition="in" filter="wipe(left)">
                                      <p:cBhvr>
                                        <p:cTn id="12" dur="500"/>
                                        <p:tgtEl>
                                          <p:spTgt spid="276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7652"/>
                                        </p:tgtEl>
                                        <p:attrNameLst>
                                          <p:attrName>style.visibility</p:attrName>
                                        </p:attrNameLst>
                                      </p:cBhvr>
                                      <p:to>
                                        <p:strVal val="visible"/>
                                      </p:to>
                                    </p:set>
                                    <p:animEffect transition="in" filter="wipe(left)">
                                      <p:cBhvr>
                                        <p:cTn id="17" dur="500"/>
                                        <p:tgtEl>
                                          <p:spTgt spid="276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7653"/>
                                        </p:tgtEl>
                                        <p:attrNameLst>
                                          <p:attrName>style.visibility</p:attrName>
                                        </p:attrNameLst>
                                      </p:cBhvr>
                                      <p:to>
                                        <p:strVal val="visible"/>
                                      </p:to>
                                    </p:set>
                                    <p:animEffect transition="in" filter="wipe(up)">
                                      <p:cBhvr>
                                        <p:cTn id="22" dur="500"/>
                                        <p:tgtEl>
                                          <p:spTgt spid="27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0242"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graphicFrame>
        <p:nvGraphicFramePr>
          <p:cNvPr id="18438" name="Object 6"/>
          <p:cNvGraphicFramePr>
            <a:graphicFrameLocks noChangeAspect="1"/>
          </p:cNvGraphicFramePr>
          <p:nvPr/>
        </p:nvGraphicFramePr>
        <p:xfrm>
          <a:off x="444500" y="50800"/>
          <a:ext cx="7175500" cy="2006600"/>
        </p:xfrm>
        <a:graphic>
          <a:graphicData uri="http://schemas.openxmlformats.org/presentationml/2006/ole">
            <mc:AlternateContent xmlns:mc="http://schemas.openxmlformats.org/markup-compatibility/2006">
              <mc:Choice xmlns:v="urn:schemas-microsoft-com:vml" Requires="v">
                <p:oleObj spid="_x0000_s9281" name="" r:id="rId1" imgW="3441700" imgH="1104900" progId="Equation.DSMT4">
                  <p:embed/>
                </p:oleObj>
              </mc:Choice>
              <mc:Fallback>
                <p:oleObj name="" r:id="rId1" imgW="3441700" imgH="1104900" progId="Equation.DSMT4">
                  <p:embed/>
                  <p:pic>
                    <p:nvPicPr>
                      <p:cNvPr id="0" name="图片 3094"/>
                      <p:cNvPicPr/>
                      <p:nvPr/>
                    </p:nvPicPr>
                    <p:blipFill>
                      <a:blip r:embed="rId2"/>
                      <a:stretch>
                        <a:fillRect/>
                      </a:stretch>
                    </p:blipFill>
                    <p:spPr>
                      <a:xfrm>
                        <a:off x="444500" y="50800"/>
                        <a:ext cx="7175500" cy="2006600"/>
                      </a:xfrm>
                      <a:prstGeom prst="rect">
                        <a:avLst/>
                      </a:prstGeom>
                      <a:noFill/>
                      <a:ln w="38100">
                        <a:noFill/>
                        <a:miter/>
                      </a:ln>
                    </p:spPr>
                  </p:pic>
                </p:oleObj>
              </mc:Fallback>
            </mc:AlternateContent>
          </a:graphicData>
        </a:graphic>
      </p:graphicFrame>
      <p:graphicFrame>
        <p:nvGraphicFramePr>
          <p:cNvPr id="18439" name="Object 7"/>
          <p:cNvGraphicFramePr>
            <a:graphicFrameLocks noChangeAspect="1"/>
          </p:cNvGraphicFramePr>
          <p:nvPr/>
        </p:nvGraphicFramePr>
        <p:xfrm>
          <a:off x="765175" y="2057400"/>
          <a:ext cx="6537325" cy="1274763"/>
        </p:xfrm>
        <a:graphic>
          <a:graphicData uri="http://schemas.openxmlformats.org/presentationml/2006/ole">
            <mc:AlternateContent xmlns:mc="http://schemas.openxmlformats.org/markup-compatibility/2006">
              <mc:Choice xmlns:v="urn:schemas-microsoft-com:vml" Requires="v">
                <p:oleObj spid="_x0000_s9282" name="" r:id="rId3" imgW="3060700" imgH="660400" progId="Equation.DSMT4">
                  <p:embed/>
                </p:oleObj>
              </mc:Choice>
              <mc:Fallback>
                <p:oleObj name="" r:id="rId3" imgW="3060700" imgH="660400" progId="Equation.DSMT4">
                  <p:embed/>
                  <p:pic>
                    <p:nvPicPr>
                      <p:cNvPr id="0" name="图片 3105"/>
                      <p:cNvPicPr/>
                      <p:nvPr/>
                    </p:nvPicPr>
                    <p:blipFill>
                      <a:blip r:embed="rId4"/>
                      <a:stretch>
                        <a:fillRect/>
                      </a:stretch>
                    </p:blipFill>
                    <p:spPr>
                      <a:xfrm>
                        <a:off x="765175" y="2057400"/>
                        <a:ext cx="6537325" cy="1274763"/>
                      </a:xfrm>
                      <a:prstGeom prst="rect">
                        <a:avLst/>
                      </a:prstGeom>
                      <a:noFill/>
                      <a:ln w="38100">
                        <a:noFill/>
                        <a:miter/>
                      </a:ln>
                    </p:spPr>
                  </p:pic>
                </p:oleObj>
              </mc:Fallback>
            </mc:AlternateContent>
          </a:graphicData>
        </a:graphic>
      </p:graphicFrame>
      <p:graphicFrame>
        <p:nvGraphicFramePr>
          <p:cNvPr id="18440" name="Object 8"/>
          <p:cNvGraphicFramePr>
            <a:graphicFrameLocks noChangeAspect="1"/>
          </p:cNvGraphicFramePr>
          <p:nvPr/>
        </p:nvGraphicFramePr>
        <p:xfrm>
          <a:off x="1981200" y="3452813"/>
          <a:ext cx="2982913" cy="890587"/>
        </p:xfrm>
        <a:graphic>
          <a:graphicData uri="http://schemas.openxmlformats.org/presentationml/2006/ole">
            <mc:AlternateContent xmlns:mc="http://schemas.openxmlformats.org/markup-compatibility/2006">
              <mc:Choice xmlns:v="urn:schemas-microsoft-com:vml" Requires="v">
                <p:oleObj spid="_x0000_s9283" name="" r:id="rId5" imgW="1307465" imgH="431800" progId="Equation.DSMT4">
                  <p:embed/>
                </p:oleObj>
              </mc:Choice>
              <mc:Fallback>
                <p:oleObj name="" r:id="rId5" imgW="1307465" imgH="431800" progId="Equation.DSMT4">
                  <p:embed/>
                  <p:pic>
                    <p:nvPicPr>
                      <p:cNvPr id="0" name="图片 3096"/>
                      <p:cNvPicPr/>
                      <p:nvPr/>
                    </p:nvPicPr>
                    <p:blipFill>
                      <a:blip r:embed="rId6"/>
                      <a:stretch>
                        <a:fillRect/>
                      </a:stretch>
                    </p:blipFill>
                    <p:spPr>
                      <a:xfrm>
                        <a:off x="1981200" y="3452813"/>
                        <a:ext cx="2982913" cy="890587"/>
                      </a:xfrm>
                      <a:prstGeom prst="rect">
                        <a:avLst/>
                      </a:prstGeom>
                      <a:noFill/>
                      <a:ln w="38100">
                        <a:noFill/>
                        <a:miter/>
                      </a:ln>
                    </p:spPr>
                  </p:pic>
                </p:oleObj>
              </mc:Fallback>
            </mc:AlternateContent>
          </a:graphicData>
        </a:graphic>
      </p:graphicFrame>
      <p:graphicFrame>
        <p:nvGraphicFramePr>
          <p:cNvPr id="18442" name="Object 10"/>
          <p:cNvGraphicFramePr>
            <a:graphicFrameLocks noChangeAspect="1"/>
          </p:cNvGraphicFramePr>
          <p:nvPr/>
        </p:nvGraphicFramePr>
        <p:xfrm>
          <a:off x="593725" y="4419600"/>
          <a:ext cx="6424613" cy="431800"/>
        </p:xfrm>
        <a:graphic>
          <a:graphicData uri="http://schemas.openxmlformats.org/presentationml/2006/ole">
            <mc:AlternateContent xmlns:mc="http://schemas.openxmlformats.org/markup-compatibility/2006">
              <mc:Choice xmlns:v="urn:schemas-microsoft-com:vml" Requires="v">
                <p:oleObj spid="_x0000_s9284" name="" r:id="rId7" imgW="2908300" imgH="215900" progId="Equation.DSMT4">
                  <p:embed/>
                </p:oleObj>
              </mc:Choice>
              <mc:Fallback>
                <p:oleObj name="" r:id="rId7" imgW="2908300" imgH="215900" progId="Equation.DSMT4">
                  <p:embed/>
                  <p:pic>
                    <p:nvPicPr>
                      <p:cNvPr id="0" name="图片 3093"/>
                      <p:cNvPicPr/>
                      <p:nvPr/>
                    </p:nvPicPr>
                    <p:blipFill>
                      <a:blip r:embed="rId8"/>
                      <a:stretch>
                        <a:fillRect/>
                      </a:stretch>
                    </p:blipFill>
                    <p:spPr>
                      <a:xfrm>
                        <a:off x="593725" y="4419600"/>
                        <a:ext cx="6424613" cy="431800"/>
                      </a:xfrm>
                      <a:prstGeom prst="rect">
                        <a:avLst/>
                      </a:prstGeom>
                      <a:noFill/>
                      <a:ln w="38100">
                        <a:noFill/>
                        <a:miter/>
                      </a:ln>
                    </p:spPr>
                  </p:pic>
                </p:oleObj>
              </mc:Fallback>
            </mc:AlternateContent>
          </a:graphicData>
        </a:graphic>
      </p:graphicFrame>
      <p:graphicFrame>
        <p:nvGraphicFramePr>
          <p:cNvPr id="18443" name="Object 11"/>
          <p:cNvGraphicFramePr>
            <a:graphicFrameLocks noChangeAspect="1"/>
          </p:cNvGraphicFramePr>
          <p:nvPr/>
        </p:nvGraphicFramePr>
        <p:xfrm>
          <a:off x="838200" y="4876800"/>
          <a:ext cx="7315200" cy="871538"/>
        </p:xfrm>
        <a:graphic>
          <a:graphicData uri="http://schemas.openxmlformats.org/presentationml/2006/ole">
            <mc:AlternateContent xmlns:mc="http://schemas.openxmlformats.org/markup-compatibility/2006">
              <mc:Choice xmlns:v="urn:schemas-microsoft-com:vml" Requires="v">
                <p:oleObj spid="_x0000_s9285" name="" r:id="rId9" imgW="3276600" imgH="431800" progId="Equation.DSMT4">
                  <p:embed/>
                </p:oleObj>
              </mc:Choice>
              <mc:Fallback>
                <p:oleObj name="" r:id="rId9" imgW="3276600" imgH="431800" progId="Equation.DSMT4">
                  <p:embed/>
                  <p:pic>
                    <p:nvPicPr>
                      <p:cNvPr id="0" name="图片 3103"/>
                      <p:cNvPicPr/>
                      <p:nvPr/>
                    </p:nvPicPr>
                    <p:blipFill>
                      <a:blip r:embed="rId10"/>
                      <a:stretch>
                        <a:fillRect/>
                      </a:stretch>
                    </p:blipFill>
                    <p:spPr>
                      <a:xfrm>
                        <a:off x="838200" y="4876800"/>
                        <a:ext cx="7315200" cy="8715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8438"/>
                                        </p:tgtEl>
                                        <p:attrNameLst>
                                          <p:attrName>style.visibility</p:attrName>
                                        </p:attrNameLst>
                                      </p:cBhvr>
                                      <p:to>
                                        <p:strVal val="visible"/>
                                      </p:to>
                                    </p:set>
                                    <p:animEffect transition="in" filter="wipe(up)">
                                      <p:cBhvr>
                                        <p:cTn id="7" dur="500"/>
                                        <p:tgtEl>
                                          <p:spTgt spid="184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439"/>
                                        </p:tgtEl>
                                        <p:attrNameLst>
                                          <p:attrName>style.visibility</p:attrName>
                                        </p:attrNameLst>
                                      </p:cBhvr>
                                      <p:to>
                                        <p:strVal val="visible"/>
                                      </p:to>
                                    </p:set>
                                    <p:animEffect transition="in" filter="wipe(left)">
                                      <p:cBhvr>
                                        <p:cTn id="12" dur="500"/>
                                        <p:tgtEl>
                                          <p:spTgt spid="18439"/>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8440"/>
                                        </p:tgtEl>
                                        <p:attrNameLst>
                                          <p:attrName>style.visibility</p:attrName>
                                        </p:attrNameLst>
                                      </p:cBhvr>
                                      <p:to>
                                        <p:strVal val="visible"/>
                                      </p:to>
                                    </p:set>
                                    <p:animEffect transition="in" filter="wipe(left)">
                                      <p:cBhvr>
                                        <p:cTn id="16" dur="500"/>
                                        <p:tgtEl>
                                          <p:spTgt spid="1844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8442"/>
                                        </p:tgtEl>
                                        <p:attrNameLst>
                                          <p:attrName>style.visibility</p:attrName>
                                        </p:attrNameLst>
                                      </p:cBhvr>
                                      <p:to>
                                        <p:strVal val="visible"/>
                                      </p:to>
                                    </p:set>
                                    <p:animEffect transition="in" filter="wipe(left)">
                                      <p:cBhvr>
                                        <p:cTn id="21" dur="500"/>
                                        <p:tgtEl>
                                          <p:spTgt spid="1844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8443"/>
                                        </p:tgtEl>
                                        <p:attrNameLst>
                                          <p:attrName>style.visibility</p:attrName>
                                        </p:attrNameLst>
                                      </p:cBhvr>
                                      <p:to>
                                        <p:strVal val="visible"/>
                                      </p:to>
                                    </p:set>
                                    <p:animEffect transition="in" filter="wipe(left)">
                                      <p:cBhvr>
                                        <p:cTn id="26" dur="500"/>
                                        <p:tgtEl>
                                          <p:spTgt spid="184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1266" name="TextBox 3"/>
          <p:cNvSpPr txBox="1"/>
          <p:nvPr/>
        </p:nvSpPr>
        <p:spPr>
          <a:xfrm>
            <a:off x="539750" y="381000"/>
            <a:ext cx="7097713"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solidFill>
                  <a:srgbClr val="00B0F0"/>
                </a:solidFill>
                <a:latin typeface="仿宋" panose="02010609060101010101" pitchFamily="49" charset="-122"/>
                <a:ea typeface="仿宋" panose="02010609060101010101" pitchFamily="49" charset="-122"/>
              </a:rPr>
              <a:t>例</a:t>
            </a:r>
            <a:r>
              <a:rPr lang="en-US" altLang="zh-CN" sz="2400" b="1" dirty="0">
                <a:solidFill>
                  <a:srgbClr val="00B0F0"/>
                </a:solidFill>
                <a:latin typeface="Times New Roman" panose="02020603050405020304" pitchFamily="18" charset="0"/>
                <a:ea typeface="仿宋" panose="02010609060101010101" pitchFamily="49" charset="-122"/>
              </a:rPr>
              <a:t>3.1.1</a:t>
            </a:r>
            <a:r>
              <a:rPr lang="en-US" altLang="zh-CN" sz="2400" b="1" dirty="0">
                <a:solidFill>
                  <a:srgbClr val="00B0F0"/>
                </a:solidFill>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求同余方程                  的解。</a:t>
            </a:r>
            <a:endParaRPr lang="zh-CN" altLang="en-US" sz="2400" b="1" dirty="0">
              <a:latin typeface="仿宋" panose="02010609060101010101" pitchFamily="49" charset="-122"/>
              <a:ea typeface="仿宋" panose="02010609060101010101" pitchFamily="49" charset="-122"/>
            </a:endParaRPr>
          </a:p>
        </p:txBody>
      </p:sp>
      <p:sp>
        <p:nvSpPr>
          <p:cNvPr id="11267" name="TextBox 4"/>
          <p:cNvSpPr txBox="1"/>
          <p:nvPr/>
        </p:nvSpPr>
        <p:spPr>
          <a:xfrm>
            <a:off x="533400" y="1308100"/>
            <a:ext cx="728345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仿宋" panose="02010609060101010101" pitchFamily="49" charset="-122"/>
                <a:ea typeface="仿宋" panose="02010609060101010101" pitchFamily="49" charset="-122"/>
              </a:rPr>
              <a:t>解：</a:t>
            </a:r>
            <a:r>
              <a:rPr lang="zh-CN" altLang="en-US" sz="2400" b="1" dirty="0">
                <a:solidFill>
                  <a:srgbClr val="00B0F0"/>
                </a:solidFill>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因此该方程有解。计算</a:t>
            </a:r>
            <a:endParaRPr lang="zh-CN" altLang="en-US" sz="2400" b="1" dirty="0">
              <a:latin typeface="仿宋" panose="02010609060101010101" pitchFamily="49" charset="-122"/>
              <a:ea typeface="仿宋" panose="02010609060101010101" pitchFamily="49" charset="-122"/>
            </a:endParaRPr>
          </a:p>
        </p:txBody>
      </p:sp>
      <p:sp>
        <p:nvSpPr>
          <p:cNvPr id="11268" name="Rectangle 2"/>
          <p:cNvSpPr/>
          <p:nvPr/>
        </p:nvSpPr>
        <p:spPr>
          <a:xfrm>
            <a:off x="0" y="-184150"/>
            <a:ext cx="1841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11269" name="TextBox 7"/>
          <p:cNvSpPr txBox="1"/>
          <p:nvPr/>
        </p:nvSpPr>
        <p:spPr>
          <a:xfrm>
            <a:off x="546100" y="2774950"/>
            <a:ext cx="7786688" cy="8302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仿宋" panose="02010609060101010101" pitchFamily="49" charset="-122"/>
                <a:ea typeface="仿宋" panose="02010609060101010101" pitchFamily="49" charset="-122"/>
              </a:rPr>
              <a:t>考虑同余方程                的解。由于         的逆元为</a:t>
            </a:r>
            <a:r>
              <a:rPr lang="en-US" altLang="zh-CN" sz="2400" b="1" dirty="0">
                <a:latin typeface="仿宋" panose="02010609060101010101" pitchFamily="49" charset="-122"/>
                <a:ea typeface="仿宋" panose="02010609060101010101" pitchFamily="49" charset="-122"/>
              </a:rPr>
              <a:t>2</a:t>
            </a:r>
            <a:r>
              <a:rPr lang="zh-CN" altLang="en-US" sz="2400" b="1" dirty="0">
                <a:latin typeface="仿宋" panose="02010609060101010101" pitchFamily="49" charset="-122"/>
                <a:ea typeface="仿宋" panose="02010609060101010101" pitchFamily="49" charset="-122"/>
              </a:rPr>
              <a:t>，所以该方程的解为       。</a:t>
            </a:r>
            <a:endParaRPr lang="zh-CN" altLang="en-US" sz="2400" b="1" dirty="0">
              <a:latin typeface="仿宋" panose="02010609060101010101" pitchFamily="49" charset="-122"/>
              <a:ea typeface="仿宋" panose="02010609060101010101" pitchFamily="49" charset="-122"/>
            </a:endParaRPr>
          </a:p>
        </p:txBody>
      </p:sp>
      <p:sp>
        <p:nvSpPr>
          <p:cNvPr id="11270" name="TextBox 8"/>
          <p:cNvSpPr txBox="1"/>
          <p:nvPr/>
        </p:nvSpPr>
        <p:spPr>
          <a:xfrm>
            <a:off x="546100" y="3810000"/>
            <a:ext cx="4714875"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仿宋" panose="02010609060101010101" pitchFamily="49" charset="-122"/>
                <a:ea typeface="仿宋" panose="02010609060101010101" pitchFamily="49" charset="-122"/>
              </a:rPr>
              <a:t>通过定理</a:t>
            </a:r>
            <a:r>
              <a:rPr lang="en-US" altLang="zh-CN" sz="2400" b="1" dirty="0">
                <a:latin typeface="Times New Roman" panose="02020603050405020304" pitchFamily="18" charset="0"/>
                <a:ea typeface="仿宋" panose="02010609060101010101" pitchFamily="49" charset="-122"/>
              </a:rPr>
              <a:t>3.1.1</a:t>
            </a:r>
            <a:r>
              <a:rPr lang="zh-CN" altLang="en-US" sz="2400" b="1" dirty="0">
                <a:latin typeface="仿宋" panose="02010609060101010101" pitchFamily="49" charset="-122"/>
                <a:ea typeface="仿宋" panose="02010609060101010101" pitchFamily="49" charset="-122"/>
              </a:rPr>
              <a:t>的证明过程可知</a:t>
            </a:r>
            <a:endParaRPr lang="zh-CN" altLang="en-US" sz="2400" b="1" dirty="0">
              <a:latin typeface="仿宋" panose="02010609060101010101" pitchFamily="49" charset="-122"/>
              <a:ea typeface="仿宋" panose="02010609060101010101" pitchFamily="49" charset="-122"/>
            </a:endParaRPr>
          </a:p>
        </p:txBody>
      </p:sp>
      <p:sp>
        <p:nvSpPr>
          <p:cNvPr id="11271" name="Rectangle 4"/>
          <p:cNvSpPr/>
          <p:nvPr/>
        </p:nvSpPr>
        <p:spPr>
          <a:xfrm>
            <a:off x="0" y="-184150"/>
            <a:ext cx="1841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11272" name="TextBox 11"/>
          <p:cNvSpPr txBox="1"/>
          <p:nvPr/>
        </p:nvSpPr>
        <p:spPr>
          <a:xfrm>
            <a:off x="546100" y="4872038"/>
            <a:ext cx="7786688" cy="4619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仿宋" panose="02010609060101010101" pitchFamily="49" charset="-122"/>
                <a:ea typeface="仿宋" panose="02010609060101010101" pitchFamily="49" charset="-122"/>
              </a:rPr>
              <a:t>是同余方程                  的全部解，即</a:t>
            </a:r>
            <a:r>
              <a:rPr lang="en-US" altLang="zh-CN" sz="2400" b="1" dirty="0">
                <a:latin typeface="Times New Roman" panose="02020603050405020304" pitchFamily="18" charset="0"/>
                <a:ea typeface="仿宋" panose="02010609060101010101" pitchFamily="49" charset="-122"/>
              </a:rPr>
              <a:t>8</a:t>
            </a:r>
            <a:r>
              <a:rPr lang="zh-CN" altLang="en-US" sz="2400" b="1" dirty="0">
                <a:latin typeface="Times New Roman" panose="02020603050405020304" pitchFamily="18" charset="0"/>
                <a:ea typeface="仿宋" panose="02010609060101010101" pitchFamily="49" charset="-122"/>
              </a:rPr>
              <a:t>，</a:t>
            </a:r>
            <a:r>
              <a:rPr lang="en-US" altLang="zh-CN" sz="2400" b="1" dirty="0">
                <a:latin typeface="Times New Roman" panose="02020603050405020304" pitchFamily="18" charset="0"/>
                <a:ea typeface="仿宋" panose="02010609060101010101" pitchFamily="49" charset="-122"/>
              </a:rPr>
              <a:t>13</a:t>
            </a:r>
            <a:r>
              <a:rPr lang="zh-CN" altLang="en-US" sz="2400" b="1" dirty="0">
                <a:latin typeface="Times New Roman" panose="02020603050405020304" pitchFamily="18" charset="0"/>
                <a:ea typeface="仿宋" panose="02010609060101010101" pitchFamily="49" charset="-122"/>
              </a:rPr>
              <a:t>，</a:t>
            </a:r>
            <a:r>
              <a:rPr lang="en-US" altLang="zh-CN" sz="2400" b="1" dirty="0">
                <a:latin typeface="Times New Roman" panose="02020603050405020304" pitchFamily="18" charset="0"/>
                <a:ea typeface="仿宋" panose="02010609060101010101" pitchFamily="49" charset="-122"/>
              </a:rPr>
              <a:t>3</a:t>
            </a:r>
            <a:r>
              <a:rPr lang="zh-CN" altLang="en-US" sz="2400" b="1" dirty="0">
                <a:latin typeface="仿宋" panose="02010609060101010101" pitchFamily="49" charset="-122"/>
                <a:ea typeface="仿宋" panose="02010609060101010101" pitchFamily="49" charset="-122"/>
              </a:rPr>
              <a:t>。</a:t>
            </a:r>
            <a:endParaRPr lang="zh-CN" altLang="en-US" sz="2400" b="1" dirty="0">
              <a:latin typeface="仿宋" panose="02010609060101010101" pitchFamily="49" charset="-122"/>
              <a:ea typeface="仿宋" panose="02010609060101010101" pitchFamily="49" charset="-122"/>
            </a:endParaRPr>
          </a:p>
        </p:txBody>
      </p:sp>
      <p:sp>
        <p:nvSpPr>
          <p:cNvPr id="11273"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graphicFrame>
        <p:nvGraphicFramePr>
          <p:cNvPr id="2" name="对象 1"/>
          <p:cNvGraphicFramePr>
            <a:graphicFrameLocks noChangeAspect="1"/>
          </p:cNvGraphicFramePr>
          <p:nvPr/>
        </p:nvGraphicFramePr>
        <p:xfrm>
          <a:off x="1116013" y="1357313"/>
          <a:ext cx="3065462" cy="430212"/>
        </p:xfrm>
        <a:graphic>
          <a:graphicData uri="http://schemas.openxmlformats.org/presentationml/2006/ole">
            <mc:AlternateContent xmlns:mc="http://schemas.openxmlformats.org/markup-compatibility/2006">
              <mc:Choice xmlns:v="urn:schemas-microsoft-com:vml" Requires="v">
                <p:oleObj spid="_x0000_s10341" name="" r:id="rId1" imgW="1295400" imgH="203200" progId="Equation.DSMT4">
                  <p:embed/>
                </p:oleObj>
              </mc:Choice>
              <mc:Fallback>
                <p:oleObj name="" r:id="rId1" imgW="1295400" imgH="203200" progId="Equation.DSMT4">
                  <p:embed/>
                  <p:pic>
                    <p:nvPicPr>
                      <p:cNvPr id="0" name="图片 3106"/>
                      <p:cNvPicPr/>
                      <p:nvPr/>
                    </p:nvPicPr>
                    <p:blipFill>
                      <a:blip r:embed="rId2"/>
                      <a:stretch>
                        <a:fillRect/>
                      </a:stretch>
                    </p:blipFill>
                    <p:spPr>
                      <a:xfrm>
                        <a:off x="1116013" y="1357313"/>
                        <a:ext cx="3065462" cy="430212"/>
                      </a:xfrm>
                      <a:prstGeom prst="rect">
                        <a:avLst/>
                      </a:prstGeom>
                      <a:noFill/>
                      <a:ln w="38100">
                        <a:noFill/>
                        <a:miter/>
                      </a:ln>
                    </p:spPr>
                  </p:pic>
                </p:oleObj>
              </mc:Fallback>
            </mc:AlternateContent>
          </a:graphicData>
        </a:graphic>
      </p:graphicFrame>
      <p:graphicFrame>
        <p:nvGraphicFramePr>
          <p:cNvPr id="11275" name="对象 2"/>
          <p:cNvGraphicFramePr>
            <a:graphicFrameLocks noChangeAspect="1"/>
          </p:cNvGraphicFramePr>
          <p:nvPr/>
        </p:nvGraphicFramePr>
        <p:xfrm>
          <a:off x="3332163" y="457200"/>
          <a:ext cx="2763837" cy="430213"/>
        </p:xfrm>
        <a:graphic>
          <a:graphicData uri="http://schemas.openxmlformats.org/presentationml/2006/ole">
            <mc:AlternateContent xmlns:mc="http://schemas.openxmlformats.org/markup-compatibility/2006">
              <mc:Choice xmlns:v="urn:schemas-microsoft-com:vml" Requires="v">
                <p:oleObj spid="_x0000_s10342" name="" r:id="rId3" imgW="1167765" imgH="203200" progId="Equation.DSMT4">
                  <p:embed/>
                </p:oleObj>
              </mc:Choice>
              <mc:Fallback>
                <p:oleObj name="" r:id="rId3" imgW="1167765" imgH="203200" progId="Equation.DSMT4">
                  <p:embed/>
                  <p:pic>
                    <p:nvPicPr>
                      <p:cNvPr id="0" name="图片 3107"/>
                      <p:cNvPicPr/>
                      <p:nvPr/>
                    </p:nvPicPr>
                    <p:blipFill>
                      <a:blip r:embed="rId4"/>
                      <a:stretch>
                        <a:fillRect/>
                      </a:stretch>
                    </p:blipFill>
                    <p:spPr>
                      <a:xfrm>
                        <a:off x="3332163" y="457200"/>
                        <a:ext cx="2763837" cy="430213"/>
                      </a:xfrm>
                      <a:prstGeom prst="rect">
                        <a:avLst/>
                      </a:prstGeom>
                      <a:noFill/>
                      <a:ln w="38100">
                        <a:noFill/>
                        <a:miter/>
                      </a:ln>
                    </p:spPr>
                  </p:pic>
                </p:oleObj>
              </mc:Fallback>
            </mc:AlternateContent>
          </a:graphicData>
        </a:graphic>
      </p:graphicFrame>
      <p:graphicFrame>
        <p:nvGraphicFramePr>
          <p:cNvPr id="4" name="对象 3"/>
          <p:cNvGraphicFramePr>
            <a:graphicFrameLocks noChangeAspect="1"/>
          </p:cNvGraphicFramePr>
          <p:nvPr/>
        </p:nvGraphicFramePr>
        <p:xfrm>
          <a:off x="2514600" y="2846388"/>
          <a:ext cx="2403475" cy="430212"/>
        </p:xfrm>
        <a:graphic>
          <a:graphicData uri="http://schemas.openxmlformats.org/presentationml/2006/ole">
            <mc:AlternateContent xmlns:mc="http://schemas.openxmlformats.org/markup-compatibility/2006">
              <mc:Choice xmlns:v="urn:schemas-microsoft-com:vml" Requires="v">
                <p:oleObj spid="_x0000_s10343" name="" r:id="rId5" imgW="1016000" imgH="203200" progId="Equation.DSMT4">
                  <p:embed/>
                </p:oleObj>
              </mc:Choice>
              <mc:Fallback>
                <p:oleObj name="" r:id="rId5" imgW="1016000" imgH="203200" progId="Equation.DSMT4">
                  <p:embed/>
                  <p:pic>
                    <p:nvPicPr>
                      <p:cNvPr id="0" name="图片 3110"/>
                      <p:cNvPicPr/>
                      <p:nvPr/>
                    </p:nvPicPr>
                    <p:blipFill>
                      <a:blip r:embed="rId6"/>
                      <a:stretch>
                        <a:fillRect/>
                      </a:stretch>
                    </p:blipFill>
                    <p:spPr>
                      <a:xfrm>
                        <a:off x="2514600" y="2846388"/>
                        <a:ext cx="2403475" cy="430212"/>
                      </a:xfrm>
                      <a:prstGeom prst="rect">
                        <a:avLst/>
                      </a:prstGeom>
                      <a:noFill/>
                      <a:ln w="38100">
                        <a:noFill/>
                        <a:miter/>
                      </a:ln>
                    </p:spPr>
                  </p:pic>
                </p:oleObj>
              </mc:Fallback>
            </mc:AlternateContent>
          </a:graphicData>
        </a:graphic>
      </p:graphicFrame>
      <p:graphicFrame>
        <p:nvGraphicFramePr>
          <p:cNvPr id="5" name="对象 4"/>
          <p:cNvGraphicFramePr>
            <a:graphicFrameLocks noChangeAspect="1"/>
          </p:cNvGraphicFramePr>
          <p:nvPr/>
        </p:nvGraphicFramePr>
        <p:xfrm>
          <a:off x="6410325" y="2813050"/>
          <a:ext cx="1441450" cy="430213"/>
        </p:xfrm>
        <a:graphic>
          <a:graphicData uri="http://schemas.openxmlformats.org/presentationml/2006/ole">
            <mc:AlternateContent xmlns:mc="http://schemas.openxmlformats.org/markup-compatibility/2006">
              <mc:Choice xmlns:v="urn:schemas-microsoft-com:vml" Requires="v">
                <p:oleObj spid="_x0000_s10344" name="" r:id="rId7" imgW="609600" imgH="203200" progId="Equation.DSMT4">
                  <p:embed/>
                </p:oleObj>
              </mc:Choice>
              <mc:Fallback>
                <p:oleObj name="" r:id="rId7" imgW="609600" imgH="203200" progId="Equation.DSMT4">
                  <p:embed/>
                  <p:pic>
                    <p:nvPicPr>
                      <p:cNvPr id="0" name="图片 3111"/>
                      <p:cNvPicPr/>
                      <p:nvPr/>
                    </p:nvPicPr>
                    <p:blipFill>
                      <a:blip r:embed="rId8"/>
                      <a:stretch>
                        <a:fillRect/>
                      </a:stretch>
                    </p:blipFill>
                    <p:spPr>
                      <a:xfrm>
                        <a:off x="6410325" y="2813050"/>
                        <a:ext cx="1441450" cy="430213"/>
                      </a:xfrm>
                      <a:prstGeom prst="rect">
                        <a:avLst/>
                      </a:prstGeom>
                      <a:noFill/>
                      <a:ln w="38100">
                        <a:noFill/>
                        <a:miter/>
                      </a:ln>
                    </p:spPr>
                  </p:pic>
                </p:oleObj>
              </mc:Fallback>
            </mc:AlternateContent>
          </a:graphicData>
        </a:graphic>
      </p:graphicFrame>
      <p:graphicFrame>
        <p:nvGraphicFramePr>
          <p:cNvPr id="6" name="对象 5"/>
          <p:cNvGraphicFramePr>
            <a:graphicFrameLocks noChangeAspect="1"/>
          </p:cNvGraphicFramePr>
          <p:nvPr/>
        </p:nvGraphicFramePr>
        <p:xfrm>
          <a:off x="4572000" y="3173413"/>
          <a:ext cx="1020763" cy="484187"/>
        </p:xfrm>
        <a:graphic>
          <a:graphicData uri="http://schemas.openxmlformats.org/presentationml/2006/ole">
            <mc:AlternateContent xmlns:mc="http://schemas.openxmlformats.org/markup-compatibility/2006">
              <mc:Choice xmlns:v="urn:schemas-microsoft-com:vml" Requires="v">
                <p:oleObj spid="_x0000_s10345" name="" r:id="rId9" imgW="431800" imgH="228600" progId="Equation.DSMT4">
                  <p:embed/>
                </p:oleObj>
              </mc:Choice>
              <mc:Fallback>
                <p:oleObj name="" r:id="rId9" imgW="431800" imgH="228600" progId="Equation.DSMT4">
                  <p:embed/>
                  <p:pic>
                    <p:nvPicPr>
                      <p:cNvPr id="0" name="图片 3108"/>
                      <p:cNvPicPr/>
                      <p:nvPr/>
                    </p:nvPicPr>
                    <p:blipFill>
                      <a:blip r:embed="rId10"/>
                      <a:stretch>
                        <a:fillRect/>
                      </a:stretch>
                    </p:blipFill>
                    <p:spPr>
                      <a:xfrm>
                        <a:off x="4572000" y="3173413"/>
                        <a:ext cx="1020763" cy="484187"/>
                      </a:xfrm>
                      <a:prstGeom prst="rect">
                        <a:avLst/>
                      </a:prstGeom>
                      <a:noFill/>
                      <a:ln w="38100">
                        <a:noFill/>
                        <a:miter/>
                      </a:ln>
                    </p:spPr>
                  </p:pic>
                </p:oleObj>
              </mc:Fallback>
            </mc:AlternateContent>
          </a:graphicData>
        </a:graphic>
      </p:graphicFrame>
      <p:graphicFrame>
        <p:nvGraphicFramePr>
          <p:cNvPr id="7" name="对象 6"/>
          <p:cNvGraphicFramePr>
            <a:graphicFrameLocks noChangeAspect="1"/>
          </p:cNvGraphicFramePr>
          <p:nvPr/>
        </p:nvGraphicFramePr>
        <p:xfrm>
          <a:off x="914400" y="4341813"/>
          <a:ext cx="7691438" cy="430212"/>
        </p:xfrm>
        <a:graphic>
          <a:graphicData uri="http://schemas.openxmlformats.org/presentationml/2006/ole">
            <mc:AlternateContent xmlns:mc="http://schemas.openxmlformats.org/markup-compatibility/2006">
              <mc:Choice xmlns:v="urn:schemas-microsoft-com:vml" Requires="v">
                <p:oleObj spid="_x0000_s10346" name="" r:id="rId11" imgW="3251200" imgH="203200" progId="Equation.DSMT4">
                  <p:embed/>
                </p:oleObj>
              </mc:Choice>
              <mc:Fallback>
                <p:oleObj name="" r:id="rId11" imgW="3251200" imgH="203200" progId="Equation.DSMT4">
                  <p:embed/>
                  <p:pic>
                    <p:nvPicPr>
                      <p:cNvPr id="0" name="图片 3109"/>
                      <p:cNvPicPr/>
                      <p:nvPr/>
                    </p:nvPicPr>
                    <p:blipFill>
                      <a:blip r:embed="rId12"/>
                      <a:stretch>
                        <a:fillRect/>
                      </a:stretch>
                    </p:blipFill>
                    <p:spPr>
                      <a:xfrm>
                        <a:off x="914400" y="4341813"/>
                        <a:ext cx="7691438" cy="430212"/>
                      </a:xfrm>
                      <a:prstGeom prst="rect">
                        <a:avLst/>
                      </a:prstGeom>
                      <a:noFill/>
                      <a:ln w="38100">
                        <a:noFill/>
                        <a:miter/>
                      </a:ln>
                    </p:spPr>
                  </p:pic>
                </p:oleObj>
              </mc:Fallback>
            </mc:AlternateContent>
          </a:graphicData>
        </a:graphic>
      </p:graphicFrame>
      <p:graphicFrame>
        <p:nvGraphicFramePr>
          <p:cNvPr id="8" name="对象 7"/>
          <p:cNvGraphicFramePr>
            <a:graphicFrameLocks noChangeAspect="1"/>
          </p:cNvGraphicFramePr>
          <p:nvPr/>
        </p:nvGraphicFramePr>
        <p:xfrm>
          <a:off x="2189163" y="4903788"/>
          <a:ext cx="2763837" cy="430212"/>
        </p:xfrm>
        <a:graphic>
          <a:graphicData uri="http://schemas.openxmlformats.org/presentationml/2006/ole">
            <mc:AlternateContent xmlns:mc="http://schemas.openxmlformats.org/markup-compatibility/2006">
              <mc:Choice xmlns:v="urn:schemas-microsoft-com:vml" Requires="v">
                <p:oleObj spid="_x0000_s10347" name="" r:id="rId13" imgW="1167765" imgH="203200" progId="Equation.DSMT4">
                  <p:embed/>
                </p:oleObj>
              </mc:Choice>
              <mc:Fallback>
                <p:oleObj name="" r:id="rId13" imgW="1167765" imgH="203200" progId="Equation.DSMT4">
                  <p:embed/>
                  <p:pic>
                    <p:nvPicPr>
                      <p:cNvPr id="0" name="图片 3112"/>
                      <p:cNvPicPr/>
                      <p:nvPr/>
                    </p:nvPicPr>
                    <p:blipFill>
                      <a:blip r:embed="rId14"/>
                      <a:stretch>
                        <a:fillRect/>
                      </a:stretch>
                    </p:blipFill>
                    <p:spPr>
                      <a:xfrm>
                        <a:off x="2189163" y="4903788"/>
                        <a:ext cx="2763837" cy="430212"/>
                      </a:xfrm>
                      <a:prstGeom prst="rect">
                        <a:avLst/>
                      </a:prstGeom>
                      <a:noFill/>
                      <a:ln w="38100">
                        <a:noFill/>
                        <a:miter/>
                      </a:ln>
                    </p:spPr>
                  </p:pic>
                </p:oleObj>
              </mc:Fallback>
            </mc:AlternateContent>
          </a:graphicData>
        </a:graphic>
      </p:graphicFrame>
      <p:graphicFrame>
        <p:nvGraphicFramePr>
          <p:cNvPr id="9" name="对象 8"/>
          <p:cNvGraphicFramePr>
            <a:graphicFrameLocks noChangeAspect="1"/>
          </p:cNvGraphicFramePr>
          <p:nvPr/>
        </p:nvGraphicFramePr>
        <p:xfrm>
          <a:off x="1295400" y="1960563"/>
          <a:ext cx="5791200" cy="706437"/>
        </p:xfrm>
        <a:graphic>
          <a:graphicData uri="http://schemas.openxmlformats.org/presentationml/2006/ole">
            <mc:AlternateContent xmlns:mc="http://schemas.openxmlformats.org/markup-compatibility/2006">
              <mc:Choice xmlns:v="urn:schemas-microsoft-com:vml" Requires="v">
                <p:oleObj spid="_x0000_s10348" name="" r:id="rId15" imgW="2247900" imgH="406400" progId="Equation.DSMT4">
                  <p:embed/>
                </p:oleObj>
              </mc:Choice>
              <mc:Fallback>
                <p:oleObj name="" r:id="rId15" imgW="2247900" imgH="406400" progId="Equation.DSMT4">
                  <p:embed/>
                  <p:pic>
                    <p:nvPicPr>
                      <p:cNvPr id="0" name="图片 3113"/>
                      <p:cNvPicPr/>
                      <p:nvPr/>
                    </p:nvPicPr>
                    <p:blipFill>
                      <a:blip r:embed="rId16"/>
                      <a:stretch>
                        <a:fillRect/>
                      </a:stretch>
                    </p:blipFill>
                    <p:spPr>
                      <a:xfrm>
                        <a:off x="1295400" y="1960563"/>
                        <a:ext cx="5791200" cy="70643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7"/>
                                        </p:tgtEl>
                                        <p:attrNameLst>
                                          <p:attrName>style.visibility</p:attrName>
                                        </p:attrNameLst>
                                      </p:cBhvr>
                                      <p:to>
                                        <p:strVal val="visible"/>
                                      </p:to>
                                    </p:set>
                                    <p:anim calcmode="lin" valueType="num">
                                      <p:cBhvr additive="base">
                                        <p:cTn id="7" dur="500" fill="hold"/>
                                        <p:tgtEl>
                                          <p:spTgt spid="11267"/>
                                        </p:tgtEl>
                                        <p:attrNameLst>
                                          <p:attrName>ppt_x</p:attrName>
                                        </p:attrNameLst>
                                      </p:cBhvr>
                                      <p:tavLst>
                                        <p:tav tm="0">
                                          <p:val>
                                            <p:strVal val="#ppt_x"/>
                                          </p:val>
                                        </p:tav>
                                        <p:tav tm="100000">
                                          <p:val>
                                            <p:strVal val="#ppt_x"/>
                                          </p:val>
                                        </p:tav>
                                      </p:tavLst>
                                    </p:anim>
                                    <p:anim calcmode="lin" valueType="num">
                                      <p:cBhvr additive="base">
                                        <p:cTn id="8" dur="500" fill="hold"/>
                                        <p:tgtEl>
                                          <p:spTgt spid="1126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1269"/>
                                        </p:tgtEl>
                                        <p:attrNameLst>
                                          <p:attrName>style.visibility</p:attrName>
                                        </p:attrNameLst>
                                      </p:cBhvr>
                                      <p:to>
                                        <p:strVal val="visible"/>
                                      </p:to>
                                    </p:set>
                                    <p:anim calcmode="lin" valueType="num">
                                      <p:cBhvr additive="base">
                                        <p:cTn id="21" dur="500" fill="hold"/>
                                        <p:tgtEl>
                                          <p:spTgt spid="11269"/>
                                        </p:tgtEl>
                                        <p:attrNameLst>
                                          <p:attrName>ppt_x</p:attrName>
                                        </p:attrNameLst>
                                      </p:cBhvr>
                                      <p:tavLst>
                                        <p:tav tm="0">
                                          <p:val>
                                            <p:strVal val="#ppt_x"/>
                                          </p:val>
                                        </p:tav>
                                        <p:tav tm="100000">
                                          <p:val>
                                            <p:strVal val="#ppt_x"/>
                                          </p:val>
                                        </p:tav>
                                      </p:tavLst>
                                    </p:anim>
                                    <p:anim calcmode="lin" valueType="num">
                                      <p:cBhvr additive="base">
                                        <p:cTn id="22" dur="500" fill="hold"/>
                                        <p:tgtEl>
                                          <p:spTgt spid="11269"/>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1270"/>
                                        </p:tgtEl>
                                        <p:attrNameLst>
                                          <p:attrName>style.visibility</p:attrName>
                                        </p:attrNameLst>
                                      </p:cBhvr>
                                      <p:to>
                                        <p:strVal val="visible"/>
                                      </p:to>
                                    </p:set>
                                    <p:anim calcmode="lin" valueType="num">
                                      <p:cBhvr additive="base">
                                        <p:cTn id="39" dur="500" fill="hold"/>
                                        <p:tgtEl>
                                          <p:spTgt spid="11270"/>
                                        </p:tgtEl>
                                        <p:attrNameLst>
                                          <p:attrName>ppt_x</p:attrName>
                                        </p:attrNameLst>
                                      </p:cBhvr>
                                      <p:tavLst>
                                        <p:tav tm="0">
                                          <p:val>
                                            <p:strVal val="#ppt_x"/>
                                          </p:val>
                                        </p:tav>
                                        <p:tav tm="100000">
                                          <p:val>
                                            <p:strVal val="#ppt_x"/>
                                          </p:val>
                                        </p:tav>
                                      </p:tavLst>
                                    </p:anim>
                                    <p:anim calcmode="lin" valueType="num">
                                      <p:cBhvr additive="base">
                                        <p:cTn id="40" dur="500" fill="hold"/>
                                        <p:tgtEl>
                                          <p:spTgt spid="1127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1272"/>
                                        </p:tgtEl>
                                        <p:attrNameLst>
                                          <p:attrName>style.visibility</p:attrName>
                                        </p:attrNameLst>
                                      </p:cBhvr>
                                      <p:to>
                                        <p:strVal val="visible"/>
                                      </p:to>
                                    </p:set>
                                    <p:anim calcmode="lin" valueType="num">
                                      <p:cBhvr additive="base">
                                        <p:cTn id="43" dur="500" fill="hold"/>
                                        <p:tgtEl>
                                          <p:spTgt spid="11272"/>
                                        </p:tgtEl>
                                        <p:attrNameLst>
                                          <p:attrName>ppt_x</p:attrName>
                                        </p:attrNameLst>
                                      </p:cBhvr>
                                      <p:tavLst>
                                        <p:tav tm="0">
                                          <p:val>
                                            <p:strVal val="#ppt_x"/>
                                          </p:val>
                                        </p:tav>
                                        <p:tav tm="100000">
                                          <p:val>
                                            <p:strVal val="#ppt_x"/>
                                          </p:val>
                                        </p:tav>
                                      </p:tavLst>
                                    </p:anim>
                                    <p:anim calcmode="lin" valueType="num">
                                      <p:cBhvr additive="base">
                                        <p:cTn id="44" dur="500" fill="hold"/>
                                        <p:tgtEl>
                                          <p:spTgt spid="11272"/>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additive="base">
                                        <p:cTn id="47" dur="500" fill="hold"/>
                                        <p:tgtEl>
                                          <p:spTgt spid="7"/>
                                        </p:tgtEl>
                                        <p:attrNameLst>
                                          <p:attrName>ppt_x</p:attrName>
                                        </p:attrNameLst>
                                      </p:cBhvr>
                                      <p:tavLst>
                                        <p:tav tm="0">
                                          <p:val>
                                            <p:strVal val="#ppt_x"/>
                                          </p:val>
                                        </p:tav>
                                        <p:tav tm="100000">
                                          <p:val>
                                            <p:strVal val="#ppt_x"/>
                                          </p:val>
                                        </p:tav>
                                      </p:tavLst>
                                    </p:anim>
                                    <p:anim calcmode="lin" valueType="num">
                                      <p:cBhvr additive="base">
                                        <p:cTn id="48" dur="500" fill="hold"/>
                                        <p:tgtEl>
                                          <p:spTgt spid="7"/>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additive="base">
                                        <p:cTn id="51" dur="500" fill="hold"/>
                                        <p:tgtEl>
                                          <p:spTgt spid="8"/>
                                        </p:tgtEl>
                                        <p:attrNameLst>
                                          <p:attrName>ppt_x</p:attrName>
                                        </p:attrNameLst>
                                      </p:cBhvr>
                                      <p:tavLst>
                                        <p:tav tm="0">
                                          <p:val>
                                            <p:strVal val="#ppt_x"/>
                                          </p:val>
                                        </p:tav>
                                        <p:tav tm="100000">
                                          <p:val>
                                            <p:strVal val="#ppt_x"/>
                                          </p:val>
                                        </p:tav>
                                      </p:tavLst>
                                    </p:anim>
                                    <p:anim calcmode="lin" valueType="num">
                                      <p:cBhvr additive="base">
                                        <p:cTn id="5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p:bldP spid="11269" grpId="0"/>
      <p:bldP spid="11270" grpId="0"/>
      <p:bldP spid="1127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2290"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graphicFrame>
        <p:nvGraphicFramePr>
          <p:cNvPr id="25602" name="Object 2"/>
          <p:cNvGraphicFramePr>
            <a:graphicFrameLocks noChangeAspect="1"/>
          </p:cNvGraphicFramePr>
          <p:nvPr/>
        </p:nvGraphicFramePr>
        <p:xfrm>
          <a:off x="428625" y="76200"/>
          <a:ext cx="6789738" cy="457200"/>
        </p:xfrm>
        <a:graphic>
          <a:graphicData uri="http://schemas.openxmlformats.org/presentationml/2006/ole">
            <mc:AlternateContent xmlns:mc="http://schemas.openxmlformats.org/markup-compatibility/2006">
              <mc:Choice xmlns:v="urn:schemas-microsoft-com:vml" Requires="v">
                <p:oleObj spid="_x0000_s11329" name="" r:id="rId1" imgW="2870200" imgH="215900" progId="Equation.DSMT4">
                  <p:embed/>
                </p:oleObj>
              </mc:Choice>
              <mc:Fallback>
                <p:oleObj name="" r:id="rId1" imgW="2870200" imgH="215900" progId="Equation.DSMT4">
                  <p:embed/>
                  <p:pic>
                    <p:nvPicPr>
                      <p:cNvPr id="0" name="图片 3227"/>
                      <p:cNvPicPr/>
                      <p:nvPr/>
                    </p:nvPicPr>
                    <p:blipFill>
                      <a:blip r:embed="rId2"/>
                      <a:stretch>
                        <a:fillRect/>
                      </a:stretch>
                    </p:blipFill>
                    <p:spPr>
                      <a:xfrm>
                        <a:off x="428625" y="76200"/>
                        <a:ext cx="6789738" cy="457200"/>
                      </a:xfrm>
                      <a:prstGeom prst="rect">
                        <a:avLst/>
                      </a:prstGeom>
                      <a:noFill/>
                      <a:ln w="38100">
                        <a:noFill/>
                        <a:miter/>
                      </a:ln>
                    </p:spPr>
                  </p:pic>
                </p:oleObj>
              </mc:Fallback>
            </mc:AlternateContent>
          </a:graphicData>
        </a:graphic>
      </p:graphicFrame>
      <p:graphicFrame>
        <p:nvGraphicFramePr>
          <p:cNvPr id="25603" name="Object 3"/>
          <p:cNvGraphicFramePr>
            <a:graphicFrameLocks noChangeAspect="1"/>
          </p:cNvGraphicFramePr>
          <p:nvPr/>
        </p:nvGraphicFramePr>
        <p:xfrm>
          <a:off x="-15875" y="685800"/>
          <a:ext cx="9340850" cy="457200"/>
        </p:xfrm>
        <a:graphic>
          <a:graphicData uri="http://schemas.openxmlformats.org/presentationml/2006/ole">
            <mc:AlternateContent xmlns:mc="http://schemas.openxmlformats.org/markup-compatibility/2006">
              <mc:Choice xmlns:v="urn:schemas-microsoft-com:vml" Requires="v">
                <p:oleObj spid="_x0000_s11330" name="" r:id="rId3" imgW="3949700" imgH="215900" progId="Equation.DSMT4">
                  <p:embed/>
                </p:oleObj>
              </mc:Choice>
              <mc:Fallback>
                <p:oleObj name="" r:id="rId3" imgW="3949700" imgH="215900" progId="Equation.DSMT4">
                  <p:embed/>
                  <p:pic>
                    <p:nvPicPr>
                      <p:cNvPr id="0" name="图片 3228"/>
                      <p:cNvPicPr/>
                      <p:nvPr/>
                    </p:nvPicPr>
                    <p:blipFill>
                      <a:blip r:embed="rId4"/>
                      <a:stretch>
                        <a:fillRect/>
                      </a:stretch>
                    </p:blipFill>
                    <p:spPr>
                      <a:xfrm>
                        <a:off x="-15875" y="685800"/>
                        <a:ext cx="9340850" cy="457200"/>
                      </a:xfrm>
                      <a:prstGeom prst="rect">
                        <a:avLst/>
                      </a:prstGeom>
                      <a:noFill/>
                      <a:ln w="38100">
                        <a:noFill/>
                        <a:miter/>
                      </a:ln>
                    </p:spPr>
                  </p:pic>
                </p:oleObj>
              </mc:Fallback>
            </mc:AlternateContent>
          </a:graphicData>
        </a:graphic>
      </p:graphicFrame>
      <p:graphicFrame>
        <p:nvGraphicFramePr>
          <p:cNvPr id="25604" name="Object 4"/>
          <p:cNvGraphicFramePr>
            <a:graphicFrameLocks noChangeAspect="1"/>
          </p:cNvGraphicFramePr>
          <p:nvPr/>
        </p:nvGraphicFramePr>
        <p:xfrm>
          <a:off x="501492" y="1244600"/>
          <a:ext cx="7421880" cy="965200"/>
        </p:xfrm>
        <a:graphic>
          <a:graphicData uri="http://schemas.openxmlformats.org/presentationml/2006/ole">
            <mc:AlternateContent xmlns:mc="http://schemas.openxmlformats.org/markup-compatibility/2006">
              <mc:Choice xmlns:v="urn:schemas-microsoft-com:vml" Requires="v">
                <p:oleObj spid="_x0000_s11331" name="" r:id="rId5" imgW="3136900" imgH="457200" progId="Equation.DSMT4">
                  <p:embed/>
                </p:oleObj>
              </mc:Choice>
              <mc:Fallback>
                <p:oleObj name="" r:id="rId5" imgW="3136900" imgH="457200" progId="Equation.DSMT4">
                  <p:embed/>
                  <p:pic>
                    <p:nvPicPr>
                      <p:cNvPr id="0" name="图片 3223"/>
                      <p:cNvPicPr/>
                      <p:nvPr/>
                    </p:nvPicPr>
                    <p:blipFill>
                      <a:blip r:embed="rId6"/>
                      <a:stretch>
                        <a:fillRect/>
                      </a:stretch>
                    </p:blipFill>
                    <p:spPr>
                      <a:xfrm>
                        <a:off x="501492" y="1244600"/>
                        <a:ext cx="7421880" cy="965200"/>
                      </a:xfrm>
                      <a:prstGeom prst="rect">
                        <a:avLst/>
                      </a:prstGeom>
                      <a:noFill/>
                      <a:ln w="38100">
                        <a:noFill/>
                        <a:miter/>
                      </a:ln>
                    </p:spPr>
                  </p:pic>
                </p:oleObj>
              </mc:Fallback>
            </mc:AlternateContent>
          </a:graphicData>
        </a:graphic>
      </p:graphicFrame>
      <p:graphicFrame>
        <p:nvGraphicFramePr>
          <p:cNvPr id="25606" name="Object 6"/>
          <p:cNvGraphicFramePr>
            <a:graphicFrameLocks noChangeAspect="1"/>
          </p:cNvGraphicFramePr>
          <p:nvPr/>
        </p:nvGraphicFramePr>
        <p:xfrm>
          <a:off x="430213" y="2438400"/>
          <a:ext cx="7419975" cy="965200"/>
        </p:xfrm>
        <a:graphic>
          <a:graphicData uri="http://schemas.openxmlformats.org/presentationml/2006/ole">
            <mc:AlternateContent xmlns:mc="http://schemas.openxmlformats.org/markup-compatibility/2006">
              <mc:Choice xmlns:v="urn:schemas-microsoft-com:vml" Requires="v">
                <p:oleObj spid="_x0000_s11332" name="" r:id="rId7" imgW="3136900" imgH="457200" progId="Equation.DSMT4">
                  <p:embed/>
                </p:oleObj>
              </mc:Choice>
              <mc:Fallback>
                <p:oleObj name="" r:id="rId7" imgW="3136900" imgH="457200" progId="Equation.DSMT4">
                  <p:embed/>
                  <p:pic>
                    <p:nvPicPr>
                      <p:cNvPr id="0" name="图片 3224"/>
                      <p:cNvPicPr/>
                      <p:nvPr/>
                    </p:nvPicPr>
                    <p:blipFill>
                      <a:blip r:embed="rId8"/>
                      <a:stretch>
                        <a:fillRect/>
                      </a:stretch>
                    </p:blipFill>
                    <p:spPr>
                      <a:xfrm>
                        <a:off x="430213" y="2438400"/>
                        <a:ext cx="7419975" cy="965200"/>
                      </a:xfrm>
                      <a:prstGeom prst="rect">
                        <a:avLst/>
                      </a:prstGeom>
                      <a:noFill/>
                      <a:ln w="38100">
                        <a:noFill/>
                        <a:miter/>
                      </a:ln>
                    </p:spPr>
                  </p:pic>
                </p:oleObj>
              </mc:Fallback>
            </mc:AlternateContent>
          </a:graphicData>
        </a:graphic>
      </p:graphicFrame>
      <p:graphicFrame>
        <p:nvGraphicFramePr>
          <p:cNvPr id="25607" name="Object 7"/>
          <p:cNvGraphicFramePr>
            <a:graphicFrameLocks noChangeAspect="1"/>
          </p:cNvGraphicFramePr>
          <p:nvPr/>
        </p:nvGraphicFramePr>
        <p:xfrm>
          <a:off x="458788" y="3581400"/>
          <a:ext cx="8232775" cy="1905000"/>
        </p:xfrm>
        <a:graphic>
          <a:graphicData uri="http://schemas.openxmlformats.org/presentationml/2006/ole">
            <mc:AlternateContent xmlns:mc="http://schemas.openxmlformats.org/markup-compatibility/2006">
              <mc:Choice xmlns:v="urn:schemas-microsoft-com:vml" Requires="v">
                <p:oleObj spid="_x0000_s11333" name="" r:id="rId9" imgW="3479800" imgH="901700" progId="Equation.DSMT4">
                  <p:embed/>
                </p:oleObj>
              </mc:Choice>
              <mc:Fallback>
                <p:oleObj name="" r:id="rId9" imgW="3479800" imgH="901700" progId="Equation.DSMT4">
                  <p:embed/>
                  <p:pic>
                    <p:nvPicPr>
                      <p:cNvPr id="0" name="图片 3225"/>
                      <p:cNvPicPr/>
                      <p:nvPr/>
                    </p:nvPicPr>
                    <p:blipFill>
                      <a:blip r:embed="rId10"/>
                      <a:stretch>
                        <a:fillRect/>
                      </a:stretch>
                    </p:blipFill>
                    <p:spPr>
                      <a:xfrm>
                        <a:off x="458788" y="3581400"/>
                        <a:ext cx="8232775" cy="19050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wipe(left)">
                                      <p:cBhvr>
                                        <p:cTn id="7" dur="500"/>
                                        <p:tgtEl>
                                          <p:spTgt spid="256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603"/>
                                        </p:tgtEl>
                                        <p:attrNameLst>
                                          <p:attrName>style.visibility</p:attrName>
                                        </p:attrNameLst>
                                      </p:cBhvr>
                                      <p:to>
                                        <p:strVal val="visible"/>
                                      </p:to>
                                    </p:set>
                                    <p:animEffect transition="in" filter="wipe(left)">
                                      <p:cBhvr>
                                        <p:cTn id="12" dur="500"/>
                                        <p:tgtEl>
                                          <p:spTgt spid="256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604"/>
                                        </p:tgtEl>
                                        <p:attrNameLst>
                                          <p:attrName>style.visibility</p:attrName>
                                        </p:attrNameLst>
                                      </p:cBhvr>
                                      <p:to>
                                        <p:strVal val="visible"/>
                                      </p:to>
                                    </p:set>
                                    <p:animEffect transition="in" filter="wipe(left)">
                                      <p:cBhvr>
                                        <p:cTn id="17" dur="500"/>
                                        <p:tgtEl>
                                          <p:spTgt spid="2560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606"/>
                                        </p:tgtEl>
                                        <p:attrNameLst>
                                          <p:attrName>style.visibility</p:attrName>
                                        </p:attrNameLst>
                                      </p:cBhvr>
                                      <p:to>
                                        <p:strVal val="visible"/>
                                      </p:to>
                                    </p:set>
                                    <p:animEffect transition="in" filter="wipe(left)">
                                      <p:cBhvr>
                                        <p:cTn id="22" dur="500"/>
                                        <p:tgtEl>
                                          <p:spTgt spid="2560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5607"/>
                                        </p:tgtEl>
                                        <p:attrNameLst>
                                          <p:attrName>style.visibility</p:attrName>
                                        </p:attrNameLst>
                                      </p:cBhvr>
                                      <p:to>
                                        <p:strVal val="visible"/>
                                      </p:to>
                                    </p:set>
                                    <p:animEffect transition="in" filter="wipe(left)">
                                      <p:cBhvr>
                                        <p:cTn id="27" dur="500"/>
                                        <p:tgtEl>
                                          <p:spTgt spid="25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3314"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sp>
        <p:nvSpPr>
          <p:cNvPr id="33794" name="Rectangle 2"/>
          <p:cNvSpPr>
            <a:spLocks noGrp="1"/>
          </p:cNvSpPr>
          <p:nvPr>
            <p:ph type="title"/>
          </p:nvPr>
        </p:nvSpPr>
        <p:spPr>
          <a:xfrm>
            <a:off x="1828800" y="1447800"/>
            <a:ext cx="4572000" cy="685800"/>
          </a:xfrm>
        </p:spPr>
        <p:txBody>
          <a:bodyPr vert="horz" wrap="square" lIns="91440" tIns="45720" rIns="91440" bIns="45720" anchor="ctr" anchorCtr="0"/>
          <a:lstStyle/>
          <a:p>
            <a:pPr eaLnBrk="1" hangingPunct="1"/>
            <a:r>
              <a:rPr lang="en-US" altLang="zh-CN" b="1" dirty="0">
                <a:solidFill>
                  <a:srgbClr val="0000FF"/>
                </a:solidFill>
                <a:latin typeface="宋体" pitchFamily="2" charset="-122"/>
              </a:rPr>
              <a:t> </a:t>
            </a:r>
            <a:r>
              <a:rPr lang="zh-CN" altLang="en-US" b="1" dirty="0">
                <a:solidFill>
                  <a:srgbClr val="0000FF"/>
                </a:solidFill>
                <a:latin typeface="宋体" pitchFamily="2" charset="-122"/>
              </a:rPr>
              <a:t>中国剩余定理</a:t>
            </a:r>
            <a:endParaRPr lang="zh-CN" altLang="en-US" b="1" dirty="0">
              <a:solidFill>
                <a:srgbClr val="0000FF"/>
              </a:solidFill>
              <a:latin typeface="宋体" pitchFamily="2" charset="-122"/>
            </a:endParaRPr>
          </a:p>
        </p:txBody>
      </p:sp>
      <p:sp>
        <p:nvSpPr>
          <p:cNvPr id="13316" name="AutoShape 10" descr="C:\Users\Administrator\AppData\Roaming\Tencent\Users\562228809\QQ\WinTemp\RichOle\0OB ZFU9J$8)CW5{30B0M.png"/>
          <p:cNvSpPr>
            <a:spLocks noChangeAspect="1"/>
          </p:cNvSpPr>
          <p:nvPr/>
        </p:nvSpPr>
        <p:spPr>
          <a:xfrm>
            <a:off x="0" y="0"/>
            <a:ext cx="304800" cy="304800"/>
          </a:xfrm>
          <a:prstGeom prst="rect">
            <a:avLst/>
          </a:prstGeom>
          <a:noFill/>
          <a:ln w="9525">
            <a:noFill/>
          </a:ln>
        </p:spPr>
        <p:txBody>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400" b="1" dirty="0">
              <a:latin typeface="Times New Roman" panose="02020603050405020304" pitchFamily="18" charset="0"/>
            </a:endParaRPr>
          </a:p>
        </p:txBody>
      </p:sp>
      <p:sp>
        <p:nvSpPr>
          <p:cNvPr id="13317" name="AutoShape 11" descr="C:\Users\Administrator\AppData\Roaming\Tencent\Users\562228809\QQ\WinTemp\RichOle\0OB ZFU9J$8)CW5{30B0M.png"/>
          <p:cNvSpPr>
            <a:spLocks noChangeAspect="1"/>
          </p:cNvSpPr>
          <p:nvPr/>
        </p:nvSpPr>
        <p:spPr>
          <a:xfrm>
            <a:off x="0" y="0"/>
            <a:ext cx="304800" cy="304800"/>
          </a:xfrm>
          <a:prstGeom prst="rect">
            <a:avLst/>
          </a:prstGeom>
          <a:noFill/>
          <a:ln w="9525">
            <a:noFill/>
          </a:ln>
        </p:spPr>
        <p:txBody>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400" b="1" dirty="0">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wipe(left)">
                                      <p:cBhvr>
                                        <p:cTn id="7" dur="500"/>
                                        <p:tgtEl>
                                          <p:spTgt spid="33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4338"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33803" name="Object 11"/>
          <p:cNvGraphicFramePr>
            <a:graphicFrameLocks noChangeAspect="1"/>
          </p:cNvGraphicFramePr>
          <p:nvPr/>
        </p:nvGraphicFramePr>
        <p:xfrm>
          <a:off x="539750" y="428625"/>
          <a:ext cx="7762875" cy="1576388"/>
        </p:xfrm>
        <a:graphic>
          <a:graphicData uri="http://schemas.openxmlformats.org/presentationml/2006/ole">
            <mc:AlternateContent xmlns:mc="http://schemas.openxmlformats.org/markup-compatibility/2006">
              <mc:Choice xmlns:v="urn:schemas-microsoft-com:vml" Requires="v">
                <p:oleObj spid="_x0000_s12305" name="" r:id="rId1" imgW="3314700" imgH="673100" progId="Equation.DSMT4">
                  <p:embed/>
                </p:oleObj>
              </mc:Choice>
              <mc:Fallback>
                <p:oleObj name="" r:id="rId1" imgW="3314700" imgH="673100" progId="Equation.DSMT4">
                  <p:embed/>
                  <p:pic>
                    <p:nvPicPr>
                      <p:cNvPr id="0" name="图片 3229"/>
                      <p:cNvPicPr/>
                      <p:nvPr/>
                    </p:nvPicPr>
                    <p:blipFill>
                      <a:blip r:embed="rId2"/>
                      <a:stretch>
                        <a:fillRect/>
                      </a:stretch>
                    </p:blipFill>
                    <p:spPr>
                      <a:xfrm>
                        <a:off x="539750" y="428625"/>
                        <a:ext cx="7762875" cy="1576388"/>
                      </a:xfrm>
                      <a:prstGeom prst="rect">
                        <a:avLst/>
                      </a:prstGeom>
                      <a:noFill/>
                      <a:ln w="38100">
                        <a:noFill/>
                        <a:miter/>
                      </a:ln>
                    </p:spPr>
                  </p:pic>
                </p:oleObj>
              </mc:Fallback>
            </mc:AlternateContent>
          </a:graphicData>
        </a:graphic>
      </p:graphicFrame>
      <p:sp>
        <p:nvSpPr>
          <p:cNvPr id="14340" name="Rectangle 65"/>
          <p:cNvSpPr/>
          <p:nvPr/>
        </p:nvSpPr>
        <p:spPr>
          <a:xfrm>
            <a:off x="914400" y="2994025"/>
            <a:ext cx="1143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800" b="1" dirty="0">
              <a:solidFill>
                <a:srgbClr val="0606FA"/>
              </a:solidFill>
              <a:latin typeface="Times New Roman" panose="02020603050405020304" pitchFamily="18" charset="0"/>
              <a:ea typeface="黑体" panose="0201060906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38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15362" name="矩形 3"/>
          <p:cNvSpPr/>
          <p:nvPr/>
        </p:nvSpPr>
        <p:spPr>
          <a:xfrm>
            <a:off x="539750" y="304800"/>
            <a:ext cx="7920038" cy="9239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700" b="1" dirty="0">
                <a:latin typeface="仿宋" panose="02010609060101010101" pitchFamily="49" charset="-122"/>
                <a:ea typeface="仿宋" panose="02010609060101010101" pitchFamily="49" charset="-122"/>
              </a:rPr>
              <a:t>“</a:t>
            </a:r>
            <a:r>
              <a:rPr lang="zh-CN" altLang="en-US" sz="2700" b="1" dirty="0">
                <a:latin typeface="仿宋" panose="02010609060101010101" pitchFamily="49" charset="-122"/>
                <a:ea typeface="仿宋" panose="02010609060101010101" pitchFamily="49" charset="-122"/>
              </a:rPr>
              <a:t>今有物不知其数，</a:t>
            </a:r>
            <a:r>
              <a:rPr lang="zh-CN" altLang="en-US" sz="2700" b="1" dirty="0">
                <a:solidFill>
                  <a:srgbClr val="0000FF"/>
                </a:solidFill>
                <a:latin typeface="仿宋" panose="02010609060101010101" pitchFamily="49" charset="-122"/>
                <a:ea typeface="仿宋" panose="02010609060101010101" pitchFamily="49" charset="-122"/>
              </a:rPr>
              <a:t>三三数之剩二，五五数之剩三，七七数之剩二</a:t>
            </a:r>
            <a:r>
              <a:rPr lang="zh-CN" altLang="en-US" sz="2700" b="1" dirty="0">
                <a:latin typeface="仿宋" panose="02010609060101010101" pitchFamily="49" charset="-122"/>
                <a:ea typeface="仿宋" panose="02010609060101010101" pitchFamily="49" charset="-122"/>
              </a:rPr>
              <a:t>，问物几何？</a:t>
            </a:r>
            <a:r>
              <a:rPr lang="en-US" altLang="zh-CN" sz="2700" b="1" dirty="0">
                <a:latin typeface="仿宋" panose="02010609060101010101" pitchFamily="49" charset="-122"/>
                <a:ea typeface="仿宋" panose="02010609060101010101" pitchFamily="49" charset="-122"/>
              </a:rPr>
              <a:t>”</a:t>
            </a:r>
            <a:endParaRPr lang="zh-CN" altLang="en-US" sz="2700" b="1" dirty="0">
              <a:latin typeface="仿宋" panose="02010609060101010101" pitchFamily="49" charset="-122"/>
              <a:ea typeface="仿宋" panose="02010609060101010101" pitchFamily="49" charset="-122"/>
            </a:endParaRPr>
          </a:p>
        </p:txBody>
      </p:sp>
      <p:sp>
        <p:nvSpPr>
          <p:cNvPr id="44035" name="TextBox 5"/>
          <p:cNvSpPr txBox="1"/>
          <p:nvPr/>
        </p:nvSpPr>
        <p:spPr>
          <a:xfrm>
            <a:off x="539750" y="1600200"/>
            <a:ext cx="7920038" cy="17541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700" b="1" dirty="0">
                <a:latin typeface="仿宋" panose="02010609060101010101" pitchFamily="49" charset="-122"/>
                <a:ea typeface="仿宋" panose="02010609060101010101" pitchFamily="49" charset="-122"/>
              </a:rPr>
              <a:t>在程大位著的</a:t>
            </a:r>
            <a:r>
              <a:rPr lang="en-US" altLang="zh-CN" sz="2700" b="1" dirty="0">
                <a:latin typeface="仿宋" panose="02010609060101010101" pitchFamily="49" charset="-122"/>
                <a:ea typeface="仿宋" panose="02010609060101010101" pitchFamily="49" charset="-122"/>
              </a:rPr>
              <a:t>《</a:t>
            </a:r>
            <a:r>
              <a:rPr lang="zh-CN" altLang="en-US" sz="2700" b="1" dirty="0">
                <a:solidFill>
                  <a:srgbClr val="0000FF"/>
                </a:solidFill>
                <a:latin typeface="仿宋" panose="02010609060101010101" pitchFamily="49" charset="-122"/>
                <a:ea typeface="仿宋" panose="02010609060101010101" pitchFamily="49" charset="-122"/>
              </a:rPr>
              <a:t>算法统宗</a:t>
            </a:r>
            <a:r>
              <a:rPr lang="en-US" altLang="zh-CN" sz="2700" b="1" dirty="0">
                <a:latin typeface="仿宋" panose="02010609060101010101" pitchFamily="49" charset="-122"/>
                <a:ea typeface="仿宋" panose="02010609060101010101" pitchFamily="49" charset="-122"/>
              </a:rPr>
              <a:t>》</a:t>
            </a:r>
            <a:r>
              <a:rPr lang="zh-CN" altLang="en-US" sz="2700" b="1" dirty="0">
                <a:latin typeface="仿宋" panose="02010609060101010101" pitchFamily="49" charset="-122"/>
                <a:ea typeface="仿宋" panose="02010609060101010101" pitchFamily="49" charset="-122"/>
              </a:rPr>
              <a:t>（</a:t>
            </a:r>
            <a:r>
              <a:rPr lang="en-US" altLang="zh-CN" sz="2700" b="1" dirty="0">
                <a:latin typeface="Times New Roman" panose="02020603050405020304" pitchFamily="18" charset="0"/>
                <a:ea typeface="仿宋" panose="02010609060101010101" pitchFamily="49" charset="-122"/>
              </a:rPr>
              <a:t>1593</a:t>
            </a:r>
            <a:r>
              <a:rPr lang="zh-CN" altLang="en-US" sz="2700" b="1" dirty="0">
                <a:latin typeface="仿宋" panose="02010609060101010101" pitchFamily="49" charset="-122"/>
                <a:ea typeface="仿宋" panose="02010609060101010101" pitchFamily="49" charset="-122"/>
              </a:rPr>
              <a:t>年），用四句诗给出了上述问题的解法：</a:t>
            </a:r>
            <a:endParaRPr lang="zh-CN" altLang="en-US" sz="2700" b="1" dirty="0">
              <a:latin typeface="仿宋" panose="02010609060101010101" pitchFamily="49" charset="-122"/>
              <a:ea typeface="仿宋" panose="02010609060101010101" pitchFamily="49" charset="-122"/>
            </a:endParaRPr>
          </a:p>
          <a:p>
            <a:pPr marL="0" lvl="0" indent="0" algn="ctr" eaLnBrk="1" hangingPunct="1">
              <a:spcBef>
                <a:spcPct val="0"/>
              </a:spcBef>
              <a:buNone/>
            </a:pPr>
            <a:r>
              <a:rPr lang="zh-CN" altLang="en-US" sz="2700" b="1" dirty="0">
                <a:solidFill>
                  <a:srgbClr val="0000FF"/>
                </a:solidFill>
                <a:latin typeface="仿宋" panose="02010609060101010101" pitchFamily="49" charset="-122"/>
                <a:ea typeface="仿宋" panose="02010609060101010101" pitchFamily="49" charset="-122"/>
              </a:rPr>
              <a:t>三人同行古来稀，无数梅花廿一枝；</a:t>
            </a:r>
            <a:r>
              <a:rPr lang="en-US" altLang="zh-CN" sz="1200" b="1" dirty="0">
                <a:solidFill>
                  <a:srgbClr val="0000FF"/>
                </a:solidFill>
                <a:latin typeface="Times New Roman" panose="02020603050405020304" pitchFamily="18" charset="0"/>
                <a:ea typeface="仿宋" panose="02010609060101010101" pitchFamily="49" charset="-122"/>
              </a:rPr>
              <a:t>niàn</a:t>
            </a:r>
            <a:endParaRPr lang="zh-CN" altLang="en-US" sz="1200" b="1" dirty="0">
              <a:solidFill>
                <a:srgbClr val="0000FF"/>
              </a:solidFill>
              <a:latin typeface="Times New Roman" panose="02020603050405020304" pitchFamily="18" charset="0"/>
              <a:ea typeface="仿宋" panose="02010609060101010101" pitchFamily="49" charset="-122"/>
            </a:endParaRPr>
          </a:p>
          <a:p>
            <a:pPr marL="0" lvl="0" indent="0" algn="ctr" eaLnBrk="1" hangingPunct="1">
              <a:spcBef>
                <a:spcPct val="0"/>
              </a:spcBef>
              <a:buNone/>
            </a:pPr>
            <a:r>
              <a:rPr lang="zh-CN" altLang="en-US" sz="2700" b="1" dirty="0">
                <a:solidFill>
                  <a:srgbClr val="0000FF"/>
                </a:solidFill>
                <a:latin typeface="仿宋" panose="02010609060101010101" pitchFamily="49" charset="-122"/>
                <a:ea typeface="仿宋" panose="02010609060101010101" pitchFamily="49" charset="-122"/>
              </a:rPr>
              <a:t>七子团圆正月半，除百零五便得之</a:t>
            </a:r>
            <a:r>
              <a:rPr lang="zh-CN" altLang="en-US" sz="2700" b="1" dirty="0">
                <a:latin typeface="仿宋" panose="02010609060101010101" pitchFamily="49" charset="-122"/>
                <a:ea typeface="仿宋" panose="02010609060101010101" pitchFamily="49" charset="-122"/>
              </a:rPr>
              <a:t>。</a:t>
            </a:r>
            <a:endParaRPr lang="zh-CN" altLang="en-US" sz="2700" b="1" dirty="0">
              <a:latin typeface="仿宋" panose="02010609060101010101" pitchFamily="49" charset="-122"/>
              <a:ea typeface="仿宋" panose="02010609060101010101" pitchFamily="49" charset="-122"/>
            </a:endParaRPr>
          </a:p>
        </p:txBody>
      </p:sp>
      <p:sp>
        <p:nvSpPr>
          <p:cNvPr id="44036" name="TextBox 6"/>
          <p:cNvSpPr txBox="1"/>
          <p:nvPr/>
        </p:nvSpPr>
        <p:spPr>
          <a:xfrm>
            <a:off x="539750" y="3544888"/>
            <a:ext cx="7777163" cy="2170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700" b="1" dirty="0">
                <a:latin typeface="仿宋" panose="02010609060101010101" pitchFamily="49" charset="-122"/>
                <a:ea typeface="仿宋" panose="02010609060101010101" pitchFamily="49" charset="-122"/>
              </a:rPr>
              <a:t>它的意思指得是，所求之数</a:t>
            </a:r>
            <a:r>
              <a:rPr lang="zh-CN" altLang="en-US" sz="2700" b="1" dirty="0">
                <a:solidFill>
                  <a:srgbClr val="0000FF"/>
                </a:solidFill>
                <a:latin typeface="仿宋" panose="02010609060101010101" pitchFamily="49" charset="-122"/>
                <a:ea typeface="仿宋" panose="02010609060101010101" pitchFamily="49" charset="-122"/>
              </a:rPr>
              <a:t>除以</a:t>
            </a:r>
            <a:r>
              <a:rPr lang="en-US" altLang="zh-CN" sz="2700" b="1" dirty="0">
                <a:solidFill>
                  <a:srgbClr val="0000FF"/>
                </a:solidFill>
                <a:latin typeface="仿宋" panose="02010609060101010101" pitchFamily="49" charset="-122"/>
                <a:ea typeface="仿宋" panose="02010609060101010101" pitchFamily="49" charset="-122"/>
              </a:rPr>
              <a:t>3</a:t>
            </a:r>
            <a:r>
              <a:rPr lang="zh-CN" altLang="en-US" sz="2700" b="1" dirty="0">
                <a:solidFill>
                  <a:srgbClr val="0000FF"/>
                </a:solidFill>
                <a:latin typeface="仿宋" panose="02010609060101010101" pitchFamily="49" charset="-122"/>
                <a:ea typeface="仿宋" panose="02010609060101010101" pitchFamily="49" charset="-122"/>
              </a:rPr>
              <a:t>所得余数乘以</a:t>
            </a:r>
            <a:r>
              <a:rPr lang="en-US" altLang="zh-CN" sz="2700" b="1" dirty="0">
                <a:solidFill>
                  <a:srgbClr val="0000FF"/>
                </a:solidFill>
                <a:latin typeface="Times New Roman" panose="02020603050405020304" pitchFamily="18" charset="0"/>
                <a:ea typeface="仿宋" panose="02010609060101010101" pitchFamily="49" charset="-122"/>
              </a:rPr>
              <a:t>70</a:t>
            </a:r>
            <a:r>
              <a:rPr lang="zh-CN" altLang="en-US" sz="2700" b="1" dirty="0">
                <a:solidFill>
                  <a:srgbClr val="0000FF"/>
                </a:solidFill>
                <a:latin typeface="仿宋" panose="02010609060101010101" pitchFamily="49" charset="-122"/>
                <a:ea typeface="仿宋" panose="02010609060101010101" pitchFamily="49" charset="-122"/>
              </a:rPr>
              <a:t>，除以</a:t>
            </a:r>
            <a:r>
              <a:rPr lang="en-US" altLang="zh-CN" sz="2700" b="1" dirty="0">
                <a:solidFill>
                  <a:srgbClr val="0000FF"/>
                </a:solidFill>
                <a:latin typeface="Times New Roman" panose="02020603050405020304" pitchFamily="18" charset="0"/>
                <a:ea typeface="仿宋" panose="02010609060101010101" pitchFamily="49" charset="-122"/>
              </a:rPr>
              <a:t>5</a:t>
            </a:r>
            <a:r>
              <a:rPr lang="zh-CN" altLang="en-US" sz="2700" b="1" dirty="0">
                <a:solidFill>
                  <a:srgbClr val="0000FF"/>
                </a:solidFill>
                <a:latin typeface="仿宋" panose="02010609060101010101" pitchFamily="49" charset="-122"/>
                <a:ea typeface="仿宋" panose="02010609060101010101" pitchFamily="49" charset="-122"/>
              </a:rPr>
              <a:t>的余数乘以</a:t>
            </a:r>
            <a:r>
              <a:rPr lang="en-US" altLang="zh-CN" sz="2700" b="1" dirty="0">
                <a:solidFill>
                  <a:srgbClr val="0000FF"/>
                </a:solidFill>
                <a:latin typeface="Times New Roman" panose="02020603050405020304" pitchFamily="18" charset="0"/>
                <a:ea typeface="仿宋" panose="02010609060101010101" pitchFamily="49" charset="-122"/>
              </a:rPr>
              <a:t>21</a:t>
            </a:r>
            <a:r>
              <a:rPr lang="zh-CN" altLang="en-US" sz="2700" b="1" dirty="0">
                <a:solidFill>
                  <a:srgbClr val="0000FF"/>
                </a:solidFill>
                <a:latin typeface="仿宋" panose="02010609060101010101" pitchFamily="49" charset="-122"/>
                <a:ea typeface="仿宋" panose="02010609060101010101" pitchFamily="49" charset="-122"/>
              </a:rPr>
              <a:t>，除以</a:t>
            </a:r>
            <a:r>
              <a:rPr lang="en-US" altLang="zh-CN" sz="2700" b="1" dirty="0">
                <a:solidFill>
                  <a:srgbClr val="0000FF"/>
                </a:solidFill>
                <a:latin typeface="Times New Roman" panose="02020603050405020304" pitchFamily="18" charset="0"/>
                <a:ea typeface="仿宋" panose="02010609060101010101" pitchFamily="49" charset="-122"/>
              </a:rPr>
              <a:t>7</a:t>
            </a:r>
            <a:r>
              <a:rPr lang="zh-CN" altLang="en-US" sz="2700" b="1" dirty="0">
                <a:solidFill>
                  <a:srgbClr val="0000FF"/>
                </a:solidFill>
                <a:latin typeface="仿宋" panose="02010609060101010101" pitchFamily="49" charset="-122"/>
                <a:ea typeface="仿宋" panose="02010609060101010101" pitchFamily="49" charset="-122"/>
              </a:rPr>
              <a:t>的余数乘以</a:t>
            </a:r>
            <a:r>
              <a:rPr lang="en-US" altLang="zh-CN" sz="2700" b="1" dirty="0">
                <a:solidFill>
                  <a:srgbClr val="0000FF"/>
                </a:solidFill>
                <a:latin typeface="Times New Roman" panose="02020603050405020304" pitchFamily="18" charset="0"/>
                <a:ea typeface="仿宋" panose="02010609060101010101" pitchFamily="49" charset="-122"/>
              </a:rPr>
              <a:t>15</a:t>
            </a:r>
            <a:r>
              <a:rPr lang="zh-CN" altLang="en-US" sz="2700" b="1" dirty="0">
                <a:solidFill>
                  <a:srgbClr val="0000FF"/>
                </a:solidFill>
                <a:latin typeface="仿宋" panose="02010609060101010101" pitchFamily="49" charset="-122"/>
                <a:ea typeface="仿宋" panose="02010609060101010101" pitchFamily="49" charset="-122"/>
              </a:rPr>
              <a:t>，</a:t>
            </a:r>
            <a:r>
              <a:rPr lang="zh-CN" altLang="en-US" sz="2700" b="1" dirty="0">
                <a:latin typeface="仿宋" panose="02010609060101010101" pitchFamily="49" charset="-122"/>
                <a:ea typeface="仿宋" panose="02010609060101010101" pitchFamily="49" charset="-122"/>
              </a:rPr>
              <a:t>再将三个乘积相加，如果所得结果大于</a:t>
            </a:r>
            <a:r>
              <a:rPr lang="en-US" altLang="zh-CN" sz="2700" b="1" dirty="0">
                <a:latin typeface="Times New Roman" panose="02020603050405020304" pitchFamily="18" charset="0"/>
                <a:ea typeface="仿宋" panose="02010609060101010101" pitchFamily="49" charset="-122"/>
              </a:rPr>
              <a:t>105</a:t>
            </a:r>
            <a:r>
              <a:rPr lang="zh-CN" altLang="en-US" sz="2700" b="1" dirty="0">
                <a:latin typeface="仿宋" panose="02010609060101010101" pitchFamily="49" charset="-122"/>
                <a:ea typeface="仿宋" panose="02010609060101010101" pitchFamily="49" charset="-122"/>
              </a:rPr>
              <a:t>，则减去</a:t>
            </a:r>
            <a:r>
              <a:rPr lang="en-US" altLang="zh-CN" sz="2700" b="1" dirty="0">
                <a:latin typeface="Times New Roman" panose="02020603050405020304" pitchFamily="18" charset="0"/>
                <a:ea typeface="仿宋" panose="02010609060101010101" pitchFamily="49" charset="-122"/>
              </a:rPr>
              <a:t>105</a:t>
            </a:r>
            <a:r>
              <a:rPr lang="zh-CN" altLang="en-US" sz="2700" b="1" dirty="0">
                <a:latin typeface="仿宋" panose="02010609060101010101" pitchFamily="49" charset="-122"/>
                <a:ea typeface="仿宋" panose="02010609060101010101" pitchFamily="49" charset="-122"/>
              </a:rPr>
              <a:t>，如果还大于</a:t>
            </a:r>
            <a:r>
              <a:rPr lang="en-US" altLang="zh-CN" sz="2700" b="1" dirty="0">
                <a:latin typeface="Times New Roman" panose="02020603050405020304" pitchFamily="18" charset="0"/>
                <a:ea typeface="仿宋" panose="02010609060101010101" pitchFamily="49" charset="-122"/>
              </a:rPr>
              <a:t>105</a:t>
            </a:r>
            <a:r>
              <a:rPr lang="zh-CN" altLang="en-US" sz="2700" b="1" dirty="0">
                <a:latin typeface="仿宋" panose="02010609060101010101" pitchFamily="49" charset="-122"/>
                <a:ea typeface="仿宋" panose="02010609060101010101" pitchFamily="49" charset="-122"/>
              </a:rPr>
              <a:t>，就继续再减</a:t>
            </a:r>
            <a:r>
              <a:rPr lang="en-US" altLang="zh-CN" sz="2700" b="1" dirty="0">
                <a:latin typeface="Times New Roman" panose="02020603050405020304" pitchFamily="18" charset="0"/>
                <a:ea typeface="仿宋" panose="02010609060101010101" pitchFamily="49" charset="-122"/>
              </a:rPr>
              <a:t>105</a:t>
            </a:r>
            <a:r>
              <a:rPr lang="zh-CN" altLang="en-US" sz="2700" b="1" dirty="0">
                <a:latin typeface="仿宋" panose="02010609060101010101" pitchFamily="49" charset="-122"/>
                <a:ea typeface="仿宋" panose="02010609060101010101" pitchFamily="49" charset="-122"/>
              </a:rPr>
              <a:t>，直到最后得到的</a:t>
            </a:r>
            <a:r>
              <a:rPr lang="zh-CN" altLang="en-US" sz="2700" b="1" dirty="0">
                <a:solidFill>
                  <a:srgbClr val="0000FF"/>
                </a:solidFill>
                <a:latin typeface="仿宋" panose="02010609060101010101" pitchFamily="49" charset="-122"/>
                <a:ea typeface="仿宋" panose="02010609060101010101" pitchFamily="49" charset="-122"/>
              </a:rPr>
              <a:t>小于</a:t>
            </a:r>
            <a:r>
              <a:rPr lang="en-US" altLang="zh-CN" sz="2700" b="1" dirty="0">
                <a:solidFill>
                  <a:srgbClr val="0000FF"/>
                </a:solidFill>
                <a:latin typeface="Times New Roman" panose="02020603050405020304" pitchFamily="18" charset="0"/>
                <a:ea typeface="仿宋" panose="02010609060101010101" pitchFamily="49" charset="-122"/>
              </a:rPr>
              <a:t>105</a:t>
            </a:r>
            <a:r>
              <a:rPr lang="zh-CN" altLang="en-US" sz="2700" b="1" dirty="0">
                <a:solidFill>
                  <a:srgbClr val="0000FF"/>
                </a:solidFill>
                <a:latin typeface="仿宋" panose="02010609060101010101" pitchFamily="49" charset="-122"/>
                <a:ea typeface="仿宋" panose="02010609060101010101" pitchFamily="49" charset="-122"/>
              </a:rPr>
              <a:t>的正整数</a:t>
            </a:r>
            <a:r>
              <a:rPr lang="zh-CN" altLang="en-US" sz="2700" b="1" dirty="0">
                <a:latin typeface="仿宋" panose="02010609060101010101" pitchFamily="49" charset="-122"/>
                <a:ea typeface="仿宋" panose="02010609060101010101" pitchFamily="49" charset="-122"/>
              </a:rPr>
              <a:t>就是最终结果。</a:t>
            </a:r>
            <a:endParaRPr lang="zh-CN" altLang="en-US" sz="2700" b="1" dirty="0">
              <a:latin typeface="仿宋" panose="02010609060101010101" pitchFamily="49" charset="-122"/>
              <a:ea typeface="仿宋" panose="02010609060101010101" pitchFamily="49" charset="-122"/>
            </a:endParaRPr>
          </a:p>
        </p:txBody>
      </p:sp>
      <p:sp>
        <p:nvSpPr>
          <p:cNvPr id="15365"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p:bldP spid="44036"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386"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33803" name="Object 11"/>
          <p:cNvGraphicFramePr>
            <a:graphicFrameLocks noChangeAspect="1"/>
          </p:cNvGraphicFramePr>
          <p:nvPr/>
        </p:nvGraphicFramePr>
        <p:xfrm>
          <a:off x="539750" y="71438"/>
          <a:ext cx="7104063" cy="1443037"/>
        </p:xfrm>
        <a:graphic>
          <a:graphicData uri="http://schemas.openxmlformats.org/presentationml/2006/ole">
            <mc:AlternateContent xmlns:mc="http://schemas.openxmlformats.org/markup-compatibility/2006">
              <mc:Choice xmlns:v="urn:schemas-microsoft-com:vml" Requires="v">
                <p:oleObj spid="_x0000_s13365" name="" r:id="rId1" imgW="3314700" imgH="673100" progId="Equation.DSMT4">
                  <p:embed/>
                </p:oleObj>
              </mc:Choice>
              <mc:Fallback>
                <p:oleObj name="" r:id="rId1" imgW="3314700" imgH="673100" progId="Equation.DSMT4">
                  <p:embed/>
                  <p:pic>
                    <p:nvPicPr>
                      <p:cNvPr id="0" name="图片 3231"/>
                      <p:cNvPicPr/>
                      <p:nvPr/>
                    </p:nvPicPr>
                    <p:blipFill>
                      <a:blip r:embed="rId2"/>
                      <a:stretch>
                        <a:fillRect/>
                      </a:stretch>
                    </p:blipFill>
                    <p:spPr>
                      <a:xfrm>
                        <a:off x="539750" y="71438"/>
                        <a:ext cx="7104063" cy="1443037"/>
                      </a:xfrm>
                      <a:prstGeom prst="rect">
                        <a:avLst/>
                      </a:prstGeom>
                      <a:noFill/>
                      <a:ln w="38100">
                        <a:noFill/>
                        <a:miter/>
                      </a:ln>
                    </p:spPr>
                  </p:pic>
                </p:oleObj>
              </mc:Fallback>
            </mc:AlternateContent>
          </a:graphicData>
        </a:graphic>
      </p:graphicFrame>
      <p:graphicFrame>
        <p:nvGraphicFramePr>
          <p:cNvPr id="33804" name="Object 12"/>
          <p:cNvGraphicFramePr>
            <a:graphicFrameLocks noChangeAspect="1"/>
          </p:cNvGraphicFramePr>
          <p:nvPr/>
        </p:nvGraphicFramePr>
        <p:xfrm>
          <a:off x="5464175" y="1143000"/>
          <a:ext cx="2087563" cy="498475"/>
        </p:xfrm>
        <a:graphic>
          <a:graphicData uri="http://schemas.openxmlformats.org/presentationml/2006/ole">
            <mc:AlternateContent xmlns:mc="http://schemas.openxmlformats.org/markup-compatibility/2006">
              <mc:Choice xmlns:v="urn:schemas-microsoft-com:vml" Requires="v">
                <p:oleObj spid="_x0000_s13366" name="" r:id="rId3" imgW="850265" imgH="203200" progId="Equation.DSMT4">
                  <p:embed/>
                </p:oleObj>
              </mc:Choice>
              <mc:Fallback>
                <p:oleObj name="" r:id="rId3" imgW="850265" imgH="203200" progId="Equation.DSMT4">
                  <p:embed/>
                  <p:pic>
                    <p:nvPicPr>
                      <p:cNvPr id="0" name="图片 3232"/>
                      <p:cNvPicPr/>
                      <p:nvPr/>
                    </p:nvPicPr>
                    <p:blipFill>
                      <a:blip r:embed="rId4"/>
                      <a:stretch>
                        <a:fillRect/>
                      </a:stretch>
                    </p:blipFill>
                    <p:spPr>
                      <a:xfrm>
                        <a:off x="5464175" y="1143000"/>
                        <a:ext cx="2087563" cy="498475"/>
                      </a:xfrm>
                      <a:prstGeom prst="rect">
                        <a:avLst/>
                      </a:prstGeom>
                      <a:noFill/>
                      <a:ln w="38100">
                        <a:noFill/>
                        <a:miter/>
                      </a:ln>
                    </p:spPr>
                  </p:pic>
                </p:oleObj>
              </mc:Fallback>
            </mc:AlternateContent>
          </a:graphicData>
        </a:graphic>
      </p:graphicFrame>
      <p:graphicFrame>
        <p:nvGraphicFramePr>
          <p:cNvPr id="33858" name="Object 66"/>
          <p:cNvGraphicFramePr>
            <a:graphicFrameLocks noChangeAspect="1"/>
          </p:cNvGraphicFramePr>
          <p:nvPr/>
        </p:nvGraphicFramePr>
        <p:xfrm>
          <a:off x="2124075" y="2143125"/>
          <a:ext cx="2162175" cy="1504950"/>
        </p:xfrm>
        <a:graphic>
          <a:graphicData uri="http://schemas.openxmlformats.org/presentationml/2006/ole">
            <mc:AlternateContent xmlns:mc="http://schemas.openxmlformats.org/markup-compatibility/2006">
              <mc:Choice xmlns:v="urn:schemas-microsoft-com:vml" Requires="v">
                <p:oleObj spid="_x0000_s13367" name="" r:id="rId5" imgW="1002665" imgH="698500" progId="Equation.DSMT4">
                  <p:embed/>
                </p:oleObj>
              </mc:Choice>
              <mc:Fallback>
                <p:oleObj name="" r:id="rId5" imgW="1002665" imgH="698500" progId="Equation.DSMT4">
                  <p:embed/>
                  <p:pic>
                    <p:nvPicPr>
                      <p:cNvPr id="0" name="图片 3230"/>
                      <p:cNvPicPr/>
                      <p:nvPr/>
                    </p:nvPicPr>
                    <p:blipFill>
                      <a:blip r:embed="rId6"/>
                      <a:stretch>
                        <a:fillRect/>
                      </a:stretch>
                    </p:blipFill>
                    <p:spPr>
                      <a:xfrm>
                        <a:off x="2124075" y="2143125"/>
                        <a:ext cx="2162175" cy="1504950"/>
                      </a:xfrm>
                      <a:prstGeom prst="rect">
                        <a:avLst/>
                      </a:prstGeom>
                      <a:noFill/>
                      <a:ln w="38100">
                        <a:noFill/>
                        <a:miter/>
                      </a:ln>
                    </p:spPr>
                  </p:pic>
                </p:oleObj>
              </mc:Fallback>
            </mc:AlternateContent>
          </a:graphicData>
        </a:graphic>
      </p:graphicFrame>
      <p:graphicFrame>
        <p:nvGraphicFramePr>
          <p:cNvPr id="33859" name="Object 67"/>
          <p:cNvGraphicFramePr>
            <a:graphicFrameLocks noChangeAspect="1"/>
          </p:cNvGraphicFramePr>
          <p:nvPr/>
        </p:nvGraphicFramePr>
        <p:xfrm>
          <a:off x="762000" y="1571625"/>
          <a:ext cx="6167438" cy="469900"/>
        </p:xfrm>
        <a:graphic>
          <a:graphicData uri="http://schemas.openxmlformats.org/presentationml/2006/ole">
            <mc:AlternateContent xmlns:mc="http://schemas.openxmlformats.org/markup-compatibility/2006">
              <mc:Choice xmlns:v="urn:schemas-microsoft-com:vml" Requires="v">
                <p:oleObj spid="_x0000_s13368" name="" r:id="rId7" imgW="2667000" imgH="203200" progId="Equation.DSMT4">
                  <p:embed/>
                </p:oleObj>
              </mc:Choice>
              <mc:Fallback>
                <p:oleObj name="" r:id="rId7" imgW="2667000" imgH="203200" progId="Equation.DSMT4">
                  <p:embed/>
                  <p:pic>
                    <p:nvPicPr>
                      <p:cNvPr id="0" name="图片 3233"/>
                      <p:cNvPicPr/>
                      <p:nvPr/>
                    </p:nvPicPr>
                    <p:blipFill>
                      <a:blip r:embed="rId8"/>
                      <a:stretch>
                        <a:fillRect/>
                      </a:stretch>
                    </p:blipFill>
                    <p:spPr>
                      <a:xfrm>
                        <a:off x="762000" y="1571625"/>
                        <a:ext cx="6167438" cy="46990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38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3804"/>
                                        </p:tgtEl>
                                        <p:attrNameLst>
                                          <p:attrName>style.visibility</p:attrName>
                                        </p:attrNameLst>
                                      </p:cBhvr>
                                      <p:to>
                                        <p:strVal val="visible"/>
                                      </p:to>
                                    </p:set>
                                    <p:animEffect transition="in" filter="wipe(left)">
                                      <p:cBhvr>
                                        <p:cTn id="11" dur="500"/>
                                        <p:tgtEl>
                                          <p:spTgt spid="3380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3859"/>
                                        </p:tgtEl>
                                        <p:attrNameLst>
                                          <p:attrName>style.visibility</p:attrName>
                                        </p:attrNameLst>
                                      </p:cBhvr>
                                      <p:to>
                                        <p:strVal val="visible"/>
                                      </p:to>
                                    </p:set>
                                    <p:animEffect transition="in" filter="wipe(left)">
                                      <p:cBhvr>
                                        <p:cTn id="16" dur="500"/>
                                        <p:tgtEl>
                                          <p:spTgt spid="3385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3858"/>
                                        </p:tgtEl>
                                        <p:attrNameLst>
                                          <p:attrName>style.visibility</p:attrName>
                                        </p:attrNameLst>
                                      </p:cBhvr>
                                      <p:to>
                                        <p:strVal val="visible"/>
                                      </p:to>
                                    </p:set>
                                    <p:animEffect transition="in" filter="wipe(left)">
                                      <p:cBhvr>
                                        <p:cTn id="21" dur="500"/>
                                        <p:tgtEl>
                                          <p:spTgt spid="33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7410"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70660" name="Object 1028"/>
          <p:cNvGraphicFramePr>
            <a:graphicFrameLocks noChangeAspect="1"/>
          </p:cNvGraphicFramePr>
          <p:nvPr/>
        </p:nvGraphicFramePr>
        <p:xfrm>
          <a:off x="534988" y="44450"/>
          <a:ext cx="7770812" cy="3190875"/>
        </p:xfrm>
        <a:graphic>
          <a:graphicData uri="http://schemas.openxmlformats.org/presentationml/2006/ole">
            <mc:AlternateContent xmlns:mc="http://schemas.openxmlformats.org/markup-compatibility/2006">
              <mc:Choice xmlns:v="urn:schemas-microsoft-com:vml" Requires="v">
                <p:oleObj spid="_x0000_s14389" name="" r:id="rId1" imgW="3467100" imgH="1422400" progId="Equation.DSMT4">
                  <p:embed/>
                </p:oleObj>
              </mc:Choice>
              <mc:Fallback>
                <p:oleObj name="" r:id="rId1" imgW="3467100" imgH="1422400" progId="Equation.DSMT4">
                  <p:embed/>
                  <p:pic>
                    <p:nvPicPr>
                      <p:cNvPr id="0" name="图片 3239"/>
                      <p:cNvPicPr/>
                      <p:nvPr/>
                    </p:nvPicPr>
                    <p:blipFill>
                      <a:blip r:embed="rId2"/>
                      <a:stretch>
                        <a:fillRect/>
                      </a:stretch>
                    </p:blipFill>
                    <p:spPr>
                      <a:xfrm>
                        <a:off x="534988" y="44450"/>
                        <a:ext cx="7770812" cy="3190875"/>
                      </a:xfrm>
                      <a:prstGeom prst="rect">
                        <a:avLst/>
                      </a:prstGeom>
                      <a:noFill/>
                      <a:ln w="38100">
                        <a:noFill/>
                        <a:miter/>
                      </a:ln>
                    </p:spPr>
                  </p:pic>
                </p:oleObj>
              </mc:Fallback>
            </mc:AlternateContent>
          </a:graphicData>
        </a:graphic>
      </p:graphicFrame>
      <p:graphicFrame>
        <p:nvGraphicFramePr>
          <p:cNvPr id="70661" name="Object 1029"/>
          <p:cNvGraphicFramePr>
            <a:graphicFrameLocks noChangeAspect="1"/>
          </p:cNvGraphicFramePr>
          <p:nvPr/>
        </p:nvGraphicFramePr>
        <p:xfrm>
          <a:off x="250825" y="3213100"/>
          <a:ext cx="6500813" cy="955675"/>
        </p:xfrm>
        <a:graphic>
          <a:graphicData uri="http://schemas.openxmlformats.org/presentationml/2006/ole">
            <mc:AlternateContent xmlns:mc="http://schemas.openxmlformats.org/markup-compatibility/2006">
              <mc:Choice xmlns:v="urn:schemas-microsoft-com:vml" Requires="v">
                <p:oleObj spid="_x0000_s14390" name="" r:id="rId3" imgW="3022600" imgH="444500" progId="Equation.DSMT4">
                  <p:embed/>
                </p:oleObj>
              </mc:Choice>
              <mc:Fallback>
                <p:oleObj name="" r:id="rId3" imgW="3022600" imgH="444500" progId="Equation.DSMT4">
                  <p:embed/>
                  <p:pic>
                    <p:nvPicPr>
                      <p:cNvPr id="0" name="图片 3236"/>
                      <p:cNvPicPr/>
                      <p:nvPr/>
                    </p:nvPicPr>
                    <p:blipFill>
                      <a:blip r:embed="rId4"/>
                      <a:stretch>
                        <a:fillRect/>
                      </a:stretch>
                    </p:blipFill>
                    <p:spPr>
                      <a:xfrm>
                        <a:off x="250825" y="3213100"/>
                        <a:ext cx="6500813" cy="955675"/>
                      </a:xfrm>
                      <a:prstGeom prst="rect">
                        <a:avLst/>
                      </a:prstGeom>
                      <a:noFill/>
                      <a:ln w="38100">
                        <a:noFill/>
                        <a:miter/>
                      </a:ln>
                    </p:spPr>
                  </p:pic>
                </p:oleObj>
              </mc:Fallback>
            </mc:AlternateContent>
          </a:graphicData>
        </a:graphic>
      </p:graphicFrame>
      <p:graphicFrame>
        <p:nvGraphicFramePr>
          <p:cNvPr id="70662" name="Object 1030"/>
          <p:cNvGraphicFramePr>
            <a:graphicFrameLocks noChangeAspect="1"/>
          </p:cNvGraphicFramePr>
          <p:nvPr/>
        </p:nvGraphicFramePr>
        <p:xfrm>
          <a:off x="176213" y="4221163"/>
          <a:ext cx="8377237" cy="892175"/>
        </p:xfrm>
        <a:graphic>
          <a:graphicData uri="http://schemas.openxmlformats.org/presentationml/2006/ole">
            <mc:AlternateContent xmlns:mc="http://schemas.openxmlformats.org/markup-compatibility/2006">
              <mc:Choice xmlns:v="urn:schemas-microsoft-com:vml" Requires="v">
                <p:oleObj spid="_x0000_s14391" name="" r:id="rId5" imgW="4051300" imgH="431800" progId="Equation.DSMT4">
                  <p:embed/>
                </p:oleObj>
              </mc:Choice>
              <mc:Fallback>
                <p:oleObj name="" r:id="rId5" imgW="4051300" imgH="431800" progId="Equation.DSMT4">
                  <p:embed/>
                  <p:pic>
                    <p:nvPicPr>
                      <p:cNvPr id="0" name="图片 3238"/>
                      <p:cNvPicPr/>
                      <p:nvPr/>
                    </p:nvPicPr>
                    <p:blipFill>
                      <a:blip r:embed="rId6"/>
                      <a:stretch>
                        <a:fillRect/>
                      </a:stretch>
                    </p:blipFill>
                    <p:spPr>
                      <a:xfrm>
                        <a:off x="176213" y="4221163"/>
                        <a:ext cx="8377237" cy="892175"/>
                      </a:xfrm>
                      <a:prstGeom prst="rect">
                        <a:avLst/>
                      </a:prstGeom>
                      <a:noFill/>
                      <a:ln w="38100">
                        <a:noFill/>
                        <a:miter/>
                      </a:ln>
                    </p:spPr>
                  </p:pic>
                </p:oleObj>
              </mc:Fallback>
            </mc:AlternateContent>
          </a:graphicData>
        </a:graphic>
      </p:graphicFrame>
      <p:graphicFrame>
        <p:nvGraphicFramePr>
          <p:cNvPr id="70663" name="Object 1031"/>
          <p:cNvGraphicFramePr>
            <a:graphicFrameLocks noChangeAspect="1"/>
          </p:cNvGraphicFramePr>
          <p:nvPr/>
        </p:nvGraphicFramePr>
        <p:xfrm>
          <a:off x="971550" y="5230813"/>
          <a:ext cx="5184775" cy="511175"/>
        </p:xfrm>
        <a:graphic>
          <a:graphicData uri="http://schemas.openxmlformats.org/presentationml/2006/ole">
            <mc:AlternateContent xmlns:mc="http://schemas.openxmlformats.org/markup-compatibility/2006">
              <mc:Choice xmlns:v="urn:schemas-microsoft-com:vml" Requires="v">
                <p:oleObj spid="_x0000_s14392" name="" r:id="rId7" imgW="2438400" imgH="241300" progId="Equation.DSMT4">
                  <p:embed/>
                </p:oleObj>
              </mc:Choice>
              <mc:Fallback>
                <p:oleObj name="" r:id="rId7" imgW="2438400" imgH="241300" progId="Equation.DSMT4">
                  <p:embed/>
                  <p:pic>
                    <p:nvPicPr>
                      <p:cNvPr id="0" name="图片 3237"/>
                      <p:cNvPicPr/>
                      <p:nvPr/>
                    </p:nvPicPr>
                    <p:blipFill>
                      <a:blip r:embed="rId8"/>
                      <a:stretch>
                        <a:fillRect/>
                      </a:stretch>
                    </p:blipFill>
                    <p:spPr>
                      <a:xfrm>
                        <a:off x="971550" y="5230813"/>
                        <a:ext cx="5184775" cy="511175"/>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0660"/>
                                        </p:tgtEl>
                                        <p:attrNameLst>
                                          <p:attrName>style.visibility</p:attrName>
                                        </p:attrNameLst>
                                      </p:cBhvr>
                                      <p:to>
                                        <p:strVal val="visible"/>
                                      </p:to>
                                    </p:set>
                                    <p:animEffect transition="in" filter="wipe(up)">
                                      <p:cBhvr>
                                        <p:cTn id="7" dur="500"/>
                                        <p:tgtEl>
                                          <p:spTgt spid="706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0661"/>
                                        </p:tgtEl>
                                        <p:attrNameLst>
                                          <p:attrName>style.visibility</p:attrName>
                                        </p:attrNameLst>
                                      </p:cBhvr>
                                      <p:to>
                                        <p:strVal val="visible"/>
                                      </p:to>
                                    </p:set>
                                    <p:animEffect transition="in" filter="wipe(left)">
                                      <p:cBhvr>
                                        <p:cTn id="12" dur="500"/>
                                        <p:tgtEl>
                                          <p:spTgt spid="706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0662"/>
                                        </p:tgtEl>
                                        <p:attrNameLst>
                                          <p:attrName>style.visibility</p:attrName>
                                        </p:attrNameLst>
                                      </p:cBhvr>
                                      <p:to>
                                        <p:strVal val="visible"/>
                                      </p:to>
                                    </p:set>
                                    <p:animEffect transition="in" filter="wipe(left)">
                                      <p:cBhvr>
                                        <p:cTn id="17" dur="500"/>
                                        <p:tgtEl>
                                          <p:spTgt spid="7066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0663"/>
                                        </p:tgtEl>
                                        <p:attrNameLst>
                                          <p:attrName>style.visibility</p:attrName>
                                        </p:attrNameLst>
                                      </p:cBhvr>
                                      <p:to>
                                        <p:strVal val="visible"/>
                                      </p:to>
                                    </p:set>
                                    <p:animEffect transition="in" filter="wipe(up)">
                                      <p:cBhvr>
                                        <p:cTn id="22" dur="500"/>
                                        <p:tgtEl>
                                          <p:spTgt spid="70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9458"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77152" name="Object 1024"/>
          <p:cNvGraphicFramePr>
            <a:graphicFrameLocks noChangeAspect="1"/>
          </p:cNvGraphicFramePr>
          <p:nvPr/>
        </p:nvGraphicFramePr>
        <p:xfrm>
          <a:off x="538163" y="1878013"/>
          <a:ext cx="3417887" cy="539750"/>
        </p:xfrm>
        <a:graphic>
          <a:graphicData uri="http://schemas.openxmlformats.org/presentationml/2006/ole">
            <mc:AlternateContent xmlns:mc="http://schemas.openxmlformats.org/markup-compatibility/2006">
              <mc:Choice xmlns:v="urn:schemas-microsoft-com:vml" Requires="v">
                <p:oleObj spid="_x0000_s17491" name="" r:id="rId1" imgW="1524000" imgH="241300" progId="Equation.DSMT4">
                  <p:embed/>
                </p:oleObj>
              </mc:Choice>
              <mc:Fallback>
                <p:oleObj name="" r:id="rId1" imgW="1524000" imgH="241300" progId="Equation.DSMT4">
                  <p:embed/>
                  <p:pic>
                    <p:nvPicPr>
                      <p:cNvPr id="0" name="图片 3310"/>
                      <p:cNvPicPr/>
                      <p:nvPr/>
                    </p:nvPicPr>
                    <p:blipFill>
                      <a:blip r:embed="rId2"/>
                      <a:stretch>
                        <a:fillRect/>
                      </a:stretch>
                    </p:blipFill>
                    <p:spPr>
                      <a:xfrm>
                        <a:off x="538163" y="1878013"/>
                        <a:ext cx="3417887" cy="539750"/>
                      </a:xfrm>
                      <a:prstGeom prst="rect">
                        <a:avLst/>
                      </a:prstGeom>
                      <a:noFill/>
                      <a:ln w="38100">
                        <a:noFill/>
                        <a:miter/>
                      </a:ln>
                    </p:spPr>
                  </p:pic>
                </p:oleObj>
              </mc:Fallback>
            </mc:AlternateContent>
          </a:graphicData>
        </a:graphic>
      </p:graphicFrame>
      <p:graphicFrame>
        <p:nvGraphicFramePr>
          <p:cNvPr id="177153" name="Object 1025"/>
          <p:cNvGraphicFramePr>
            <a:graphicFrameLocks noChangeAspect="1"/>
          </p:cNvGraphicFramePr>
          <p:nvPr/>
        </p:nvGraphicFramePr>
        <p:xfrm>
          <a:off x="468313" y="115888"/>
          <a:ext cx="6723062" cy="508000"/>
        </p:xfrm>
        <a:graphic>
          <a:graphicData uri="http://schemas.openxmlformats.org/presentationml/2006/ole">
            <mc:AlternateContent xmlns:mc="http://schemas.openxmlformats.org/markup-compatibility/2006">
              <mc:Choice xmlns:v="urn:schemas-microsoft-com:vml" Requires="v">
                <p:oleObj spid="_x0000_s17492" name="" r:id="rId3" imgW="2870200" imgH="215900" progId="Equation.DSMT4">
                  <p:embed/>
                </p:oleObj>
              </mc:Choice>
              <mc:Fallback>
                <p:oleObj name="" r:id="rId3" imgW="2870200" imgH="215900" progId="Equation.DSMT4">
                  <p:embed/>
                  <p:pic>
                    <p:nvPicPr>
                      <p:cNvPr id="0" name="图片 3304"/>
                      <p:cNvPicPr/>
                      <p:nvPr/>
                    </p:nvPicPr>
                    <p:blipFill>
                      <a:blip r:embed="rId4"/>
                      <a:stretch>
                        <a:fillRect/>
                      </a:stretch>
                    </p:blipFill>
                    <p:spPr>
                      <a:xfrm>
                        <a:off x="468313" y="115888"/>
                        <a:ext cx="6723062" cy="508000"/>
                      </a:xfrm>
                      <a:prstGeom prst="rect">
                        <a:avLst/>
                      </a:prstGeom>
                      <a:noFill/>
                      <a:ln w="38100">
                        <a:noFill/>
                        <a:miter/>
                      </a:ln>
                    </p:spPr>
                  </p:pic>
                </p:oleObj>
              </mc:Fallback>
            </mc:AlternateContent>
          </a:graphicData>
        </a:graphic>
      </p:graphicFrame>
      <p:graphicFrame>
        <p:nvGraphicFramePr>
          <p:cNvPr id="177154" name="Object 1026"/>
          <p:cNvGraphicFramePr>
            <a:graphicFrameLocks noChangeAspect="1"/>
          </p:cNvGraphicFramePr>
          <p:nvPr/>
        </p:nvGraphicFramePr>
        <p:xfrm>
          <a:off x="611188" y="549275"/>
          <a:ext cx="4105275" cy="1138238"/>
        </p:xfrm>
        <a:graphic>
          <a:graphicData uri="http://schemas.openxmlformats.org/presentationml/2006/ole">
            <mc:AlternateContent xmlns:mc="http://schemas.openxmlformats.org/markup-compatibility/2006">
              <mc:Choice xmlns:v="urn:schemas-microsoft-com:vml" Requires="v">
                <p:oleObj spid="_x0000_s17493" name="" r:id="rId5" imgW="1739900" imgH="482600" progId="Equation.DSMT4">
                  <p:embed/>
                </p:oleObj>
              </mc:Choice>
              <mc:Fallback>
                <p:oleObj name="" r:id="rId5" imgW="1739900" imgH="482600" progId="Equation.DSMT4">
                  <p:embed/>
                  <p:pic>
                    <p:nvPicPr>
                      <p:cNvPr id="0" name="图片 3317"/>
                      <p:cNvPicPr/>
                      <p:nvPr/>
                    </p:nvPicPr>
                    <p:blipFill>
                      <a:blip r:embed="rId6"/>
                      <a:stretch>
                        <a:fillRect/>
                      </a:stretch>
                    </p:blipFill>
                    <p:spPr>
                      <a:xfrm>
                        <a:off x="611188" y="549275"/>
                        <a:ext cx="4105275" cy="1138238"/>
                      </a:xfrm>
                      <a:prstGeom prst="rect">
                        <a:avLst/>
                      </a:prstGeom>
                      <a:noFill/>
                      <a:ln w="38100">
                        <a:noFill/>
                        <a:miter/>
                      </a:ln>
                    </p:spPr>
                  </p:pic>
                </p:oleObj>
              </mc:Fallback>
            </mc:AlternateContent>
          </a:graphicData>
        </a:graphic>
      </p:graphicFrame>
      <p:graphicFrame>
        <p:nvGraphicFramePr>
          <p:cNvPr id="177155" name="Object 1027"/>
          <p:cNvGraphicFramePr>
            <a:graphicFrameLocks noChangeAspect="1"/>
          </p:cNvGraphicFramePr>
          <p:nvPr/>
        </p:nvGraphicFramePr>
        <p:xfrm>
          <a:off x="2122488" y="2525713"/>
          <a:ext cx="5057775" cy="571500"/>
        </p:xfrm>
        <a:graphic>
          <a:graphicData uri="http://schemas.openxmlformats.org/presentationml/2006/ole">
            <mc:AlternateContent xmlns:mc="http://schemas.openxmlformats.org/markup-compatibility/2006">
              <mc:Choice xmlns:v="urn:schemas-microsoft-com:vml" Requires="v">
                <p:oleObj spid="_x0000_s17494" name="" r:id="rId7" imgW="2133600" imgH="241300" progId="Equation.DSMT4">
                  <p:embed/>
                </p:oleObj>
              </mc:Choice>
              <mc:Fallback>
                <p:oleObj name="" r:id="rId7" imgW="2133600" imgH="241300" progId="Equation.DSMT4">
                  <p:embed/>
                  <p:pic>
                    <p:nvPicPr>
                      <p:cNvPr id="0" name="图片 3307"/>
                      <p:cNvPicPr/>
                      <p:nvPr/>
                    </p:nvPicPr>
                    <p:blipFill>
                      <a:blip r:embed="rId8"/>
                      <a:stretch>
                        <a:fillRect/>
                      </a:stretch>
                    </p:blipFill>
                    <p:spPr>
                      <a:xfrm>
                        <a:off x="2122488" y="2525713"/>
                        <a:ext cx="5057775" cy="571500"/>
                      </a:xfrm>
                      <a:prstGeom prst="rect">
                        <a:avLst/>
                      </a:prstGeom>
                      <a:noFill/>
                      <a:ln w="38100">
                        <a:noFill/>
                        <a:miter/>
                      </a:ln>
                    </p:spPr>
                  </p:pic>
                </p:oleObj>
              </mc:Fallback>
            </mc:AlternateContent>
          </a:graphicData>
        </a:graphic>
      </p:graphicFrame>
      <p:graphicFrame>
        <p:nvGraphicFramePr>
          <p:cNvPr id="177156" name="Object 1028"/>
          <p:cNvGraphicFramePr>
            <a:graphicFrameLocks noChangeAspect="1"/>
          </p:cNvGraphicFramePr>
          <p:nvPr/>
        </p:nvGraphicFramePr>
        <p:xfrm>
          <a:off x="611188" y="3173413"/>
          <a:ext cx="1912937" cy="477837"/>
        </p:xfrm>
        <a:graphic>
          <a:graphicData uri="http://schemas.openxmlformats.org/presentationml/2006/ole">
            <mc:AlternateContent xmlns:mc="http://schemas.openxmlformats.org/markup-compatibility/2006">
              <mc:Choice xmlns:v="urn:schemas-microsoft-com:vml" Requires="v">
                <p:oleObj spid="_x0000_s17495" name="" r:id="rId9" imgW="812165" imgH="203200" progId="Equation.DSMT4">
                  <p:embed/>
                </p:oleObj>
              </mc:Choice>
              <mc:Fallback>
                <p:oleObj name="" r:id="rId9" imgW="812165" imgH="203200" progId="Equation.DSMT4">
                  <p:embed/>
                  <p:pic>
                    <p:nvPicPr>
                      <p:cNvPr id="0" name="图片 3319"/>
                      <p:cNvPicPr/>
                      <p:nvPr/>
                    </p:nvPicPr>
                    <p:blipFill>
                      <a:blip r:embed="rId10"/>
                      <a:stretch>
                        <a:fillRect/>
                      </a:stretch>
                    </p:blipFill>
                    <p:spPr>
                      <a:xfrm>
                        <a:off x="611188" y="3173413"/>
                        <a:ext cx="1912937" cy="477837"/>
                      </a:xfrm>
                      <a:prstGeom prst="rect">
                        <a:avLst/>
                      </a:prstGeom>
                      <a:noFill/>
                      <a:ln w="38100">
                        <a:noFill/>
                        <a:miter/>
                      </a:ln>
                    </p:spPr>
                  </p:pic>
                </p:oleObj>
              </mc:Fallback>
            </mc:AlternateContent>
          </a:graphicData>
        </a:graphic>
      </p:graphicFrame>
      <p:graphicFrame>
        <p:nvGraphicFramePr>
          <p:cNvPr id="177157" name="Object 1029"/>
          <p:cNvGraphicFramePr>
            <a:graphicFrameLocks noChangeAspect="1"/>
          </p:cNvGraphicFramePr>
          <p:nvPr/>
        </p:nvGraphicFramePr>
        <p:xfrm>
          <a:off x="933450" y="3716338"/>
          <a:ext cx="6973888" cy="550862"/>
        </p:xfrm>
        <a:graphic>
          <a:graphicData uri="http://schemas.openxmlformats.org/presentationml/2006/ole">
            <mc:AlternateContent xmlns:mc="http://schemas.openxmlformats.org/markup-compatibility/2006">
              <mc:Choice xmlns:v="urn:schemas-microsoft-com:vml" Requires="v">
                <p:oleObj spid="_x0000_s17496" name="" r:id="rId11" imgW="3048000" imgH="241300" progId="Equation.DSMT4">
                  <p:embed/>
                </p:oleObj>
              </mc:Choice>
              <mc:Fallback>
                <p:oleObj name="" r:id="rId11" imgW="3048000" imgH="241300" progId="Equation.DSMT4">
                  <p:embed/>
                  <p:pic>
                    <p:nvPicPr>
                      <p:cNvPr id="0" name="图片 3308"/>
                      <p:cNvPicPr/>
                      <p:nvPr/>
                    </p:nvPicPr>
                    <p:blipFill>
                      <a:blip r:embed="rId12"/>
                      <a:stretch>
                        <a:fillRect/>
                      </a:stretch>
                    </p:blipFill>
                    <p:spPr>
                      <a:xfrm>
                        <a:off x="933450" y="3716338"/>
                        <a:ext cx="6973888" cy="550862"/>
                      </a:xfrm>
                      <a:prstGeom prst="rect">
                        <a:avLst/>
                      </a:prstGeom>
                      <a:noFill/>
                      <a:ln w="38100">
                        <a:noFill/>
                        <a:miter/>
                      </a:ln>
                    </p:spPr>
                  </p:pic>
                </p:oleObj>
              </mc:Fallback>
            </mc:AlternateContent>
          </a:graphicData>
        </a:graphic>
      </p:graphicFrame>
      <p:graphicFrame>
        <p:nvGraphicFramePr>
          <p:cNvPr id="177158" name="Object 1030"/>
          <p:cNvGraphicFramePr>
            <a:graphicFrameLocks noChangeAspect="1"/>
          </p:cNvGraphicFramePr>
          <p:nvPr/>
        </p:nvGraphicFramePr>
        <p:xfrm>
          <a:off x="827088" y="4437063"/>
          <a:ext cx="3074987" cy="503237"/>
        </p:xfrm>
        <a:graphic>
          <a:graphicData uri="http://schemas.openxmlformats.org/presentationml/2006/ole">
            <mc:AlternateContent xmlns:mc="http://schemas.openxmlformats.org/markup-compatibility/2006">
              <mc:Choice xmlns:v="urn:schemas-microsoft-com:vml" Requires="v">
                <p:oleObj spid="_x0000_s17497" name="" r:id="rId13" imgW="1397000" imgH="228600" progId="Equation.DSMT4">
                  <p:embed/>
                </p:oleObj>
              </mc:Choice>
              <mc:Fallback>
                <p:oleObj name="" r:id="rId13" imgW="1397000" imgH="228600" progId="Equation.DSMT4">
                  <p:embed/>
                  <p:pic>
                    <p:nvPicPr>
                      <p:cNvPr id="0" name="图片 3305"/>
                      <p:cNvPicPr/>
                      <p:nvPr/>
                    </p:nvPicPr>
                    <p:blipFill>
                      <a:blip r:embed="rId14"/>
                      <a:stretch>
                        <a:fillRect/>
                      </a:stretch>
                    </p:blipFill>
                    <p:spPr>
                      <a:xfrm>
                        <a:off x="827088" y="4437063"/>
                        <a:ext cx="3074987" cy="503237"/>
                      </a:xfrm>
                      <a:prstGeom prst="rect">
                        <a:avLst/>
                      </a:prstGeom>
                      <a:noFill/>
                      <a:ln w="38100">
                        <a:noFill/>
                        <a:miter/>
                      </a:ln>
                    </p:spPr>
                  </p:pic>
                </p:oleObj>
              </mc:Fallback>
            </mc:AlternateContent>
          </a:graphicData>
        </a:graphic>
      </p:graphicFrame>
      <p:graphicFrame>
        <p:nvGraphicFramePr>
          <p:cNvPr id="177159" name="Object 1031"/>
          <p:cNvGraphicFramePr>
            <a:graphicFrameLocks noChangeAspect="1"/>
          </p:cNvGraphicFramePr>
          <p:nvPr/>
        </p:nvGraphicFramePr>
        <p:xfrm>
          <a:off x="755650" y="5084763"/>
          <a:ext cx="7488238" cy="541337"/>
        </p:xfrm>
        <a:graphic>
          <a:graphicData uri="http://schemas.openxmlformats.org/presentationml/2006/ole">
            <mc:AlternateContent xmlns:mc="http://schemas.openxmlformats.org/markup-compatibility/2006">
              <mc:Choice xmlns:v="urn:schemas-microsoft-com:vml" Requires="v">
                <p:oleObj spid="_x0000_s17498" name="" r:id="rId15" imgW="3327400" imgH="241300" progId="Equation.DSMT4">
                  <p:embed/>
                </p:oleObj>
              </mc:Choice>
              <mc:Fallback>
                <p:oleObj name="" r:id="rId15" imgW="3327400" imgH="241300" progId="Equation.DSMT4">
                  <p:embed/>
                  <p:pic>
                    <p:nvPicPr>
                      <p:cNvPr id="0" name="图片 3306"/>
                      <p:cNvPicPr/>
                      <p:nvPr/>
                    </p:nvPicPr>
                    <p:blipFill>
                      <a:blip r:embed="rId16"/>
                      <a:stretch>
                        <a:fillRect/>
                      </a:stretch>
                    </p:blipFill>
                    <p:spPr>
                      <a:xfrm>
                        <a:off x="755650" y="5084763"/>
                        <a:ext cx="7488238" cy="541337"/>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7153"/>
                                        </p:tgtEl>
                                        <p:attrNameLst>
                                          <p:attrName>style.visibility</p:attrName>
                                        </p:attrNameLst>
                                      </p:cBhvr>
                                      <p:to>
                                        <p:strVal val="visible"/>
                                      </p:to>
                                    </p:set>
                                    <p:animEffect transition="in" filter="wipe(left)">
                                      <p:cBhvr>
                                        <p:cTn id="7" dur="500"/>
                                        <p:tgtEl>
                                          <p:spTgt spid="1771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7154"/>
                                        </p:tgtEl>
                                        <p:attrNameLst>
                                          <p:attrName>style.visibility</p:attrName>
                                        </p:attrNameLst>
                                      </p:cBhvr>
                                      <p:to>
                                        <p:strVal val="visible"/>
                                      </p:to>
                                    </p:set>
                                    <p:animEffect transition="in" filter="wipe(left)">
                                      <p:cBhvr>
                                        <p:cTn id="12" dur="500"/>
                                        <p:tgtEl>
                                          <p:spTgt spid="1771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7152"/>
                                        </p:tgtEl>
                                        <p:attrNameLst>
                                          <p:attrName>style.visibility</p:attrName>
                                        </p:attrNameLst>
                                      </p:cBhvr>
                                      <p:to>
                                        <p:strVal val="visible"/>
                                      </p:to>
                                    </p:set>
                                    <p:animEffect transition="in" filter="wipe(left)">
                                      <p:cBhvr>
                                        <p:cTn id="17" dur="500"/>
                                        <p:tgtEl>
                                          <p:spTgt spid="1771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7155"/>
                                        </p:tgtEl>
                                        <p:attrNameLst>
                                          <p:attrName>style.visibility</p:attrName>
                                        </p:attrNameLst>
                                      </p:cBhvr>
                                      <p:to>
                                        <p:strVal val="visible"/>
                                      </p:to>
                                    </p:set>
                                    <p:animEffect transition="in" filter="wipe(left)">
                                      <p:cBhvr>
                                        <p:cTn id="22" dur="500"/>
                                        <p:tgtEl>
                                          <p:spTgt spid="17715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7156"/>
                                        </p:tgtEl>
                                        <p:attrNameLst>
                                          <p:attrName>style.visibility</p:attrName>
                                        </p:attrNameLst>
                                      </p:cBhvr>
                                      <p:to>
                                        <p:strVal val="visible"/>
                                      </p:to>
                                    </p:set>
                                    <p:animEffect transition="in" filter="wipe(left)">
                                      <p:cBhvr>
                                        <p:cTn id="27" dur="500"/>
                                        <p:tgtEl>
                                          <p:spTgt spid="17715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7157"/>
                                        </p:tgtEl>
                                        <p:attrNameLst>
                                          <p:attrName>style.visibility</p:attrName>
                                        </p:attrNameLst>
                                      </p:cBhvr>
                                      <p:to>
                                        <p:strVal val="visible"/>
                                      </p:to>
                                    </p:set>
                                    <p:animEffect transition="in" filter="wipe(left)">
                                      <p:cBhvr>
                                        <p:cTn id="32" dur="500"/>
                                        <p:tgtEl>
                                          <p:spTgt spid="17715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77158"/>
                                        </p:tgtEl>
                                        <p:attrNameLst>
                                          <p:attrName>style.visibility</p:attrName>
                                        </p:attrNameLst>
                                      </p:cBhvr>
                                      <p:to>
                                        <p:strVal val="visible"/>
                                      </p:to>
                                    </p:set>
                                    <p:animEffect transition="in" filter="wipe(left)">
                                      <p:cBhvr>
                                        <p:cTn id="37" dur="500"/>
                                        <p:tgtEl>
                                          <p:spTgt spid="17715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77159"/>
                                        </p:tgtEl>
                                        <p:attrNameLst>
                                          <p:attrName>style.visibility</p:attrName>
                                        </p:attrNameLst>
                                      </p:cBhvr>
                                      <p:to>
                                        <p:strVal val="visible"/>
                                      </p:to>
                                    </p:set>
                                    <p:animEffect transition="in" filter="wipe(left)">
                                      <p:cBhvr>
                                        <p:cTn id="42" dur="500"/>
                                        <p:tgtEl>
                                          <p:spTgt spid="177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0482"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20483" name="Object 1024"/>
          <p:cNvGraphicFramePr>
            <a:graphicFrameLocks noChangeAspect="1"/>
          </p:cNvGraphicFramePr>
          <p:nvPr/>
        </p:nvGraphicFramePr>
        <p:xfrm>
          <a:off x="4157663" y="3392488"/>
          <a:ext cx="914400" cy="203200"/>
        </p:xfrm>
        <a:graphic>
          <a:graphicData uri="http://schemas.openxmlformats.org/presentationml/2006/ole">
            <mc:AlternateContent xmlns:mc="http://schemas.openxmlformats.org/markup-compatibility/2006">
              <mc:Choice xmlns:v="urn:schemas-microsoft-com:vml" Requires="v">
                <p:oleObj spid="_x0000_s18535" name="" r:id="rId1" imgW="437515" imgH="680720" progId="Equation.DSMT4">
                  <p:embed/>
                </p:oleObj>
              </mc:Choice>
              <mc:Fallback>
                <p:oleObj name="" r:id="rId1" imgW="437515" imgH="680720" progId="Equation.DSMT4">
                  <p:embed/>
                  <p:pic>
                    <p:nvPicPr>
                      <p:cNvPr id="0" name="图片 3303"/>
                      <p:cNvPicPr/>
                      <p:nvPr/>
                    </p:nvPicPr>
                    <p:blipFill>
                      <a:blip r:embed="rId2"/>
                      <a:stretch>
                        <a:fillRect/>
                      </a:stretch>
                    </p:blipFill>
                    <p:spPr>
                      <a:xfrm>
                        <a:off x="4157663" y="3392488"/>
                        <a:ext cx="914400" cy="203200"/>
                      </a:xfrm>
                      <a:prstGeom prst="rect">
                        <a:avLst/>
                      </a:prstGeom>
                      <a:noFill/>
                      <a:ln w="38100">
                        <a:noFill/>
                        <a:miter/>
                      </a:ln>
                    </p:spPr>
                  </p:pic>
                </p:oleObj>
              </mc:Fallback>
            </mc:AlternateContent>
          </a:graphicData>
        </a:graphic>
      </p:graphicFrame>
      <p:graphicFrame>
        <p:nvGraphicFramePr>
          <p:cNvPr id="178177" name="Object 1025"/>
          <p:cNvGraphicFramePr>
            <a:graphicFrameLocks noChangeAspect="1"/>
          </p:cNvGraphicFramePr>
          <p:nvPr/>
        </p:nvGraphicFramePr>
        <p:xfrm>
          <a:off x="2009775" y="1836738"/>
          <a:ext cx="3395663" cy="595312"/>
        </p:xfrm>
        <a:graphic>
          <a:graphicData uri="http://schemas.openxmlformats.org/presentationml/2006/ole">
            <mc:AlternateContent xmlns:mc="http://schemas.openxmlformats.org/markup-compatibility/2006">
              <mc:Choice xmlns:v="urn:schemas-microsoft-com:vml" Requires="v">
                <p:oleObj spid="_x0000_s18536" name="" r:id="rId3" imgW="1447165" imgH="254000" progId="Equation.DSMT4">
                  <p:embed/>
                </p:oleObj>
              </mc:Choice>
              <mc:Fallback>
                <p:oleObj name="" r:id="rId3" imgW="1447165" imgH="254000" progId="Equation.DSMT4">
                  <p:embed/>
                  <p:pic>
                    <p:nvPicPr>
                      <p:cNvPr id="0" name="图片 3314"/>
                      <p:cNvPicPr/>
                      <p:nvPr/>
                    </p:nvPicPr>
                    <p:blipFill>
                      <a:blip r:embed="rId4"/>
                      <a:stretch>
                        <a:fillRect/>
                      </a:stretch>
                    </p:blipFill>
                    <p:spPr>
                      <a:xfrm>
                        <a:off x="2009775" y="1836738"/>
                        <a:ext cx="3395663" cy="595312"/>
                      </a:xfrm>
                      <a:prstGeom prst="rect">
                        <a:avLst/>
                      </a:prstGeom>
                      <a:noFill/>
                      <a:ln w="38100">
                        <a:noFill/>
                        <a:miter/>
                      </a:ln>
                    </p:spPr>
                  </p:pic>
                </p:oleObj>
              </mc:Fallback>
            </mc:AlternateContent>
          </a:graphicData>
        </a:graphic>
      </p:graphicFrame>
      <p:graphicFrame>
        <p:nvGraphicFramePr>
          <p:cNvPr id="178178" name="Object 1026"/>
          <p:cNvGraphicFramePr>
            <a:graphicFrameLocks noChangeAspect="1"/>
          </p:cNvGraphicFramePr>
          <p:nvPr/>
        </p:nvGraphicFramePr>
        <p:xfrm>
          <a:off x="250825" y="1189038"/>
          <a:ext cx="5040313" cy="563562"/>
        </p:xfrm>
        <a:graphic>
          <a:graphicData uri="http://schemas.openxmlformats.org/presentationml/2006/ole">
            <mc:AlternateContent xmlns:mc="http://schemas.openxmlformats.org/markup-compatibility/2006">
              <mc:Choice xmlns:v="urn:schemas-microsoft-com:vml" Requires="v">
                <p:oleObj spid="_x0000_s18537" name="" r:id="rId5" imgW="2159000" imgH="241300" progId="Equation.DSMT4">
                  <p:embed/>
                </p:oleObj>
              </mc:Choice>
              <mc:Fallback>
                <p:oleObj name="" r:id="rId5" imgW="2159000" imgH="241300" progId="Equation.DSMT4">
                  <p:embed/>
                  <p:pic>
                    <p:nvPicPr>
                      <p:cNvPr id="0" name="图片 3318"/>
                      <p:cNvPicPr/>
                      <p:nvPr/>
                    </p:nvPicPr>
                    <p:blipFill>
                      <a:blip r:embed="rId6"/>
                      <a:stretch>
                        <a:fillRect/>
                      </a:stretch>
                    </p:blipFill>
                    <p:spPr>
                      <a:xfrm>
                        <a:off x="250825" y="1189038"/>
                        <a:ext cx="5040313" cy="563562"/>
                      </a:xfrm>
                      <a:prstGeom prst="rect">
                        <a:avLst/>
                      </a:prstGeom>
                      <a:noFill/>
                      <a:ln w="38100">
                        <a:noFill/>
                        <a:miter/>
                      </a:ln>
                    </p:spPr>
                  </p:pic>
                </p:oleObj>
              </mc:Fallback>
            </mc:AlternateContent>
          </a:graphicData>
        </a:graphic>
      </p:graphicFrame>
      <p:graphicFrame>
        <p:nvGraphicFramePr>
          <p:cNvPr id="178179" name="Object 1027"/>
          <p:cNvGraphicFramePr>
            <a:graphicFrameLocks noChangeAspect="1"/>
          </p:cNvGraphicFramePr>
          <p:nvPr/>
        </p:nvGraphicFramePr>
        <p:xfrm>
          <a:off x="5651500" y="1836738"/>
          <a:ext cx="2366963" cy="485775"/>
        </p:xfrm>
        <a:graphic>
          <a:graphicData uri="http://schemas.openxmlformats.org/presentationml/2006/ole">
            <mc:AlternateContent xmlns:mc="http://schemas.openxmlformats.org/markup-compatibility/2006">
              <mc:Choice xmlns:v="urn:schemas-microsoft-com:vml" Requires="v">
                <p:oleObj spid="_x0000_s18538" name="" r:id="rId7" imgW="989965" imgH="203200" progId="Equation.DSMT4">
                  <p:embed/>
                </p:oleObj>
              </mc:Choice>
              <mc:Fallback>
                <p:oleObj name="" r:id="rId7" imgW="989965" imgH="203200" progId="Equation.DSMT4">
                  <p:embed/>
                  <p:pic>
                    <p:nvPicPr>
                      <p:cNvPr id="0" name="图片 3309"/>
                      <p:cNvPicPr/>
                      <p:nvPr/>
                    </p:nvPicPr>
                    <p:blipFill>
                      <a:blip r:embed="rId8"/>
                      <a:stretch>
                        <a:fillRect/>
                      </a:stretch>
                    </p:blipFill>
                    <p:spPr>
                      <a:xfrm>
                        <a:off x="5651500" y="1836738"/>
                        <a:ext cx="2366963" cy="485775"/>
                      </a:xfrm>
                      <a:prstGeom prst="rect">
                        <a:avLst/>
                      </a:prstGeom>
                      <a:noFill/>
                      <a:ln w="38100">
                        <a:noFill/>
                        <a:miter/>
                      </a:ln>
                    </p:spPr>
                  </p:pic>
                </p:oleObj>
              </mc:Fallback>
            </mc:AlternateContent>
          </a:graphicData>
        </a:graphic>
      </p:graphicFrame>
      <p:graphicFrame>
        <p:nvGraphicFramePr>
          <p:cNvPr id="178180" name="Object 1028"/>
          <p:cNvGraphicFramePr>
            <a:graphicFrameLocks noChangeAspect="1"/>
          </p:cNvGraphicFramePr>
          <p:nvPr/>
        </p:nvGraphicFramePr>
        <p:xfrm>
          <a:off x="1403350" y="2701925"/>
          <a:ext cx="6183313" cy="554038"/>
        </p:xfrm>
        <a:graphic>
          <a:graphicData uri="http://schemas.openxmlformats.org/presentationml/2006/ole">
            <mc:AlternateContent xmlns:mc="http://schemas.openxmlformats.org/markup-compatibility/2006">
              <mc:Choice xmlns:v="urn:schemas-microsoft-com:vml" Requires="v">
                <p:oleObj spid="_x0000_s18539" name="" r:id="rId9" imgW="2692400" imgH="241300" progId="Equation.DSMT4">
                  <p:embed/>
                </p:oleObj>
              </mc:Choice>
              <mc:Fallback>
                <p:oleObj name="" r:id="rId9" imgW="2692400" imgH="241300" progId="Equation.DSMT4">
                  <p:embed/>
                  <p:pic>
                    <p:nvPicPr>
                      <p:cNvPr id="0" name="图片 3321"/>
                      <p:cNvPicPr/>
                      <p:nvPr/>
                    </p:nvPicPr>
                    <p:blipFill>
                      <a:blip r:embed="rId10"/>
                      <a:stretch>
                        <a:fillRect/>
                      </a:stretch>
                    </p:blipFill>
                    <p:spPr>
                      <a:xfrm>
                        <a:off x="1403350" y="2701925"/>
                        <a:ext cx="6183313" cy="554038"/>
                      </a:xfrm>
                      <a:prstGeom prst="rect">
                        <a:avLst/>
                      </a:prstGeom>
                      <a:noFill/>
                      <a:ln w="38100">
                        <a:noFill/>
                        <a:miter/>
                      </a:ln>
                    </p:spPr>
                  </p:pic>
                </p:oleObj>
              </mc:Fallback>
            </mc:AlternateContent>
          </a:graphicData>
        </a:graphic>
      </p:graphicFrame>
      <p:graphicFrame>
        <p:nvGraphicFramePr>
          <p:cNvPr id="178181" name="Object 1029"/>
          <p:cNvGraphicFramePr>
            <a:graphicFrameLocks noChangeAspect="1"/>
          </p:cNvGraphicFramePr>
          <p:nvPr/>
        </p:nvGraphicFramePr>
        <p:xfrm>
          <a:off x="1042988" y="3636963"/>
          <a:ext cx="7416800" cy="569912"/>
        </p:xfrm>
        <a:graphic>
          <a:graphicData uri="http://schemas.openxmlformats.org/presentationml/2006/ole">
            <mc:AlternateContent xmlns:mc="http://schemas.openxmlformats.org/markup-compatibility/2006">
              <mc:Choice xmlns:v="urn:schemas-microsoft-com:vml" Requires="v">
                <p:oleObj spid="_x0000_s18540" name="" r:id="rId11" imgW="3136900" imgH="241300" progId="Equation.DSMT4">
                  <p:embed/>
                </p:oleObj>
              </mc:Choice>
              <mc:Fallback>
                <p:oleObj name="" r:id="rId11" imgW="3136900" imgH="241300" progId="Equation.DSMT4">
                  <p:embed/>
                  <p:pic>
                    <p:nvPicPr>
                      <p:cNvPr id="0" name="图片 3311"/>
                      <p:cNvPicPr/>
                      <p:nvPr/>
                    </p:nvPicPr>
                    <p:blipFill>
                      <a:blip r:embed="rId12"/>
                      <a:stretch>
                        <a:fillRect/>
                      </a:stretch>
                    </p:blipFill>
                    <p:spPr>
                      <a:xfrm>
                        <a:off x="1042988" y="3636963"/>
                        <a:ext cx="7416800" cy="569912"/>
                      </a:xfrm>
                      <a:prstGeom prst="rect">
                        <a:avLst/>
                      </a:prstGeom>
                      <a:noFill/>
                      <a:ln w="38100">
                        <a:noFill/>
                        <a:miter/>
                      </a:ln>
                    </p:spPr>
                  </p:pic>
                </p:oleObj>
              </mc:Fallback>
            </mc:AlternateContent>
          </a:graphicData>
        </a:graphic>
      </p:graphicFrame>
      <p:graphicFrame>
        <p:nvGraphicFramePr>
          <p:cNvPr id="178182" name="Object 1030"/>
          <p:cNvGraphicFramePr>
            <a:graphicFrameLocks noChangeAspect="1"/>
          </p:cNvGraphicFramePr>
          <p:nvPr/>
        </p:nvGraphicFramePr>
        <p:xfrm>
          <a:off x="395288" y="3494088"/>
          <a:ext cx="471487" cy="503237"/>
        </p:xfrm>
        <a:graphic>
          <a:graphicData uri="http://schemas.openxmlformats.org/presentationml/2006/ole">
            <mc:AlternateContent xmlns:mc="http://schemas.openxmlformats.org/markup-compatibility/2006">
              <mc:Choice xmlns:v="urn:schemas-microsoft-com:vml" Requires="v">
                <p:oleObj spid="_x0000_s18541" name="" r:id="rId13" imgW="190500" imgH="203200" progId="Equation.DSMT4">
                  <p:embed/>
                </p:oleObj>
              </mc:Choice>
              <mc:Fallback>
                <p:oleObj name="" r:id="rId13" imgW="190500" imgH="203200" progId="Equation.DSMT4">
                  <p:embed/>
                  <p:pic>
                    <p:nvPicPr>
                      <p:cNvPr id="0" name="图片 3312"/>
                      <p:cNvPicPr/>
                      <p:nvPr/>
                    </p:nvPicPr>
                    <p:blipFill>
                      <a:blip r:embed="rId14"/>
                      <a:stretch>
                        <a:fillRect/>
                      </a:stretch>
                    </p:blipFill>
                    <p:spPr>
                      <a:xfrm>
                        <a:off x="395288" y="3494088"/>
                        <a:ext cx="471487" cy="503237"/>
                      </a:xfrm>
                      <a:prstGeom prst="rect">
                        <a:avLst/>
                      </a:prstGeom>
                      <a:noFill/>
                      <a:ln w="38100">
                        <a:noFill/>
                        <a:miter/>
                      </a:ln>
                    </p:spPr>
                  </p:pic>
                </p:oleObj>
              </mc:Fallback>
            </mc:AlternateContent>
          </a:graphicData>
        </a:graphic>
      </p:graphicFrame>
      <p:graphicFrame>
        <p:nvGraphicFramePr>
          <p:cNvPr id="178183" name="Object 1031"/>
          <p:cNvGraphicFramePr>
            <a:graphicFrameLocks noChangeAspect="1"/>
          </p:cNvGraphicFramePr>
          <p:nvPr/>
        </p:nvGraphicFramePr>
        <p:xfrm>
          <a:off x="654050" y="4357688"/>
          <a:ext cx="3517900" cy="511175"/>
        </p:xfrm>
        <a:graphic>
          <a:graphicData uri="http://schemas.openxmlformats.org/presentationml/2006/ole">
            <mc:AlternateContent xmlns:mc="http://schemas.openxmlformats.org/markup-compatibility/2006">
              <mc:Choice xmlns:v="urn:schemas-microsoft-com:vml" Requires="v">
                <p:oleObj spid="_x0000_s18542" name="" r:id="rId15" imgW="1485265" imgH="215900" progId="Equation.DSMT4">
                  <p:embed/>
                </p:oleObj>
              </mc:Choice>
              <mc:Fallback>
                <p:oleObj name="" r:id="rId15" imgW="1485265" imgH="215900" progId="Equation.DSMT4">
                  <p:embed/>
                  <p:pic>
                    <p:nvPicPr>
                      <p:cNvPr id="0" name="图片 3315"/>
                      <p:cNvPicPr/>
                      <p:nvPr/>
                    </p:nvPicPr>
                    <p:blipFill>
                      <a:blip r:embed="rId16"/>
                      <a:stretch>
                        <a:fillRect/>
                      </a:stretch>
                    </p:blipFill>
                    <p:spPr>
                      <a:xfrm>
                        <a:off x="654050" y="4357688"/>
                        <a:ext cx="3517900" cy="511175"/>
                      </a:xfrm>
                      <a:prstGeom prst="rect">
                        <a:avLst/>
                      </a:prstGeom>
                      <a:noFill/>
                      <a:ln w="38100">
                        <a:noFill/>
                        <a:miter/>
                      </a:ln>
                    </p:spPr>
                  </p:pic>
                </p:oleObj>
              </mc:Fallback>
            </mc:AlternateContent>
          </a:graphicData>
        </a:graphic>
      </p:graphicFrame>
      <p:graphicFrame>
        <p:nvGraphicFramePr>
          <p:cNvPr id="178184" name="Object 1032"/>
          <p:cNvGraphicFramePr>
            <a:graphicFrameLocks noChangeAspect="1"/>
          </p:cNvGraphicFramePr>
          <p:nvPr/>
        </p:nvGraphicFramePr>
        <p:xfrm>
          <a:off x="468313" y="2701925"/>
          <a:ext cx="825500" cy="471488"/>
        </p:xfrm>
        <a:graphic>
          <a:graphicData uri="http://schemas.openxmlformats.org/presentationml/2006/ole">
            <mc:AlternateContent xmlns:mc="http://schemas.openxmlformats.org/markup-compatibility/2006">
              <mc:Choice xmlns:v="urn:schemas-microsoft-com:vml" Requires="v">
                <p:oleObj spid="_x0000_s18543" name="" r:id="rId17" imgW="355600" imgH="203200" progId="Equation.DSMT4">
                  <p:embed/>
                </p:oleObj>
              </mc:Choice>
              <mc:Fallback>
                <p:oleObj name="" r:id="rId17" imgW="355600" imgH="203200" progId="Equation.DSMT4">
                  <p:embed/>
                  <p:pic>
                    <p:nvPicPr>
                      <p:cNvPr id="0" name="图片 3313"/>
                      <p:cNvPicPr/>
                      <p:nvPr/>
                    </p:nvPicPr>
                    <p:blipFill>
                      <a:blip r:embed="rId18"/>
                      <a:stretch>
                        <a:fillRect/>
                      </a:stretch>
                    </p:blipFill>
                    <p:spPr>
                      <a:xfrm>
                        <a:off x="468313" y="2701925"/>
                        <a:ext cx="825500" cy="471488"/>
                      </a:xfrm>
                      <a:prstGeom prst="rect">
                        <a:avLst/>
                      </a:prstGeom>
                      <a:noFill/>
                      <a:ln w="38100">
                        <a:noFill/>
                        <a:miter/>
                      </a:ln>
                    </p:spPr>
                  </p:pic>
                </p:oleObj>
              </mc:Fallback>
            </mc:AlternateContent>
          </a:graphicData>
        </a:graphic>
      </p:graphicFrame>
      <p:graphicFrame>
        <p:nvGraphicFramePr>
          <p:cNvPr id="177159" name="Object 1031"/>
          <p:cNvGraphicFramePr>
            <a:graphicFrameLocks noChangeAspect="1"/>
          </p:cNvGraphicFramePr>
          <p:nvPr/>
        </p:nvGraphicFramePr>
        <p:xfrm>
          <a:off x="323850" y="333375"/>
          <a:ext cx="7889875" cy="571500"/>
        </p:xfrm>
        <a:graphic>
          <a:graphicData uri="http://schemas.openxmlformats.org/presentationml/2006/ole">
            <mc:AlternateContent xmlns:mc="http://schemas.openxmlformats.org/markup-compatibility/2006">
              <mc:Choice xmlns:v="urn:schemas-microsoft-com:vml" Requires="v">
                <p:oleObj spid="_x0000_s18544" name="" r:id="rId19" imgW="3327400" imgH="241300" progId="Equation.DSMT4">
                  <p:embed/>
                </p:oleObj>
              </mc:Choice>
              <mc:Fallback>
                <p:oleObj name="" r:id="rId19" imgW="3327400" imgH="241300" progId="Equation.DSMT4">
                  <p:embed/>
                  <p:pic>
                    <p:nvPicPr>
                      <p:cNvPr id="0" name="图片 3316"/>
                      <p:cNvPicPr/>
                      <p:nvPr/>
                    </p:nvPicPr>
                    <p:blipFill>
                      <a:blip r:embed="rId20"/>
                      <a:stretch>
                        <a:fillRect/>
                      </a:stretch>
                    </p:blipFill>
                    <p:spPr>
                      <a:xfrm>
                        <a:off x="323850" y="333375"/>
                        <a:ext cx="7889875" cy="57150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7159"/>
                                        </p:tgtEl>
                                        <p:attrNameLst>
                                          <p:attrName>style.visibility</p:attrName>
                                        </p:attrNameLst>
                                      </p:cBhvr>
                                      <p:to>
                                        <p:strVal val="visible"/>
                                      </p:to>
                                    </p:set>
                                    <p:animEffect transition="in" filter="wipe(left)">
                                      <p:cBhvr>
                                        <p:cTn id="7" dur="500"/>
                                        <p:tgtEl>
                                          <p:spTgt spid="17715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8178"/>
                                        </p:tgtEl>
                                        <p:attrNameLst>
                                          <p:attrName>style.visibility</p:attrName>
                                        </p:attrNameLst>
                                      </p:cBhvr>
                                      <p:to>
                                        <p:strVal val="visible"/>
                                      </p:to>
                                    </p:set>
                                    <p:animEffect transition="in" filter="blinds(horizontal)">
                                      <p:cBhvr>
                                        <p:cTn id="12" dur="500"/>
                                        <p:tgtEl>
                                          <p:spTgt spid="17817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8177"/>
                                        </p:tgtEl>
                                        <p:attrNameLst>
                                          <p:attrName>style.visibility</p:attrName>
                                        </p:attrNameLst>
                                      </p:cBhvr>
                                      <p:to>
                                        <p:strVal val="visible"/>
                                      </p:to>
                                    </p:set>
                                    <p:animEffect transition="in" filter="wipe(left)">
                                      <p:cBhvr>
                                        <p:cTn id="17" dur="500"/>
                                        <p:tgtEl>
                                          <p:spTgt spid="178177"/>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78179"/>
                                        </p:tgtEl>
                                        <p:attrNameLst>
                                          <p:attrName>style.visibility</p:attrName>
                                        </p:attrNameLst>
                                      </p:cBhvr>
                                      <p:to>
                                        <p:strVal val="visible"/>
                                      </p:to>
                                    </p:set>
                                    <p:animEffect transition="in" filter="wipe(left)">
                                      <p:cBhvr>
                                        <p:cTn id="21" dur="500"/>
                                        <p:tgtEl>
                                          <p:spTgt spid="17817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78184"/>
                                        </p:tgtEl>
                                        <p:attrNameLst>
                                          <p:attrName>style.visibility</p:attrName>
                                        </p:attrNameLst>
                                      </p:cBhvr>
                                      <p:to>
                                        <p:strVal val="visible"/>
                                      </p:to>
                                    </p:set>
                                    <p:animEffect transition="in" filter="wipe(left)">
                                      <p:cBhvr>
                                        <p:cTn id="26" dur="500"/>
                                        <p:tgtEl>
                                          <p:spTgt spid="178184"/>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178180"/>
                                        </p:tgtEl>
                                        <p:attrNameLst>
                                          <p:attrName>style.visibility</p:attrName>
                                        </p:attrNameLst>
                                      </p:cBhvr>
                                      <p:to>
                                        <p:strVal val="visible"/>
                                      </p:to>
                                    </p:set>
                                    <p:animEffect transition="in" filter="wipe(left)">
                                      <p:cBhvr>
                                        <p:cTn id="30" dur="500"/>
                                        <p:tgtEl>
                                          <p:spTgt spid="17818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78182"/>
                                        </p:tgtEl>
                                        <p:attrNameLst>
                                          <p:attrName>style.visibility</p:attrName>
                                        </p:attrNameLst>
                                      </p:cBhvr>
                                      <p:to>
                                        <p:strVal val="visible"/>
                                      </p:to>
                                    </p:set>
                                    <p:animEffect transition="in" filter="wipe(left)">
                                      <p:cBhvr>
                                        <p:cTn id="35" dur="500"/>
                                        <p:tgtEl>
                                          <p:spTgt spid="178182"/>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178181"/>
                                        </p:tgtEl>
                                        <p:attrNameLst>
                                          <p:attrName>style.visibility</p:attrName>
                                        </p:attrNameLst>
                                      </p:cBhvr>
                                      <p:to>
                                        <p:strVal val="visible"/>
                                      </p:to>
                                    </p:set>
                                    <p:animEffect transition="in" filter="wipe(left)">
                                      <p:cBhvr>
                                        <p:cTn id="39" dur="500"/>
                                        <p:tgtEl>
                                          <p:spTgt spid="17818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78183"/>
                                        </p:tgtEl>
                                        <p:attrNameLst>
                                          <p:attrName>style.visibility</p:attrName>
                                        </p:attrNameLst>
                                      </p:cBhvr>
                                      <p:to>
                                        <p:strVal val="visible"/>
                                      </p:to>
                                    </p:set>
                                    <p:animEffect transition="in" filter="wipe(left)">
                                      <p:cBhvr>
                                        <p:cTn id="44" dur="500"/>
                                        <p:tgtEl>
                                          <p:spTgt spid="178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1506"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64875" name="Object 11"/>
          <p:cNvGraphicFramePr>
            <a:graphicFrameLocks noChangeAspect="1"/>
          </p:cNvGraphicFramePr>
          <p:nvPr/>
        </p:nvGraphicFramePr>
        <p:xfrm>
          <a:off x="454025" y="333375"/>
          <a:ext cx="6686550" cy="506413"/>
        </p:xfrm>
        <a:graphic>
          <a:graphicData uri="http://schemas.openxmlformats.org/presentationml/2006/ole">
            <mc:AlternateContent xmlns:mc="http://schemas.openxmlformats.org/markup-compatibility/2006">
              <mc:Choice xmlns:v="urn:schemas-microsoft-com:vml" Requires="v">
                <p:oleObj spid="_x0000_s19509" name="" r:id="rId1" imgW="2844800" imgH="215900" progId="Equation.DSMT4">
                  <p:embed/>
                </p:oleObj>
              </mc:Choice>
              <mc:Fallback>
                <p:oleObj name="" r:id="rId1" imgW="2844800" imgH="215900" progId="Equation.DSMT4">
                  <p:embed/>
                  <p:pic>
                    <p:nvPicPr>
                      <p:cNvPr id="0" name="图片 3320"/>
                      <p:cNvPicPr/>
                      <p:nvPr/>
                    </p:nvPicPr>
                    <p:blipFill>
                      <a:blip r:embed="rId2"/>
                      <a:stretch>
                        <a:fillRect/>
                      </a:stretch>
                    </p:blipFill>
                    <p:spPr>
                      <a:xfrm>
                        <a:off x="454025" y="333375"/>
                        <a:ext cx="6686550" cy="506413"/>
                      </a:xfrm>
                      <a:prstGeom prst="rect">
                        <a:avLst/>
                      </a:prstGeom>
                      <a:noFill/>
                      <a:ln w="38100">
                        <a:noFill/>
                        <a:miter/>
                      </a:ln>
                    </p:spPr>
                  </p:pic>
                </p:oleObj>
              </mc:Fallback>
            </mc:AlternateContent>
          </a:graphicData>
        </a:graphic>
      </p:graphicFrame>
      <p:graphicFrame>
        <p:nvGraphicFramePr>
          <p:cNvPr id="164876" name="Object 12"/>
          <p:cNvGraphicFramePr>
            <a:graphicFrameLocks noChangeAspect="1"/>
          </p:cNvGraphicFramePr>
          <p:nvPr/>
        </p:nvGraphicFramePr>
        <p:xfrm>
          <a:off x="801688" y="981075"/>
          <a:ext cx="5522912" cy="558800"/>
        </p:xfrm>
        <a:graphic>
          <a:graphicData uri="http://schemas.openxmlformats.org/presentationml/2006/ole">
            <mc:AlternateContent xmlns:mc="http://schemas.openxmlformats.org/markup-compatibility/2006">
              <mc:Choice xmlns:v="urn:schemas-microsoft-com:vml" Requires="v">
                <p:oleObj spid="_x0000_s19510" name="" r:id="rId3" imgW="2260600" imgH="228600" progId="Equation.DSMT4">
                  <p:embed/>
                </p:oleObj>
              </mc:Choice>
              <mc:Fallback>
                <p:oleObj name="" r:id="rId3" imgW="2260600" imgH="228600" progId="Equation.DSMT4">
                  <p:embed/>
                  <p:pic>
                    <p:nvPicPr>
                      <p:cNvPr id="0" name="图片 3300"/>
                      <p:cNvPicPr/>
                      <p:nvPr/>
                    </p:nvPicPr>
                    <p:blipFill>
                      <a:blip r:embed="rId4"/>
                      <a:stretch>
                        <a:fillRect/>
                      </a:stretch>
                    </p:blipFill>
                    <p:spPr>
                      <a:xfrm>
                        <a:off x="801688" y="981075"/>
                        <a:ext cx="5522912" cy="558800"/>
                      </a:xfrm>
                      <a:prstGeom prst="rect">
                        <a:avLst/>
                      </a:prstGeom>
                      <a:noFill/>
                      <a:ln w="38100">
                        <a:noFill/>
                        <a:miter/>
                      </a:ln>
                    </p:spPr>
                  </p:pic>
                </p:oleObj>
              </mc:Fallback>
            </mc:AlternateContent>
          </a:graphicData>
        </a:graphic>
      </p:graphicFrame>
      <p:graphicFrame>
        <p:nvGraphicFramePr>
          <p:cNvPr id="164877" name="Object 13"/>
          <p:cNvGraphicFramePr>
            <a:graphicFrameLocks noChangeAspect="1"/>
          </p:cNvGraphicFramePr>
          <p:nvPr/>
        </p:nvGraphicFramePr>
        <p:xfrm>
          <a:off x="684213" y="3475038"/>
          <a:ext cx="3311525" cy="530225"/>
        </p:xfrm>
        <a:graphic>
          <a:graphicData uri="http://schemas.openxmlformats.org/presentationml/2006/ole">
            <mc:AlternateContent xmlns:mc="http://schemas.openxmlformats.org/markup-compatibility/2006">
              <mc:Choice xmlns:v="urn:schemas-microsoft-com:vml" Requires="v">
                <p:oleObj spid="_x0000_s19511" name="" r:id="rId5" imgW="1345565" imgH="215900" progId="Equation.DSMT4">
                  <p:embed/>
                </p:oleObj>
              </mc:Choice>
              <mc:Fallback>
                <p:oleObj name="" r:id="rId5" imgW="1345565" imgH="215900" progId="Equation.DSMT4">
                  <p:embed/>
                  <p:pic>
                    <p:nvPicPr>
                      <p:cNvPr id="0" name="图片 3301"/>
                      <p:cNvPicPr/>
                      <p:nvPr/>
                    </p:nvPicPr>
                    <p:blipFill>
                      <a:blip r:embed="rId6"/>
                      <a:stretch>
                        <a:fillRect/>
                      </a:stretch>
                    </p:blipFill>
                    <p:spPr>
                      <a:xfrm>
                        <a:off x="684213" y="3475038"/>
                        <a:ext cx="3311525" cy="530225"/>
                      </a:xfrm>
                      <a:prstGeom prst="rect">
                        <a:avLst/>
                      </a:prstGeom>
                      <a:noFill/>
                      <a:ln w="38100">
                        <a:noFill/>
                        <a:miter/>
                      </a:ln>
                    </p:spPr>
                  </p:pic>
                </p:oleObj>
              </mc:Fallback>
            </mc:AlternateContent>
          </a:graphicData>
        </a:graphic>
      </p:graphicFrame>
      <p:graphicFrame>
        <p:nvGraphicFramePr>
          <p:cNvPr id="164878" name="Object 14"/>
          <p:cNvGraphicFramePr>
            <a:graphicFrameLocks noChangeAspect="1"/>
          </p:cNvGraphicFramePr>
          <p:nvPr/>
        </p:nvGraphicFramePr>
        <p:xfrm>
          <a:off x="1979613" y="2716213"/>
          <a:ext cx="4205287" cy="568325"/>
        </p:xfrm>
        <a:graphic>
          <a:graphicData uri="http://schemas.openxmlformats.org/presentationml/2006/ole">
            <mc:AlternateContent xmlns:mc="http://schemas.openxmlformats.org/markup-compatibility/2006">
              <mc:Choice xmlns:v="urn:schemas-microsoft-com:vml" Requires="v">
                <p:oleObj spid="_x0000_s19512" name="" r:id="rId7" imgW="1689100" imgH="228600" progId="Equation.DSMT4">
                  <p:embed/>
                </p:oleObj>
              </mc:Choice>
              <mc:Fallback>
                <p:oleObj name="" r:id="rId7" imgW="1689100" imgH="228600" progId="Equation.DSMT4">
                  <p:embed/>
                  <p:pic>
                    <p:nvPicPr>
                      <p:cNvPr id="0" name="图片 3335"/>
                      <p:cNvPicPr/>
                      <p:nvPr/>
                    </p:nvPicPr>
                    <p:blipFill>
                      <a:blip r:embed="rId8"/>
                      <a:stretch>
                        <a:fillRect/>
                      </a:stretch>
                    </p:blipFill>
                    <p:spPr>
                      <a:xfrm>
                        <a:off x="1979613" y="2716213"/>
                        <a:ext cx="4205287" cy="568325"/>
                      </a:xfrm>
                      <a:prstGeom prst="rect">
                        <a:avLst/>
                      </a:prstGeom>
                      <a:noFill/>
                      <a:ln w="38100">
                        <a:noFill/>
                        <a:miter/>
                      </a:ln>
                    </p:spPr>
                  </p:pic>
                </p:oleObj>
              </mc:Fallback>
            </mc:AlternateContent>
          </a:graphicData>
        </a:graphic>
      </p:graphicFrame>
      <p:graphicFrame>
        <p:nvGraphicFramePr>
          <p:cNvPr id="164879" name="Object 15"/>
          <p:cNvGraphicFramePr>
            <a:graphicFrameLocks noChangeAspect="1"/>
          </p:cNvGraphicFramePr>
          <p:nvPr/>
        </p:nvGraphicFramePr>
        <p:xfrm>
          <a:off x="684213" y="1890713"/>
          <a:ext cx="4248150" cy="576262"/>
        </p:xfrm>
        <a:graphic>
          <a:graphicData uri="http://schemas.openxmlformats.org/presentationml/2006/ole">
            <mc:AlternateContent xmlns:mc="http://schemas.openxmlformats.org/markup-compatibility/2006">
              <mc:Choice xmlns:v="urn:schemas-microsoft-com:vml" Requires="v">
                <p:oleObj spid="_x0000_s19513" name="" r:id="rId9" imgW="1778000" imgH="241300" progId="Equation.DSMT4">
                  <p:embed/>
                </p:oleObj>
              </mc:Choice>
              <mc:Fallback>
                <p:oleObj name="" r:id="rId9" imgW="1778000" imgH="241300" progId="Equation.DSMT4">
                  <p:embed/>
                  <p:pic>
                    <p:nvPicPr>
                      <p:cNvPr id="0" name="图片 3322"/>
                      <p:cNvPicPr/>
                      <p:nvPr/>
                    </p:nvPicPr>
                    <p:blipFill>
                      <a:blip r:embed="rId10"/>
                      <a:stretch>
                        <a:fillRect/>
                      </a:stretch>
                    </p:blipFill>
                    <p:spPr>
                      <a:xfrm>
                        <a:off x="684213" y="1890713"/>
                        <a:ext cx="4248150" cy="576262"/>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4875"/>
                                        </p:tgtEl>
                                        <p:attrNameLst>
                                          <p:attrName>style.visibility</p:attrName>
                                        </p:attrNameLst>
                                      </p:cBhvr>
                                      <p:to>
                                        <p:strVal val="visible"/>
                                      </p:to>
                                    </p:set>
                                    <p:animEffect transition="in" filter="wipe(left)">
                                      <p:cBhvr>
                                        <p:cTn id="7" dur="500"/>
                                        <p:tgtEl>
                                          <p:spTgt spid="1648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4876"/>
                                        </p:tgtEl>
                                        <p:attrNameLst>
                                          <p:attrName>style.visibility</p:attrName>
                                        </p:attrNameLst>
                                      </p:cBhvr>
                                      <p:to>
                                        <p:strVal val="visible"/>
                                      </p:to>
                                    </p:set>
                                    <p:animEffect transition="in" filter="wipe(left)">
                                      <p:cBhvr>
                                        <p:cTn id="12" dur="500"/>
                                        <p:tgtEl>
                                          <p:spTgt spid="164876"/>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64879"/>
                                        </p:tgtEl>
                                        <p:attrNameLst>
                                          <p:attrName>style.visibility</p:attrName>
                                        </p:attrNameLst>
                                      </p:cBhvr>
                                      <p:to>
                                        <p:strVal val="visible"/>
                                      </p:to>
                                    </p:set>
                                    <p:animEffect transition="in" filter="wipe(left)">
                                      <p:cBhvr>
                                        <p:cTn id="16" dur="500"/>
                                        <p:tgtEl>
                                          <p:spTgt spid="16487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64878"/>
                                        </p:tgtEl>
                                        <p:attrNameLst>
                                          <p:attrName>style.visibility</p:attrName>
                                        </p:attrNameLst>
                                      </p:cBhvr>
                                      <p:to>
                                        <p:strVal val="visible"/>
                                      </p:to>
                                    </p:set>
                                    <p:animEffect transition="in" filter="wipe(left)">
                                      <p:cBhvr>
                                        <p:cTn id="21" dur="500"/>
                                        <p:tgtEl>
                                          <p:spTgt spid="16487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64877"/>
                                        </p:tgtEl>
                                        <p:attrNameLst>
                                          <p:attrName>style.visibility</p:attrName>
                                        </p:attrNameLst>
                                      </p:cBhvr>
                                      <p:to>
                                        <p:strVal val="visible"/>
                                      </p:to>
                                    </p:set>
                                    <p:animEffect transition="in" filter="wipe(left)">
                                      <p:cBhvr>
                                        <p:cTn id="26" dur="500"/>
                                        <p:tgtEl>
                                          <p:spTgt spid="164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2530"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79200" name="Object 1024"/>
          <p:cNvGraphicFramePr>
            <a:graphicFrameLocks noChangeAspect="1"/>
          </p:cNvGraphicFramePr>
          <p:nvPr/>
        </p:nvGraphicFramePr>
        <p:xfrm>
          <a:off x="1331913" y="765175"/>
          <a:ext cx="5400675" cy="468313"/>
        </p:xfrm>
        <a:graphic>
          <a:graphicData uri="http://schemas.openxmlformats.org/presentationml/2006/ole">
            <mc:AlternateContent xmlns:mc="http://schemas.openxmlformats.org/markup-compatibility/2006">
              <mc:Choice xmlns:v="urn:schemas-microsoft-com:vml" Requires="v">
                <p:oleObj spid="_x0000_s20503" name="" r:id="rId1" imgW="2336800" imgH="203200" progId="Equation.DSMT4">
                  <p:embed/>
                </p:oleObj>
              </mc:Choice>
              <mc:Fallback>
                <p:oleObj name="" r:id="rId1" imgW="2336800" imgH="203200" progId="Equation.DSMT4">
                  <p:embed/>
                  <p:pic>
                    <p:nvPicPr>
                      <p:cNvPr id="0" name="图片 3328"/>
                      <p:cNvPicPr/>
                      <p:nvPr/>
                    </p:nvPicPr>
                    <p:blipFill>
                      <a:blip r:embed="rId2"/>
                      <a:stretch>
                        <a:fillRect/>
                      </a:stretch>
                    </p:blipFill>
                    <p:spPr>
                      <a:xfrm>
                        <a:off x="1331913" y="765175"/>
                        <a:ext cx="5400675" cy="468313"/>
                      </a:xfrm>
                      <a:prstGeom prst="rect">
                        <a:avLst/>
                      </a:prstGeom>
                      <a:noFill/>
                      <a:ln w="38100">
                        <a:noFill/>
                        <a:miter/>
                      </a:ln>
                    </p:spPr>
                  </p:pic>
                </p:oleObj>
              </mc:Fallback>
            </mc:AlternateContent>
          </a:graphicData>
        </a:graphic>
      </p:graphicFrame>
      <p:graphicFrame>
        <p:nvGraphicFramePr>
          <p:cNvPr id="179201" name="Object 1025"/>
          <p:cNvGraphicFramePr>
            <a:graphicFrameLocks noChangeAspect="1"/>
          </p:cNvGraphicFramePr>
          <p:nvPr/>
        </p:nvGraphicFramePr>
        <p:xfrm>
          <a:off x="539750" y="1412875"/>
          <a:ext cx="7920038" cy="1516063"/>
        </p:xfrm>
        <a:graphic>
          <a:graphicData uri="http://schemas.openxmlformats.org/presentationml/2006/ole">
            <mc:AlternateContent xmlns:mc="http://schemas.openxmlformats.org/markup-compatibility/2006">
              <mc:Choice xmlns:v="urn:schemas-microsoft-com:vml" Requires="v">
                <p:oleObj spid="_x0000_s20504" name="" r:id="rId3" imgW="3517900" imgH="673100" progId="Equation.DSMT4">
                  <p:embed/>
                </p:oleObj>
              </mc:Choice>
              <mc:Fallback>
                <p:oleObj name="" r:id="rId3" imgW="3517900" imgH="673100" progId="Equation.DSMT4">
                  <p:embed/>
                  <p:pic>
                    <p:nvPicPr>
                      <p:cNvPr id="0" name="图片 3326"/>
                      <p:cNvPicPr/>
                      <p:nvPr/>
                    </p:nvPicPr>
                    <p:blipFill>
                      <a:blip r:embed="rId4"/>
                      <a:stretch>
                        <a:fillRect/>
                      </a:stretch>
                    </p:blipFill>
                    <p:spPr>
                      <a:xfrm>
                        <a:off x="539750" y="1412875"/>
                        <a:ext cx="7920038" cy="1516063"/>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9200"/>
                                        </p:tgtEl>
                                        <p:attrNameLst>
                                          <p:attrName>style.visibility</p:attrName>
                                        </p:attrNameLst>
                                      </p:cBhvr>
                                      <p:to>
                                        <p:strVal val="visible"/>
                                      </p:to>
                                    </p:set>
                                    <p:animEffect transition="in" filter="wipe(left)">
                                      <p:cBhvr>
                                        <p:cTn id="7" dur="500"/>
                                        <p:tgtEl>
                                          <p:spTgt spid="179200"/>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79201"/>
                                        </p:tgtEl>
                                        <p:attrNameLst>
                                          <p:attrName>style.visibility</p:attrName>
                                        </p:attrNameLst>
                                      </p:cBhvr>
                                      <p:to>
                                        <p:strVal val="visible"/>
                                      </p:to>
                                    </p:set>
                                    <p:anim calcmode="lin" valueType="num">
                                      <p:cBhvr>
                                        <p:cTn id="12" dur="500" fill="hold"/>
                                        <p:tgtEl>
                                          <p:spTgt spid="179201"/>
                                        </p:tgtEl>
                                        <p:attrNameLst>
                                          <p:attrName>ppt_w</p:attrName>
                                        </p:attrNameLst>
                                      </p:cBhvr>
                                      <p:tavLst>
                                        <p:tav tm="0">
                                          <p:val>
                                            <p:fltVal val="0"/>
                                          </p:val>
                                        </p:tav>
                                        <p:tav tm="100000">
                                          <p:val>
                                            <p:strVal val="#ppt_w"/>
                                          </p:val>
                                        </p:tav>
                                      </p:tavLst>
                                    </p:anim>
                                    <p:anim calcmode="lin" valueType="num">
                                      <p:cBhvr>
                                        <p:cTn id="13" dur="500" fill="hold"/>
                                        <p:tgtEl>
                                          <p:spTgt spid="179201"/>
                                        </p:tgtEl>
                                        <p:attrNameLst>
                                          <p:attrName>ppt_h</p:attrName>
                                        </p:attrNameLst>
                                      </p:cBhvr>
                                      <p:tavLst>
                                        <p:tav tm="0">
                                          <p:val>
                                            <p:fltVal val="0"/>
                                          </p:val>
                                        </p:tav>
                                        <p:tav tm="100000">
                                          <p:val>
                                            <p:strVal val="#ppt_h"/>
                                          </p:val>
                                        </p:tav>
                                      </p:tavLst>
                                    </p:anim>
                                    <p:animEffect transition="in" filter="fade">
                                      <p:cBhvr>
                                        <p:cTn id="14" dur="500"/>
                                        <p:tgtEl>
                                          <p:spTgt spid="179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18434"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51555" name="Object 3"/>
          <p:cNvGraphicFramePr>
            <a:graphicFrameLocks noChangeAspect="1"/>
          </p:cNvGraphicFramePr>
          <p:nvPr/>
        </p:nvGraphicFramePr>
        <p:xfrm>
          <a:off x="539750" y="44450"/>
          <a:ext cx="5616575" cy="1495425"/>
        </p:xfrm>
        <a:graphic>
          <a:graphicData uri="http://schemas.openxmlformats.org/presentationml/2006/ole">
            <mc:AlternateContent xmlns:mc="http://schemas.openxmlformats.org/markup-compatibility/2006">
              <mc:Choice xmlns:v="urn:schemas-microsoft-com:vml" Requires="v">
                <p:oleObj spid="_x0000_s16417" name="" r:id="rId1" imgW="2578100" imgH="685800" progId="Equation.DSMT4">
                  <p:embed/>
                </p:oleObj>
              </mc:Choice>
              <mc:Fallback>
                <p:oleObj name="" r:id="rId1" imgW="2578100" imgH="685800" progId="Equation.DSMT4">
                  <p:embed/>
                  <p:pic>
                    <p:nvPicPr>
                      <p:cNvPr id="0" name="图片 3234"/>
                      <p:cNvPicPr/>
                      <p:nvPr/>
                    </p:nvPicPr>
                    <p:blipFill>
                      <a:blip r:embed="rId2"/>
                      <a:stretch>
                        <a:fillRect/>
                      </a:stretch>
                    </p:blipFill>
                    <p:spPr>
                      <a:xfrm>
                        <a:off x="539750" y="44450"/>
                        <a:ext cx="5616575" cy="1495425"/>
                      </a:xfrm>
                      <a:prstGeom prst="rect">
                        <a:avLst/>
                      </a:prstGeom>
                      <a:noFill/>
                      <a:ln w="38100">
                        <a:noFill/>
                        <a:miter/>
                      </a:ln>
                    </p:spPr>
                  </p:pic>
                </p:oleObj>
              </mc:Fallback>
            </mc:AlternateContent>
          </a:graphicData>
        </a:graphic>
      </p:graphicFrame>
      <p:graphicFrame>
        <p:nvGraphicFramePr>
          <p:cNvPr id="151556" name="Object 4"/>
          <p:cNvGraphicFramePr>
            <a:graphicFrameLocks noChangeAspect="1"/>
          </p:cNvGraphicFramePr>
          <p:nvPr/>
        </p:nvGraphicFramePr>
        <p:xfrm>
          <a:off x="1476375" y="1557338"/>
          <a:ext cx="3325813" cy="477837"/>
        </p:xfrm>
        <a:graphic>
          <a:graphicData uri="http://schemas.openxmlformats.org/presentationml/2006/ole">
            <mc:AlternateContent xmlns:mc="http://schemas.openxmlformats.org/markup-compatibility/2006">
              <mc:Choice xmlns:v="urn:schemas-microsoft-com:vml" Requires="v">
                <p:oleObj spid="_x0000_s16418" name="" r:id="rId3" imgW="1587500" imgH="228600" progId="Equation.DSMT4">
                  <p:embed/>
                </p:oleObj>
              </mc:Choice>
              <mc:Fallback>
                <p:oleObj name="" r:id="rId3" imgW="1587500" imgH="228600" progId="Equation.DSMT4">
                  <p:embed/>
                  <p:pic>
                    <p:nvPicPr>
                      <p:cNvPr id="0" name="图片 3235"/>
                      <p:cNvPicPr/>
                      <p:nvPr/>
                    </p:nvPicPr>
                    <p:blipFill>
                      <a:blip r:embed="rId4"/>
                      <a:stretch>
                        <a:fillRect/>
                      </a:stretch>
                    </p:blipFill>
                    <p:spPr>
                      <a:xfrm>
                        <a:off x="1476375" y="1557338"/>
                        <a:ext cx="3325813" cy="477837"/>
                      </a:xfrm>
                      <a:prstGeom prst="rect">
                        <a:avLst/>
                      </a:prstGeom>
                      <a:noFill/>
                      <a:ln w="38100">
                        <a:noFill/>
                        <a:miter/>
                      </a:ln>
                    </p:spPr>
                  </p:pic>
                </p:oleObj>
              </mc:Fallback>
            </mc:AlternateContent>
          </a:graphicData>
        </a:graphic>
      </p:graphicFrame>
      <p:graphicFrame>
        <p:nvGraphicFramePr>
          <p:cNvPr id="151557" name="Object 5"/>
          <p:cNvGraphicFramePr>
            <a:graphicFrameLocks noChangeAspect="1"/>
          </p:cNvGraphicFramePr>
          <p:nvPr/>
        </p:nvGraphicFramePr>
        <p:xfrm>
          <a:off x="198438" y="2133600"/>
          <a:ext cx="8532812" cy="3573463"/>
        </p:xfrm>
        <a:graphic>
          <a:graphicData uri="http://schemas.openxmlformats.org/presentationml/2006/ole">
            <mc:AlternateContent xmlns:mc="http://schemas.openxmlformats.org/markup-compatibility/2006">
              <mc:Choice xmlns:v="urn:schemas-microsoft-com:vml" Requires="v">
                <p:oleObj spid="_x0000_s16419" name="" r:id="rId5" imgW="3962400" imgH="1663700" progId="Equation.DSMT4">
                  <p:embed/>
                </p:oleObj>
              </mc:Choice>
              <mc:Fallback>
                <p:oleObj name="" r:id="rId5" imgW="3962400" imgH="1663700" progId="Equation.DSMT4">
                  <p:embed/>
                  <p:pic>
                    <p:nvPicPr>
                      <p:cNvPr id="0" name="图片 3226"/>
                      <p:cNvPicPr/>
                      <p:nvPr/>
                    </p:nvPicPr>
                    <p:blipFill>
                      <a:blip r:embed="rId6"/>
                      <a:stretch>
                        <a:fillRect/>
                      </a:stretch>
                    </p:blipFill>
                    <p:spPr>
                      <a:xfrm>
                        <a:off x="198438" y="2133600"/>
                        <a:ext cx="8532812" cy="3573463"/>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1555"/>
                                        </p:tgtEl>
                                        <p:attrNameLst>
                                          <p:attrName>style.visibility</p:attrName>
                                        </p:attrNameLst>
                                      </p:cBhvr>
                                      <p:to>
                                        <p:strVal val="visible"/>
                                      </p:to>
                                    </p:set>
                                    <p:animEffect transition="in" filter="wipe(left)">
                                      <p:cBhvr>
                                        <p:cTn id="7" dur="500"/>
                                        <p:tgtEl>
                                          <p:spTgt spid="1515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1556"/>
                                        </p:tgtEl>
                                        <p:attrNameLst>
                                          <p:attrName>style.visibility</p:attrName>
                                        </p:attrNameLst>
                                      </p:cBhvr>
                                      <p:to>
                                        <p:strVal val="visible"/>
                                      </p:to>
                                    </p:set>
                                    <p:animEffect transition="in" filter="wipe(left)">
                                      <p:cBhvr>
                                        <p:cTn id="12" dur="500"/>
                                        <p:tgtEl>
                                          <p:spTgt spid="1515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1557"/>
                                        </p:tgtEl>
                                        <p:attrNameLst>
                                          <p:attrName>style.visibility</p:attrName>
                                        </p:attrNameLst>
                                      </p:cBhvr>
                                      <p:to>
                                        <p:strVal val="visible"/>
                                      </p:to>
                                    </p:set>
                                    <p:animEffect transition="in" filter="wipe(up)">
                                      <p:cBhvr>
                                        <p:cTn id="17" dur="500"/>
                                        <p:tgtEl>
                                          <p:spTgt spid="151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23554"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57698" name="Object 2"/>
          <p:cNvGraphicFramePr>
            <a:graphicFrameLocks noChangeAspect="1"/>
          </p:cNvGraphicFramePr>
          <p:nvPr/>
        </p:nvGraphicFramePr>
        <p:xfrm>
          <a:off x="323850" y="0"/>
          <a:ext cx="6286500" cy="1608138"/>
        </p:xfrm>
        <a:graphic>
          <a:graphicData uri="http://schemas.openxmlformats.org/presentationml/2006/ole">
            <mc:AlternateContent xmlns:mc="http://schemas.openxmlformats.org/markup-compatibility/2006">
              <mc:Choice xmlns:v="urn:schemas-microsoft-com:vml" Requires="v">
                <p:oleObj spid="_x0000_s21547" name="" r:id="rId1" imgW="2730500" imgH="698500" progId="Equation.DSMT4">
                  <p:embed/>
                </p:oleObj>
              </mc:Choice>
              <mc:Fallback>
                <p:oleObj name="" r:id="rId1" imgW="2730500" imgH="698500" progId="Equation.DSMT4">
                  <p:embed/>
                  <p:pic>
                    <p:nvPicPr>
                      <p:cNvPr id="0" name="图片 3333"/>
                      <p:cNvPicPr/>
                      <p:nvPr/>
                    </p:nvPicPr>
                    <p:blipFill>
                      <a:blip r:embed="rId2"/>
                      <a:stretch>
                        <a:fillRect/>
                      </a:stretch>
                    </p:blipFill>
                    <p:spPr>
                      <a:xfrm>
                        <a:off x="323850" y="0"/>
                        <a:ext cx="6286500" cy="1608138"/>
                      </a:xfrm>
                      <a:prstGeom prst="rect">
                        <a:avLst/>
                      </a:prstGeom>
                      <a:noFill/>
                      <a:ln w="38100">
                        <a:noFill/>
                        <a:miter/>
                      </a:ln>
                    </p:spPr>
                  </p:pic>
                </p:oleObj>
              </mc:Fallback>
            </mc:AlternateContent>
          </a:graphicData>
        </a:graphic>
      </p:graphicFrame>
      <p:graphicFrame>
        <p:nvGraphicFramePr>
          <p:cNvPr id="157700" name="Object 4"/>
          <p:cNvGraphicFramePr>
            <a:graphicFrameLocks noChangeAspect="1"/>
          </p:cNvGraphicFramePr>
          <p:nvPr/>
        </p:nvGraphicFramePr>
        <p:xfrm>
          <a:off x="395288" y="3429000"/>
          <a:ext cx="7600950" cy="1065213"/>
        </p:xfrm>
        <a:graphic>
          <a:graphicData uri="http://schemas.openxmlformats.org/presentationml/2006/ole">
            <mc:AlternateContent xmlns:mc="http://schemas.openxmlformats.org/markup-compatibility/2006">
              <mc:Choice xmlns:v="urn:schemas-microsoft-com:vml" Requires="v">
                <p:oleObj spid="_x0000_s21548" name="" r:id="rId3" imgW="3340100" imgH="469900" progId="Equation.DSMT4">
                  <p:embed/>
                </p:oleObj>
              </mc:Choice>
              <mc:Fallback>
                <p:oleObj name="" r:id="rId3" imgW="3340100" imgH="469900" progId="Equation.DSMT4">
                  <p:embed/>
                  <p:pic>
                    <p:nvPicPr>
                      <p:cNvPr id="0" name="图片 3323"/>
                      <p:cNvPicPr/>
                      <p:nvPr/>
                    </p:nvPicPr>
                    <p:blipFill>
                      <a:blip r:embed="rId4"/>
                      <a:stretch>
                        <a:fillRect/>
                      </a:stretch>
                    </p:blipFill>
                    <p:spPr>
                      <a:xfrm>
                        <a:off x="395288" y="3429000"/>
                        <a:ext cx="7600950" cy="1065213"/>
                      </a:xfrm>
                      <a:prstGeom prst="rect">
                        <a:avLst/>
                      </a:prstGeom>
                      <a:noFill/>
                      <a:ln w="38100">
                        <a:noFill/>
                        <a:miter/>
                      </a:ln>
                    </p:spPr>
                  </p:pic>
                </p:oleObj>
              </mc:Fallback>
            </mc:AlternateContent>
          </a:graphicData>
        </a:graphic>
      </p:graphicFrame>
      <p:graphicFrame>
        <p:nvGraphicFramePr>
          <p:cNvPr id="157702" name="Object 6"/>
          <p:cNvGraphicFramePr>
            <a:graphicFrameLocks noChangeAspect="1"/>
          </p:cNvGraphicFramePr>
          <p:nvPr/>
        </p:nvGraphicFramePr>
        <p:xfrm>
          <a:off x="165100" y="4797425"/>
          <a:ext cx="8643938" cy="1036638"/>
        </p:xfrm>
        <a:graphic>
          <a:graphicData uri="http://schemas.openxmlformats.org/presentationml/2006/ole">
            <mc:AlternateContent xmlns:mc="http://schemas.openxmlformats.org/markup-compatibility/2006">
              <mc:Choice xmlns:v="urn:schemas-microsoft-com:vml" Requires="v">
                <p:oleObj spid="_x0000_s21549" name="" r:id="rId5" imgW="3797300" imgH="457200" progId="Equation.DSMT4">
                  <p:embed/>
                </p:oleObj>
              </mc:Choice>
              <mc:Fallback>
                <p:oleObj name="" r:id="rId5" imgW="3797300" imgH="457200" progId="Equation.DSMT4">
                  <p:embed/>
                  <p:pic>
                    <p:nvPicPr>
                      <p:cNvPr id="0" name="图片 3332"/>
                      <p:cNvPicPr/>
                      <p:nvPr/>
                    </p:nvPicPr>
                    <p:blipFill>
                      <a:blip r:embed="rId6"/>
                      <a:stretch>
                        <a:fillRect/>
                      </a:stretch>
                    </p:blipFill>
                    <p:spPr>
                      <a:xfrm>
                        <a:off x="165100" y="4797425"/>
                        <a:ext cx="8643938" cy="1036638"/>
                      </a:xfrm>
                      <a:prstGeom prst="rect">
                        <a:avLst/>
                      </a:prstGeom>
                      <a:noFill/>
                      <a:ln w="38100">
                        <a:noFill/>
                        <a:miter/>
                      </a:ln>
                    </p:spPr>
                  </p:pic>
                </p:oleObj>
              </mc:Fallback>
            </mc:AlternateContent>
          </a:graphicData>
        </a:graphic>
      </p:graphicFrame>
      <p:graphicFrame>
        <p:nvGraphicFramePr>
          <p:cNvPr id="2" name="对象 1"/>
          <p:cNvGraphicFramePr>
            <a:graphicFrameLocks noChangeAspect="1"/>
          </p:cNvGraphicFramePr>
          <p:nvPr/>
        </p:nvGraphicFramePr>
        <p:xfrm>
          <a:off x="762000" y="1676400"/>
          <a:ext cx="6607175" cy="1638300"/>
        </p:xfrm>
        <a:graphic>
          <a:graphicData uri="http://schemas.openxmlformats.org/presentationml/2006/ole">
            <mc:AlternateContent xmlns:mc="http://schemas.openxmlformats.org/markup-compatibility/2006">
              <mc:Choice xmlns:v="urn:schemas-microsoft-com:vml" Requires="v">
                <p:oleObj spid="_x0000_s21550" name="" r:id="rId7" imgW="2870200" imgH="711200" progId="Equation.DSMT4">
                  <p:embed/>
                </p:oleObj>
              </mc:Choice>
              <mc:Fallback>
                <p:oleObj name="" r:id="rId7" imgW="2870200" imgH="711200" progId="Equation.DSMT4">
                  <p:embed/>
                  <p:pic>
                    <p:nvPicPr>
                      <p:cNvPr id="0" name="图片 3325"/>
                      <p:cNvPicPr/>
                      <p:nvPr/>
                    </p:nvPicPr>
                    <p:blipFill>
                      <a:blip r:embed="rId8"/>
                      <a:stretch>
                        <a:fillRect/>
                      </a:stretch>
                    </p:blipFill>
                    <p:spPr>
                      <a:xfrm>
                        <a:off x="762000" y="1676400"/>
                        <a:ext cx="6607175" cy="163830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7698"/>
                                        </p:tgtEl>
                                        <p:attrNameLst>
                                          <p:attrName>style.visibility</p:attrName>
                                        </p:attrNameLst>
                                      </p:cBhvr>
                                      <p:to>
                                        <p:strVal val="visible"/>
                                      </p:to>
                                    </p:set>
                                    <p:animEffect transition="in" filter="wipe(left)">
                                      <p:cBhvr>
                                        <p:cTn id="7" dur="500"/>
                                        <p:tgtEl>
                                          <p:spTgt spid="1576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7700"/>
                                        </p:tgtEl>
                                        <p:attrNameLst>
                                          <p:attrName>style.visibility</p:attrName>
                                        </p:attrNameLst>
                                      </p:cBhvr>
                                      <p:to>
                                        <p:strVal val="visible"/>
                                      </p:to>
                                    </p:set>
                                    <p:animEffect transition="in" filter="wipe(up)">
                                      <p:cBhvr>
                                        <p:cTn id="17" dur="500"/>
                                        <p:tgtEl>
                                          <p:spTgt spid="1577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57702"/>
                                        </p:tgtEl>
                                        <p:attrNameLst>
                                          <p:attrName>style.visibility</p:attrName>
                                        </p:attrNameLst>
                                      </p:cBhvr>
                                      <p:to>
                                        <p:strVal val="visible"/>
                                      </p:to>
                                    </p:set>
                                    <p:animEffect transition="in" filter="wipe(up)">
                                      <p:cBhvr>
                                        <p:cTn id="22" dur="500"/>
                                        <p:tgtEl>
                                          <p:spTgt spid="157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24578"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59746" name="Object 2"/>
          <p:cNvGraphicFramePr>
            <a:graphicFrameLocks noChangeAspect="1"/>
          </p:cNvGraphicFramePr>
          <p:nvPr/>
        </p:nvGraphicFramePr>
        <p:xfrm>
          <a:off x="338138" y="620713"/>
          <a:ext cx="6286500" cy="1285875"/>
        </p:xfrm>
        <a:graphic>
          <a:graphicData uri="http://schemas.openxmlformats.org/presentationml/2006/ole">
            <mc:AlternateContent xmlns:mc="http://schemas.openxmlformats.org/markup-compatibility/2006">
              <mc:Choice xmlns:v="urn:schemas-microsoft-com:vml" Requires="v">
                <p:oleObj spid="_x0000_s22561" name="" r:id="rId1" imgW="2730500" imgH="558800" progId="Equation.DSMT4">
                  <p:embed/>
                </p:oleObj>
              </mc:Choice>
              <mc:Fallback>
                <p:oleObj name="" r:id="rId1" imgW="2730500" imgH="558800" progId="Equation.DSMT4">
                  <p:embed/>
                  <p:pic>
                    <p:nvPicPr>
                      <p:cNvPr id="0" name="图片 3336"/>
                      <p:cNvPicPr/>
                      <p:nvPr/>
                    </p:nvPicPr>
                    <p:blipFill>
                      <a:blip r:embed="rId2"/>
                      <a:stretch>
                        <a:fillRect/>
                      </a:stretch>
                    </p:blipFill>
                    <p:spPr>
                      <a:xfrm>
                        <a:off x="338138" y="620713"/>
                        <a:ext cx="6286500" cy="1285875"/>
                      </a:xfrm>
                      <a:prstGeom prst="rect">
                        <a:avLst/>
                      </a:prstGeom>
                      <a:noFill/>
                      <a:ln w="38100">
                        <a:noFill/>
                        <a:miter/>
                      </a:ln>
                    </p:spPr>
                  </p:pic>
                </p:oleObj>
              </mc:Fallback>
            </mc:AlternateContent>
          </a:graphicData>
        </a:graphic>
      </p:graphicFrame>
      <p:graphicFrame>
        <p:nvGraphicFramePr>
          <p:cNvPr id="159747" name="Object 3"/>
          <p:cNvGraphicFramePr>
            <a:graphicFrameLocks noChangeAspect="1"/>
          </p:cNvGraphicFramePr>
          <p:nvPr/>
        </p:nvGraphicFramePr>
        <p:xfrm>
          <a:off x="755650" y="2060575"/>
          <a:ext cx="4808538" cy="1235075"/>
        </p:xfrm>
        <a:graphic>
          <a:graphicData uri="http://schemas.openxmlformats.org/presentationml/2006/ole">
            <mc:AlternateContent xmlns:mc="http://schemas.openxmlformats.org/markup-compatibility/2006">
              <mc:Choice xmlns:v="urn:schemas-microsoft-com:vml" Requires="v">
                <p:oleObj spid="_x0000_s22562" name="" r:id="rId3" imgW="2171700" imgH="558800" progId="Equation.DSMT4">
                  <p:embed/>
                </p:oleObj>
              </mc:Choice>
              <mc:Fallback>
                <p:oleObj name="" r:id="rId3" imgW="2171700" imgH="558800" progId="Equation.DSMT4">
                  <p:embed/>
                  <p:pic>
                    <p:nvPicPr>
                      <p:cNvPr id="0" name="图片 3324"/>
                      <p:cNvPicPr/>
                      <p:nvPr/>
                    </p:nvPicPr>
                    <p:blipFill>
                      <a:blip r:embed="rId4"/>
                      <a:stretch>
                        <a:fillRect/>
                      </a:stretch>
                    </p:blipFill>
                    <p:spPr>
                      <a:xfrm>
                        <a:off x="755650" y="2060575"/>
                        <a:ext cx="4808538" cy="1235075"/>
                      </a:xfrm>
                      <a:prstGeom prst="rect">
                        <a:avLst/>
                      </a:prstGeom>
                      <a:noFill/>
                      <a:ln w="38100">
                        <a:noFill/>
                        <a:miter/>
                      </a:ln>
                    </p:spPr>
                  </p:pic>
                </p:oleObj>
              </mc:Fallback>
            </mc:AlternateContent>
          </a:graphicData>
        </a:graphic>
      </p:graphicFrame>
      <p:graphicFrame>
        <p:nvGraphicFramePr>
          <p:cNvPr id="159748" name="Object 4"/>
          <p:cNvGraphicFramePr>
            <a:graphicFrameLocks noChangeAspect="1"/>
          </p:cNvGraphicFramePr>
          <p:nvPr/>
        </p:nvGraphicFramePr>
        <p:xfrm>
          <a:off x="250825" y="3573463"/>
          <a:ext cx="8207375" cy="1152525"/>
        </p:xfrm>
        <a:graphic>
          <a:graphicData uri="http://schemas.openxmlformats.org/presentationml/2006/ole">
            <mc:AlternateContent xmlns:mc="http://schemas.openxmlformats.org/markup-compatibility/2006">
              <mc:Choice xmlns:v="urn:schemas-microsoft-com:vml" Requires="v">
                <p:oleObj spid="_x0000_s22563" name="" r:id="rId5" imgW="3606800" imgH="508000" progId="Equation.DSMT4">
                  <p:embed/>
                </p:oleObj>
              </mc:Choice>
              <mc:Fallback>
                <p:oleObj name="" r:id="rId5" imgW="3606800" imgH="508000" progId="Equation.DSMT4">
                  <p:embed/>
                  <p:pic>
                    <p:nvPicPr>
                      <p:cNvPr id="0" name="图片 3327"/>
                      <p:cNvPicPr/>
                      <p:nvPr/>
                    </p:nvPicPr>
                    <p:blipFill>
                      <a:blip r:embed="rId6"/>
                      <a:stretch>
                        <a:fillRect/>
                      </a:stretch>
                    </p:blipFill>
                    <p:spPr>
                      <a:xfrm>
                        <a:off x="250825" y="3573463"/>
                        <a:ext cx="8207375" cy="1152525"/>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9746"/>
                                        </p:tgtEl>
                                        <p:attrNameLst>
                                          <p:attrName>style.visibility</p:attrName>
                                        </p:attrNameLst>
                                      </p:cBhvr>
                                      <p:to>
                                        <p:strVal val="visible"/>
                                      </p:to>
                                    </p:set>
                                    <p:animEffect transition="in" filter="wipe(left)">
                                      <p:cBhvr>
                                        <p:cTn id="7" dur="500"/>
                                        <p:tgtEl>
                                          <p:spTgt spid="1597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9747"/>
                                        </p:tgtEl>
                                        <p:attrNameLst>
                                          <p:attrName>style.visibility</p:attrName>
                                        </p:attrNameLst>
                                      </p:cBhvr>
                                      <p:to>
                                        <p:strVal val="visible"/>
                                      </p:to>
                                    </p:set>
                                    <p:animEffect transition="in" filter="wipe(left)">
                                      <p:cBhvr>
                                        <p:cTn id="12" dur="500"/>
                                        <p:tgtEl>
                                          <p:spTgt spid="1597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9748"/>
                                        </p:tgtEl>
                                        <p:attrNameLst>
                                          <p:attrName>style.visibility</p:attrName>
                                        </p:attrNameLst>
                                      </p:cBhvr>
                                      <p:to>
                                        <p:strVal val="visible"/>
                                      </p:to>
                                    </p:set>
                                    <p:animEffect transition="in" filter="wipe(up)">
                                      <p:cBhvr>
                                        <p:cTn id="17" dur="500"/>
                                        <p:tgtEl>
                                          <p:spTgt spid="159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25602"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60770" name="Object 2"/>
          <p:cNvGraphicFramePr>
            <a:graphicFrameLocks noChangeAspect="1"/>
          </p:cNvGraphicFramePr>
          <p:nvPr/>
        </p:nvGraphicFramePr>
        <p:xfrm>
          <a:off x="0" y="0"/>
          <a:ext cx="7645400" cy="2085975"/>
        </p:xfrm>
        <a:graphic>
          <a:graphicData uri="http://schemas.openxmlformats.org/presentationml/2006/ole">
            <mc:AlternateContent xmlns:mc="http://schemas.openxmlformats.org/markup-compatibility/2006">
              <mc:Choice xmlns:v="urn:schemas-microsoft-com:vml" Requires="v">
                <p:oleObj spid="_x0000_s23595" name="" r:id="rId1" imgW="3441700" imgH="939800" progId="Equation.DSMT4">
                  <p:embed/>
                </p:oleObj>
              </mc:Choice>
              <mc:Fallback>
                <p:oleObj name="" r:id="rId1" imgW="3441700" imgH="939800" progId="Equation.DSMT4">
                  <p:embed/>
                  <p:pic>
                    <p:nvPicPr>
                      <p:cNvPr id="0" name="图片 3334"/>
                      <p:cNvPicPr/>
                      <p:nvPr/>
                    </p:nvPicPr>
                    <p:blipFill>
                      <a:blip r:embed="rId2"/>
                      <a:stretch>
                        <a:fillRect/>
                      </a:stretch>
                    </p:blipFill>
                    <p:spPr>
                      <a:xfrm>
                        <a:off x="0" y="0"/>
                        <a:ext cx="7645400" cy="2085975"/>
                      </a:xfrm>
                      <a:prstGeom prst="rect">
                        <a:avLst/>
                      </a:prstGeom>
                      <a:noFill/>
                      <a:ln w="38100">
                        <a:noFill/>
                        <a:miter/>
                      </a:ln>
                    </p:spPr>
                  </p:pic>
                </p:oleObj>
              </mc:Fallback>
            </mc:AlternateContent>
          </a:graphicData>
        </a:graphic>
      </p:graphicFrame>
      <p:graphicFrame>
        <p:nvGraphicFramePr>
          <p:cNvPr id="160774" name="Object 6"/>
          <p:cNvGraphicFramePr>
            <a:graphicFrameLocks noChangeAspect="1"/>
          </p:cNvGraphicFramePr>
          <p:nvPr/>
        </p:nvGraphicFramePr>
        <p:xfrm>
          <a:off x="684213" y="2060575"/>
          <a:ext cx="7345362" cy="2020888"/>
        </p:xfrm>
        <a:graphic>
          <a:graphicData uri="http://schemas.openxmlformats.org/presentationml/2006/ole">
            <mc:AlternateContent xmlns:mc="http://schemas.openxmlformats.org/markup-compatibility/2006">
              <mc:Choice xmlns:v="urn:schemas-microsoft-com:vml" Requires="v">
                <p:oleObj spid="_x0000_s23596" name="" r:id="rId3" imgW="3416300" imgH="939800" progId="Equation.DSMT4">
                  <p:embed/>
                </p:oleObj>
              </mc:Choice>
              <mc:Fallback>
                <p:oleObj name="" r:id="rId3" imgW="3416300" imgH="939800" progId="Equation.DSMT4">
                  <p:embed/>
                  <p:pic>
                    <p:nvPicPr>
                      <p:cNvPr id="0" name="图片 3330"/>
                      <p:cNvPicPr/>
                      <p:nvPr/>
                    </p:nvPicPr>
                    <p:blipFill>
                      <a:blip r:embed="rId4"/>
                      <a:stretch>
                        <a:fillRect/>
                      </a:stretch>
                    </p:blipFill>
                    <p:spPr>
                      <a:xfrm>
                        <a:off x="684213" y="2060575"/>
                        <a:ext cx="7345362" cy="2020888"/>
                      </a:xfrm>
                      <a:prstGeom prst="rect">
                        <a:avLst/>
                      </a:prstGeom>
                      <a:noFill/>
                      <a:ln w="38100">
                        <a:noFill/>
                        <a:miter/>
                      </a:ln>
                    </p:spPr>
                  </p:pic>
                </p:oleObj>
              </mc:Fallback>
            </mc:AlternateContent>
          </a:graphicData>
        </a:graphic>
      </p:graphicFrame>
      <p:graphicFrame>
        <p:nvGraphicFramePr>
          <p:cNvPr id="160775" name="Object 7"/>
          <p:cNvGraphicFramePr>
            <a:graphicFrameLocks noChangeAspect="1"/>
          </p:cNvGraphicFramePr>
          <p:nvPr/>
        </p:nvGraphicFramePr>
        <p:xfrm>
          <a:off x="539750" y="4005263"/>
          <a:ext cx="7993063" cy="496887"/>
        </p:xfrm>
        <a:graphic>
          <a:graphicData uri="http://schemas.openxmlformats.org/presentationml/2006/ole">
            <mc:AlternateContent xmlns:mc="http://schemas.openxmlformats.org/markup-compatibility/2006">
              <mc:Choice xmlns:v="urn:schemas-microsoft-com:vml" Requires="v">
                <p:oleObj spid="_x0000_s23597" name="" r:id="rId5" imgW="3657600" imgH="228600" progId="Equation.DSMT4">
                  <p:embed/>
                </p:oleObj>
              </mc:Choice>
              <mc:Fallback>
                <p:oleObj name="" r:id="rId5" imgW="3657600" imgH="228600" progId="Equation.DSMT4">
                  <p:embed/>
                  <p:pic>
                    <p:nvPicPr>
                      <p:cNvPr id="0" name="图片 3329"/>
                      <p:cNvPicPr/>
                      <p:nvPr/>
                    </p:nvPicPr>
                    <p:blipFill>
                      <a:blip r:embed="rId6"/>
                      <a:stretch>
                        <a:fillRect/>
                      </a:stretch>
                    </p:blipFill>
                    <p:spPr>
                      <a:xfrm>
                        <a:off x="539750" y="4005263"/>
                        <a:ext cx="7993063" cy="496887"/>
                      </a:xfrm>
                      <a:prstGeom prst="rect">
                        <a:avLst/>
                      </a:prstGeom>
                      <a:noFill/>
                      <a:ln w="38100">
                        <a:noFill/>
                        <a:miter/>
                      </a:ln>
                    </p:spPr>
                  </p:pic>
                </p:oleObj>
              </mc:Fallback>
            </mc:AlternateContent>
          </a:graphicData>
        </a:graphic>
      </p:graphicFrame>
      <p:graphicFrame>
        <p:nvGraphicFramePr>
          <p:cNvPr id="160776" name="Object 8"/>
          <p:cNvGraphicFramePr>
            <a:graphicFrameLocks noChangeAspect="1"/>
          </p:cNvGraphicFramePr>
          <p:nvPr/>
        </p:nvGraphicFramePr>
        <p:xfrm>
          <a:off x="611188" y="4652963"/>
          <a:ext cx="6129337" cy="1555750"/>
        </p:xfrm>
        <a:graphic>
          <a:graphicData uri="http://schemas.openxmlformats.org/presentationml/2006/ole">
            <mc:AlternateContent xmlns:mc="http://schemas.openxmlformats.org/markup-compatibility/2006">
              <mc:Choice xmlns:v="urn:schemas-microsoft-com:vml" Requires="v">
                <p:oleObj spid="_x0000_s23598" name="" r:id="rId7" imgW="2692400" imgH="685800" progId="Equation.DSMT4">
                  <p:embed/>
                </p:oleObj>
              </mc:Choice>
              <mc:Fallback>
                <p:oleObj name="" r:id="rId7" imgW="2692400" imgH="685800" progId="Equation.DSMT4">
                  <p:embed/>
                  <p:pic>
                    <p:nvPicPr>
                      <p:cNvPr id="0" name="图片 3331"/>
                      <p:cNvPicPr/>
                      <p:nvPr/>
                    </p:nvPicPr>
                    <p:blipFill>
                      <a:blip r:embed="rId8"/>
                      <a:stretch>
                        <a:fillRect/>
                      </a:stretch>
                    </p:blipFill>
                    <p:spPr>
                      <a:xfrm>
                        <a:off x="611188" y="4652963"/>
                        <a:ext cx="6129337" cy="155575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0770"/>
                                        </p:tgtEl>
                                        <p:attrNameLst>
                                          <p:attrName>style.visibility</p:attrName>
                                        </p:attrNameLst>
                                      </p:cBhvr>
                                      <p:to>
                                        <p:strVal val="visible"/>
                                      </p:to>
                                    </p:set>
                                    <p:animEffect transition="in" filter="wipe(left)">
                                      <p:cBhvr>
                                        <p:cTn id="7" dur="500"/>
                                        <p:tgtEl>
                                          <p:spTgt spid="1607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0774"/>
                                        </p:tgtEl>
                                        <p:attrNameLst>
                                          <p:attrName>style.visibility</p:attrName>
                                        </p:attrNameLst>
                                      </p:cBhvr>
                                      <p:to>
                                        <p:strVal val="visible"/>
                                      </p:to>
                                    </p:set>
                                    <p:animEffect transition="in" filter="wipe(left)">
                                      <p:cBhvr>
                                        <p:cTn id="12" dur="500"/>
                                        <p:tgtEl>
                                          <p:spTgt spid="1607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60775"/>
                                        </p:tgtEl>
                                        <p:attrNameLst>
                                          <p:attrName>style.visibility</p:attrName>
                                        </p:attrNameLst>
                                      </p:cBhvr>
                                      <p:to>
                                        <p:strVal val="visible"/>
                                      </p:to>
                                    </p:set>
                                    <p:animEffect transition="in" filter="wipe(up)">
                                      <p:cBhvr>
                                        <p:cTn id="17" dur="500"/>
                                        <p:tgtEl>
                                          <p:spTgt spid="16077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60776"/>
                                        </p:tgtEl>
                                        <p:attrNameLst>
                                          <p:attrName>style.visibility</p:attrName>
                                        </p:attrNameLst>
                                      </p:cBhvr>
                                      <p:to>
                                        <p:strVal val="visible"/>
                                      </p:to>
                                    </p:set>
                                    <p:animEffect transition="in" filter="wipe(up)">
                                      <p:cBhvr>
                                        <p:cTn id="22" dur="500"/>
                                        <p:tgtEl>
                                          <p:spTgt spid="160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26626"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58724" name="Object 4"/>
          <p:cNvGraphicFramePr>
            <a:graphicFrameLocks noChangeAspect="1"/>
          </p:cNvGraphicFramePr>
          <p:nvPr/>
        </p:nvGraphicFramePr>
        <p:xfrm>
          <a:off x="323850" y="476250"/>
          <a:ext cx="8064500" cy="2133600"/>
        </p:xfrm>
        <a:graphic>
          <a:graphicData uri="http://schemas.openxmlformats.org/presentationml/2006/ole">
            <mc:AlternateContent xmlns:mc="http://schemas.openxmlformats.org/markup-compatibility/2006">
              <mc:Choice xmlns:v="urn:schemas-microsoft-com:vml" Requires="v">
                <p:oleObj spid="_x0000_s24599" name="" r:id="rId1" imgW="3543300" imgH="939800" progId="Equation.DSMT4">
                  <p:embed/>
                </p:oleObj>
              </mc:Choice>
              <mc:Fallback>
                <p:oleObj name="" r:id="rId1" imgW="3543300" imgH="939800" progId="Equation.DSMT4">
                  <p:embed/>
                  <p:pic>
                    <p:nvPicPr>
                      <p:cNvPr id="0" name="图片 3337"/>
                      <p:cNvPicPr/>
                      <p:nvPr/>
                    </p:nvPicPr>
                    <p:blipFill>
                      <a:blip r:embed="rId2"/>
                      <a:stretch>
                        <a:fillRect/>
                      </a:stretch>
                    </p:blipFill>
                    <p:spPr>
                      <a:xfrm>
                        <a:off x="323850" y="476250"/>
                        <a:ext cx="8064500" cy="2133600"/>
                      </a:xfrm>
                      <a:prstGeom prst="rect">
                        <a:avLst/>
                      </a:prstGeom>
                      <a:noFill/>
                      <a:ln w="38100">
                        <a:noFill/>
                        <a:miter/>
                      </a:ln>
                    </p:spPr>
                  </p:pic>
                </p:oleObj>
              </mc:Fallback>
            </mc:AlternateContent>
          </a:graphicData>
        </a:graphic>
      </p:graphicFrame>
      <p:graphicFrame>
        <p:nvGraphicFramePr>
          <p:cNvPr id="11267" name="Object 6"/>
          <p:cNvGraphicFramePr>
            <a:graphicFrameLocks noChangeAspect="1"/>
          </p:cNvGraphicFramePr>
          <p:nvPr/>
        </p:nvGraphicFramePr>
        <p:xfrm>
          <a:off x="487363" y="2852738"/>
          <a:ext cx="8021637" cy="1069975"/>
        </p:xfrm>
        <a:graphic>
          <a:graphicData uri="http://schemas.openxmlformats.org/presentationml/2006/ole">
            <mc:AlternateContent xmlns:mc="http://schemas.openxmlformats.org/markup-compatibility/2006">
              <mc:Choice xmlns:v="urn:schemas-microsoft-com:vml" Requires="v">
                <p:oleObj spid="_x0000_s24600" name="" r:id="rId3" imgW="3429000" imgH="457200" progId="Equation.DSMT4">
                  <p:embed/>
                </p:oleObj>
              </mc:Choice>
              <mc:Fallback>
                <p:oleObj name="" r:id="rId3" imgW="3429000" imgH="457200" progId="Equation.DSMT4">
                  <p:embed/>
                  <p:pic>
                    <p:nvPicPr>
                      <p:cNvPr id="0" name="图片 3341"/>
                      <p:cNvPicPr/>
                      <p:nvPr/>
                    </p:nvPicPr>
                    <p:blipFill>
                      <a:blip r:embed="rId4"/>
                      <a:stretch>
                        <a:fillRect/>
                      </a:stretch>
                    </p:blipFill>
                    <p:spPr>
                      <a:xfrm>
                        <a:off x="487363" y="2852738"/>
                        <a:ext cx="8021637" cy="1069975"/>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8724"/>
                                        </p:tgtEl>
                                        <p:attrNameLst>
                                          <p:attrName>style.visibility</p:attrName>
                                        </p:attrNameLst>
                                      </p:cBhvr>
                                      <p:to>
                                        <p:strVal val="visible"/>
                                      </p:to>
                                    </p:set>
                                    <p:animEffect transition="in" filter="wipe(up)">
                                      <p:cBhvr>
                                        <p:cTn id="7" dur="500"/>
                                        <p:tgtEl>
                                          <p:spTgt spid="1587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267"/>
                                        </p:tgtEl>
                                        <p:attrNameLst>
                                          <p:attrName>style.visibility</p:attrName>
                                        </p:attrNameLst>
                                      </p:cBhvr>
                                      <p:to>
                                        <p:strVal val="visible"/>
                                      </p:to>
                                    </p:set>
                                    <p:animEffect transition="in" filter="blinds(horizontal)">
                                      <p:cBhvr>
                                        <p:cTn id="12" dur="500"/>
                                        <p:tgtEl>
                                          <p:spTgt spid="11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7650"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pSp>
        <p:nvGrpSpPr>
          <p:cNvPr id="2" name="Group 50"/>
          <p:cNvGrpSpPr/>
          <p:nvPr/>
        </p:nvGrpSpPr>
        <p:grpSpPr>
          <a:xfrm>
            <a:off x="323850" y="1052513"/>
            <a:ext cx="8497888" cy="3024187"/>
            <a:chOff x="203" y="981"/>
            <a:chExt cx="5353" cy="1905"/>
          </a:xfrm>
        </p:grpSpPr>
        <p:sp>
          <p:nvSpPr>
            <p:cNvPr id="27654" name="Line 4"/>
            <p:cNvSpPr/>
            <p:nvPr/>
          </p:nvSpPr>
          <p:spPr>
            <a:xfrm>
              <a:off x="203" y="981"/>
              <a:ext cx="5353" cy="0"/>
            </a:xfrm>
            <a:prstGeom prst="line">
              <a:avLst/>
            </a:prstGeom>
            <a:ln w="9525" cap="flat" cmpd="sng">
              <a:solidFill>
                <a:schemeClr val="tx1"/>
              </a:solidFill>
              <a:prstDash val="solid"/>
              <a:headEnd type="none" w="med" len="med"/>
              <a:tailEnd type="none" w="med" len="med"/>
            </a:ln>
          </p:spPr>
        </p:sp>
        <p:sp>
          <p:nvSpPr>
            <p:cNvPr id="27655" name="Line 5"/>
            <p:cNvSpPr/>
            <p:nvPr/>
          </p:nvSpPr>
          <p:spPr>
            <a:xfrm>
              <a:off x="203" y="1298"/>
              <a:ext cx="5353" cy="0"/>
            </a:xfrm>
            <a:prstGeom prst="line">
              <a:avLst/>
            </a:prstGeom>
            <a:ln w="9525" cap="flat" cmpd="sng">
              <a:solidFill>
                <a:schemeClr val="tx1"/>
              </a:solidFill>
              <a:prstDash val="solid"/>
              <a:headEnd type="none" w="med" len="med"/>
              <a:tailEnd type="none" w="med" len="med"/>
            </a:ln>
          </p:spPr>
        </p:sp>
        <p:graphicFrame>
          <p:nvGraphicFramePr>
            <p:cNvPr id="27656" name="Object 1026"/>
            <p:cNvGraphicFramePr>
              <a:graphicFrameLocks noChangeAspect="1"/>
            </p:cNvGraphicFramePr>
            <p:nvPr/>
          </p:nvGraphicFramePr>
          <p:xfrm>
            <a:off x="4740" y="1026"/>
            <a:ext cx="475" cy="271"/>
          </p:xfrm>
          <a:graphic>
            <a:graphicData uri="http://schemas.openxmlformats.org/presentationml/2006/ole">
              <mc:AlternateContent xmlns:mc="http://schemas.openxmlformats.org/markup-compatibility/2006">
                <mc:Choice xmlns:v="urn:schemas-microsoft-com:vml" Requires="v">
                  <p:oleObj spid="_x0000_s25913" name="" r:id="rId1" imgW="355600" imgH="203200" progId="Equation.DSMT4">
                    <p:embed/>
                  </p:oleObj>
                </mc:Choice>
                <mc:Fallback>
                  <p:oleObj name="" r:id="rId1" imgW="355600" imgH="203200" progId="Equation.DSMT4">
                    <p:embed/>
                    <p:pic>
                      <p:nvPicPr>
                        <p:cNvPr id="0" name="图片 3346"/>
                        <p:cNvPicPr/>
                        <p:nvPr/>
                      </p:nvPicPr>
                      <p:blipFill>
                        <a:blip r:embed="rId2"/>
                        <a:stretch>
                          <a:fillRect/>
                        </a:stretch>
                      </p:blipFill>
                      <p:spPr>
                        <a:xfrm>
                          <a:off x="4740" y="1026"/>
                          <a:ext cx="475" cy="271"/>
                        </a:xfrm>
                        <a:prstGeom prst="rect">
                          <a:avLst/>
                        </a:prstGeom>
                        <a:noFill/>
                        <a:ln w="38100">
                          <a:noFill/>
                          <a:miter/>
                        </a:ln>
                      </p:spPr>
                    </p:pic>
                  </p:oleObj>
                </mc:Fallback>
              </mc:AlternateContent>
            </a:graphicData>
          </a:graphic>
        </p:graphicFrame>
        <p:graphicFrame>
          <p:nvGraphicFramePr>
            <p:cNvPr id="27657" name="Object 1027"/>
            <p:cNvGraphicFramePr>
              <a:graphicFrameLocks noChangeAspect="1"/>
            </p:cNvGraphicFramePr>
            <p:nvPr/>
          </p:nvGraphicFramePr>
          <p:xfrm>
            <a:off x="241" y="1026"/>
            <a:ext cx="442" cy="252"/>
          </p:xfrm>
          <a:graphic>
            <a:graphicData uri="http://schemas.openxmlformats.org/presentationml/2006/ole">
              <mc:AlternateContent xmlns:mc="http://schemas.openxmlformats.org/markup-compatibility/2006">
                <mc:Choice xmlns:v="urn:schemas-microsoft-com:vml" Requires="v">
                  <p:oleObj spid="_x0000_s25914" name="" r:id="rId3" imgW="355600" imgH="203200" progId="Equation.DSMT4">
                    <p:embed/>
                  </p:oleObj>
                </mc:Choice>
                <mc:Fallback>
                  <p:oleObj name="" r:id="rId3" imgW="355600" imgH="203200" progId="Equation.DSMT4">
                    <p:embed/>
                    <p:pic>
                      <p:nvPicPr>
                        <p:cNvPr id="0" name="图片 3338"/>
                        <p:cNvPicPr/>
                        <p:nvPr/>
                      </p:nvPicPr>
                      <p:blipFill>
                        <a:blip r:embed="rId4"/>
                        <a:stretch>
                          <a:fillRect/>
                        </a:stretch>
                      </p:blipFill>
                      <p:spPr>
                        <a:xfrm>
                          <a:off x="241" y="1026"/>
                          <a:ext cx="442" cy="252"/>
                        </a:xfrm>
                        <a:prstGeom prst="rect">
                          <a:avLst/>
                        </a:prstGeom>
                        <a:noFill/>
                        <a:ln w="38100">
                          <a:noFill/>
                          <a:miter/>
                        </a:ln>
                      </p:spPr>
                    </p:pic>
                  </p:oleObj>
                </mc:Fallback>
              </mc:AlternateContent>
            </a:graphicData>
          </a:graphic>
        </p:graphicFrame>
        <p:graphicFrame>
          <p:nvGraphicFramePr>
            <p:cNvPr id="27658" name="Object 1028"/>
            <p:cNvGraphicFramePr>
              <a:graphicFrameLocks noChangeAspect="1"/>
            </p:cNvGraphicFramePr>
            <p:nvPr/>
          </p:nvGraphicFramePr>
          <p:xfrm>
            <a:off x="748" y="1026"/>
            <a:ext cx="475" cy="271"/>
          </p:xfrm>
          <a:graphic>
            <a:graphicData uri="http://schemas.openxmlformats.org/presentationml/2006/ole">
              <mc:AlternateContent xmlns:mc="http://schemas.openxmlformats.org/markup-compatibility/2006">
                <mc:Choice xmlns:v="urn:schemas-microsoft-com:vml" Requires="v">
                  <p:oleObj spid="_x0000_s25915" name="" r:id="rId5" imgW="355600" imgH="203200" progId="Equation.DSMT4">
                    <p:embed/>
                  </p:oleObj>
                </mc:Choice>
                <mc:Fallback>
                  <p:oleObj name="" r:id="rId5" imgW="355600" imgH="203200" progId="Equation.DSMT4">
                    <p:embed/>
                    <p:pic>
                      <p:nvPicPr>
                        <p:cNvPr id="0" name="图片 3339"/>
                        <p:cNvPicPr/>
                        <p:nvPr/>
                      </p:nvPicPr>
                      <p:blipFill>
                        <a:blip r:embed="rId6"/>
                        <a:stretch>
                          <a:fillRect/>
                        </a:stretch>
                      </p:blipFill>
                      <p:spPr>
                        <a:xfrm>
                          <a:off x="748" y="1026"/>
                          <a:ext cx="475" cy="271"/>
                        </a:xfrm>
                        <a:prstGeom prst="rect">
                          <a:avLst/>
                        </a:prstGeom>
                        <a:noFill/>
                        <a:ln w="38100">
                          <a:noFill/>
                          <a:miter/>
                        </a:ln>
                      </p:spPr>
                    </p:pic>
                  </p:oleObj>
                </mc:Fallback>
              </mc:AlternateContent>
            </a:graphicData>
          </a:graphic>
        </p:graphicFrame>
        <p:graphicFrame>
          <p:nvGraphicFramePr>
            <p:cNvPr id="27659" name="Object 1029"/>
            <p:cNvGraphicFramePr>
              <a:graphicFrameLocks noChangeAspect="1"/>
            </p:cNvGraphicFramePr>
            <p:nvPr/>
          </p:nvGraphicFramePr>
          <p:xfrm>
            <a:off x="1337" y="1026"/>
            <a:ext cx="1072" cy="268"/>
          </p:xfrm>
          <a:graphic>
            <a:graphicData uri="http://schemas.openxmlformats.org/presentationml/2006/ole">
              <mc:AlternateContent xmlns:mc="http://schemas.openxmlformats.org/markup-compatibility/2006">
                <mc:Choice xmlns:v="urn:schemas-microsoft-com:vml" Requires="v">
                  <p:oleObj spid="_x0000_s25916" name="" r:id="rId7" imgW="812165" imgH="203200" progId="Equation.DSMT4">
                    <p:embed/>
                  </p:oleObj>
                </mc:Choice>
                <mc:Fallback>
                  <p:oleObj name="" r:id="rId7" imgW="812165" imgH="203200" progId="Equation.DSMT4">
                    <p:embed/>
                    <p:pic>
                      <p:nvPicPr>
                        <p:cNvPr id="0" name="图片 3351"/>
                        <p:cNvPicPr/>
                        <p:nvPr/>
                      </p:nvPicPr>
                      <p:blipFill>
                        <a:blip r:embed="rId8"/>
                        <a:stretch>
                          <a:fillRect/>
                        </a:stretch>
                      </p:blipFill>
                      <p:spPr>
                        <a:xfrm>
                          <a:off x="1337" y="1026"/>
                          <a:ext cx="1072" cy="268"/>
                        </a:xfrm>
                        <a:prstGeom prst="rect">
                          <a:avLst/>
                        </a:prstGeom>
                        <a:noFill/>
                        <a:ln w="38100">
                          <a:noFill/>
                          <a:miter/>
                        </a:ln>
                      </p:spPr>
                    </p:pic>
                  </p:oleObj>
                </mc:Fallback>
              </mc:AlternateContent>
            </a:graphicData>
          </a:graphic>
        </p:graphicFrame>
        <p:graphicFrame>
          <p:nvGraphicFramePr>
            <p:cNvPr id="27660" name="Object 1030"/>
            <p:cNvGraphicFramePr>
              <a:graphicFrameLocks noChangeAspect="1"/>
            </p:cNvGraphicFramePr>
            <p:nvPr/>
          </p:nvGraphicFramePr>
          <p:xfrm>
            <a:off x="2653" y="1026"/>
            <a:ext cx="453" cy="260"/>
          </p:xfrm>
          <a:graphic>
            <a:graphicData uri="http://schemas.openxmlformats.org/presentationml/2006/ole">
              <mc:AlternateContent xmlns:mc="http://schemas.openxmlformats.org/markup-compatibility/2006">
                <mc:Choice xmlns:v="urn:schemas-microsoft-com:vml" Requires="v">
                  <p:oleObj spid="_x0000_s25917" name="" r:id="rId9" imgW="355600" imgH="203200" progId="Equation.DSMT4">
                    <p:embed/>
                  </p:oleObj>
                </mc:Choice>
                <mc:Fallback>
                  <p:oleObj name="" r:id="rId9" imgW="355600" imgH="203200" progId="Equation.DSMT4">
                    <p:embed/>
                    <p:pic>
                      <p:nvPicPr>
                        <p:cNvPr id="0" name="图片 3344"/>
                        <p:cNvPicPr/>
                        <p:nvPr/>
                      </p:nvPicPr>
                      <p:blipFill>
                        <a:blip r:embed="rId10"/>
                        <a:stretch>
                          <a:fillRect/>
                        </a:stretch>
                      </p:blipFill>
                      <p:spPr>
                        <a:xfrm>
                          <a:off x="2653" y="1026"/>
                          <a:ext cx="453" cy="260"/>
                        </a:xfrm>
                        <a:prstGeom prst="rect">
                          <a:avLst/>
                        </a:prstGeom>
                        <a:noFill/>
                        <a:ln w="38100">
                          <a:noFill/>
                          <a:miter/>
                        </a:ln>
                      </p:spPr>
                    </p:pic>
                  </p:oleObj>
                </mc:Fallback>
              </mc:AlternateContent>
            </a:graphicData>
          </a:graphic>
        </p:graphicFrame>
        <p:graphicFrame>
          <p:nvGraphicFramePr>
            <p:cNvPr id="27661" name="Object 1031"/>
            <p:cNvGraphicFramePr>
              <a:graphicFrameLocks noChangeAspect="1"/>
            </p:cNvGraphicFramePr>
            <p:nvPr/>
          </p:nvGraphicFramePr>
          <p:xfrm>
            <a:off x="3106" y="1026"/>
            <a:ext cx="475" cy="272"/>
          </p:xfrm>
          <a:graphic>
            <a:graphicData uri="http://schemas.openxmlformats.org/presentationml/2006/ole">
              <mc:AlternateContent xmlns:mc="http://schemas.openxmlformats.org/markup-compatibility/2006">
                <mc:Choice xmlns:v="urn:schemas-microsoft-com:vml" Requires="v">
                  <p:oleObj spid="_x0000_s25918" name="" r:id="rId11" imgW="355600" imgH="203200" progId="Equation.DSMT4">
                    <p:embed/>
                  </p:oleObj>
                </mc:Choice>
                <mc:Fallback>
                  <p:oleObj name="" r:id="rId11" imgW="355600" imgH="203200" progId="Equation.DSMT4">
                    <p:embed/>
                    <p:pic>
                      <p:nvPicPr>
                        <p:cNvPr id="0" name="图片 3345"/>
                        <p:cNvPicPr/>
                        <p:nvPr/>
                      </p:nvPicPr>
                      <p:blipFill>
                        <a:blip r:embed="rId12"/>
                        <a:stretch>
                          <a:fillRect/>
                        </a:stretch>
                      </p:blipFill>
                      <p:spPr>
                        <a:xfrm>
                          <a:off x="3106" y="1026"/>
                          <a:ext cx="475" cy="272"/>
                        </a:xfrm>
                        <a:prstGeom prst="rect">
                          <a:avLst/>
                        </a:prstGeom>
                        <a:noFill/>
                        <a:ln w="38100">
                          <a:noFill/>
                          <a:miter/>
                        </a:ln>
                      </p:spPr>
                    </p:pic>
                  </p:oleObj>
                </mc:Fallback>
              </mc:AlternateContent>
            </a:graphicData>
          </a:graphic>
        </p:graphicFrame>
        <p:graphicFrame>
          <p:nvGraphicFramePr>
            <p:cNvPr id="27662" name="Object 1032"/>
            <p:cNvGraphicFramePr>
              <a:graphicFrameLocks noChangeAspect="1"/>
            </p:cNvGraphicFramePr>
            <p:nvPr/>
          </p:nvGraphicFramePr>
          <p:xfrm>
            <a:off x="3742" y="1026"/>
            <a:ext cx="471" cy="279"/>
          </p:xfrm>
          <a:graphic>
            <a:graphicData uri="http://schemas.openxmlformats.org/presentationml/2006/ole">
              <mc:AlternateContent xmlns:mc="http://schemas.openxmlformats.org/markup-compatibility/2006">
                <mc:Choice xmlns:v="urn:schemas-microsoft-com:vml" Requires="v">
                  <p:oleObj spid="_x0000_s25919" name="" r:id="rId13" imgW="342900" imgH="203200" progId="Equation.DSMT4">
                    <p:embed/>
                  </p:oleObj>
                </mc:Choice>
                <mc:Fallback>
                  <p:oleObj name="" r:id="rId13" imgW="342900" imgH="203200" progId="Equation.DSMT4">
                    <p:embed/>
                    <p:pic>
                      <p:nvPicPr>
                        <p:cNvPr id="0" name="图片 3347"/>
                        <p:cNvPicPr/>
                        <p:nvPr/>
                      </p:nvPicPr>
                      <p:blipFill>
                        <a:blip r:embed="rId14"/>
                        <a:stretch>
                          <a:fillRect/>
                        </a:stretch>
                      </p:blipFill>
                      <p:spPr>
                        <a:xfrm>
                          <a:off x="3742" y="1026"/>
                          <a:ext cx="471" cy="279"/>
                        </a:xfrm>
                        <a:prstGeom prst="rect">
                          <a:avLst/>
                        </a:prstGeom>
                        <a:noFill/>
                        <a:ln w="38100">
                          <a:noFill/>
                          <a:miter/>
                        </a:ln>
                      </p:spPr>
                    </p:pic>
                  </p:oleObj>
                </mc:Fallback>
              </mc:AlternateContent>
            </a:graphicData>
          </a:graphic>
        </p:graphicFrame>
        <p:sp>
          <p:nvSpPr>
            <p:cNvPr id="27663" name="Line 13"/>
            <p:cNvSpPr/>
            <p:nvPr/>
          </p:nvSpPr>
          <p:spPr>
            <a:xfrm>
              <a:off x="203" y="981"/>
              <a:ext cx="0" cy="1905"/>
            </a:xfrm>
            <a:prstGeom prst="line">
              <a:avLst/>
            </a:prstGeom>
            <a:ln w="9525" cap="flat" cmpd="sng">
              <a:solidFill>
                <a:schemeClr val="tx1"/>
              </a:solidFill>
              <a:prstDash val="solid"/>
              <a:headEnd type="none" w="med" len="med"/>
              <a:tailEnd type="none" w="med" len="med"/>
            </a:ln>
          </p:spPr>
        </p:sp>
        <p:sp>
          <p:nvSpPr>
            <p:cNvPr id="27664" name="Line 14"/>
            <p:cNvSpPr/>
            <p:nvPr/>
          </p:nvSpPr>
          <p:spPr>
            <a:xfrm>
              <a:off x="702" y="981"/>
              <a:ext cx="0" cy="1905"/>
            </a:xfrm>
            <a:prstGeom prst="line">
              <a:avLst/>
            </a:prstGeom>
            <a:ln w="9525" cap="flat" cmpd="sng">
              <a:solidFill>
                <a:schemeClr val="tx1"/>
              </a:solidFill>
              <a:prstDash val="solid"/>
              <a:headEnd type="none" w="med" len="med"/>
              <a:tailEnd type="none" w="med" len="med"/>
            </a:ln>
          </p:spPr>
        </p:sp>
        <p:graphicFrame>
          <p:nvGraphicFramePr>
            <p:cNvPr id="27665" name="Object 1033"/>
            <p:cNvGraphicFramePr>
              <a:graphicFrameLocks noChangeAspect="1"/>
            </p:cNvGraphicFramePr>
            <p:nvPr/>
          </p:nvGraphicFramePr>
          <p:xfrm>
            <a:off x="385" y="2115"/>
            <a:ext cx="141" cy="328"/>
          </p:xfrm>
          <a:graphic>
            <a:graphicData uri="http://schemas.openxmlformats.org/presentationml/2006/ole">
              <mc:AlternateContent xmlns:mc="http://schemas.openxmlformats.org/markup-compatibility/2006">
                <mc:Choice xmlns:v="urn:schemas-microsoft-com:vml" Requires="v">
                  <p:oleObj spid="_x0000_s25920" name="" r:id="rId15" imgW="76200" imgH="177165" progId="Equation.DSMT4">
                    <p:embed/>
                  </p:oleObj>
                </mc:Choice>
                <mc:Fallback>
                  <p:oleObj name="" r:id="rId15" imgW="76200" imgH="177165" progId="Equation.DSMT4">
                    <p:embed/>
                    <p:pic>
                      <p:nvPicPr>
                        <p:cNvPr id="0" name="图片 3342"/>
                        <p:cNvPicPr/>
                        <p:nvPr/>
                      </p:nvPicPr>
                      <p:blipFill>
                        <a:blip r:embed="rId16"/>
                        <a:stretch>
                          <a:fillRect/>
                        </a:stretch>
                      </p:blipFill>
                      <p:spPr>
                        <a:xfrm>
                          <a:off x="385" y="2115"/>
                          <a:ext cx="141" cy="328"/>
                        </a:xfrm>
                        <a:prstGeom prst="rect">
                          <a:avLst/>
                        </a:prstGeom>
                        <a:noFill/>
                        <a:ln w="38100">
                          <a:noFill/>
                          <a:miter/>
                        </a:ln>
                      </p:spPr>
                    </p:pic>
                  </p:oleObj>
                </mc:Fallback>
              </mc:AlternateContent>
            </a:graphicData>
          </a:graphic>
        </p:graphicFrame>
        <p:graphicFrame>
          <p:nvGraphicFramePr>
            <p:cNvPr id="27666" name="Object 1034"/>
            <p:cNvGraphicFramePr>
              <a:graphicFrameLocks noChangeAspect="1"/>
            </p:cNvGraphicFramePr>
            <p:nvPr/>
          </p:nvGraphicFramePr>
          <p:xfrm>
            <a:off x="339" y="1298"/>
            <a:ext cx="322" cy="362"/>
          </p:xfrm>
          <a:graphic>
            <a:graphicData uri="http://schemas.openxmlformats.org/presentationml/2006/ole">
              <mc:AlternateContent xmlns:mc="http://schemas.openxmlformats.org/markup-compatibility/2006">
                <mc:Choice xmlns:v="urn:schemas-microsoft-com:vml" Requires="v">
                  <p:oleObj spid="_x0000_s25921" name="" r:id="rId17" imgW="203200" imgH="228600" progId="Equation.DSMT4">
                    <p:embed/>
                  </p:oleObj>
                </mc:Choice>
                <mc:Fallback>
                  <p:oleObj name="" r:id="rId17" imgW="203200" imgH="228600" progId="Equation.DSMT4">
                    <p:embed/>
                    <p:pic>
                      <p:nvPicPr>
                        <p:cNvPr id="0" name="图片 3343"/>
                        <p:cNvPicPr/>
                        <p:nvPr/>
                      </p:nvPicPr>
                      <p:blipFill>
                        <a:blip r:embed="rId18"/>
                        <a:stretch>
                          <a:fillRect/>
                        </a:stretch>
                      </p:blipFill>
                      <p:spPr>
                        <a:xfrm>
                          <a:off x="339" y="1298"/>
                          <a:ext cx="322" cy="362"/>
                        </a:xfrm>
                        <a:prstGeom prst="rect">
                          <a:avLst/>
                        </a:prstGeom>
                        <a:noFill/>
                        <a:ln w="38100">
                          <a:noFill/>
                          <a:miter/>
                        </a:ln>
                      </p:spPr>
                    </p:pic>
                  </p:oleObj>
                </mc:Fallback>
              </mc:AlternateContent>
            </a:graphicData>
          </a:graphic>
        </p:graphicFrame>
        <p:graphicFrame>
          <p:nvGraphicFramePr>
            <p:cNvPr id="27667" name="Object 1035"/>
            <p:cNvGraphicFramePr>
              <a:graphicFrameLocks noChangeAspect="1"/>
            </p:cNvGraphicFramePr>
            <p:nvPr/>
          </p:nvGraphicFramePr>
          <p:xfrm>
            <a:off x="339" y="1752"/>
            <a:ext cx="342" cy="363"/>
          </p:xfrm>
          <a:graphic>
            <a:graphicData uri="http://schemas.openxmlformats.org/presentationml/2006/ole">
              <mc:AlternateContent xmlns:mc="http://schemas.openxmlformats.org/markup-compatibility/2006">
                <mc:Choice xmlns:v="urn:schemas-microsoft-com:vml" Requires="v">
                  <p:oleObj spid="_x0000_s25922" name="" r:id="rId19" imgW="215900" imgH="228600" progId="Equation.DSMT4">
                    <p:embed/>
                  </p:oleObj>
                </mc:Choice>
                <mc:Fallback>
                  <p:oleObj name="" r:id="rId19" imgW="215900" imgH="228600" progId="Equation.DSMT4">
                    <p:embed/>
                    <p:pic>
                      <p:nvPicPr>
                        <p:cNvPr id="0" name="图片 3352"/>
                        <p:cNvPicPr/>
                        <p:nvPr/>
                      </p:nvPicPr>
                      <p:blipFill>
                        <a:blip r:embed="rId20"/>
                        <a:stretch>
                          <a:fillRect/>
                        </a:stretch>
                      </p:blipFill>
                      <p:spPr>
                        <a:xfrm>
                          <a:off x="339" y="1752"/>
                          <a:ext cx="342" cy="363"/>
                        </a:xfrm>
                        <a:prstGeom prst="rect">
                          <a:avLst/>
                        </a:prstGeom>
                        <a:noFill/>
                        <a:ln w="38100">
                          <a:noFill/>
                          <a:miter/>
                        </a:ln>
                      </p:spPr>
                    </p:pic>
                  </p:oleObj>
                </mc:Fallback>
              </mc:AlternateContent>
            </a:graphicData>
          </a:graphic>
        </p:graphicFrame>
        <p:graphicFrame>
          <p:nvGraphicFramePr>
            <p:cNvPr id="27668" name="Object 1036"/>
            <p:cNvGraphicFramePr>
              <a:graphicFrameLocks noChangeAspect="1"/>
            </p:cNvGraphicFramePr>
            <p:nvPr/>
          </p:nvGraphicFramePr>
          <p:xfrm>
            <a:off x="339" y="2523"/>
            <a:ext cx="363" cy="363"/>
          </p:xfrm>
          <a:graphic>
            <a:graphicData uri="http://schemas.openxmlformats.org/presentationml/2006/ole">
              <mc:AlternateContent xmlns:mc="http://schemas.openxmlformats.org/markup-compatibility/2006">
                <mc:Choice xmlns:v="urn:schemas-microsoft-com:vml" Requires="v">
                  <p:oleObj spid="_x0000_s25923" name="" r:id="rId21" imgW="228600" imgH="228600" progId="Equation.DSMT4">
                    <p:embed/>
                  </p:oleObj>
                </mc:Choice>
                <mc:Fallback>
                  <p:oleObj name="" r:id="rId21" imgW="228600" imgH="228600" progId="Equation.DSMT4">
                    <p:embed/>
                    <p:pic>
                      <p:nvPicPr>
                        <p:cNvPr id="0" name="图片 3340"/>
                        <p:cNvPicPr/>
                        <p:nvPr/>
                      </p:nvPicPr>
                      <p:blipFill>
                        <a:blip r:embed="rId22"/>
                        <a:stretch>
                          <a:fillRect/>
                        </a:stretch>
                      </p:blipFill>
                      <p:spPr>
                        <a:xfrm>
                          <a:off x="339" y="2523"/>
                          <a:ext cx="363" cy="363"/>
                        </a:xfrm>
                        <a:prstGeom prst="rect">
                          <a:avLst/>
                        </a:prstGeom>
                        <a:noFill/>
                        <a:ln w="38100">
                          <a:noFill/>
                          <a:miter/>
                        </a:ln>
                      </p:spPr>
                    </p:pic>
                  </p:oleObj>
                </mc:Fallback>
              </mc:AlternateContent>
            </a:graphicData>
          </a:graphic>
        </p:graphicFrame>
        <p:sp>
          <p:nvSpPr>
            <p:cNvPr id="27669" name="Line 19"/>
            <p:cNvSpPr/>
            <p:nvPr/>
          </p:nvSpPr>
          <p:spPr>
            <a:xfrm>
              <a:off x="203" y="1706"/>
              <a:ext cx="998" cy="0"/>
            </a:xfrm>
            <a:prstGeom prst="line">
              <a:avLst/>
            </a:prstGeom>
            <a:ln w="9525" cap="flat" cmpd="sng">
              <a:solidFill>
                <a:schemeClr val="tx1"/>
              </a:solidFill>
              <a:prstDash val="solid"/>
              <a:headEnd type="none" w="med" len="med"/>
              <a:tailEnd type="none" w="med" len="med"/>
            </a:ln>
          </p:spPr>
        </p:sp>
        <p:sp>
          <p:nvSpPr>
            <p:cNvPr id="27670" name="Line 20"/>
            <p:cNvSpPr/>
            <p:nvPr/>
          </p:nvSpPr>
          <p:spPr>
            <a:xfrm>
              <a:off x="203" y="2115"/>
              <a:ext cx="998" cy="0"/>
            </a:xfrm>
            <a:prstGeom prst="line">
              <a:avLst/>
            </a:prstGeom>
            <a:ln w="9525" cap="flat" cmpd="sng">
              <a:solidFill>
                <a:schemeClr val="tx1"/>
              </a:solidFill>
              <a:prstDash val="solid"/>
              <a:headEnd type="none" w="med" len="med"/>
              <a:tailEnd type="none" w="med" len="med"/>
            </a:ln>
          </p:spPr>
        </p:sp>
        <p:sp>
          <p:nvSpPr>
            <p:cNvPr id="27671" name="Line 21"/>
            <p:cNvSpPr/>
            <p:nvPr/>
          </p:nvSpPr>
          <p:spPr>
            <a:xfrm>
              <a:off x="203" y="2478"/>
              <a:ext cx="998" cy="0"/>
            </a:xfrm>
            <a:prstGeom prst="line">
              <a:avLst/>
            </a:prstGeom>
            <a:ln w="9525" cap="flat" cmpd="sng">
              <a:solidFill>
                <a:schemeClr val="tx1"/>
              </a:solidFill>
              <a:prstDash val="solid"/>
              <a:headEnd type="none" w="med" len="med"/>
              <a:tailEnd type="none" w="med" len="med"/>
            </a:ln>
          </p:spPr>
        </p:sp>
        <p:sp>
          <p:nvSpPr>
            <p:cNvPr id="27672" name="Line 22"/>
            <p:cNvSpPr/>
            <p:nvPr/>
          </p:nvSpPr>
          <p:spPr>
            <a:xfrm>
              <a:off x="203" y="2886"/>
              <a:ext cx="5353" cy="0"/>
            </a:xfrm>
            <a:prstGeom prst="line">
              <a:avLst/>
            </a:prstGeom>
            <a:ln w="9525" cap="flat" cmpd="sng">
              <a:solidFill>
                <a:schemeClr val="tx1"/>
              </a:solidFill>
              <a:prstDash val="solid"/>
              <a:headEnd type="none" w="med" len="med"/>
              <a:tailEnd type="none" w="med" len="med"/>
            </a:ln>
          </p:spPr>
        </p:sp>
        <p:sp>
          <p:nvSpPr>
            <p:cNvPr id="27673" name="Line 23"/>
            <p:cNvSpPr/>
            <p:nvPr/>
          </p:nvSpPr>
          <p:spPr>
            <a:xfrm>
              <a:off x="1201" y="981"/>
              <a:ext cx="0" cy="1905"/>
            </a:xfrm>
            <a:prstGeom prst="line">
              <a:avLst/>
            </a:prstGeom>
            <a:ln w="9525" cap="flat" cmpd="sng">
              <a:solidFill>
                <a:schemeClr val="tx1"/>
              </a:solidFill>
              <a:prstDash val="solid"/>
              <a:headEnd type="none" w="med" len="med"/>
              <a:tailEnd type="none" w="med" len="med"/>
            </a:ln>
          </p:spPr>
        </p:sp>
        <p:graphicFrame>
          <p:nvGraphicFramePr>
            <p:cNvPr id="27674" name="Object 1037"/>
            <p:cNvGraphicFramePr>
              <a:graphicFrameLocks noChangeAspect="1"/>
            </p:cNvGraphicFramePr>
            <p:nvPr/>
          </p:nvGraphicFramePr>
          <p:xfrm>
            <a:off x="884" y="2115"/>
            <a:ext cx="141" cy="328"/>
          </p:xfrm>
          <a:graphic>
            <a:graphicData uri="http://schemas.openxmlformats.org/presentationml/2006/ole">
              <mc:AlternateContent xmlns:mc="http://schemas.openxmlformats.org/markup-compatibility/2006">
                <mc:Choice xmlns:v="urn:schemas-microsoft-com:vml" Requires="v">
                  <p:oleObj spid="_x0000_s25924" name="" r:id="rId23" imgW="76200" imgH="177165" progId="Equation.DSMT4">
                    <p:embed/>
                  </p:oleObj>
                </mc:Choice>
                <mc:Fallback>
                  <p:oleObj name="" r:id="rId23" imgW="76200" imgH="177165" progId="Equation.DSMT4">
                    <p:embed/>
                    <p:pic>
                      <p:nvPicPr>
                        <p:cNvPr id="0" name="图片 3348"/>
                        <p:cNvPicPr/>
                        <p:nvPr/>
                      </p:nvPicPr>
                      <p:blipFill>
                        <a:blip r:embed="rId24"/>
                        <a:stretch>
                          <a:fillRect/>
                        </a:stretch>
                      </p:blipFill>
                      <p:spPr>
                        <a:xfrm>
                          <a:off x="884" y="2115"/>
                          <a:ext cx="141" cy="328"/>
                        </a:xfrm>
                        <a:prstGeom prst="rect">
                          <a:avLst/>
                        </a:prstGeom>
                        <a:noFill/>
                        <a:ln w="38100">
                          <a:noFill/>
                          <a:miter/>
                        </a:ln>
                      </p:spPr>
                    </p:pic>
                  </p:oleObj>
                </mc:Fallback>
              </mc:AlternateContent>
            </a:graphicData>
          </a:graphic>
        </p:graphicFrame>
        <p:graphicFrame>
          <p:nvGraphicFramePr>
            <p:cNvPr id="27675" name="Object 1038"/>
            <p:cNvGraphicFramePr>
              <a:graphicFrameLocks noChangeAspect="1"/>
            </p:cNvGraphicFramePr>
            <p:nvPr/>
          </p:nvGraphicFramePr>
          <p:xfrm>
            <a:off x="838" y="1344"/>
            <a:ext cx="229" cy="344"/>
          </p:xfrm>
          <a:graphic>
            <a:graphicData uri="http://schemas.openxmlformats.org/presentationml/2006/ole">
              <mc:AlternateContent xmlns:mc="http://schemas.openxmlformats.org/markup-compatibility/2006">
                <mc:Choice xmlns:v="urn:schemas-microsoft-com:vml" Requires="v">
                  <p:oleObj spid="_x0000_s25925" name="" r:id="rId25" imgW="152400" imgH="228600" progId="Equation.DSMT4">
                    <p:embed/>
                  </p:oleObj>
                </mc:Choice>
                <mc:Fallback>
                  <p:oleObj name="" r:id="rId25" imgW="152400" imgH="228600" progId="Equation.DSMT4">
                    <p:embed/>
                    <p:pic>
                      <p:nvPicPr>
                        <p:cNvPr id="0" name="图片 3349"/>
                        <p:cNvPicPr/>
                        <p:nvPr/>
                      </p:nvPicPr>
                      <p:blipFill>
                        <a:blip r:embed="rId26"/>
                        <a:stretch>
                          <a:fillRect/>
                        </a:stretch>
                      </p:blipFill>
                      <p:spPr>
                        <a:xfrm>
                          <a:off x="838" y="1344"/>
                          <a:ext cx="229" cy="344"/>
                        </a:xfrm>
                        <a:prstGeom prst="rect">
                          <a:avLst/>
                        </a:prstGeom>
                        <a:noFill/>
                        <a:ln w="38100">
                          <a:noFill/>
                          <a:miter/>
                        </a:ln>
                      </p:spPr>
                    </p:pic>
                  </p:oleObj>
                </mc:Fallback>
              </mc:AlternateContent>
            </a:graphicData>
          </a:graphic>
        </p:graphicFrame>
        <p:graphicFrame>
          <p:nvGraphicFramePr>
            <p:cNvPr id="27676" name="Object 1039"/>
            <p:cNvGraphicFramePr>
              <a:graphicFrameLocks noChangeAspect="1"/>
            </p:cNvGraphicFramePr>
            <p:nvPr/>
          </p:nvGraphicFramePr>
          <p:xfrm>
            <a:off x="838" y="1752"/>
            <a:ext cx="248" cy="344"/>
          </p:xfrm>
          <a:graphic>
            <a:graphicData uri="http://schemas.openxmlformats.org/presentationml/2006/ole">
              <mc:AlternateContent xmlns:mc="http://schemas.openxmlformats.org/markup-compatibility/2006">
                <mc:Choice xmlns:v="urn:schemas-microsoft-com:vml" Requires="v">
                  <p:oleObj spid="_x0000_s25926" name="" r:id="rId27" imgW="165100" imgH="228600" progId="Equation.DSMT4">
                    <p:embed/>
                  </p:oleObj>
                </mc:Choice>
                <mc:Fallback>
                  <p:oleObj name="" r:id="rId27" imgW="165100" imgH="228600" progId="Equation.DSMT4">
                    <p:embed/>
                    <p:pic>
                      <p:nvPicPr>
                        <p:cNvPr id="0" name="图片 3350"/>
                        <p:cNvPicPr/>
                        <p:nvPr/>
                      </p:nvPicPr>
                      <p:blipFill>
                        <a:blip r:embed="rId28"/>
                        <a:stretch>
                          <a:fillRect/>
                        </a:stretch>
                      </p:blipFill>
                      <p:spPr>
                        <a:xfrm>
                          <a:off x="838" y="1752"/>
                          <a:ext cx="248" cy="344"/>
                        </a:xfrm>
                        <a:prstGeom prst="rect">
                          <a:avLst/>
                        </a:prstGeom>
                        <a:noFill/>
                        <a:ln w="38100">
                          <a:noFill/>
                          <a:miter/>
                        </a:ln>
                      </p:spPr>
                    </p:pic>
                  </p:oleObj>
                </mc:Fallback>
              </mc:AlternateContent>
            </a:graphicData>
          </a:graphic>
        </p:graphicFrame>
        <p:graphicFrame>
          <p:nvGraphicFramePr>
            <p:cNvPr id="27677" name="Object 1040"/>
            <p:cNvGraphicFramePr>
              <a:graphicFrameLocks noChangeAspect="1"/>
            </p:cNvGraphicFramePr>
            <p:nvPr/>
          </p:nvGraphicFramePr>
          <p:xfrm>
            <a:off x="793" y="2523"/>
            <a:ext cx="263" cy="363"/>
          </p:xfrm>
          <a:graphic>
            <a:graphicData uri="http://schemas.openxmlformats.org/presentationml/2006/ole">
              <mc:AlternateContent xmlns:mc="http://schemas.openxmlformats.org/markup-compatibility/2006">
                <mc:Choice xmlns:v="urn:schemas-microsoft-com:vml" Requires="v">
                  <p:oleObj spid="_x0000_s25927" name="" r:id="rId29" imgW="165100" imgH="228600" progId="Equation.DSMT4">
                    <p:embed/>
                  </p:oleObj>
                </mc:Choice>
                <mc:Fallback>
                  <p:oleObj name="" r:id="rId29" imgW="165100" imgH="228600" progId="Equation.DSMT4">
                    <p:embed/>
                    <p:pic>
                      <p:nvPicPr>
                        <p:cNvPr id="0" name="图片 3365"/>
                        <p:cNvPicPr/>
                        <p:nvPr/>
                      </p:nvPicPr>
                      <p:blipFill>
                        <a:blip r:embed="rId30"/>
                        <a:stretch>
                          <a:fillRect/>
                        </a:stretch>
                      </p:blipFill>
                      <p:spPr>
                        <a:xfrm>
                          <a:off x="793" y="2523"/>
                          <a:ext cx="263" cy="363"/>
                        </a:xfrm>
                        <a:prstGeom prst="rect">
                          <a:avLst/>
                        </a:prstGeom>
                        <a:noFill/>
                        <a:ln w="38100">
                          <a:noFill/>
                          <a:miter/>
                        </a:ln>
                      </p:spPr>
                    </p:pic>
                  </p:oleObj>
                </mc:Fallback>
              </mc:AlternateContent>
            </a:graphicData>
          </a:graphic>
        </p:graphicFrame>
        <p:graphicFrame>
          <p:nvGraphicFramePr>
            <p:cNvPr id="27678" name="Object 1041"/>
            <p:cNvGraphicFramePr>
              <a:graphicFrameLocks noChangeAspect="1"/>
            </p:cNvGraphicFramePr>
            <p:nvPr/>
          </p:nvGraphicFramePr>
          <p:xfrm>
            <a:off x="1247" y="1888"/>
            <a:ext cx="1360" cy="299"/>
          </p:xfrm>
          <a:graphic>
            <a:graphicData uri="http://schemas.openxmlformats.org/presentationml/2006/ole">
              <mc:AlternateContent xmlns:mc="http://schemas.openxmlformats.org/markup-compatibility/2006">
                <mc:Choice xmlns:v="urn:schemas-microsoft-com:vml" Requires="v">
                  <p:oleObj spid="_x0000_s25928" name="" r:id="rId31" imgW="1040765" imgH="228600" progId="Equation.DSMT4">
                    <p:embed/>
                  </p:oleObj>
                </mc:Choice>
                <mc:Fallback>
                  <p:oleObj name="" r:id="rId31" imgW="1040765" imgH="228600" progId="Equation.DSMT4">
                    <p:embed/>
                    <p:pic>
                      <p:nvPicPr>
                        <p:cNvPr id="0" name="图片 3356"/>
                        <p:cNvPicPr/>
                        <p:nvPr/>
                      </p:nvPicPr>
                      <p:blipFill>
                        <a:blip r:embed="rId32"/>
                        <a:stretch>
                          <a:fillRect/>
                        </a:stretch>
                      </p:blipFill>
                      <p:spPr>
                        <a:xfrm>
                          <a:off x="1247" y="1888"/>
                          <a:ext cx="1360" cy="299"/>
                        </a:xfrm>
                        <a:prstGeom prst="rect">
                          <a:avLst/>
                        </a:prstGeom>
                        <a:noFill/>
                        <a:ln w="38100">
                          <a:noFill/>
                          <a:miter/>
                        </a:ln>
                      </p:spPr>
                    </p:pic>
                  </p:oleObj>
                </mc:Fallback>
              </mc:AlternateContent>
            </a:graphicData>
          </a:graphic>
        </p:graphicFrame>
        <p:sp>
          <p:nvSpPr>
            <p:cNvPr id="27679" name="Line 29"/>
            <p:cNvSpPr/>
            <p:nvPr/>
          </p:nvSpPr>
          <p:spPr>
            <a:xfrm>
              <a:off x="2653" y="981"/>
              <a:ext cx="0" cy="1905"/>
            </a:xfrm>
            <a:prstGeom prst="line">
              <a:avLst/>
            </a:prstGeom>
            <a:ln w="9525" cap="flat" cmpd="sng">
              <a:solidFill>
                <a:schemeClr val="tx1"/>
              </a:solidFill>
              <a:prstDash val="solid"/>
              <a:headEnd type="none" w="med" len="med"/>
              <a:tailEnd type="none" w="med" len="med"/>
            </a:ln>
          </p:spPr>
        </p:sp>
        <p:sp>
          <p:nvSpPr>
            <p:cNvPr id="27680" name="Line 30"/>
            <p:cNvSpPr/>
            <p:nvPr/>
          </p:nvSpPr>
          <p:spPr>
            <a:xfrm>
              <a:off x="3106" y="981"/>
              <a:ext cx="0" cy="1905"/>
            </a:xfrm>
            <a:prstGeom prst="line">
              <a:avLst/>
            </a:prstGeom>
            <a:ln w="9525" cap="flat" cmpd="sng">
              <a:solidFill>
                <a:schemeClr val="tx1"/>
              </a:solidFill>
              <a:prstDash val="solid"/>
              <a:headEnd type="none" w="med" len="med"/>
              <a:tailEnd type="none" w="med" len="med"/>
            </a:ln>
          </p:spPr>
        </p:sp>
        <p:sp>
          <p:nvSpPr>
            <p:cNvPr id="27681" name="Line 31"/>
            <p:cNvSpPr/>
            <p:nvPr/>
          </p:nvSpPr>
          <p:spPr>
            <a:xfrm>
              <a:off x="2653" y="1706"/>
              <a:ext cx="1679" cy="0"/>
            </a:xfrm>
            <a:prstGeom prst="line">
              <a:avLst/>
            </a:prstGeom>
            <a:ln w="9525" cap="flat" cmpd="sng">
              <a:solidFill>
                <a:schemeClr val="tx1"/>
              </a:solidFill>
              <a:prstDash val="solid"/>
              <a:headEnd type="none" w="med" len="med"/>
              <a:tailEnd type="none" w="med" len="med"/>
            </a:ln>
          </p:spPr>
        </p:sp>
        <p:sp>
          <p:nvSpPr>
            <p:cNvPr id="27682" name="Line 32"/>
            <p:cNvSpPr/>
            <p:nvPr/>
          </p:nvSpPr>
          <p:spPr>
            <a:xfrm>
              <a:off x="2653" y="2115"/>
              <a:ext cx="1679" cy="0"/>
            </a:xfrm>
            <a:prstGeom prst="line">
              <a:avLst/>
            </a:prstGeom>
            <a:ln w="9525" cap="flat" cmpd="sng">
              <a:solidFill>
                <a:schemeClr val="tx1"/>
              </a:solidFill>
              <a:prstDash val="solid"/>
              <a:headEnd type="none" w="med" len="med"/>
              <a:tailEnd type="none" w="med" len="med"/>
            </a:ln>
          </p:spPr>
        </p:sp>
        <p:sp>
          <p:nvSpPr>
            <p:cNvPr id="27683" name="Line 33"/>
            <p:cNvSpPr/>
            <p:nvPr/>
          </p:nvSpPr>
          <p:spPr>
            <a:xfrm>
              <a:off x="2653" y="2478"/>
              <a:ext cx="1679" cy="0"/>
            </a:xfrm>
            <a:prstGeom prst="line">
              <a:avLst/>
            </a:prstGeom>
            <a:ln w="9525" cap="flat" cmpd="sng">
              <a:solidFill>
                <a:schemeClr val="tx1"/>
              </a:solidFill>
              <a:prstDash val="solid"/>
              <a:headEnd type="none" w="med" len="med"/>
              <a:tailEnd type="none" w="med" len="med"/>
            </a:ln>
          </p:spPr>
        </p:sp>
        <p:graphicFrame>
          <p:nvGraphicFramePr>
            <p:cNvPr id="27684" name="Object 1042"/>
            <p:cNvGraphicFramePr>
              <a:graphicFrameLocks noChangeAspect="1"/>
            </p:cNvGraphicFramePr>
            <p:nvPr/>
          </p:nvGraphicFramePr>
          <p:xfrm>
            <a:off x="2744" y="1344"/>
            <a:ext cx="317" cy="301"/>
          </p:xfrm>
          <a:graphic>
            <a:graphicData uri="http://schemas.openxmlformats.org/presentationml/2006/ole">
              <mc:AlternateContent xmlns:mc="http://schemas.openxmlformats.org/markup-compatibility/2006">
                <mc:Choice xmlns:v="urn:schemas-microsoft-com:vml" Requires="v">
                  <p:oleObj spid="_x0000_s25929" name="" r:id="rId33" imgW="241300" imgH="228600" progId="Equation.DSMT4">
                    <p:embed/>
                  </p:oleObj>
                </mc:Choice>
                <mc:Fallback>
                  <p:oleObj name="" r:id="rId33" imgW="241300" imgH="228600" progId="Equation.DSMT4">
                    <p:embed/>
                    <p:pic>
                      <p:nvPicPr>
                        <p:cNvPr id="0" name="图片 3357"/>
                        <p:cNvPicPr/>
                        <p:nvPr/>
                      </p:nvPicPr>
                      <p:blipFill>
                        <a:blip r:embed="rId34"/>
                        <a:stretch>
                          <a:fillRect/>
                        </a:stretch>
                      </p:blipFill>
                      <p:spPr>
                        <a:xfrm>
                          <a:off x="2744" y="1344"/>
                          <a:ext cx="317" cy="301"/>
                        </a:xfrm>
                        <a:prstGeom prst="rect">
                          <a:avLst/>
                        </a:prstGeom>
                        <a:noFill/>
                        <a:ln w="38100">
                          <a:noFill/>
                          <a:miter/>
                        </a:ln>
                      </p:spPr>
                    </p:pic>
                  </p:oleObj>
                </mc:Fallback>
              </mc:AlternateContent>
            </a:graphicData>
          </a:graphic>
        </p:graphicFrame>
        <p:graphicFrame>
          <p:nvGraphicFramePr>
            <p:cNvPr id="27685" name="Object 1043"/>
            <p:cNvGraphicFramePr>
              <a:graphicFrameLocks noChangeAspect="1"/>
            </p:cNvGraphicFramePr>
            <p:nvPr/>
          </p:nvGraphicFramePr>
          <p:xfrm>
            <a:off x="2744" y="2523"/>
            <a:ext cx="318" cy="286"/>
          </p:xfrm>
          <a:graphic>
            <a:graphicData uri="http://schemas.openxmlformats.org/presentationml/2006/ole">
              <mc:AlternateContent xmlns:mc="http://schemas.openxmlformats.org/markup-compatibility/2006">
                <mc:Choice xmlns:v="urn:schemas-microsoft-com:vml" Requires="v">
                  <p:oleObj spid="_x0000_s25930" name="" r:id="rId35" imgW="254000" imgH="228600" progId="Equation.DSMT4">
                    <p:embed/>
                  </p:oleObj>
                </mc:Choice>
                <mc:Fallback>
                  <p:oleObj name="" r:id="rId35" imgW="254000" imgH="228600" progId="Equation.DSMT4">
                    <p:embed/>
                    <p:pic>
                      <p:nvPicPr>
                        <p:cNvPr id="0" name="图片 3362"/>
                        <p:cNvPicPr/>
                        <p:nvPr/>
                      </p:nvPicPr>
                      <p:blipFill>
                        <a:blip r:embed="rId36"/>
                        <a:stretch>
                          <a:fillRect/>
                        </a:stretch>
                      </p:blipFill>
                      <p:spPr>
                        <a:xfrm>
                          <a:off x="2744" y="2523"/>
                          <a:ext cx="318" cy="286"/>
                        </a:xfrm>
                        <a:prstGeom prst="rect">
                          <a:avLst/>
                        </a:prstGeom>
                        <a:noFill/>
                        <a:ln w="38100">
                          <a:noFill/>
                          <a:miter/>
                        </a:ln>
                      </p:spPr>
                    </p:pic>
                  </p:oleObj>
                </mc:Fallback>
              </mc:AlternateContent>
            </a:graphicData>
          </a:graphic>
        </p:graphicFrame>
        <p:graphicFrame>
          <p:nvGraphicFramePr>
            <p:cNvPr id="27686" name="Object 1044"/>
            <p:cNvGraphicFramePr>
              <a:graphicFrameLocks noChangeAspect="1"/>
            </p:cNvGraphicFramePr>
            <p:nvPr/>
          </p:nvGraphicFramePr>
          <p:xfrm>
            <a:off x="2744" y="1752"/>
            <a:ext cx="317" cy="285"/>
          </p:xfrm>
          <a:graphic>
            <a:graphicData uri="http://schemas.openxmlformats.org/presentationml/2006/ole">
              <mc:AlternateContent xmlns:mc="http://schemas.openxmlformats.org/markup-compatibility/2006">
                <mc:Choice xmlns:v="urn:schemas-microsoft-com:vml" Requires="v">
                  <p:oleObj spid="_x0000_s25931" name="" r:id="rId37" imgW="254000" imgH="228600" progId="Equation.DSMT4">
                    <p:embed/>
                  </p:oleObj>
                </mc:Choice>
                <mc:Fallback>
                  <p:oleObj name="" r:id="rId37" imgW="254000" imgH="228600" progId="Equation.DSMT4">
                    <p:embed/>
                    <p:pic>
                      <p:nvPicPr>
                        <p:cNvPr id="0" name="图片 3353"/>
                        <p:cNvPicPr/>
                        <p:nvPr/>
                      </p:nvPicPr>
                      <p:blipFill>
                        <a:blip r:embed="rId38"/>
                        <a:stretch>
                          <a:fillRect/>
                        </a:stretch>
                      </p:blipFill>
                      <p:spPr>
                        <a:xfrm>
                          <a:off x="2744" y="1752"/>
                          <a:ext cx="317" cy="285"/>
                        </a:xfrm>
                        <a:prstGeom prst="rect">
                          <a:avLst/>
                        </a:prstGeom>
                        <a:noFill/>
                        <a:ln w="38100">
                          <a:noFill/>
                          <a:miter/>
                        </a:ln>
                      </p:spPr>
                    </p:pic>
                  </p:oleObj>
                </mc:Fallback>
              </mc:AlternateContent>
            </a:graphicData>
          </a:graphic>
        </p:graphicFrame>
        <p:graphicFrame>
          <p:nvGraphicFramePr>
            <p:cNvPr id="27687" name="Object 1045"/>
            <p:cNvGraphicFramePr>
              <a:graphicFrameLocks noChangeAspect="1"/>
            </p:cNvGraphicFramePr>
            <p:nvPr/>
          </p:nvGraphicFramePr>
          <p:xfrm>
            <a:off x="2789" y="2115"/>
            <a:ext cx="141" cy="328"/>
          </p:xfrm>
          <a:graphic>
            <a:graphicData uri="http://schemas.openxmlformats.org/presentationml/2006/ole">
              <mc:AlternateContent xmlns:mc="http://schemas.openxmlformats.org/markup-compatibility/2006">
                <mc:Choice xmlns:v="urn:schemas-microsoft-com:vml" Requires="v">
                  <p:oleObj spid="_x0000_s25932" name="" r:id="rId39" imgW="76200" imgH="177165" progId="Equation.DSMT4">
                    <p:embed/>
                  </p:oleObj>
                </mc:Choice>
                <mc:Fallback>
                  <p:oleObj name="" r:id="rId39" imgW="76200" imgH="177165" progId="Equation.DSMT4">
                    <p:embed/>
                    <p:pic>
                      <p:nvPicPr>
                        <p:cNvPr id="0" name="图片 3363"/>
                        <p:cNvPicPr/>
                        <p:nvPr/>
                      </p:nvPicPr>
                      <p:blipFill>
                        <a:blip r:embed="rId40"/>
                        <a:stretch>
                          <a:fillRect/>
                        </a:stretch>
                      </p:blipFill>
                      <p:spPr>
                        <a:xfrm>
                          <a:off x="2789" y="2115"/>
                          <a:ext cx="141" cy="328"/>
                        </a:xfrm>
                        <a:prstGeom prst="rect">
                          <a:avLst/>
                        </a:prstGeom>
                        <a:noFill/>
                        <a:ln w="38100">
                          <a:noFill/>
                          <a:miter/>
                        </a:ln>
                      </p:spPr>
                    </p:pic>
                  </p:oleObj>
                </mc:Fallback>
              </mc:AlternateContent>
            </a:graphicData>
          </a:graphic>
        </p:graphicFrame>
        <p:sp>
          <p:nvSpPr>
            <p:cNvPr id="27688" name="Line 38"/>
            <p:cNvSpPr/>
            <p:nvPr/>
          </p:nvSpPr>
          <p:spPr>
            <a:xfrm>
              <a:off x="3605" y="981"/>
              <a:ext cx="0" cy="1905"/>
            </a:xfrm>
            <a:prstGeom prst="line">
              <a:avLst/>
            </a:prstGeom>
            <a:ln w="9525" cap="flat" cmpd="sng">
              <a:solidFill>
                <a:schemeClr val="tx1"/>
              </a:solidFill>
              <a:prstDash val="solid"/>
              <a:headEnd type="none" w="med" len="med"/>
              <a:tailEnd type="none" w="med" len="med"/>
            </a:ln>
          </p:spPr>
        </p:sp>
        <p:graphicFrame>
          <p:nvGraphicFramePr>
            <p:cNvPr id="27689" name="Object 1046"/>
            <p:cNvGraphicFramePr>
              <a:graphicFrameLocks noChangeAspect="1"/>
            </p:cNvGraphicFramePr>
            <p:nvPr/>
          </p:nvGraphicFramePr>
          <p:xfrm>
            <a:off x="3198" y="1797"/>
            <a:ext cx="317" cy="301"/>
          </p:xfrm>
          <a:graphic>
            <a:graphicData uri="http://schemas.openxmlformats.org/presentationml/2006/ole">
              <mc:AlternateContent xmlns:mc="http://schemas.openxmlformats.org/markup-compatibility/2006">
                <mc:Choice xmlns:v="urn:schemas-microsoft-com:vml" Requires="v">
                  <p:oleObj spid="_x0000_s25933" name="" r:id="rId41" imgW="254000" imgH="241300" progId="Equation.DSMT4">
                    <p:embed/>
                  </p:oleObj>
                </mc:Choice>
                <mc:Fallback>
                  <p:oleObj name="" r:id="rId41" imgW="254000" imgH="241300" progId="Equation.DSMT4">
                    <p:embed/>
                    <p:pic>
                      <p:nvPicPr>
                        <p:cNvPr id="0" name="图片 3358"/>
                        <p:cNvPicPr/>
                        <p:nvPr/>
                      </p:nvPicPr>
                      <p:blipFill>
                        <a:blip r:embed="rId42"/>
                        <a:stretch>
                          <a:fillRect/>
                        </a:stretch>
                      </p:blipFill>
                      <p:spPr>
                        <a:xfrm>
                          <a:off x="3198" y="1797"/>
                          <a:ext cx="317" cy="301"/>
                        </a:xfrm>
                        <a:prstGeom prst="rect">
                          <a:avLst/>
                        </a:prstGeom>
                        <a:noFill/>
                        <a:ln w="38100">
                          <a:noFill/>
                          <a:miter/>
                        </a:ln>
                      </p:spPr>
                    </p:pic>
                  </p:oleObj>
                </mc:Fallback>
              </mc:AlternateContent>
            </a:graphicData>
          </a:graphic>
        </p:graphicFrame>
        <p:graphicFrame>
          <p:nvGraphicFramePr>
            <p:cNvPr id="27690" name="Object 1047"/>
            <p:cNvGraphicFramePr>
              <a:graphicFrameLocks noChangeAspect="1"/>
            </p:cNvGraphicFramePr>
            <p:nvPr/>
          </p:nvGraphicFramePr>
          <p:xfrm>
            <a:off x="3198" y="1344"/>
            <a:ext cx="317" cy="317"/>
          </p:xfrm>
          <a:graphic>
            <a:graphicData uri="http://schemas.openxmlformats.org/presentationml/2006/ole">
              <mc:AlternateContent xmlns:mc="http://schemas.openxmlformats.org/markup-compatibility/2006">
                <mc:Choice xmlns:v="urn:schemas-microsoft-com:vml" Requires="v">
                  <p:oleObj spid="_x0000_s25934" name="" r:id="rId43" imgW="241300" imgH="241300" progId="Equation.DSMT4">
                    <p:embed/>
                  </p:oleObj>
                </mc:Choice>
                <mc:Fallback>
                  <p:oleObj name="" r:id="rId43" imgW="241300" imgH="241300" progId="Equation.DSMT4">
                    <p:embed/>
                    <p:pic>
                      <p:nvPicPr>
                        <p:cNvPr id="0" name="图片 3364"/>
                        <p:cNvPicPr/>
                        <p:nvPr/>
                      </p:nvPicPr>
                      <p:blipFill>
                        <a:blip r:embed="rId44"/>
                        <a:stretch>
                          <a:fillRect/>
                        </a:stretch>
                      </p:blipFill>
                      <p:spPr>
                        <a:xfrm>
                          <a:off x="3198" y="1344"/>
                          <a:ext cx="317" cy="317"/>
                        </a:xfrm>
                        <a:prstGeom prst="rect">
                          <a:avLst/>
                        </a:prstGeom>
                        <a:noFill/>
                        <a:ln w="38100">
                          <a:noFill/>
                          <a:miter/>
                        </a:ln>
                      </p:spPr>
                    </p:pic>
                  </p:oleObj>
                </mc:Fallback>
              </mc:AlternateContent>
            </a:graphicData>
          </a:graphic>
        </p:graphicFrame>
        <p:graphicFrame>
          <p:nvGraphicFramePr>
            <p:cNvPr id="27691" name="Object 1048"/>
            <p:cNvGraphicFramePr>
              <a:graphicFrameLocks noChangeAspect="1"/>
            </p:cNvGraphicFramePr>
            <p:nvPr/>
          </p:nvGraphicFramePr>
          <p:xfrm>
            <a:off x="3197" y="2523"/>
            <a:ext cx="318" cy="302"/>
          </p:xfrm>
          <a:graphic>
            <a:graphicData uri="http://schemas.openxmlformats.org/presentationml/2006/ole">
              <mc:AlternateContent xmlns:mc="http://schemas.openxmlformats.org/markup-compatibility/2006">
                <mc:Choice xmlns:v="urn:schemas-microsoft-com:vml" Requires="v">
                  <p:oleObj spid="_x0000_s25935" name="" r:id="rId45" imgW="254000" imgH="241300" progId="Equation.DSMT4">
                    <p:embed/>
                  </p:oleObj>
                </mc:Choice>
                <mc:Fallback>
                  <p:oleObj name="" r:id="rId45" imgW="254000" imgH="241300" progId="Equation.DSMT4">
                    <p:embed/>
                    <p:pic>
                      <p:nvPicPr>
                        <p:cNvPr id="0" name="图片 3359"/>
                        <p:cNvPicPr/>
                        <p:nvPr/>
                      </p:nvPicPr>
                      <p:blipFill>
                        <a:blip r:embed="rId46"/>
                        <a:stretch>
                          <a:fillRect/>
                        </a:stretch>
                      </p:blipFill>
                      <p:spPr>
                        <a:xfrm>
                          <a:off x="3197" y="2523"/>
                          <a:ext cx="318" cy="302"/>
                        </a:xfrm>
                        <a:prstGeom prst="rect">
                          <a:avLst/>
                        </a:prstGeom>
                        <a:noFill/>
                        <a:ln w="38100">
                          <a:noFill/>
                          <a:miter/>
                        </a:ln>
                      </p:spPr>
                    </p:pic>
                  </p:oleObj>
                </mc:Fallback>
              </mc:AlternateContent>
            </a:graphicData>
          </a:graphic>
        </p:graphicFrame>
        <p:graphicFrame>
          <p:nvGraphicFramePr>
            <p:cNvPr id="27692" name="Object 1049"/>
            <p:cNvGraphicFramePr>
              <a:graphicFrameLocks noChangeAspect="1"/>
            </p:cNvGraphicFramePr>
            <p:nvPr/>
          </p:nvGraphicFramePr>
          <p:xfrm>
            <a:off x="3288" y="2115"/>
            <a:ext cx="141" cy="328"/>
          </p:xfrm>
          <a:graphic>
            <a:graphicData uri="http://schemas.openxmlformats.org/presentationml/2006/ole">
              <mc:AlternateContent xmlns:mc="http://schemas.openxmlformats.org/markup-compatibility/2006">
                <mc:Choice xmlns:v="urn:schemas-microsoft-com:vml" Requires="v">
                  <p:oleObj spid="_x0000_s25936" name="" r:id="rId47" imgW="76200" imgH="177165" progId="Equation.DSMT4">
                    <p:embed/>
                  </p:oleObj>
                </mc:Choice>
                <mc:Fallback>
                  <p:oleObj name="" r:id="rId47" imgW="76200" imgH="177165" progId="Equation.DSMT4">
                    <p:embed/>
                    <p:pic>
                      <p:nvPicPr>
                        <p:cNvPr id="0" name="图片 3367"/>
                        <p:cNvPicPr/>
                        <p:nvPr/>
                      </p:nvPicPr>
                      <p:blipFill>
                        <a:blip r:embed="rId40"/>
                        <a:stretch>
                          <a:fillRect/>
                        </a:stretch>
                      </p:blipFill>
                      <p:spPr>
                        <a:xfrm>
                          <a:off x="3288" y="2115"/>
                          <a:ext cx="141" cy="328"/>
                        </a:xfrm>
                        <a:prstGeom prst="rect">
                          <a:avLst/>
                        </a:prstGeom>
                        <a:noFill/>
                        <a:ln w="38100">
                          <a:noFill/>
                          <a:miter/>
                        </a:ln>
                      </p:spPr>
                    </p:pic>
                  </p:oleObj>
                </mc:Fallback>
              </mc:AlternateContent>
            </a:graphicData>
          </a:graphic>
        </p:graphicFrame>
        <p:graphicFrame>
          <p:nvGraphicFramePr>
            <p:cNvPr id="27693" name="Object 1050"/>
            <p:cNvGraphicFramePr>
              <a:graphicFrameLocks noChangeAspect="1"/>
            </p:cNvGraphicFramePr>
            <p:nvPr/>
          </p:nvGraphicFramePr>
          <p:xfrm>
            <a:off x="3606" y="1344"/>
            <a:ext cx="727" cy="314"/>
          </p:xfrm>
          <a:graphic>
            <a:graphicData uri="http://schemas.openxmlformats.org/presentationml/2006/ole">
              <mc:AlternateContent xmlns:mc="http://schemas.openxmlformats.org/markup-compatibility/2006">
                <mc:Choice xmlns:v="urn:schemas-microsoft-com:vml" Requires="v">
                  <p:oleObj spid="_x0000_s25937" name="" r:id="rId48" imgW="558800" imgH="241300" progId="Equation.DSMT4">
                    <p:embed/>
                  </p:oleObj>
                </mc:Choice>
                <mc:Fallback>
                  <p:oleObj name="" r:id="rId48" imgW="558800" imgH="241300" progId="Equation.DSMT4">
                    <p:embed/>
                    <p:pic>
                      <p:nvPicPr>
                        <p:cNvPr id="0" name="图片 3360"/>
                        <p:cNvPicPr/>
                        <p:nvPr/>
                      </p:nvPicPr>
                      <p:blipFill>
                        <a:blip r:embed="rId49"/>
                        <a:stretch>
                          <a:fillRect/>
                        </a:stretch>
                      </p:blipFill>
                      <p:spPr>
                        <a:xfrm>
                          <a:off x="3606" y="1344"/>
                          <a:ext cx="727" cy="314"/>
                        </a:xfrm>
                        <a:prstGeom prst="rect">
                          <a:avLst/>
                        </a:prstGeom>
                        <a:noFill/>
                        <a:ln w="38100">
                          <a:noFill/>
                          <a:miter/>
                        </a:ln>
                      </p:spPr>
                    </p:pic>
                  </p:oleObj>
                </mc:Fallback>
              </mc:AlternateContent>
            </a:graphicData>
          </a:graphic>
        </p:graphicFrame>
        <p:graphicFrame>
          <p:nvGraphicFramePr>
            <p:cNvPr id="27694" name="Object 1051"/>
            <p:cNvGraphicFramePr>
              <a:graphicFrameLocks noChangeAspect="1"/>
            </p:cNvGraphicFramePr>
            <p:nvPr/>
          </p:nvGraphicFramePr>
          <p:xfrm>
            <a:off x="3606" y="1752"/>
            <a:ext cx="698" cy="288"/>
          </p:xfrm>
          <a:graphic>
            <a:graphicData uri="http://schemas.openxmlformats.org/presentationml/2006/ole">
              <mc:AlternateContent xmlns:mc="http://schemas.openxmlformats.org/markup-compatibility/2006">
                <mc:Choice xmlns:v="urn:schemas-microsoft-com:vml" Requires="v">
                  <p:oleObj spid="_x0000_s25938" name="" r:id="rId50" imgW="584200" imgH="241300" progId="Equation.DSMT4">
                    <p:embed/>
                  </p:oleObj>
                </mc:Choice>
                <mc:Fallback>
                  <p:oleObj name="" r:id="rId50" imgW="584200" imgH="241300" progId="Equation.DSMT4">
                    <p:embed/>
                    <p:pic>
                      <p:nvPicPr>
                        <p:cNvPr id="0" name="图片 3361"/>
                        <p:cNvPicPr/>
                        <p:nvPr/>
                      </p:nvPicPr>
                      <p:blipFill>
                        <a:blip r:embed="rId51"/>
                        <a:stretch>
                          <a:fillRect/>
                        </a:stretch>
                      </p:blipFill>
                      <p:spPr>
                        <a:xfrm>
                          <a:off x="3606" y="1752"/>
                          <a:ext cx="698" cy="288"/>
                        </a:xfrm>
                        <a:prstGeom prst="rect">
                          <a:avLst/>
                        </a:prstGeom>
                        <a:noFill/>
                        <a:ln w="38100">
                          <a:noFill/>
                          <a:miter/>
                        </a:ln>
                      </p:spPr>
                    </p:pic>
                  </p:oleObj>
                </mc:Fallback>
              </mc:AlternateContent>
            </a:graphicData>
          </a:graphic>
        </p:graphicFrame>
        <p:graphicFrame>
          <p:nvGraphicFramePr>
            <p:cNvPr id="27695" name="Object 1052"/>
            <p:cNvGraphicFramePr>
              <a:graphicFrameLocks noChangeAspect="1"/>
            </p:cNvGraphicFramePr>
            <p:nvPr/>
          </p:nvGraphicFramePr>
          <p:xfrm>
            <a:off x="3596" y="2523"/>
            <a:ext cx="736" cy="297"/>
          </p:xfrm>
          <a:graphic>
            <a:graphicData uri="http://schemas.openxmlformats.org/presentationml/2006/ole">
              <mc:AlternateContent xmlns:mc="http://schemas.openxmlformats.org/markup-compatibility/2006">
                <mc:Choice xmlns:v="urn:schemas-microsoft-com:vml" Requires="v">
                  <p:oleObj spid="_x0000_s25939" name="" r:id="rId52" imgW="596900" imgH="241300" progId="Equation.DSMT4">
                    <p:embed/>
                  </p:oleObj>
                </mc:Choice>
                <mc:Fallback>
                  <p:oleObj name="" r:id="rId52" imgW="596900" imgH="241300" progId="Equation.DSMT4">
                    <p:embed/>
                    <p:pic>
                      <p:nvPicPr>
                        <p:cNvPr id="0" name="图片 3355"/>
                        <p:cNvPicPr/>
                        <p:nvPr/>
                      </p:nvPicPr>
                      <p:blipFill>
                        <a:blip r:embed="rId53"/>
                        <a:stretch>
                          <a:fillRect/>
                        </a:stretch>
                      </p:blipFill>
                      <p:spPr>
                        <a:xfrm>
                          <a:off x="3596" y="2523"/>
                          <a:ext cx="736" cy="297"/>
                        </a:xfrm>
                        <a:prstGeom prst="rect">
                          <a:avLst/>
                        </a:prstGeom>
                        <a:noFill/>
                        <a:ln w="38100">
                          <a:noFill/>
                          <a:miter/>
                        </a:ln>
                      </p:spPr>
                    </p:pic>
                  </p:oleObj>
                </mc:Fallback>
              </mc:AlternateContent>
            </a:graphicData>
          </a:graphic>
        </p:graphicFrame>
        <p:graphicFrame>
          <p:nvGraphicFramePr>
            <p:cNvPr id="27696" name="Object 1053"/>
            <p:cNvGraphicFramePr>
              <a:graphicFrameLocks noChangeAspect="1"/>
            </p:cNvGraphicFramePr>
            <p:nvPr/>
          </p:nvGraphicFramePr>
          <p:xfrm>
            <a:off x="3877" y="2115"/>
            <a:ext cx="141" cy="328"/>
          </p:xfrm>
          <a:graphic>
            <a:graphicData uri="http://schemas.openxmlformats.org/presentationml/2006/ole">
              <mc:AlternateContent xmlns:mc="http://schemas.openxmlformats.org/markup-compatibility/2006">
                <mc:Choice xmlns:v="urn:schemas-microsoft-com:vml" Requires="v">
                  <p:oleObj spid="_x0000_s25940" name="" r:id="rId54" imgW="76200" imgH="177165" progId="Equation.DSMT4">
                    <p:embed/>
                  </p:oleObj>
                </mc:Choice>
                <mc:Fallback>
                  <p:oleObj name="" r:id="rId54" imgW="76200" imgH="177165" progId="Equation.DSMT4">
                    <p:embed/>
                    <p:pic>
                      <p:nvPicPr>
                        <p:cNvPr id="0" name="图片 3366"/>
                        <p:cNvPicPr/>
                        <p:nvPr/>
                      </p:nvPicPr>
                      <p:blipFill>
                        <a:blip r:embed="rId40"/>
                        <a:stretch>
                          <a:fillRect/>
                        </a:stretch>
                      </p:blipFill>
                      <p:spPr>
                        <a:xfrm>
                          <a:off x="3877" y="2115"/>
                          <a:ext cx="141" cy="328"/>
                        </a:xfrm>
                        <a:prstGeom prst="rect">
                          <a:avLst/>
                        </a:prstGeom>
                        <a:noFill/>
                        <a:ln w="38100">
                          <a:noFill/>
                          <a:miter/>
                        </a:ln>
                      </p:spPr>
                    </p:pic>
                  </p:oleObj>
                </mc:Fallback>
              </mc:AlternateContent>
            </a:graphicData>
          </a:graphic>
        </p:graphicFrame>
        <p:sp>
          <p:nvSpPr>
            <p:cNvPr id="27697" name="Line 47"/>
            <p:cNvSpPr/>
            <p:nvPr/>
          </p:nvSpPr>
          <p:spPr>
            <a:xfrm>
              <a:off x="4332" y="981"/>
              <a:ext cx="0" cy="1905"/>
            </a:xfrm>
            <a:prstGeom prst="line">
              <a:avLst/>
            </a:prstGeom>
            <a:ln w="9525" cap="flat" cmpd="sng">
              <a:solidFill>
                <a:schemeClr val="tx1"/>
              </a:solidFill>
              <a:prstDash val="solid"/>
              <a:headEnd type="none" w="med" len="med"/>
              <a:tailEnd type="none" w="med" len="med"/>
            </a:ln>
          </p:spPr>
        </p:sp>
        <p:graphicFrame>
          <p:nvGraphicFramePr>
            <p:cNvPr id="27698" name="Object 1054"/>
            <p:cNvGraphicFramePr>
              <a:graphicFrameLocks noChangeAspect="1"/>
            </p:cNvGraphicFramePr>
            <p:nvPr/>
          </p:nvGraphicFramePr>
          <p:xfrm>
            <a:off x="4332" y="1706"/>
            <a:ext cx="1224" cy="805"/>
          </p:xfrm>
          <a:graphic>
            <a:graphicData uri="http://schemas.openxmlformats.org/presentationml/2006/ole">
              <mc:AlternateContent xmlns:mc="http://schemas.openxmlformats.org/markup-compatibility/2006">
                <mc:Choice xmlns:v="urn:schemas-microsoft-com:vml" Requires="v">
                  <p:oleObj spid="_x0000_s25941" name="" r:id="rId55" imgW="1002665" imgH="660400" progId="Equation.DSMT4">
                    <p:embed/>
                  </p:oleObj>
                </mc:Choice>
                <mc:Fallback>
                  <p:oleObj name="" r:id="rId55" imgW="1002665" imgH="660400" progId="Equation.DSMT4">
                    <p:embed/>
                    <p:pic>
                      <p:nvPicPr>
                        <p:cNvPr id="0" name="图片 3354"/>
                        <p:cNvPicPr/>
                        <p:nvPr/>
                      </p:nvPicPr>
                      <p:blipFill>
                        <a:blip r:embed="rId56"/>
                        <a:stretch>
                          <a:fillRect/>
                        </a:stretch>
                      </p:blipFill>
                      <p:spPr>
                        <a:xfrm>
                          <a:off x="4332" y="1706"/>
                          <a:ext cx="1224" cy="805"/>
                        </a:xfrm>
                        <a:prstGeom prst="rect">
                          <a:avLst/>
                        </a:prstGeom>
                        <a:noFill/>
                        <a:ln w="38100">
                          <a:noFill/>
                          <a:miter/>
                        </a:ln>
                      </p:spPr>
                    </p:pic>
                  </p:oleObj>
                </mc:Fallback>
              </mc:AlternateContent>
            </a:graphicData>
          </a:graphic>
        </p:graphicFrame>
        <p:sp>
          <p:nvSpPr>
            <p:cNvPr id="27699" name="Line 49"/>
            <p:cNvSpPr/>
            <p:nvPr/>
          </p:nvSpPr>
          <p:spPr>
            <a:xfrm>
              <a:off x="5556" y="981"/>
              <a:ext cx="0" cy="1905"/>
            </a:xfrm>
            <a:prstGeom prst="line">
              <a:avLst/>
            </a:prstGeom>
            <a:ln w="9525" cap="flat" cmpd="sng">
              <a:solidFill>
                <a:schemeClr val="tx1"/>
              </a:solidFill>
              <a:prstDash val="solid"/>
              <a:headEnd type="none" w="med" len="med"/>
              <a:tailEnd type="none" w="med" len="med"/>
            </a:ln>
          </p:spPr>
        </p:sp>
      </p:grpSp>
      <p:graphicFrame>
        <p:nvGraphicFramePr>
          <p:cNvPr id="180224" name="Object 1024"/>
          <p:cNvGraphicFramePr>
            <a:graphicFrameLocks noChangeAspect="1"/>
          </p:cNvGraphicFramePr>
          <p:nvPr/>
        </p:nvGraphicFramePr>
        <p:xfrm>
          <a:off x="468313" y="404813"/>
          <a:ext cx="4597400" cy="520700"/>
        </p:xfrm>
        <a:graphic>
          <a:graphicData uri="http://schemas.openxmlformats.org/presentationml/2006/ole">
            <mc:AlternateContent xmlns:mc="http://schemas.openxmlformats.org/markup-compatibility/2006">
              <mc:Choice xmlns:v="urn:schemas-microsoft-com:vml" Requires="v">
                <p:oleObj spid="_x0000_s25942" name="" r:id="rId57" imgW="1790700" imgH="203200" progId="Equation.DSMT4">
                  <p:embed/>
                </p:oleObj>
              </mc:Choice>
              <mc:Fallback>
                <p:oleObj name="" r:id="rId57" imgW="1790700" imgH="203200" progId="Equation.DSMT4">
                  <p:embed/>
                  <p:pic>
                    <p:nvPicPr>
                      <p:cNvPr id="0" name="图片 3242"/>
                      <p:cNvPicPr/>
                      <p:nvPr/>
                    </p:nvPicPr>
                    <p:blipFill>
                      <a:blip r:embed="rId58"/>
                      <a:stretch>
                        <a:fillRect/>
                      </a:stretch>
                    </p:blipFill>
                    <p:spPr>
                      <a:xfrm>
                        <a:off x="468313" y="404813"/>
                        <a:ext cx="4597400" cy="520700"/>
                      </a:xfrm>
                      <a:prstGeom prst="rect">
                        <a:avLst/>
                      </a:prstGeom>
                      <a:noFill/>
                      <a:ln w="38100">
                        <a:noFill/>
                        <a:miter/>
                      </a:ln>
                    </p:spPr>
                  </p:pic>
                </p:oleObj>
              </mc:Fallback>
            </mc:AlternateContent>
          </a:graphicData>
        </a:graphic>
      </p:graphicFrame>
      <p:graphicFrame>
        <p:nvGraphicFramePr>
          <p:cNvPr id="180225" name="Object 1025"/>
          <p:cNvGraphicFramePr>
            <a:graphicFrameLocks noChangeAspect="1"/>
          </p:cNvGraphicFramePr>
          <p:nvPr/>
        </p:nvGraphicFramePr>
        <p:xfrm>
          <a:off x="784225" y="4292600"/>
          <a:ext cx="6278563" cy="1582738"/>
        </p:xfrm>
        <a:graphic>
          <a:graphicData uri="http://schemas.openxmlformats.org/presentationml/2006/ole">
            <mc:AlternateContent xmlns:mc="http://schemas.openxmlformats.org/markup-compatibility/2006">
              <mc:Choice xmlns:v="urn:schemas-microsoft-com:vml" Requires="v">
                <p:oleObj spid="_x0000_s25943" name="" r:id="rId59" imgW="2768600" imgH="698500" progId="Equation.DSMT4">
                  <p:embed/>
                </p:oleObj>
              </mc:Choice>
              <mc:Fallback>
                <p:oleObj name="" r:id="rId59" imgW="2768600" imgH="698500" progId="Equation.DSMT4">
                  <p:embed/>
                  <p:pic>
                    <p:nvPicPr>
                      <p:cNvPr id="0" name="图片 3249"/>
                      <p:cNvPicPr/>
                      <p:nvPr/>
                    </p:nvPicPr>
                    <p:blipFill>
                      <a:blip r:embed="rId60"/>
                      <a:stretch>
                        <a:fillRect/>
                      </a:stretch>
                    </p:blipFill>
                    <p:spPr>
                      <a:xfrm>
                        <a:off x="784225" y="4292600"/>
                        <a:ext cx="6278563" cy="1582738"/>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80224"/>
                                        </p:tgtEl>
                                        <p:attrNameLst>
                                          <p:attrName>style.visibility</p:attrName>
                                        </p:attrNameLst>
                                      </p:cBhvr>
                                      <p:to>
                                        <p:strVal val="visible"/>
                                      </p:to>
                                    </p:set>
                                    <p:animEffect transition="in" filter="wipe(left)">
                                      <p:cBhvr>
                                        <p:cTn id="7" dur="500"/>
                                        <p:tgtEl>
                                          <p:spTgt spid="180224"/>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edge">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180225"/>
                                        </p:tgtEl>
                                        <p:attrNameLst>
                                          <p:attrName>style.visibility</p:attrName>
                                        </p:attrNameLst>
                                      </p:cBhvr>
                                      <p:to>
                                        <p:strVal val="visible"/>
                                      </p:to>
                                    </p:set>
                                    <p:anim calcmode="lin" valueType="num">
                                      <p:cBhvr>
                                        <p:cTn id="17" dur="500" fill="hold"/>
                                        <p:tgtEl>
                                          <p:spTgt spid="180225"/>
                                        </p:tgtEl>
                                        <p:attrNameLst>
                                          <p:attrName>ppt_w</p:attrName>
                                        </p:attrNameLst>
                                      </p:cBhvr>
                                      <p:tavLst>
                                        <p:tav tm="0">
                                          <p:val>
                                            <p:fltVal val="0"/>
                                          </p:val>
                                        </p:tav>
                                        <p:tav tm="100000">
                                          <p:val>
                                            <p:strVal val="#ppt_w"/>
                                          </p:val>
                                        </p:tav>
                                      </p:tavLst>
                                    </p:anim>
                                    <p:anim calcmode="lin" valueType="num">
                                      <p:cBhvr>
                                        <p:cTn id="18" dur="500" fill="hold"/>
                                        <p:tgtEl>
                                          <p:spTgt spid="180225"/>
                                        </p:tgtEl>
                                        <p:attrNameLst>
                                          <p:attrName>ppt_h</p:attrName>
                                        </p:attrNameLst>
                                      </p:cBhvr>
                                      <p:tavLst>
                                        <p:tav tm="0">
                                          <p:val>
                                            <p:fltVal val="0"/>
                                          </p:val>
                                        </p:tav>
                                        <p:tav tm="100000">
                                          <p:val>
                                            <p:strVal val="#ppt_h"/>
                                          </p:val>
                                        </p:tav>
                                      </p:tavLst>
                                    </p:anim>
                                    <p:animEffect transition="in" filter="fade">
                                      <p:cBhvr>
                                        <p:cTn id="19" dur="500"/>
                                        <p:tgtEl>
                                          <p:spTgt spid="180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8674"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pSp>
        <p:nvGrpSpPr>
          <p:cNvPr id="2" name="Group 3074"/>
          <p:cNvGrpSpPr/>
          <p:nvPr/>
        </p:nvGrpSpPr>
        <p:grpSpPr>
          <a:xfrm>
            <a:off x="323850" y="188913"/>
            <a:ext cx="8569325" cy="2447925"/>
            <a:chOff x="204" y="1888"/>
            <a:chExt cx="5398" cy="1542"/>
          </a:xfrm>
        </p:grpSpPr>
        <p:sp>
          <p:nvSpPr>
            <p:cNvPr id="28683" name="Line 3075"/>
            <p:cNvSpPr/>
            <p:nvPr/>
          </p:nvSpPr>
          <p:spPr>
            <a:xfrm>
              <a:off x="204" y="1888"/>
              <a:ext cx="5398" cy="0"/>
            </a:xfrm>
            <a:prstGeom prst="line">
              <a:avLst/>
            </a:prstGeom>
            <a:ln w="28575" cap="flat" cmpd="sng">
              <a:solidFill>
                <a:schemeClr val="tx1"/>
              </a:solidFill>
              <a:prstDash val="solid"/>
              <a:headEnd type="none" w="med" len="med"/>
              <a:tailEnd type="none" w="med" len="med"/>
            </a:ln>
          </p:spPr>
        </p:sp>
        <p:sp>
          <p:nvSpPr>
            <p:cNvPr id="28684" name="Line 3076"/>
            <p:cNvSpPr/>
            <p:nvPr/>
          </p:nvSpPr>
          <p:spPr>
            <a:xfrm>
              <a:off x="204" y="2205"/>
              <a:ext cx="5398" cy="0"/>
            </a:xfrm>
            <a:prstGeom prst="line">
              <a:avLst/>
            </a:prstGeom>
            <a:ln w="9525" cap="flat" cmpd="sng">
              <a:solidFill>
                <a:schemeClr val="tx1"/>
              </a:solidFill>
              <a:prstDash val="solid"/>
              <a:headEnd type="none" w="med" len="med"/>
              <a:tailEnd type="none" w="med" len="med"/>
            </a:ln>
          </p:spPr>
        </p:sp>
        <p:graphicFrame>
          <p:nvGraphicFramePr>
            <p:cNvPr id="28685" name="Object 3079"/>
            <p:cNvGraphicFramePr>
              <a:graphicFrameLocks noChangeAspect="1"/>
            </p:cNvGraphicFramePr>
            <p:nvPr/>
          </p:nvGraphicFramePr>
          <p:xfrm>
            <a:off x="4604" y="1933"/>
            <a:ext cx="475" cy="271"/>
          </p:xfrm>
          <a:graphic>
            <a:graphicData uri="http://schemas.openxmlformats.org/presentationml/2006/ole">
              <mc:AlternateContent xmlns:mc="http://schemas.openxmlformats.org/markup-compatibility/2006">
                <mc:Choice xmlns:v="urn:schemas-microsoft-com:vml" Requires="v">
                  <p:oleObj spid="_x0000_s26937" name="" r:id="rId1" imgW="355600" imgH="203200" progId="Equation.DSMT4">
                    <p:embed/>
                  </p:oleObj>
                </mc:Choice>
                <mc:Fallback>
                  <p:oleObj name="" r:id="rId1" imgW="355600" imgH="203200" progId="Equation.DSMT4">
                    <p:embed/>
                    <p:pic>
                      <p:nvPicPr>
                        <p:cNvPr id="0" name="图片 3241"/>
                        <p:cNvPicPr/>
                        <p:nvPr/>
                      </p:nvPicPr>
                      <p:blipFill>
                        <a:blip r:embed="rId2"/>
                        <a:stretch>
                          <a:fillRect/>
                        </a:stretch>
                      </p:blipFill>
                      <p:spPr>
                        <a:xfrm>
                          <a:off x="4604" y="1933"/>
                          <a:ext cx="475" cy="271"/>
                        </a:xfrm>
                        <a:prstGeom prst="rect">
                          <a:avLst/>
                        </a:prstGeom>
                        <a:noFill/>
                        <a:ln w="38100">
                          <a:noFill/>
                          <a:miter/>
                        </a:ln>
                      </p:spPr>
                    </p:pic>
                  </p:oleObj>
                </mc:Fallback>
              </mc:AlternateContent>
            </a:graphicData>
          </a:graphic>
        </p:graphicFrame>
        <p:graphicFrame>
          <p:nvGraphicFramePr>
            <p:cNvPr id="28686" name="Object 3080"/>
            <p:cNvGraphicFramePr>
              <a:graphicFrameLocks noChangeAspect="1"/>
            </p:cNvGraphicFramePr>
            <p:nvPr/>
          </p:nvGraphicFramePr>
          <p:xfrm>
            <a:off x="242" y="1933"/>
            <a:ext cx="442" cy="252"/>
          </p:xfrm>
          <a:graphic>
            <a:graphicData uri="http://schemas.openxmlformats.org/presentationml/2006/ole">
              <mc:AlternateContent xmlns:mc="http://schemas.openxmlformats.org/markup-compatibility/2006">
                <mc:Choice xmlns:v="urn:schemas-microsoft-com:vml" Requires="v">
                  <p:oleObj spid="_x0000_s26938" name="" r:id="rId3" imgW="355600" imgH="203200" progId="Equation.DSMT4">
                    <p:embed/>
                  </p:oleObj>
                </mc:Choice>
                <mc:Fallback>
                  <p:oleObj name="" r:id="rId3" imgW="355600" imgH="203200" progId="Equation.DSMT4">
                    <p:embed/>
                    <p:pic>
                      <p:nvPicPr>
                        <p:cNvPr id="0" name="图片 3245"/>
                        <p:cNvPicPr/>
                        <p:nvPr/>
                      </p:nvPicPr>
                      <p:blipFill>
                        <a:blip r:embed="rId4"/>
                        <a:stretch>
                          <a:fillRect/>
                        </a:stretch>
                      </p:blipFill>
                      <p:spPr>
                        <a:xfrm>
                          <a:off x="242" y="1933"/>
                          <a:ext cx="442" cy="252"/>
                        </a:xfrm>
                        <a:prstGeom prst="rect">
                          <a:avLst/>
                        </a:prstGeom>
                        <a:noFill/>
                        <a:ln w="38100">
                          <a:noFill/>
                          <a:miter/>
                        </a:ln>
                      </p:spPr>
                    </p:pic>
                  </p:oleObj>
                </mc:Fallback>
              </mc:AlternateContent>
            </a:graphicData>
          </a:graphic>
        </p:graphicFrame>
        <p:graphicFrame>
          <p:nvGraphicFramePr>
            <p:cNvPr id="28687" name="Object 3081"/>
            <p:cNvGraphicFramePr>
              <a:graphicFrameLocks noChangeAspect="1"/>
            </p:cNvGraphicFramePr>
            <p:nvPr/>
          </p:nvGraphicFramePr>
          <p:xfrm>
            <a:off x="749" y="1933"/>
            <a:ext cx="475" cy="271"/>
          </p:xfrm>
          <a:graphic>
            <a:graphicData uri="http://schemas.openxmlformats.org/presentationml/2006/ole">
              <mc:AlternateContent xmlns:mc="http://schemas.openxmlformats.org/markup-compatibility/2006">
                <mc:Choice xmlns:v="urn:schemas-microsoft-com:vml" Requires="v">
                  <p:oleObj spid="_x0000_s26939" name="" r:id="rId5" imgW="355600" imgH="203200" progId="Equation.DSMT4">
                    <p:embed/>
                  </p:oleObj>
                </mc:Choice>
                <mc:Fallback>
                  <p:oleObj name="" r:id="rId5" imgW="355600" imgH="203200" progId="Equation.DSMT4">
                    <p:embed/>
                    <p:pic>
                      <p:nvPicPr>
                        <p:cNvPr id="0" name="图片 3243"/>
                        <p:cNvPicPr/>
                        <p:nvPr/>
                      </p:nvPicPr>
                      <p:blipFill>
                        <a:blip r:embed="rId6"/>
                        <a:stretch>
                          <a:fillRect/>
                        </a:stretch>
                      </p:blipFill>
                      <p:spPr>
                        <a:xfrm>
                          <a:off x="749" y="1933"/>
                          <a:ext cx="475" cy="271"/>
                        </a:xfrm>
                        <a:prstGeom prst="rect">
                          <a:avLst/>
                        </a:prstGeom>
                        <a:noFill/>
                        <a:ln w="38100">
                          <a:noFill/>
                          <a:miter/>
                        </a:ln>
                      </p:spPr>
                    </p:pic>
                  </p:oleObj>
                </mc:Fallback>
              </mc:AlternateContent>
            </a:graphicData>
          </a:graphic>
        </p:graphicFrame>
        <p:graphicFrame>
          <p:nvGraphicFramePr>
            <p:cNvPr id="28688" name="Object 3082"/>
            <p:cNvGraphicFramePr>
              <a:graphicFrameLocks noChangeAspect="1"/>
            </p:cNvGraphicFramePr>
            <p:nvPr/>
          </p:nvGraphicFramePr>
          <p:xfrm>
            <a:off x="1292" y="1933"/>
            <a:ext cx="1072" cy="268"/>
          </p:xfrm>
          <a:graphic>
            <a:graphicData uri="http://schemas.openxmlformats.org/presentationml/2006/ole">
              <mc:AlternateContent xmlns:mc="http://schemas.openxmlformats.org/markup-compatibility/2006">
                <mc:Choice xmlns:v="urn:schemas-microsoft-com:vml" Requires="v">
                  <p:oleObj spid="_x0000_s26940" name="" r:id="rId7" imgW="812165" imgH="203200" progId="Equation.DSMT4">
                    <p:embed/>
                  </p:oleObj>
                </mc:Choice>
                <mc:Fallback>
                  <p:oleObj name="" r:id="rId7" imgW="812165" imgH="203200" progId="Equation.DSMT4">
                    <p:embed/>
                    <p:pic>
                      <p:nvPicPr>
                        <p:cNvPr id="0" name="图片 3246"/>
                        <p:cNvPicPr/>
                        <p:nvPr/>
                      </p:nvPicPr>
                      <p:blipFill>
                        <a:blip r:embed="rId8"/>
                        <a:stretch>
                          <a:fillRect/>
                        </a:stretch>
                      </p:blipFill>
                      <p:spPr>
                        <a:xfrm>
                          <a:off x="1292" y="1933"/>
                          <a:ext cx="1072" cy="268"/>
                        </a:xfrm>
                        <a:prstGeom prst="rect">
                          <a:avLst/>
                        </a:prstGeom>
                        <a:noFill/>
                        <a:ln w="38100">
                          <a:noFill/>
                          <a:miter/>
                        </a:ln>
                      </p:spPr>
                    </p:pic>
                  </p:oleObj>
                </mc:Fallback>
              </mc:AlternateContent>
            </a:graphicData>
          </a:graphic>
        </p:graphicFrame>
        <p:graphicFrame>
          <p:nvGraphicFramePr>
            <p:cNvPr id="28689" name="Object 3083"/>
            <p:cNvGraphicFramePr>
              <a:graphicFrameLocks noChangeAspect="1"/>
            </p:cNvGraphicFramePr>
            <p:nvPr/>
          </p:nvGraphicFramePr>
          <p:xfrm>
            <a:off x="2427" y="1933"/>
            <a:ext cx="453" cy="260"/>
          </p:xfrm>
          <a:graphic>
            <a:graphicData uri="http://schemas.openxmlformats.org/presentationml/2006/ole">
              <mc:AlternateContent xmlns:mc="http://schemas.openxmlformats.org/markup-compatibility/2006">
                <mc:Choice xmlns:v="urn:schemas-microsoft-com:vml" Requires="v">
                  <p:oleObj spid="_x0000_s26941" name="" r:id="rId9" imgW="355600" imgH="203200" progId="Equation.DSMT4">
                    <p:embed/>
                  </p:oleObj>
                </mc:Choice>
                <mc:Fallback>
                  <p:oleObj name="" r:id="rId9" imgW="355600" imgH="203200" progId="Equation.DSMT4">
                    <p:embed/>
                    <p:pic>
                      <p:nvPicPr>
                        <p:cNvPr id="0" name="图片 3248"/>
                        <p:cNvPicPr/>
                        <p:nvPr/>
                      </p:nvPicPr>
                      <p:blipFill>
                        <a:blip r:embed="rId10"/>
                        <a:stretch>
                          <a:fillRect/>
                        </a:stretch>
                      </p:blipFill>
                      <p:spPr>
                        <a:xfrm>
                          <a:off x="2427" y="1933"/>
                          <a:ext cx="453" cy="260"/>
                        </a:xfrm>
                        <a:prstGeom prst="rect">
                          <a:avLst/>
                        </a:prstGeom>
                        <a:noFill/>
                        <a:ln w="38100">
                          <a:noFill/>
                          <a:miter/>
                        </a:ln>
                      </p:spPr>
                    </p:pic>
                  </p:oleObj>
                </mc:Fallback>
              </mc:AlternateContent>
            </a:graphicData>
          </a:graphic>
        </p:graphicFrame>
        <p:graphicFrame>
          <p:nvGraphicFramePr>
            <p:cNvPr id="28690" name="Object 3084"/>
            <p:cNvGraphicFramePr>
              <a:graphicFrameLocks noChangeAspect="1"/>
            </p:cNvGraphicFramePr>
            <p:nvPr/>
          </p:nvGraphicFramePr>
          <p:xfrm>
            <a:off x="2926" y="1933"/>
            <a:ext cx="475" cy="272"/>
          </p:xfrm>
          <a:graphic>
            <a:graphicData uri="http://schemas.openxmlformats.org/presentationml/2006/ole">
              <mc:AlternateContent xmlns:mc="http://schemas.openxmlformats.org/markup-compatibility/2006">
                <mc:Choice xmlns:v="urn:schemas-microsoft-com:vml" Requires="v">
                  <p:oleObj spid="_x0000_s26942" name="" r:id="rId11" imgW="355600" imgH="203200" progId="Equation.DSMT4">
                    <p:embed/>
                  </p:oleObj>
                </mc:Choice>
                <mc:Fallback>
                  <p:oleObj name="" r:id="rId11" imgW="355600" imgH="203200" progId="Equation.DSMT4">
                    <p:embed/>
                    <p:pic>
                      <p:nvPicPr>
                        <p:cNvPr id="0" name="图片 3255"/>
                        <p:cNvPicPr/>
                        <p:nvPr/>
                      </p:nvPicPr>
                      <p:blipFill>
                        <a:blip r:embed="rId12"/>
                        <a:stretch>
                          <a:fillRect/>
                        </a:stretch>
                      </p:blipFill>
                      <p:spPr>
                        <a:xfrm>
                          <a:off x="2926" y="1933"/>
                          <a:ext cx="475" cy="272"/>
                        </a:xfrm>
                        <a:prstGeom prst="rect">
                          <a:avLst/>
                        </a:prstGeom>
                        <a:noFill/>
                        <a:ln w="38100">
                          <a:noFill/>
                          <a:miter/>
                        </a:ln>
                      </p:spPr>
                    </p:pic>
                  </p:oleObj>
                </mc:Fallback>
              </mc:AlternateContent>
            </a:graphicData>
          </a:graphic>
        </p:graphicFrame>
        <p:graphicFrame>
          <p:nvGraphicFramePr>
            <p:cNvPr id="28691" name="Object 3085"/>
            <p:cNvGraphicFramePr>
              <a:graphicFrameLocks noChangeAspect="1"/>
            </p:cNvGraphicFramePr>
            <p:nvPr/>
          </p:nvGraphicFramePr>
          <p:xfrm>
            <a:off x="3515" y="1933"/>
            <a:ext cx="471" cy="279"/>
          </p:xfrm>
          <a:graphic>
            <a:graphicData uri="http://schemas.openxmlformats.org/presentationml/2006/ole">
              <mc:AlternateContent xmlns:mc="http://schemas.openxmlformats.org/markup-compatibility/2006">
                <mc:Choice xmlns:v="urn:schemas-microsoft-com:vml" Requires="v">
                  <p:oleObj spid="_x0000_s26943" name="" r:id="rId13" imgW="342900" imgH="203200" progId="Equation.DSMT4">
                    <p:embed/>
                  </p:oleObj>
                </mc:Choice>
                <mc:Fallback>
                  <p:oleObj name="" r:id="rId13" imgW="342900" imgH="203200" progId="Equation.DSMT4">
                    <p:embed/>
                    <p:pic>
                      <p:nvPicPr>
                        <p:cNvPr id="0" name="图片 3240"/>
                        <p:cNvPicPr/>
                        <p:nvPr/>
                      </p:nvPicPr>
                      <p:blipFill>
                        <a:blip r:embed="rId14"/>
                        <a:stretch>
                          <a:fillRect/>
                        </a:stretch>
                      </p:blipFill>
                      <p:spPr>
                        <a:xfrm>
                          <a:off x="3515" y="1933"/>
                          <a:ext cx="471" cy="279"/>
                        </a:xfrm>
                        <a:prstGeom prst="rect">
                          <a:avLst/>
                        </a:prstGeom>
                        <a:noFill/>
                        <a:ln w="38100">
                          <a:noFill/>
                          <a:miter/>
                        </a:ln>
                      </p:spPr>
                    </p:pic>
                  </p:oleObj>
                </mc:Fallback>
              </mc:AlternateContent>
            </a:graphicData>
          </a:graphic>
        </p:graphicFrame>
        <p:sp>
          <p:nvSpPr>
            <p:cNvPr id="28692" name="Line 3084"/>
            <p:cNvSpPr/>
            <p:nvPr/>
          </p:nvSpPr>
          <p:spPr>
            <a:xfrm>
              <a:off x="204" y="1888"/>
              <a:ext cx="0" cy="1542"/>
            </a:xfrm>
            <a:prstGeom prst="line">
              <a:avLst/>
            </a:prstGeom>
            <a:ln w="28575" cap="flat" cmpd="sng">
              <a:solidFill>
                <a:schemeClr val="tx1"/>
              </a:solidFill>
              <a:prstDash val="solid"/>
              <a:headEnd type="none" w="med" len="med"/>
              <a:tailEnd type="none" w="med" len="med"/>
            </a:ln>
          </p:spPr>
        </p:sp>
        <p:sp>
          <p:nvSpPr>
            <p:cNvPr id="28693" name="Line 3085"/>
            <p:cNvSpPr/>
            <p:nvPr/>
          </p:nvSpPr>
          <p:spPr>
            <a:xfrm>
              <a:off x="703" y="1888"/>
              <a:ext cx="0" cy="1542"/>
            </a:xfrm>
            <a:prstGeom prst="line">
              <a:avLst/>
            </a:prstGeom>
            <a:ln w="9525" cap="flat" cmpd="sng">
              <a:solidFill>
                <a:schemeClr val="tx1"/>
              </a:solidFill>
              <a:prstDash val="solid"/>
              <a:headEnd type="none" w="med" len="med"/>
              <a:tailEnd type="none" w="med" len="med"/>
            </a:ln>
          </p:spPr>
        </p:sp>
        <p:graphicFrame>
          <p:nvGraphicFramePr>
            <p:cNvPr id="28694" name="Object 3086"/>
            <p:cNvGraphicFramePr>
              <a:graphicFrameLocks noChangeAspect="1"/>
            </p:cNvGraphicFramePr>
            <p:nvPr/>
          </p:nvGraphicFramePr>
          <p:xfrm>
            <a:off x="385" y="2251"/>
            <a:ext cx="194" cy="272"/>
          </p:xfrm>
          <a:graphic>
            <a:graphicData uri="http://schemas.openxmlformats.org/presentationml/2006/ole">
              <mc:AlternateContent xmlns:mc="http://schemas.openxmlformats.org/markup-compatibility/2006">
                <mc:Choice xmlns:v="urn:schemas-microsoft-com:vml" Requires="v">
                  <p:oleObj spid="_x0000_s26944" name="" r:id="rId15" imgW="127000" imgH="177165" progId="Equation.DSMT4">
                    <p:embed/>
                  </p:oleObj>
                </mc:Choice>
                <mc:Fallback>
                  <p:oleObj name="" r:id="rId15" imgW="127000" imgH="177165" progId="Equation.DSMT4">
                    <p:embed/>
                    <p:pic>
                      <p:nvPicPr>
                        <p:cNvPr id="0" name="图片 3254"/>
                        <p:cNvPicPr/>
                        <p:nvPr/>
                      </p:nvPicPr>
                      <p:blipFill>
                        <a:blip r:embed="rId16"/>
                        <a:stretch>
                          <a:fillRect/>
                        </a:stretch>
                      </p:blipFill>
                      <p:spPr>
                        <a:xfrm>
                          <a:off x="385" y="2251"/>
                          <a:ext cx="194" cy="272"/>
                        </a:xfrm>
                        <a:prstGeom prst="rect">
                          <a:avLst/>
                        </a:prstGeom>
                        <a:noFill/>
                        <a:ln w="38100">
                          <a:noFill/>
                          <a:miter/>
                        </a:ln>
                      </p:spPr>
                    </p:pic>
                  </p:oleObj>
                </mc:Fallback>
              </mc:AlternateContent>
            </a:graphicData>
          </a:graphic>
        </p:graphicFrame>
        <p:graphicFrame>
          <p:nvGraphicFramePr>
            <p:cNvPr id="28695" name="Object 3087"/>
            <p:cNvGraphicFramePr>
              <a:graphicFrameLocks noChangeAspect="1"/>
            </p:cNvGraphicFramePr>
            <p:nvPr/>
          </p:nvGraphicFramePr>
          <p:xfrm>
            <a:off x="410" y="2699"/>
            <a:ext cx="165" cy="232"/>
          </p:xfrm>
          <a:graphic>
            <a:graphicData uri="http://schemas.openxmlformats.org/presentationml/2006/ole">
              <mc:AlternateContent xmlns:mc="http://schemas.openxmlformats.org/markup-compatibility/2006">
                <mc:Choice xmlns:v="urn:schemas-microsoft-com:vml" Requires="v">
                  <p:oleObj spid="_x0000_s26945" name="" r:id="rId17" imgW="127000" imgH="177165" progId="Equation.DSMT4">
                    <p:embed/>
                  </p:oleObj>
                </mc:Choice>
                <mc:Fallback>
                  <p:oleObj name="" r:id="rId17" imgW="127000" imgH="177165" progId="Equation.DSMT4">
                    <p:embed/>
                    <p:pic>
                      <p:nvPicPr>
                        <p:cNvPr id="0" name="图片 3244"/>
                        <p:cNvPicPr/>
                        <p:nvPr/>
                      </p:nvPicPr>
                      <p:blipFill>
                        <a:blip r:embed="rId18"/>
                        <a:stretch>
                          <a:fillRect/>
                        </a:stretch>
                      </p:blipFill>
                      <p:spPr>
                        <a:xfrm>
                          <a:off x="410" y="2699"/>
                          <a:ext cx="165" cy="232"/>
                        </a:xfrm>
                        <a:prstGeom prst="rect">
                          <a:avLst/>
                        </a:prstGeom>
                        <a:noFill/>
                        <a:ln w="38100">
                          <a:noFill/>
                          <a:miter/>
                        </a:ln>
                      </p:spPr>
                    </p:pic>
                  </p:oleObj>
                </mc:Fallback>
              </mc:AlternateContent>
            </a:graphicData>
          </a:graphic>
        </p:graphicFrame>
        <p:graphicFrame>
          <p:nvGraphicFramePr>
            <p:cNvPr id="28696" name="Object 3088"/>
            <p:cNvGraphicFramePr>
              <a:graphicFrameLocks noChangeAspect="1"/>
            </p:cNvGraphicFramePr>
            <p:nvPr/>
          </p:nvGraphicFramePr>
          <p:xfrm>
            <a:off x="385" y="3067"/>
            <a:ext cx="202" cy="262"/>
          </p:xfrm>
          <a:graphic>
            <a:graphicData uri="http://schemas.openxmlformats.org/presentationml/2006/ole">
              <mc:AlternateContent xmlns:mc="http://schemas.openxmlformats.org/markup-compatibility/2006">
                <mc:Choice xmlns:v="urn:schemas-microsoft-com:vml" Requires="v">
                  <p:oleObj spid="_x0000_s26946" name="" r:id="rId19" imgW="127000" imgH="165100" progId="Equation.DSMT4">
                    <p:embed/>
                  </p:oleObj>
                </mc:Choice>
                <mc:Fallback>
                  <p:oleObj name="" r:id="rId19" imgW="127000" imgH="165100" progId="Equation.DSMT4">
                    <p:embed/>
                    <p:pic>
                      <p:nvPicPr>
                        <p:cNvPr id="0" name="图片 3247"/>
                        <p:cNvPicPr/>
                        <p:nvPr/>
                      </p:nvPicPr>
                      <p:blipFill>
                        <a:blip r:embed="rId20"/>
                        <a:stretch>
                          <a:fillRect/>
                        </a:stretch>
                      </p:blipFill>
                      <p:spPr>
                        <a:xfrm>
                          <a:off x="385" y="3067"/>
                          <a:ext cx="202" cy="262"/>
                        </a:xfrm>
                        <a:prstGeom prst="rect">
                          <a:avLst/>
                        </a:prstGeom>
                        <a:noFill/>
                        <a:ln w="38100">
                          <a:noFill/>
                          <a:miter/>
                        </a:ln>
                      </p:spPr>
                    </p:pic>
                  </p:oleObj>
                </mc:Fallback>
              </mc:AlternateContent>
            </a:graphicData>
          </a:graphic>
        </p:graphicFrame>
        <p:sp>
          <p:nvSpPr>
            <p:cNvPr id="28697" name="Line 3089"/>
            <p:cNvSpPr/>
            <p:nvPr/>
          </p:nvSpPr>
          <p:spPr>
            <a:xfrm>
              <a:off x="204" y="2613"/>
              <a:ext cx="998" cy="0"/>
            </a:xfrm>
            <a:prstGeom prst="line">
              <a:avLst/>
            </a:prstGeom>
            <a:ln w="9525" cap="flat" cmpd="sng">
              <a:solidFill>
                <a:schemeClr val="tx1"/>
              </a:solidFill>
              <a:prstDash val="solid"/>
              <a:headEnd type="none" w="med" len="med"/>
              <a:tailEnd type="none" w="med" len="med"/>
            </a:ln>
          </p:spPr>
        </p:sp>
        <p:sp>
          <p:nvSpPr>
            <p:cNvPr id="28698" name="Line 3090"/>
            <p:cNvSpPr/>
            <p:nvPr/>
          </p:nvSpPr>
          <p:spPr>
            <a:xfrm>
              <a:off x="204" y="3022"/>
              <a:ext cx="998" cy="0"/>
            </a:xfrm>
            <a:prstGeom prst="line">
              <a:avLst/>
            </a:prstGeom>
            <a:ln w="9525" cap="flat" cmpd="sng">
              <a:solidFill>
                <a:schemeClr val="tx1"/>
              </a:solidFill>
              <a:prstDash val="solid"/>
              <a:headEnd type="none" w="med" len="med"/>
              <a:tailEnd type="none" w="med" len="med"/>
            </a:ln>
          </p:spPr>
        </p:sp>
        <p:sp>
          <p:nvSpPr>
            <p:cNvPr id="28699" name="Line 3091"/>
            <p:cNvSpPr/>
            <p:nvPr/>
          </p:nvSpPr>
          <p:spPr>
            <a:xfrm>
              <a:off x="204" y="3430"/>
              <a:ext cx="5398" cy="0"/>
            </a:xfrm>
            <a:prstGeom prst="line">
              <a:avLst/>
            </a:prstGeom>
            <a:ln w="28575" cap="flat" cmpd="sng">
              <a:solidFill>
                <a:schemeClr val="tx1"/>
              </a:solidFill>
              <a:prstDash val="solid"/>
              <a:headEnd type="none" w="med" len="med"/>
              <a:tailEnd type="none" w="med" len="med"/>
            </a:ln>
          </p:spPr>
        </p:sp>
        <p:sp>
          <p:nvSpPr>
            <p:cNvPr id="28700" name="Line 3092"/>
            <p:cNvSpPr/>
            <p:nvPr/>
          </p:nvSpPr>
          <p:spPr>
            <a:xfrm>
              <a:off x="1202" y="1888"/>
              <a:ext cx="0" cy="1542"/>
            </a:xfrm>
            <a:prstGeom prst="line">
              <a:avLst/>
            </a:prstGeom>
            <a:ln w="9525" cap="flat" cmpd="sng">
              <a:solidFill>
                <a:schemeClr val="tx1"/>
              </a:solidFill>
              <a:prstDash val="solid"/>
              <a:headEnd type="none" w="med" len="med"/>
              <a:tailEnd type="none" w="med" len="med"/>
            </a:ln>
          </p:spPr>
        </p:sp>
        <p:graphicFrame>
          <p:nvGraphicFramePr>
            <p:cNvPr id="28701" name="Object 3089"/>
            <p:cNvGraphicFramePr>
              <a:graphicFrameLocks noChangeAspect="1"/>
            </p:cNvGraphicFramePr>
            <p:nvPr/>
          </p:nvGraphicFramePr>
          <p:xfrm>
            <a:off x="839" y="2251"/>
            <a:ext cx="191" cy="248"/>
          </p:xfrm>
          <a:graphic>
            <a:graphicData uri="http://schemas.openxmlformats.org/presentationml/2006/ole">
              <mc:AlternateContent xmlns:mc="http://schemas.openxmlformats.org/markup-compatibility/2006">
                <mc:Choice xmlns:v="urn:schemas-microsoft-com:vml" Requires="v">
                  <p:oleObj spid="_x0000_s26947" name="" r:id="rId21" imgW="127000" imgH="165100" progId="Equation.DSMT4">
                    <p:embed/>
                  </p:oleObj>
                </mc:Choice>
                <mc:Fallback>
                  <p:oleObj name="" r:id="rId21" imgW="127000" imgH="165100" progId="Equation.DSMT4">
                    <p:embed/>
                    <p:pic>
                      <p:nvPicPr>
                        <p:cNvPr id="0" name="图片 3250"/>
                        <p:cNvPicPr/>
                        <p:nvPr/>
                      </p:nvPicPr>
                      <p:blipFill>
                        <a:blip r:embed="rId22"/>
                        <a:stretch>
                          <a:fillRect/>
                        </a:stretch>
                      </p:blipFill>
                      <p:spPr>
                        <a:xfrm>
                          <a:off x="839" y="2251"/>
                          <a:ext cx="191" cy="248"/>
                        </a:xfrm>
                        <a:prstGeom prst="rect">
                          <a:avLst/>
                        </a:prstGeom>
                        <a:noFill/>
                        <a:ln w="38100">
                          <a:noFill/>
                          <a:miter/>
                        </a:ln>
                      </p:spPr>
                    </p:pic>
                  </p:oleObj>
                </mc:Fallback>
              </mc:AlternateContent>
            </a:graphicData>
          </a:graphic>
        </p:graphicFrame>
        <p:graphicFrame>
          <p:nvGraphicFramePr>
            <p:cNvPr id="28702" name="Object 3090"/>
            <p:cNvGraphicFramePr>
              <a:graphicFrameLocks noChangeAspect="1"/>
            </p:cNvGraphicFramePr>
            <p:nvPr/>
          </p:nvGraphicFramePr>
          <p:xfrm>
            <a:off x="839" y="2704"/>
            <a:ext cx="194" cy="272"/>
          </p:xfrm>
          <a:graphic>
            <a:graphicData uri="http://schemas.openxmlformats.org/presentationml/2006/ole">
              <mc:AlternateContent xmlns:mc="http://schemas.openxmlformats.org/markup-compatibility/2006">
                <mc:Choice xmlns:v="urn:schemas-microsoft-com:vml" Requires="v">
                  <p:oleObj spid="_x0000_s26948" name="" r:id="rId23" imgW="127000" imgH="177165" progId="Equation.DSMT4">
                    <p:embed/>
                  </p:oleObj>
                </mc:Choice>
                <mc:Fallback>
                  <p:oleObj name="" r:id="rId23" imgW="127000" imgH="177165" progId="Equation.DSMT4">
                    <p:embed/>
                    <p:pic>
                      <p:nvPicPr>
                        <p:cNvPr id="0" name="图片 3251"/>
                        <p:cNvPicPr/>
                        <p:nvPr/>
                      </p:nvPicPr>
                      <p:blipFill>
                        <a:blip r:embed="rId24"/>
                        <a:stretch>
                          <a:fillRect/>
                        </a:stretch>
                      </p:blipFill>
                      <p:spPr>
                        <a:xfrm>
                          <a:off x="839" y="2704"/>
                          <a:ext cx="194" cy="272"/>
                        </a:xfrm>
                        <a:prstGeom prst="rect">
                          <a:avLst/>
                        </a:prstGeom>
                        <a:noFill/>
                        <a:ln w="38100">
                          <a:noFill/>
                          <a:miter/>
                        </a:ln>
                      </p:spPr>
                    </p:pic>
                  </p:oleObj>
                </mc:Fallback>
              </mc:AlternateContent>
            </a:graphicData>
          </a:graphic>
        </p:graphicFrame>
        <p:graphicFrame>
          <p:nvGraphicFramePr>
            <p:cNvPr id="28703" name="Object 3091"/>
            <p:cNvGraphicFramePr>
              <a:graphicFrameLocks noChangeAspect="1"/>
            </p:cNvGraphicFramePr>
            <p:nvPr/>
          </p:nvGraphicFramePr>
          <p:xfrm>
            <a:off x="839" y="3067"/>
            <a:ext cx="202" cy="262"/>
          </p:xfrm>
          <a:graphic>
            <a:graphicData uri="http://schemas.openxmlformats.org/presentationml/2006/ole">
              <mc:AlternateContent xmlns:mc="http://schemas.openxmlformats.org/markup-compatibility/2006">
                <mc:Choice xmlns:v="urn:schemas-microsoft-com:vml" Requires="v">
                  <p:oleObj spid="_x0000_s26949" name="" r:id="rId25" imgW="127000" imgH="165100" progId="Equation.DSMT4">
                    <p:embed/>
                  </p:oleObj>
                </mc:Choice>
                <mc:Fallback>
                  <p:oleObj name="" r:id="rId25" imgW="127000" imgH="165100" progId="Equation.DSMT4">
                    <p:embed/>
                    <p:pic>
                      <p:nvPicPr>
                        <p:cNvPr id="0" name="图片 3253"/>
                        <p:cNvPicPr/>
                        <p:nvPr/>
                      </p:nvPicPr>
                      <p:blipFill>
                        <a:blip r:embed="rId26"/>
                        <a:stretch>
                          <a:fillRect/>
                        </a:stretch>
                      </p:blipFill>
                      <p:spPr>
                        <a:xfrm>
                          <a:off x="839" y="3067"/>
                          <a:ext cx="202" cy="262"/>
                        </a:xfrm>
                        <a:prstGeom prst="rect">
                          <a:avLst/>
                        </a:prstGeom>
                        <a:noFill/>
                        <a:ln w="38100">
                          <a:noFill/>
                          <a:miter/>
                        </a:ln>
                      </p:spPr>
                    </p:pic>
                  </p:oleObj>
                </mc:Fallback>
              </mc:AlternateContent>
            </a:graphicData>
          </a:graphic>
        </p:graphicFrame>
        <p:graphicFrame>
          <p:nvGraphicFramePr>
            <p:cNvPr id="28704" name="Object 3092"/>
            <p:cNvGraphicFramePr>
              <a:graphicFrameLocks noChangeAspect="1"/>
            </p:cNvGraphicFramePr>
            <p:nvPr/>
          </p:nvGraphicFramePr>
          <p:xfrm>
            <a:off x="1247" y="2659"/>
            <a:ext cx="1182" cy="250"/>
          </p:xfrm>
          <a:graphic>
            <a:graphicData uri="http://schemas.openxmlformats.org/presentationml/2006/ole">
              <mc:AlternateContent xmlns:mc="http://schemas.openxmlformats.org/markup-compatibility/2006">
                <mc:Choice xmlns:v="urn:schemas-microsoft-com:vml" Requires="v">
                  <p:oleObj spid="_x0000_s26950" name="" r:id="rId27" imgW="837565" imgH="177800" progId="Equation.DSMT4">
                    <p:embed/>
                  </p:oleObj>
                </mc:Choice>
                <mc:Fallback>
                  <p:oleObj name="" r:id="rId27" imgW="837565" imgH="177800" progId="Equation.DSMT4">
                    <p:embed/>
                    <p:pic>
                      <p:nvPicPr>
                        <p:cNvPr id="0" name="图片 3252"/>
                        <p:cNvPicPr/>
                        <p:nvPr/>
                      </p:nvPicPr>
                      <p:blipFill>
                        <a:blip r:embed="rId28"/>
                        <a:stretch>
                          <a:fillRect/>
                        </a:stretch>
                      </p:blipFill>
                      <p:spPr>
                        <a:xfrm>
                          <a:off x="1247" y="2659"/>
                          <a:ext cx="1182" cy="250"/>
                        </a:xfrm>
                        <a:prstGeom prst="rect">
                          <a:avLst/>
                        </a:prstGeom>
                        <a:noFill/>
                        <a:ln w="38100">
                          <a:noFill/>
                          <a:miter/>
                        </a:ln>
                      </p:spPr>
                    </p:pic>
                  </p:oleObj>
                </mc:Fallback>
              </mc:AlternateContent>
            </a:graphicData>
          </a:graphic>
        </p:graphicFrame>
        <p:sp>
          <p:nvSpPr>
            <p:cNvPr id="28705" name="Line 3097"/>
            <p:cNvSpPr/>
            <p:nvPr/>
          </p:nvSpPr>
          <p:spPr>
            <a:xfrm>
              <a:off x="2427" y="1888"/>
              <a:ext cx="0" cy="1542"/>
            </a:xfrm>
            <a:prstGeom prst="line">
              <a:avLst/>
            </a:prstGeom>
            <a:ln w="9525" cap="flat" cmpd="sng">
              <a:solidFill>
                <a:schemeClr val="tx1"/>
              </a:solidFill>
              <a:prstDash val="solid"/>
              <a:headEnd type="none" w="med" len="med"/>
              <a:tailEnd type="none" w="med" len="med"/>
            </a:ln>
          </p:spPr>
        </p:sp>
        <p:sp>
          <p:nvSpPr>
            <p:cNvPr id="28706" name="Line 3098"/>
            <p:cNvSpPr/>
            <p:nvPr/>
          </p:nvSpPr>
          <p:spPr>
            <a:xfrm>
              <a:off x="2926" y="1888"/>
              <a:ext cx="0" cy="1542"/>
            </a:xfrm>
            <a:prstGeom prst="line">
              <a:avLst/>
            </a:prstGeom>
            <a:ln w="9525" cap="flat" cmpd="sng">
              <a:solidFill>
                <a:schemeClr val="tx1"/>
              </a:solidFill>
              <a:prstDash val="solid"/>
              <a:headEnd type="none" w="med" len="med"/>
              <a:tailEnd type="none" w="med" len="med"/>
            </a:ln>
          </p:spPr>
        </p:sp>
        <p:sp>
          <p:nvSpPr>
            <p:cNvPr id="28707" name="Line 3099"/>
            <p:cNvSpPr/>
            <p:nvPr/>
          </p:nvSpPr>
          <p:spPr>
            <a:xfrm>
              <a:off x="2472" y="2614"/>
              <a:ext cx="1679" cy="0"/>
            </a:xfrm>
            <a:prstGeom prst="line">
              <a:avLst/>
            </a:prstGeom>
            <a:ln w="9525" cap="flat" cmpd="sng">
              <a:solidFill>
                <a:schemeClr val="tx1"/>
              </a:solidFill>
              <a:prstDash val="solid"/>
              <a:headEnd type="none" w="med" len="med"/>
              <a:tailEnd type="none" w="med" len="med"/>
            </a:ln>
          </p:spPr>
        </p:sp>
        <p:sp>
          <p:nvSpPr>
            <p:cNvPr id="28708" name="Line 3100"/>
            <p:cNvSpPr/>
            <p:nvPr/>
          </p:nvSpPr>
          <p:spPr>
            <a:xfrm>
              <a:off x="2427" y="3022"/>
              <a:ext cx="1723" cy="0"/>
            </a:xfrm>
            <a:prstGeom prst="line">
              <a:avLst/>
            </a:prstGeom>
            <a:ln w="9525" cap="flat" cmpd="sng">
              <a:solidFill>
                <a:schemeClr val="tx1"/>
              </a:solidFill>
              <a:prstDash val="solid"/>
              <a:headEnd type="none" w="med" len="med"/>
              <a:tailEnd type="none" w="med" len="med"/>
            </a:ln>
          </p:spPr>
        </p:sp>
        <p:graphicFrame>
          <p:nvGraphicFramePr>
            <p:cNvPr id="28709" name="Object 3093"/>
            <p:cNvGraphicFramePr>
              <a:graphicFrameLocks noChangeAspect="1"/>
            </p:cNvGraphicFramePr>
            <p:nvPr/>
          </p:nvGraphicFramePr>
          <p:xfrm>
            <a:off x="2517" y="2296"/>
            <a:ext cx="409" cy="261"/>
          </p:xfrm>
          <a:graphic>
            <a:graphicData uri="http://schemas.openxmlformats.org/presentationml/2006/ole">
              <mc:AlternateContent xmlns:mc="http://schemas.openxmlformats.org/markup-compatibility/2006">
                <mc:Choice xmlns:v="urn:schemas-microsoft-com:vml" Requires="v">
                  <p:oleObj spid="_x0000_s26951" name="" r:id="rId29" imgW="279400" imgH="177800" progId="Equation.DSMT4">
                    <p:embed/>
                  </p:oleObj>
                </mc:Choice>
                <mc:Fallback>
                  <p:oleObj name="" r:id="rId29" imgW="279400" imgH="177800" progId="Equation.DSMT4">
                    <p:embed/>
                    <p:pic>
                      <p:nvPicPr>
                        <p:cNvPr id="0" name="图片 3278"/>
                        <p:cNvPicPr/>
                        <p:nvPr/>
                      </p:nvPicPr>
                      <p:blipFill>
                        <a:blip r:embed="rId30"/>
                        <a:stretch>
                          <a:fillRect/>
                        </a:stretch>
                      </p:blipFill>
                      <p:spPr>
                        <a:xfrm>
                          <a:off x="2517" y="2296"/>
                          <a:ext cx="409" cy="261"/>
                        </a:xfrm>
                        <a:prstGeom prst="rect">
                          <a:avLst/>
                        </a:prstGeom>
                        <a:noFill/>
                        <a:ln w="38100">
                          <a:noFill/>
                          <a:miter/>
                        </a:ln>
                      </p:spPr>
                    </p:pic>
                  </p:oleObj>
                </mc:Fallback>
              </mc:AlternateContent>
            </a:graphicData>
          </a:graphic>
        </p:graphicFrame>
        <p:graphicFrame>
          <p:nvGraphicFramePr>
            <p:cNvPr id="28710" name="Object 3094"/>
            <p:cNvGraphicFramePr>
              <a:graphicFrameLocks noChangeAspect="1"/>
            </p:cNvGraphicFramePr>
            <p:nvPr/>
          </p:nvGraphicFramePr>
          <p:xfrm>
            <a:off x="2517" y="3067"/>
            <a:ext cx="363" cy="231"/>
          </p:xfrm>
          <a:graphic>
            <a:graphicData uri="http://schemas.openxmlformats.org/presentationml/2006/ole">
              <mc:AlternateContent xmlns:mc="http://schemas.openxmlformats.org/markup-compatibility/2006">
                <mc:Choice xmlns:v="urn:schemas-microsoft-com:vml" Requires="v">
                  <p:oleObj spid="_x0000_s26952" name="" r:id="rId31" imgW="279400" imgH="177800" progId="Equation.DSMT4">
                    <p:embed/>
                  </p:oleObj>
                </mc:Choice>
                <mc:Fallback>
                  <p:oleObj name="" r:id="rId31" imgW="279400" imgH="177800" progId="Equation.DSMT4">
                    <p:embed/>
                    <p:pic>
                      <p:nvPicPr>
                        <p:cNvPr id="0" name="图片 3267"/>
                        <p:cNvPicPr/>
                        <p:nvPr/>
                      </p:nvPicPr>
                      <p:blipFill>
                        <a:blip r:embed="rId32"/>
                        <a:stretch>
                          <a:fillRect/>
                        </a:stretch>
                      </p:blipFill>
                      <p:spPr>
                        <a:xfrm>
                          <a:off x="2517" y="3067"/>
                          <a:ext cx="363" cy="231"/>
                        </a:xfrm>
                        <a:prstGeom prst="rect">
                          <a:avLst/>
                        </a:prstGeom>
                        <a:noFill/>
                        <a:ln w="38100">
                          <a:noFill/>
                          <a:miter/>
                        </a:ln>
                      </p:spPr>
                    </p:pic>
                  </p:oleObj>
                </mc:Fallback>
              </mc:AlternateContent>
            </a:graphicData>
          </a:graphic>
        </p:graphicFrame>
        <p:graphicFrame>
          <p:nvGraphicFramePr>
            <p:cNvPr id="28711" name="Object 3095"/>
            <p:cNvGraphicFramePr>
              <a:graphicFrameLocks noChangeAspect="1"/>
            </p:cNvGraphicFramePr>
            <p:nvPr/>
          </p:nvGraphicFramePr>
          <p:xfrm>
            <a:off x="2517" y="2704"/>
            <a:ext cx="409" cy="249"/>
          </p:xfrm>
          <a:graphic>
            <a:graphicData uri="http://schemas.openxmlformats.org/presentationml/2006/ole">
              <mc:AlternateContent xmlns:mc="http://schemas.openxmlformats.org/markup-compatibility/2006">
                <mc:Choice xmlns:v="urn:schemas-microsoft-com:vml" Requires="v">
                  <p:oleObj spid="_x0000_s26953" name="" r:id="rId33" imgW="292100" imgH="177800" progId="Equation.DSMT4">
                    <p:embed/>
                  </p:oleObj>
                </mc:Choice>
                <mc:Fallback>
                  <p:oleObj name="" r:id="rId33" imgW="292100" imgH="177800" progId="Equation.DSMT4">
                    <p:embed/>
                    <p:pic>
                      <p:nvPicPr>
                        <p:cNvPr id="0" name="图片 3277"/>
                        <p:cNvPicPr/>
                        <p:nvPr/>
                      </p:nvPicPr>
                      <p:blipFill>
                        <a:blip r:embed="rId34"/>
                        <a:stretch>
                          <a:fillRect/>
                        </a:stretch>
                      </p:blipFill>
                      <p:spPr>
                        <a:xfrm>
                          <a:off x="2517" y="2704"/>
                          <a:ext cx="409" cy="249"/>
                        </a:xfrm>
                        <a:prstGeom prst="rect">
                          <a:avLst/>
                        </a:prstGeom>
                        <a:noFill/>
                        <a:ln w="38100">
                          <a:noFill/>
                          <a:miter/>
                        </a:ln>
                      </p:spPr>
                    </p:pic>
                  </p:oleObj>
                </mc:Fallback>
              </mc:AlternateContent>
            </a:graphicData>
          </a:graphic>
        </p:graphicFrame>
        <p:sp>
          <p:nvSpPr>
            <p:cNvPr id="28712" name="Line 3104"/>
            <p:cNvSpPr/>
            <p:nvPr/>
          </p:nvSpPr>
          <p:spPr>
            <a:xfrm>
              <a:off x="3425" y="1888"/>
              <a:ext cx="0" cy="1542"/>
            </a:xfrm>
            <a:prstGeom prst="line">
              <a:avLst/>
            </a:prstGeom>
            <a:ln w="9525" cap="flat" cmpd="sng">
              <a:solidFill>
                <a:schemeClr val="tx1"/>
              </a:solidFill>
              <a:prstDash val="solid"/>
              <a:headEnd type="none" w="med" len="med"/>
              <a:tailEnd type="none" w="med" len="med"/>
            </a:ln>
          </p:spPr>
        </p:sp>
        <p:graphicFrame>
          <p:nvGraphicFramePr>
            <p:cNvPr id="28713" name="Object 3096"/>
            <p:cNvGraphicFramePr>
              <a:graphicFrameLocks noChangeAspect="1"/>
            </p:cNvGraphicFramePr>
            <p:nvPr/>
          </p:nvGraphicFramePr>
          <p:xfrm>
            <a:off x="3062" y="2296"/>
            <a:ext cx="167" cy="217"/>
          </p:xfrm>
          <a:graphic>
            <a:graphicData uri="http://schemas.openxmlformats.org/presentationml/2006/ole">
              <mc:AlternateContent xmlns:mc="http://schemas.openxmlformats.org/markup-compatibility/2006">
                <mc:Choice xmlns:v="urn:schemas-microsoft-com:vml" Requires="v">
                  <p:oleObj spid="_x0000_s26954" name="" r:id="rId35" imgW="127000" imgH="165100" progId="Equation.DSMT4">
                    <p:embed/>
                  </p:oleObj>
                </mc:Choice>
                <mc:Fallback>
                  <p:oleObj name="" r:id="rId35" imgW="127000" imgH="165100" progId="Equation.DSMT4">
                    <p:embed/>
                    <p:pic>
                      <p:nvPicPr>
                        <p:cNvPr id="0" name="图片 3275"/>
                        <p:cNvPicPr/>
                        <p:nvPr/>
                      </p:nvPicPr>
                      <p:blipFill>
                        <a:blip r:embed="rId36"/>
                        <a:stretch>
                          <a:fillRect/>
                        </a:stretch>
                      </p:blipFill>
                      <p:spPr>
                        <a:xfrm>
                          <a:off x="3062" y="2296"/>
                          <a:ext cx="167" cy="217"/>
                        </a:xfrm>
                        <a:prstGeom prst="rect">
                          <a:avLst/>
                        </a:prstGeom>
                        <a:noFill/>
                        <a:ln w="38100">
                          <a:noFill/>
                          <a:miter/>
                        </a:ln>
                      </p:spPr>
                    </p:pic>
                  </p:oleObj>
                </mc:Fallback>
              </mc:AlternateContent>
            </a:graphicData>
          </a:graphic>
        </p:graphicFrame>
        <p:graphicFrame>
          <p:nvGraphicFramePr>
            <p:cNvPr id="28714" name="Object 3097"/>
            <p:cNvGraphicFramePr>
              <a:graphicFrameLocks noChangeAspect="1"/>
            </p:cNvGraphicFramePr>
            <p:nvPr/>
          </p:nvGraphicFramePr>
          <p:xfrm>
            <a:off x="3107" y="3067"/>
            <a:ext cx="143" cy="206"/>
          </p:xfrm>
          <a:graphic>
            <a:graphicData uri="http://schemas.openxmlformats.org/presentationml/2006/ole">
              <mc:AlternateContent xmlns:mc="http://schemas.openxmlformats.org/markup-compatibility/2006">
                <mc:Choice xmlns:v="urn:schemas-microsoft-com:vml" Requires="v">
                  <p:oleObj spid="_x0000_s26955" name="" r:id="rId37" imgW="114300" imgH="165100" progId="Equation.DSMT4">
                    <p:embed/>
                  </p:oleObj>
                </mc:Choice>
                <mc:Fallback>
                  <p:oleObj name="" r:id="rId37" imgW="114300" imgH="165100" progId="Equation.DSMT4">
                    <p:embed/>
                    <p:pic>
                      <p:nvPicPr>
                        <p:cNvPr id="0" name="图片 3263"/>
                        <p:cNvPicPr/>
                        <p:nvPr/>
                      </p:nvPicPr>
                      <p:blipFill>
                        <a:blip r:embed="rId38"/>
                        <a:stretch>
                          <a:fillRect/>
                        </a:stretch>
                      </p:blipFill>
                      <p:spPr>
                        <a:xfrm>
                          <a:off x="3107" y="3067"/>
                          <a:ext cx="143" cy="206"/>
                        </a:xfrm>
                        <a:prstGeom prst="rect">
                          <a:avLst/>
                        </a:prstGeom>
                        <a:noFill/>
                        <a:ln w="38100">
                          <a:noFill/>
                          <a:miter/>
                        </a:ln>
                      </p:spPr>
                    </p:pic>
                  </p:oleObj>
                </mc:Fallback>
              </mc:AlternateContent>
            </a:graphicData>
          </a:graphic>
        </p:graphicFrame>
        <p:graphicFrame>
          <p:nvGraphicFramePr>
            <p:cNvPr id="28715" name="Object 3098"/>
            <p:cNvGraphicFramePr>
              <a:graphicFrameLocks noChangeAspect="1"/>
            </p:cNvGraphicFramePr>
            <p:nvPr/>
          </p:nvGraphicFramePr>
          <p:xfrm>
            <a:off x="3470" y="2296"/>
            <a:ext cx="694" cy="231"/>
          </p:xfrm>
          <a:graphic>
            <a:graphicData uri="http://schemas.openxmlformats.org/presentationml/2006/ole">
              <mc:AlternateContent xmlns:mc="http://schemas.openxmlformats.org/markup-compatibility/2006">
                <mc:Choice xmlns:v="urn:schemas-microsoft-com:vml" Requires="v">
                  <p:oleObj spid="_x0000_s26956" name="" r:id="rId39" imgW="532765" imgH="177800" progId="Equation.DSMT4">
                    <p:embed/>
                  </p:oleObj>
                </mc:Choice>
                <mc:Fallback>
                  <p:oleObj name="" r:id="rId39" imgW="532765" imgH="177800" progId="Equation.DSMT4">
                    <p:embed/>
                    <p:pic>
                      <p:nvPicPr>
                        <p:cNvPr id="0" name="图片 3271"/>
                        <p:cNvPicPr/>
                        <p:nvPr/>
                      </p:nvPicPr>
                      <p:blipFill>
                        <a:blip r:embed="rId40"/>
                        <a:stretch>
                          <a:fillRect/>
                        </a:stretch>
                      </p:blipFill>
                      <p:spPr>
                        <a:xfrm>
                          <a:off x="3470" y="2296"/>
                          <a:ext cx="694" cy="231"/>
                        </a:xfrm>
                        <a:prstGeom prst="rect">
                          <a:avLst/>
                        </a:prstGeom>
                        <a:noFill/>
                        <a:ln w="38100">
                          <a:noFill/>
                          <a:miter/>
                        </a:ln>
                      </p:spPr>
                    </p:pic>
                  </p:oleObj>
                </mc:Fallback>
              </mc:AlternateContent>
            </a:graphicData>
          </a:graphic>
        </p:graphicFrame>
        <p:graphicFrame>
          <p:nvGraphicFramePr>
            <p:cNvPr id="28716" name="Object 3099"/>
            <p:cNvGraphicFramePr>
              <a:graphicFrameLocks noChangeAspect="1"/>
            </p:cNvGraphicFramePr>
            <p:nvPr/>
          </p:nvGraphicFramePr>
          <p:xfrm>
            <a:off x="3470" y="2704"/>
            <a:ext cx="606" cy="212"/>
          </p:xfrm>
          <a:graphic>
            <a:graphicData uri="http://schemas.openxmlformats.org/presentationml/2006/ole">
              <mc:AlternateContent xmlns:mc="http://schemas.openxmlformats.org/markup-compatibility/2006">
                <mc:Choice xmlns:v="urn:schemas-microsoft-com:vml" Requires="v">
                  <p:oleObj spid="_x0000_s26957" name="" r:id="rId41" imgW="508000" imgH="177800" progId="Equation.DSMT4">
                    <p:embed/>
                  </p:oleObj>
                </mc:Choice>
                <mc:Fallback>
                  <p:oleObj name="" r:id="rId41" imgW="508000" imgH="177800" progId="Equation.DSMT4">
                    <p:embed/>
                    <p:pic>
                      <p:nvPicPr>
                        <p:cNvPr id="0" name="图片 3279"/>
                        <p:cNvPicPr/>
                        <p:nvPr/>
                      </p:nvPicPr>
                      <p:blipFill>
                        <a:blip r:embed="rId42"/>
                        <a:stretch>
                          <a:fillRect/>
                        </a:stretch>
                      </p:blipFill>
                      <p:spPr>
                        <a:xfrm>
                          <a:off x="3470" y="2704"/>
                          <a:ext cx="606" cy="212"/>
                        </a:xfrm>
                        <a:prstGeom prst="rect">
                          <a:avLst/>
                        </a:prstGeom>
                        <a:noFill/>
                        <a:ln w="38100">
                          <a:noFill/>
                          <a:miter/>
                        </a:ln>
                      </p:spPr>
                    </p:pic>
                  </p:oleObj>
                </mc:Fallback>
              </mc:AlternateContent>
            </a:graphicData>
          </a:graphic>
        </p:graphicFrame>
        <p:graphicFrame>
          <p:nvGraphicFramePr>
            <p:cNvPr id="28717" name="Object 3100"/>
            <p:cNvGraphicFramePr>
              <a:graphicFrameLocks noChangeAspect="1"/>
            </p:cNvGraphicFramePr>
            <p:nvPr/>
          </p:nvGraphicFramePr>
          <p:xfrm>
            <a:off x="3470" y="3113"/>
            <a:ext cx="627" cy="219"/>
          </p:xfrm>
          <a:graphic>
            <a:graphicData uri="http://schemas.openxmlformats.org/presentationml/2006/ole">
              <mc:AlternateContent xmlns:mc="http://schemas.openxmlformats.org/markup-compatibility/2006">
                <mc:Choice xmlns:v="urn:schemas-microsoft-com:vml" Requires="v">
                  <p:oleObj spid="_x0000_s26958" name="" r:id="rId43" imgW="508000" imgH="177800" progId="Equation.DSMT4">
                    <p:embed/>
                  </p:oleObj>
                </mc:Choice>
                <mc:Fallback>
                  <p:oleObj name="" r:id="rId43" imgW="508000" imgH="177800" progId="Equation.DSMT4">
                    <p:embed/>
                    <p:pic>
                      <p:nvPicPr>
                        <p:cNvPr id="0" name="图片 3273"/>
                        <p:cNvPicPr/>
                        <p:nvPr/>
                      </p:nvPicPr>
                      <p:blipFill>
                        <a:blip r:embed="rId44"/>
                        <a:stretch>
                          <a:fillRect/>
                        </a:stretch>
                      </p:blipFill>
                      <p:spPr>
                        <a:xfrm>
                          <a:off x="3470" y="3113"/>
                          <a:ext cx="627" cy="219"/>
                        </a:xfrm>
                        <a:prstGeom prst="rect">
                          <a:avLst/>
                        </a:prstGeom>
                        <a:noFill/>
                        <a:ln w="38100">
                          <a:noFill/>
                          <a:miter/>
                        </a:ln>
                      </p:spPr>
                    </p:pic>
                  </p:oleObj>
                </mc:Fallback>
              </mc:AlternateContent>
            </a:graphicData>
          </a:graphic>
        </p:graphicFrame>
        <p:sp>
          <p:nvSpPr>
            <p:cNvPr id="28718" name="Line 3110"/>
            <p:cNvSpPr/>
            <p:nvPr/>
          </p:nvSpPr>
          <p:spPr>
            <a:xfrm>
              <a:off x="4150" y="1888"/>
              <a:ext cx="0" cy="1542"/>
            </a:xfrm>
            <a:prstGeom prst="line">
              <a:avLst/>
            </a:prstGeom>
            <a:ln w="9525" cap="flat" cmpd="sng">
              <a:solidFill>
                <a:schemeClr val="tx1"/>
              </a:solidFill>
              <a:prstDash val="solid"/>
              <a:headEnd type="none" w="med" len="med"/>
              <a:tailEnd type="none" w="med" len="med"/>
            </a:ln>
          </p:spPr>
        </p:sp>
        <p:graphicFrame>
          <p:nvGraphicFramePr>
            <p:cNvPr id="28719" name="Object 3101"/>
            <p:cNvGraphicFramePr>
              <a:graphicFrameLocks noChangeAspect="1"/>
            </p:cNvGraphicFramePr>
            <p:nvPr/>
          </p:nvGraphicFramePr>
          <p:xfrm>
            <a:off x="4105" y="2432"/>
            <a:ext cx="1472" cy="805"/>
          </p:xfrm>
          <a:graphic>
            <a:graphicData uri="http://schemas.openxmlformats.org/presentationml/2006/ole">
              <mc:AlternateContent xmlns:mc="http://schemas.openxmlformats.org/markup-compatibility/2006">
                <mc:Choice xmlns:v="urn:schemas-microsoft-com:vml" Requires="v">
                  <p:oleObj spid="_x0000_s26959" name="" r:id="rId45" imgW="1206500" imgH="660400" progId="Equation.DSMT4">
                    <p:embed/>
                  </p:oleObj>
                </mc:Choice>
                <mc:Fallback>
                  <p:oleObj name="" r:id="rId45" imgW="1206500" imgH="660400" progId="Equation.DSMT4">
                    <p:embed/>
                    <p:pic>
                      <p:nvPicPr>
                        <p:cNvPr id="0" name="图片 3270"/>
                        <p:cNvPicPr/>
                        <p:nvPr/>
                      </p:nvPicPr>
                      <p:blipFill>
                        <a:blip r:embed="rId46"/>
                        <a:stretch>
                          <a:fillRect/>
                        </a:stretch>
                      </p:blipFill>
                      <p:spPr>
                        <a:xfrm>
                          <a:off x="4105" y="2432"/>
                          <a:ext cx="1472" cy="805"/>
                        </a:xfrm>
                        <a:prstGeom prst="rect">
                          <a:avLst/>
                        </a:prstGeom>
                        <a:noFill/>
                        <a:ln w="38100">
                          <a:noFill/>
                          <a:miter/>
                        </a:ln>
                      </p:spPr>
                    </p:pic>
                  </p:oleObj>
                </mc:Fallback>
              </mc:AlternateContent>
            </a:graphicData>
          </a:graphic>
        </p:graphicFrame>
        <p:sp>
          <p:nvSpPr>
            <p:cNvPr id="28720" name="Line 3112"/>
            <p:cNvSpPr/>
            <p:nvPr/>
          </p:nvSpPr>
          <p:spPr>
            <a:xfrm>
              <a:off x="5602" y="1888"/>
              <a:ext cx="0" cy="1542"/>
            </a:xfrm>
            <a:prstGeom prst="line">
              <a:avLst/>
            </a:prstGeom>
            <a:ln w="28575" cap="flat" cmpd="sng">
              <a:solidFill>
                <a:schemeClr val="tx1"/>
              </a:solidFill>
              <a:prstDash val="solid"/>
              <a:headEnd type="none" w="med" len="med"/>
              <a:tailEnd type="none" w="med" len="med"/>
            </a:ln>
          </p:spPr>
        </p:sp>
        <p:graphicFrame>
          <p:nvGraphicFramePr>
            <p:cNvPr id="28721" name="Object 3102"/>
            <p:cNvGraphicFramePr>
              <a:graphicFrameLocks noChangeAspect="1"/>
            </p:cNvGraphicFramePr>
            <p:nvPr/>
          </p:nvGraphicFramePr>
          <p:xfrm>
            <a:off x="3107" y="2704"/>
            <a:ext cx="143" cy="206"/>
          </p:xfrm>
          <a:graphic>
            <a:graphicData uri="http://schemas.openxmlformats.org/presentationml/2006/ole">
              <mc:AlternateContent xmlns:mc="http://schemas.openxmlformats.org/markup-compatibility/2006">
                <mc:Choice xmlns:v="urn:schemas-microsoft-com:vml" Requires="v">
                  <p:oleObj spid="_x0000_s26960" name="" r:id="rId47" imgW="114300" imgH="165100" progId="Equation.DSMT4">
                    <p:embed/>
                  </p:oleObj>
                </mc:Choice>
                <mc:Fallback>
                  <p:oleObj name="" r:id="rId47" imgW="114300" imgH="165100" progId="Equation.DSMT4">
                    <p:embed/>
                    <p:pic>
                      <p:nvPicPr>
                        <p:cNvPr id="0" name="图片 3276"/>
                        <p:cNvPicPr/>
                        <p:nvPr/>
                      </p:nvPicPr>
                      <p:blipFill>
                        <a:blip r:embed="rId38"/>
                        <a:stretch>
                          <a:fillRect/>
                        </a:stretch>
                      </p:blipFill>
                      <p:spPr>
                        <a:xfrm>
                          <a:off x="3107" y="2704"/>
                          <a:ext cx="143" cy="206"/>
                        </a:xfrm>
                        <a:prstGeom prst="rect">
                          <a:avLst/>
                        </a:prstGeom>
                        <a:noFill/>
                        <a:ln w="38100">
                          <a:noFill/>
                          <a:miter/>
                        </a:ln>
                      </p:spPr>
                    </p:pic>
                  </p:oleObj>
                </mc:Fallback>
              </mc:AlternateContent>
            </a:graphicData>
          </a:graphic>
        </p:graphicFrame>
      </p:grpSp>
      <p:graphicFrame>
        <p:nvGraphicFramePr>
          <p:cNvPr id="181248" name="Object 3072"/>
          <p:cNvGraphicFramePr>
            <a:graphicFrameLocks noChangeAspect="1"/>
          </p:cNvGraphicFramePr>
          <p:nvPr/>
        </p:nvGraphicFramePr>
        <p:xfrm>
          <a:off x="468313" y="5661025"/>
          <a:ext cx="2232025" cy="452438"/>
        </p:xfrm>
        <a:graphic>
          <a:graphicData uri="http://schemas.openxmlformats.org/presentationml/2006/ole">
            <mc:AlternateContent xmlns:mc="http://schemas.openxmlformats.org/markup-compatibility/2006">
              <mc:Choice xmlns:v="urn:schemas-microsoft-com:vml" Requires="v">
                <p:oleObj spid="_x0000_s26961" name="" r:id="rId48" imgW="1002665" imgH="203200" progId="Equation.DSMT4">
                  <p:embed/>
                </p:oleObj>
              </mc:Choice>
              <mc:Fallback>
                <p:oleObj name="" r:id="rId48" imgW="1002665" imgH="203200" progId="Equation.DSMT4">
                  <p:embed/>
                  <p:pic>
                    <p:nvPicPr>
                      <p:cNvPr id="0" name="图片 3264"/>
                      <p:cNvPicPr/>
                      <p:nvPr/>
                    </p:nvPicPr>
                    <p:blipFill>
                      <a:blip r:embed="rId49"/>
                      <a:stretch>
                        <a:fillRect/>
                      </a:stretch>
                    </p:blipFill>
                    <p:spPr>
                      <a:xfrm>
                        <a:off x="468313" y="5661025"/>
                        <a:ext cx="2232025" cy="452438"/>
                      </a:xfrm>
                      <a:prstGeom prst="rect">
                        <a:avLst/>
                      </a:prstGeom>
                      <a:noFill/>
                      <a:ln w="38100">
                        <a:noFill/>
                        <a:miter/>
                      </a:ln>
                    </p:spPr>
                  </p:pic>
                </p:oleObj>
              </mc:Fallback>
            </mc:AlternateContent>
          </a:graphicData>
        </a:graphic>
      </p:graphicFrame>
      <p:graphicFrame>
        <p:nvGraphicFramePr>
          <p:cNvPr id="181249" name="Object 3073"/>
          <p:cNvGraphicFramePr>
            <a:graphicFrameLocks noChangeAspect="1"/>
          </p:cNvGraphicFramePr>
          <p:nvPr/>
        </p:nvGraphicFramePr>
        <p:xfrm>
          <a:off x="323850" y="3429000"/>
          <a:ext cx="5111750" cy="509588"/>
        </p:xfrm>
        <a:graphic>
          <a:graphicData uri="http://schemas.openxmlformats.org/presentationml/2006/ole">
            <mc:AlternateContent xmlns:mc="http://schemas.openxmlformats.org/markup-compatibility/2006">
              <mc:Choice xmlns:v="urn:schemas-microsoft-com:vml" Requires="v">
                <p:oleObj spid="_x0000_s26962" name="" r:id="rId50" imgW="2286000" imgH="228600" progId="Equation.DSMT4">
                  <p:embed/>
                </p:oleObj>
              </mc:Choice>
              <mc:Fallback>
                <p:oleObj name="" r:id="rId50" imgW="2286000" imgH="228600" progId="Equation.DSMT4">
                  <p:embed/>
                  <p:pic>
                    <p:nvPicPr>
                      <p:cNvPr id="0" name="图片 3268"/>
                      <p:cNvPicPr/>
                      <p:nvPr/>
                    </p:nvPicPr>
                    <p:blipFill>
                      <a:blip r:embed="rId51"/>
                      <a:stretch>
                        <a:fillRect/>
                      </a:stretch>
                    </p:blipFill>
                    <p:spPr>
                      <a:xfrm>
                        <a:off x="323850" y="3429000"/>
                        <a:ext cx="5111750" cy="509588"/>
                      </a:xfrm>
                      <a:prstGeom prst="rect">
                        <a:avLst/>
                      </a:prstGeom>
                      <a:noFill/>
                      <a:ln w="38100">
                        <a:noFill/>
                        <a:miter/>
                      </a:ln>
                    </p:spPr>
                  </p:pic>
                </p:oleObj>
              </mc:Fallback>
            </mc:AlternateContent>
          </a:graphicData>
        </a:graphic>
      </p:graphicFrame>
      <p:graphicFrame>
        <p:nvGraphicFramePr>
          <p:cNvPr id="181250" name="Object 3074"/>
          <p:cNvGraphicFramePr>
            <a:graphicFrameLocks noChangeAspect="1"/>
          </p:cNvGraphicFramePr>
          <p:nvPr/>
        </p:nvGraphicFramePr>
        <p:xfrm>
          <a:off x="395288" y="2852738"/>
          <a:ext cx="8208962" cy="525462"/>
        </p:xfrm>
        <a:graphic>
          <a:graphicData uri="http://schemas.openxmlformats.org/presentationml/2006/ole">
            <mc:AlternateContent xmlns:mc="http://schemas.openxmlformats.org/markup-compatibility/2006">
              <mc:Choice xmlns:v="urn:schemas-microsoft-com:vml" Requires="v">
                <p:oleObj spid="_x0000_s26963" name="" r:id="rId52" imgW="3568700" imgH="228600" progId="Equation.DSMT4">
                  <p:embed/>
                </p:oleObj>
              </mc:Choice>
              <mc:Fallback>
                <p:oleObj name="" r:id="rId52" imgW="3568700" imgH="228600" progId="Equation.DSMT4">
                  <p:embed/>
                  <p:pic>
                    <p:nvPicPr>
                      <p:cNvPr id="0" name="图片 3265"/>
                      <p:cNvPicPr/>
                      <p:nvPr/>
                    </p:nvPicPr>
                    <p:blipFill>
                      <a:blip r:embed="rId53"/>
                      <a:stretch>
                        <a:fillRect/>
                      </a:stretch>
                    </p:blipFill>
                    <p:spPr>
                      <a:xfrm>
                        <a:off x="395288" y="2852738"/>
                        <a:ext cx="8208962" cy="525462"/>
                      </a:xfrm>
                      <a:prstGeom prst="rect">
                        <a:avLst/>
                      </a:prstGeom>
                      <a:noFill/>
                      <a:ln w="38100">
                        <a:noFill/>
                        <a:miter/>
                      </a:ln>
                    </p:spPr>
                  </p:pic>
                </p:oleObj>
              </mc:Fallback>
            </mc:AlternateContent>
          </a:graphicData>
        </a:graphic>
      </p:graphicFrame>
      <p:graphicFrame>
        <p:nvGraphicFramePr>
          <p:cNvPr id="181251" name="Object 3075"/>
          <p:cNvGraphicFramePr>
            <a:graphicFrameLocks noChangeAspect="1"/>
          </p:cNvGraphicFramePr>
          <p:nvPr/>
        </p:nvGraphicFramePr>
        <p:xfrm>
          <a:off x="323850" y="4005263"/>
          <a:ext cx="8472488" cy="512762"/>
        </p:xfrm>
        <a:graphic>
          <a:graphicData uri="http://schemas.openxmlformats.org/presentationml/2006/ole">
            <mc:AlternateContent xmlns:mc="http://schemas.openxmlformats.org/markup-compatibility/2006">
              <mc:Choice xmlns:v="urn:schemas-microsoft-com:vml" Requires="v">
                <p:oleObj spid="_x0000_s26964" name="" r:id="rId54" imgW="3784600" imgH="228600" progId="Equation.DSMT4">
                  <p:embed/>
                </p:oleObj>
              </mc:Choice>
              <mc:Fallback>
                <p:oleObj name="" r:id="rId54" imgW="3784600" imgH="228600" progId="Equation.DSMT4">
                  <p:embed/>
                  <p:pic>
                    <p:nvPicPr>
                      <p:cNvPr id="0" name="图片 3280"/>
                      <p:cNvPicPr/>
                      <p:nvPr/>
                    </p:nvPicPr>
                    <p:blipFill>
                      <a:blip r:embed="rId55"/>
                      <a:stretch>
                        <a:fillRect/>
                      </a:stretch>
                    </p:blipFill>
                    <p:spPr>
                      <a:xfrm>
                        <a:off x="323850" y="4005263"/>
                        <a:ext cx="8472488" cy="512762"/>
                      </a:xfrm>
                      <a:prstGeom prst="rect">
                        <a:avLst/>
                      </a:prstGeom>
                      <a:noFill/>
                      <a:ln w="38100">
                        <a:noFill/>
                        <a:miter/>
                      </a:ln>
                    </p:spPr>
                  </p:pic>
                </p:oleObj>
              </mc:Fallback>
            </mc:AlternateContent>
          </a:graphicData>
        </a:graphic>
      </p:graphicFrame>
      <p:graphicFrame>
        <p:nvGraphicFramePr>
          <p:cNvPr id="181252" name="Object 3076"/>
          <p:cNvGraphicFramePr>
            <a:graphicFrameLocks noChangeAspect="1"/>
          </p:cNvGraphicFramePr>
          <p:nvPr/>
        </p:nvGraphicFramePr>
        <p:xfrm>
          <a:off x="395288" y="4510088"/>
          <a:ext cx="4032250" cy="517525"/>
        </p:xfrm>
        <a:graphic>
          <a:graphicData uri="http://schemas.openxmlformats.org/presentationml/2006/ole">
            <mc:AlternateContent xmlns:mc="http://schemas.openxmlformats.org/markup-compatibility/2006">
              <mc:Choice xmlns:v="urn:schemas-microsoft-com:vml" Requires="v">
                <p:oleObj spid="_x0000_s26965" name="" r:id="rId56" imgW="1879600" imgH="241300" progId="Equation.DSMT4">
                  <p:embed/>
                </p:oleObj>
              </mc:Choice>
              <mc:Fallback>
                <p:oleObj name="" r:id="rId56" imgW="1879600" imgH="241300" progId="Equation.DSMT4">
                  <p:embed/>
                  <p:pic>
                    <p:nvPicPr>
                      <p:cNvPr id="0" name="图片 3256"/>
                      <p:cNvPicPr/>
                      <p:nvPr/>
                    </p:nvPicPr>
                    <p:blipFill>
                      <a:blip r:embed="rId57"/>
                      <a:stretch>
                        <a:fillRect/>
                      </a:stretch>
                    </p:blipFill>
                    <p:spPr>
                      <a:xfrm>
                        <a:off x="395288" y="4510088"/>
                        <a:ext cx="4032250" cy="517525"/>
                      </a:xfrm>
                      <a:prstGeom prst="rect">
                        <a:avLst/>
                      </a:prstGeom>
                      <a:noFill/>
                      <a:ln w="38100">
                        <a:noFill/>
                        <a:miter/>
                      </a:ln>
                    </p:spPr>
                  </p:pic>
                </p:oleObj>
              </mc:Fallback>
            </mc:AlternateContent>
          </a:graphicData>
        </a:graphic>
      </p:graphicFrame>
      <p:graphicFrame>
        <p:nvGraphicFramePr>
          <p:cNvPr id="181253" name="Object 3077"/>
          <p:cNvGraphicFramePr>
            <a:graphicFrameLocks noChangeAspect="1"/>
          </p:cNvGraphicFramePr>
          <p:nvPr/>
        </p:nvGraphicFramePr>
        <p:xfrm>
          <a:off x="395288" y="5086350"/>
          <a:ext cx="7199312" cy="527050"/>
        </p:xfrm>
        <a:graphic>
          <a:graphicData uri="http://schemas.openxmlformats.org/presentationml/2006/ole">
            <mc:AlternateContent xmlns:mc="http://schemas.openxmlformats.org/markup-compatibility/2006">
              <mc:Choice xmlns:v="urn:schemas-microsoft-com:vml" Requires="v">
                <p:oleObj spid="_x0000_s26966" name="" r:id="rId58" imgW="3289300" imgH="241300" progId="Equation.DSMT4">
                  <p:embed/>
                </p:oleObj>
              </mc:Choice>
              <mc:Fallback>
                <p:oleObj name="" r:id="rId58" imgW="3289300" imgH="241300" progId="Equation.DSMT4">
                  <p:embed/>
                  <p:pic>
                    <p:nvPicPr>
                      <p:cNvPr id="0" name="图片 3260"/>
                      <p:cNvPicPr/>
                      <p:nvPr/>
                    </p:nvPicPr>
                    <p:blipFill>
                      <a:blip r:embed="rId59"/>
                      <a:stretch>
                        <a:fillRect/>
                      </a:stretch>
                    </p:blipFill>
                    <p:spPr>
                      <a:xfrm>
                        <a:off x="395288" y="5086350"/>
                        <a:ext cx="7199312" cy="527050"/>
                      </a:xfrm>
                      <a:prstGeom prst="rect">
                        <a:avLst/>
                      </a:prstGeom>
                      <a:noFill/>
                      <a:ln w="38100">
                        <a:noFill/>
                        <a:miter/>
                      </a:ln>
                    </p:spPr>
                  </p:pic>
                </p:oleObj>
              </mc:Fallback>
            </mc:AlternateContent>
          </a:graphicData>
        </a:graphic>
      </p:graphicFrame>
      <p:graphicFrame>
        <p:nvGraphicFramePr>
          <p:cNvPr id="181254" name="Object 3078"/>
          <p:cNvGraphicFramePr>
            <a:graphicFrameLocks noChangeAspect="1"/>
          </p:cNvGraphicFramePr>
          <p:nvPr/>
        </p:nvGraphicFramePr>
        <p:xfrm>
          <a:off x="4500563" y="4581525"/>
          <a:ext cx="4248150" cy="498475"/>
        </p:xfrm>
        <a:graphic>
          <a:graphicData uri="http://schemas.openxmlformats.org/presentationml/2006/ole">
            <mc:AlternateContent xmlns:mc="http://schemas.openxmlformats.org/markup-compatibility/2006">
              <mc:Choice xmlns:v="urn:schemas-microsoft-com:vml" Requires="v">
                <p:oleObj spid="_x0000_s26967" name="" r:id="rId60" imgW="2057400" imgH="241300" progId="Equation.DSMT4">
                  <p:embed/>
                </p:oleObj>
              </mc:Choice>
              <mc:Fallback>
                <p:oleObj name="" r:id="rId60" imgW="2057400" imgH="241300" progId="Equation.DSMT4">
                  <p:embed/>
                  <p:pic>
                    <p:nvPicPr>
                      <p:cNvPr id="0" name="图片 3266"/>
                      <p:cNvPicPr/>
                      <p:nvPr/>
                    </p:nvPicPr>
                    <p:blipFill>
                      <a:blip r:embed="rId61"/>
                      <a:stretch>
                        <a:fillRect/>
                      </a:stretch>
                    </p:blipFill>
                    <p:spPr>
                      <a:xfrm>
                        <a:off x="4500563" y="4581525"/>
                        <a:ext cx="4248150" cy="498475"/>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81250"/>
                                        </p:tgtEl>
                                        <p:attrNameLst>
                                          <p:attrName>style.visibility</p:attrName>
                                        </p:attrNameLst>
                                      </p:cBhvr>
                                      <p:to>
                                        <p:strVal val="visible"/>
                                      </p:to>
                                    </p:set>
                                    <p:animEffect transition="in" filter="wipe(left)">
                                      <p:cBhvr>
                                        <p:cTn id="11" dur="500"/>
                                        <p:tgtEl>
                                          <p:spTgt spid="18125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81249"/>
                                        </p:tgtEl>
                                        <p:attrNameLst>
                                          <p:attrName>style.visibility</p:attrName>
                                        </p:attrNameLst>
                                      </p:cBhvr>
                                      <p:to>
                                        <p:strVal val="visible"/>
                                      </p:to>
                                    </p:set>
                                    <p:animEffect transition="in" filter="wipe(left)">
                                      <p:cBhvr>
                                        <p:cTn id="16" dur="500"/>
                                        <p:tgtEl>
                                          <p:spTgt spid="18124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81251"/>
                                        </p:tgtEl>
                                        <p:attrNameLst>
                                          <p:attrName>style.visibility</p:attrName>
                                        </p:attrNameLst>
                                      </p:cBhvr>
                                      <p:to>
                                        <p:strVal val="visible"/>
                                      </p:to>
                                    </p:set>
                                    <p:animEffect transition="in" filter="wipe(left)">
                                      <p:cBhvr>
                                        <p:cTn id="21" dur="500"/>
                                        <p:tgtEl>
                                          <p:spTgt spid="18125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81252"/>
                                        </p:tgtEl>
                                        <p:attrNameLst>
                                          <p:attrName>style.visibility</p:attrName>
                                        </p:attrNameLst>
                                      </p:cBhvr>
                                      <p:to>
                                        <p:strVal val="visible"/>
                                      </p:to>
                                    </p:set>
                                    <p:animEffect transition="in" filter="wipe(left)">
                                      <p:cBhvr>
                                        <p:cTn id="26" dur="500"/>
                                        <p:tgtEl>
                                          <p:spTgt spid="18125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81254"/>
                                        </p:tgtEl>
                                        <p:attrNameLst>
                                          <p:attrName>style.visibility</p:attrName>
                                        </p:attrNameLst>
                                      </p:cBhvr>
                                      <p:to>
                                        <p:strVal val="visible"/>
                                      </p:to>
                                    </p:set>
                                    <p:animEffect transition="in" filter="wipe(left)">
                                      <p:cBhvr>
                                        <p:cTn id="31" dur="500"/>
                                        <p:tgtEl>
                                          <p:spTgt spid="18125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81253"/>
                                        </p:tgtEl>
                                        <p:attrNameLst>
                                          <p:attrName>style.visibility</p:attrName>
                                        </p:attrNameLst>
                                      </p:cBhvr>
                                      <p:to>
                                        <p:strVal val="visible"/>
                                      </p:to>
                                    </p:set>
                                    <p:animEffect transition="in" filter="wipe(left)">
                                      <p:cBhvr>
                                        <p:cTn id="36" dur="500"/>
                                        <p:tgtEl>
                                          <p:spTgt spid="18125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81248"/>
                                        </p:tgtEl>
                                        <p:attrNameLst>
                                          <p:attrName>style.visibility</p:attrName>
                                        </p:attrNameLst>
                                      </p:cBhvr>
                                      <p:to>
                                        <p:strVal val="visible"/>
                                      </p:to>
                                    </p:set>
                                    <p:animEffect transition="in" filter="wipe(left)">
                                      <p:cBhvr>
                                        <p:cTn id="41" dur="500"/>
                                        <p:tgtEl>
                                          <p:spTgt spid="181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9698"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82272" name="Object 1024"/>
          <p:cNvGraphicFramePr>
            <a:graphicFrameLocks noChangeAspect="1"/>
          </p:cNvGraphicFramePr>
          <p:nvPr/>
        </p:nvGraphicFramePr>
        <p:xfrm>
          <a:off x="468313" y="0"/>
          <a:ext cx="5183187" cy="2063750"/>
        </p:xfrm>
        <a:graphic>
          <a:graphicData uri="http://schemas.openxmlformats.org/presentationml/2006/ole">
            <mc:AlternateContent xmlns:mc="http://schemas.openxmlformats.org/markup-compatibility/2006">
              <mc:Choice xmlns:v="urn:schemas-microsoft-com:vml" Requires="v">
                <p:oleObj spid="_x0000_s27781" name="" r:id="rId1" imgW="2362200" imgH="939800" progId="Equation.DSMT4">
                  <p:embed/>
                </p:oleObj>
              </mc:Choice>
              <mc:Fallback>
                <p:oleObj name="" r:id="rId1" imgW="2362200" imgH="939800" progId="Equation.DSMT4">
                  <p:embed/>
                  <p:pic>
                    <p:nvPicPr>
                      <p:cNvPr id="0" name="图片 3257"/>
                      <p:cNvPicPr/>
                      <p:nvPr/>
                    </p:nvPicPr>
                    <p:blipFill>
                      <a:blip r:embed="rId2"/>
                      <a:stretch>
                        <a:fillRect/>
                      </a:stretch>
                    </p:blipFill>
                    <p:spPr>
                      <a:xfrm>
                        <a:off x="468313" y="0"/>
                        <a:ext cx="5183187" cy="2063750"/>
                      </a:xfrm>
                      <a:prstGeom prst="rect">
                        <a:avLst/>
                      </a:prstGeom>
                      <a:noFill/>
                      <a:ln w="38100">
                        <a:noFill/>
                        <a:miter/>
                      </a:ln>
                    </p:spPr>
                  </p:pic>
                </p:oleObj>
              </mc:Fallback>
            </mc:AlternateContent>
          </a:graphicData>
        </a:graphic>
      </p:graphicFrame>
      <p:graphicFrame>
        <p:nvGraphicFramePr>
          <p:cNvPr id="182273" name="Object 1025"/>
          <p:cNvGraphicFramePr>
            <a:graphicFrameLocks noChangeAspect="1"/>
          </p:cNvGraphicFramePr>
          <p:nvPr/>
        </p:nvGraphicFramePr>
        <p:xfrm>
          <a:off x="179388" y="2563813"/>
          <a:ext cx="7212012" cy="441325"/>
        </p:xfrm>
        <a:graphic>
          <a:graphicData uri="http://schemas.openxmlformats.org/presentationml/2006/ole">
            <mc:AlternateContent xmlns:mc="http://schemas.openxmlformats.org/markup-compatibility/2006">
              <mc:Choice xmlns:v="urn:schemas-microsoft-com:vml" Requires="v">
                <p:oleObj spid="_x0000_s27782" name="" r:id="rId3" imgW="3733800" imgH="228600" progId="Equation.DSMT4">
                  <p:embed/>
                </p:oleObj>
              </mc:Choice>
              <mc:Fallback>
                <p:oleObj name="" r:id="rId3" imgW="3733800" imgH="228600" progId="Equation.DSMT4">
                  <p:embed/>
                  <p:pic>
                    <p:nvPicPr>
                      <p:cNvPr id="0" name="图片 3272"/>
                      <p:cNvPicPr/>
                      <p:nvPr/>
                    </p:nvPicPr>
                    <p:blipFill>
                      <a:blip r:embed="rId4"/>
                      <a:stretch>
                        <a:fillRect/>
                      </a:stretch>
                    </p:blipFill>
                    <p:spPr>
                      <a:xfrm>
                        <a:off x="179388" y="2563813"/>
                        <a:ext cx="7212012" cy="441325"/>
                      </a:xfrm>
                      <a:prstGeom prst="rect">
                        <a:avLst/>
                      </a:prstGeom>
                      <a:noFill/>
                      <a:ln w="38100">
                        <a:noFill/>
                        <a:miter/>
                      </a:ln>
                    </p:spPr>
                  </p:pic>
                </p:oleObj>
              </mc:Fallback>
            </mc:AlternateContent>
          </a:graphicData>
        </a:graphic>
      </p:graphicFrame>
      <p:graphicFrame>
        <p:nvGraphicFramePr>
          <p:cNvPr id="182274" name="Object 1026"/>
          <p:cNvGraphicFramePr>
            <a:graphicFrameLocks noChangeAspect="1"/>
          </p:cNvGraphicFramePr>
          <p:nvPr/>
        </p:nvGraphicFramePr>
        <p:xfrm>
          <a:off x="323850" y="1989138"/>
          <a:ext cx="6292850" cy="454025"/>
        </p:xfrm>
        <a:graphic>
          <a:graphicData uri="http://schemas.openxmlformats.org/presentationml/2006/ole">
            <mc:AlternateContent xmlns:mc="http://schemas.openxmlformats.org/markup-compatibility/2006">
              <mc:Choice xmlns:v="urn:schemas-microsoft-com:vml" Requires="v">
                <p:oleObj spid="_x0000_s27783" name="" r:id="rId5" imgW="3162300" imgH="228600" progId="Equation.DSMT4">
                  <p:embed/>
                </p:oleObj>
              </mc:Choice>
              <mc:Fallback>
                <p:oleObj name="" r:id="rId5" imgW="3162300" imgH="228600" progId="Equation.DSMT4">
                  <p:embed/>
                  <p:pic>
                    <p:nvPicPr>
                      <p:cNvPr id="0" name="图片 3258"/>
                      <p:cNvPicPr/>
                      <p:nvPr/>
                    </p:nvPicPr>
                    <p:blipFill>
                      <a:blip r:embed="rId6"/>
                      <a:stretch>
                        <a:fillRect/>
                      </a:stretch>
                    </p:blipFill>
                    <p:spPr>
                      <a:xfrm>
                        <a:off x="323850" y="1989138"/>
                        <a:ext cx="6292850" cy="454025"/>
                      </a:xfrm>
                      <a:prstGeom prst="rect">
                        <a:avLst/>
                      </a:prstGeom>
                      <a:noFill/>
                      <a:ln w="38100">
                        <a:noFill/>
                        <a:miter/>
                      </a:ln>
                    </p:spPr>
                  </p:pic>
                </p:oleObj>
              </mc:Fallback>
            </mc:AlternateContent>
          </a:graphicData>
        </a:graphic>
      </p:graphicFrame>
      <p:graphicFrame>
        <p:nvGraphicFramePr>
          <p:cNvPr id="182275" name="Object 1027"/>
          <p:cNvGraphicFramePr>
            <a:graphicFrameLocks noChangeAspect="1"/>
          </p:cNvGraphicFramePr>
          <p:nvPr/>
        </p:nvGraphicFramePr>
        <p:xfrm>
          <a:off x="4532313" y="2997200"/>
          <a:ext cx="2557462" cy="492125"/>
        </p:xfrm>
        <a:graphic>
          <a:graphicData uri="http://schemas.openxmlformats.org/presentationml/2006/ole">
            <mc:AlternateContent xmlns:mc="http://schemas.openxmlformats.org/markup-compatibility/2006">
              <mc:Choice xmlns:v="urn:schemas-microsoft-com:vml" Requires="v">
                <p:oleObj spid="_x0000_s27784" name="" r:id="rId7" imgW="1257300" imgH="241300" progId="Equation.DSMT4">
                  <p:embed/>
                </p:oleObj>
              </mc:Choice>
              <mc:Fallback>
                <p:oleObj name="" r:id="rId7" imgW="1257300" imgH="241300" progId="Equation.DSMT4">
                  <p:embed/>
                  <p:pic>
                    <p:nvPicPr>
                      <p:cNvPr id="0" name="图片 3259"/>
                      <p:cNvPicPr/>
                      <p:nvPr/>
                    </p:nvPicPr>
                    <p:blipFill>
                      <a:blip r:embed="rId8"/>
                      <a:stretch>
                        <a:fillRect/>
                      </a:stretch>
                    </p:blipFill>
                    <p:spPr>
                      <a:xfrm>
                        <a:off x="4532313" y="2997200"/>
                        <a:ext cx="2557462" cy="492125"/>
                      </a:xfrm>
                      <a:prstGeom prst="rect">
                        <a:avLst/>
                      </a:prstGeom>
                      <a:noFill/>
                      <a:ln w="38100">
                        <a:noFill/>
                        <a:miter/>
                      </a:ln>
                    </p:spPr>
                  </p:pic>
                </p:oleObj>
              </mc:Fallback>
            </mc:AlternateContent>
          </a:graphicData>
        </a:graphic>
      </p:graphicFrame>
      <p:graphicFrame>
        <p:nvGraphicFramePr>
          <p:cNvPr id="182276" name="Object 1028"/>
          <p:cNvGraphicFramePr>
            <a:graphicFrameLocks noChangeAspect="1"/>
          </p:cNvGraphicFramePr>
          <p:nvPr/>
        </p:nvGraphicFramePr>
        <p:xfrm>
          <a:off x="7353300" y="2997200"/>
          <a:ext cx="1276350" cy="457200"/>
        </p:xfrm>
        <a:graphic>
          <a:graphicData uri="http://schemas.openxmlformats.org/presentationml/2006/ole">
            <mc:AlternateContent xmlns:mc="http://schemas.openxmlformats.org/markup-compatibility/2006">
              <mc:Choice xmlns:v="urn:schemas-microsoft-com:vml" Requires="v">
                <p:oleObj spid="_x0000_s27785" name="" r:id="rId9" imgW="673100" imgH="241300" progId="Equation.DSMT4">
                  <p:embed/>
                </p:oleObj>
              </mc:Choice>
              <mc:Fallback>
                <p:oleObj name="" r:id="rId9" imgW="673100" imgH="241300" progId="Equation.DSMT4">
                  <p:embed/>
                  <p:pic>
                    <p:nvPicPr>
                      <p:cNvPr id="0" name="图片 3269"/>
                      <p:cNvPicPr/>
                      <p:nvPr/>
                    </p:nvPicPr>
                    <p:blipFill>
                      <a:blip r:embed="rId10"/>
                      <a:stretch>
                        <a:fillRect/>
                      </a:stretch>
                    </p:blipFill>
                    <p:spPr>
                      <a:xfrm>
                        <a:off x="7353300" y="2997200"/>
                        <a:ext cx="1276350" cy="457200"/>
                      </a:xfrm>
                      <a:prstGeom prst="rect">
                        <a:avLst/>
                      </a:prstGeom>
                      <a:noFill/>
                      <a:ln w="38100">
                        <a:noFill/>
                        <a:miter/>
                      </a:ln>
                    </p:spPr>
                  </p:pic>
                </p:oleObj>
              </mc:Fallback>
            </mc:AlternateContent>
          </a:graphicData>
        </a:graphic>
      </p:graphicFrame>
      <p:graphicFrame>
        <p:nvGraphicFramePr>
          <p:cNvPr id="182277" name="Object 1029"/>
          <p:cNvGraphicFramePr>
            <a:graphicFrameLocks noChangeAspect="1"/>
          </p:cNvGraphicFramePr>
          <p:nvPr/>
        </p:nvGraphicFramePr>
        <p:xfrm>
          <a:off x="46038" y="3740150"/>
          <a:ext cx="2582862" cy="492125"/>
        </p:xfrm>
        <a:graphic>
          <a:graphicData uri="http://schemas.openxmlformats.org/presentationml/2006/ole">
            <mc:AlternateContent xmlns:mc="http://schemas.openxmlformats.org/markup-compatibility/2006">
              <mc:Choice xmlns:v="urn:schemas-microsoft-com:vml" Requires="v">
                <p:oleObj spid="_x0000_s27786" name="" r:id="rId11" imgW="1269365" imgH="241300" progId="Equation.DSMT4">
                  <p:embed/>
                </p:oleObj>
              </mc:Choice>
              <mc:Fallback>
                <p:oleObj name="" r:id="rId11" imgW="1269365" imgH="241300" progId="Equation.DSMT4">
                  <p:embed/>
                  <p:pic>
                    <p:nvPicPr>
                      <p:cNvPr id="0" name="图片 3274"/>
                      <p:cNvPicPr/>
                      <p:nvPr/>
                    </p:nvPicPr>
                    <p:blipFill>
                      <a:blip r:embed="rId12"/>
                      <a:stretch>
                        <a:fillRect/>
                      </a:stretch>
                    </p:blipFill>
                    <p:spPr>
                      <a:xfrm>
                        <a:off x="46038" y="3740150"/>
                        <a:ext cx="2582862" cy="492125"/>
                      </a:xfrm>
                      <a:prstGeom prst="rect">
                        <a:avLst/>
                      </a:prstGeom>
                      <a:noFill/>
                      <a:ln w="38100">
                        <a:noFill/>
                        <a:miter/>
                      </a:ln>
                    </p:spPr>
                  </p:pic>
                </p:oleObj>
              </mc:Fallback>
            </mc:AlternateContent>
          </a:graphicData>
        </a:graphic>
      </p:graphicFrame>
      <p:graphicFrame>
        <p:nvGraphicFramePr>
          <p:cNvPr id="182278" name="Object 1030"/>
          <p:cNvGraphicFramePr>
            <a:graphicFrameLocks noChangeAspect="1"/>
          </p:cNvGraphicFramePr>
          <p:nvPr/>
        </p:nvGraphicFramePr>
        <p:xfrm>
          <a:off x="2830513" y="3740150"/>
          <a:ext cx="1276350" cy="457200"/>
        </p:xfrm>
        <a:graphic>
          <a:graphicData uri="http://schemas.openxmlformats.org/presentationml/2006/ole">
            <mc:AlternateContent xmlns:mc="http://schemas.openxmlformats.org/markup-compatibility/2006">
              <mc:Choice xmlns:v="urn:schemas-microsoft-com:vml" Requires="v">
                <p:oleObj spid="_x0000_s27787" name="" r:id="rId13" imgW="673100" imgH="241300" progId="Equation.DSMT4">
                  <p:embed/>
                </p:oleObj>
              </mc:Choice>
              <mc:Fallback>
                <p:oleObj name="" r:id="rId13" imgW="673100" imgH="241300" progId="Equation.DSMT4">
                  <p:embed/>
                  <p:pic>
                    <p:nvPicPr>
                      <p:cNvPr id="0" name="图片 3261"/>
                      <p:cNvPicPr/>
                      <p:nvPr/>
                    </p:nvPicPr>
                    <p:blipFill>
                      <a:blip r:embed="rId14"/>
                      <a:stretch>
                        <a:fillRect/>
                      </a:stretch>
                    </p:blipFill>
                    <p:spPr>
                      <a:xfrm>
                        <a:off x="2830513" y="3740150"/>
                        <a:ext cx="1276350" cy="457200"/>
                      </a:xfrm>
                      <a:prstGeom prst="rect">
                        <a:avLst/>
                      </a:prstGeom>
                      <a:noFill/>
                      <a:ln w="38100">
                        <a:noFill/>
                        <a:miter/>
                      </a:ln>
                    </p:spPr>
                  </p:pic>
                </p:oleObj>
              </mc:Fallback>
            </mc:AlternateContent>
          </a:graphicData>
        </a:graphic>
      </p:graphicFrame>
      <p:graphicFrame>
        <p:nvGraphicFramePr>
          <p:cNvPr id="182279" name="Object 1031"/>
          <p:cNvGraphicFramePr>
            <a:graphicFrameLocks noChangeAspect="1"/>
          </p:cNvGraphicFramePr>
          <p:nvPr/>
        </p:nvGraphicFramePr>
        <p:xfrm>
          <a:off x="4546600" y="3740150"/>
          <a:ext cx="2684463" cy="490538"/>
        </p:xfrm>
        <a:graphic>
          <a:graphicData uri="http://schemas.openxmlformats.org/presentationml/2006/ole">
            <mc:AlternateContent xmlns:mc="http://schemas.openxmlformats.org/markup-compatibility/2006">
              <mc:Choice xmlns:v="urn:schemas-microsoft-com:vml" Requires="v">
                <p:oleObj spid="_x0000_s27788" name="" r:id="rId15" imgW="1320165" imgH="241300" progId="Equation.DSMT4">
                  <p:embed/>
                </p:oleObj>
              </mc:Choice>
              <mc:Fallback>
                <p:oleObj name="" r:id="rId15" imgW="1320165" imgH="241300" progId="Equation.DSMT4">
                  <p:embed/>
                  <p:pic>
                    <p:nvPicPr>
                      <p:cNvPr id="0" name="图片 3289"/>
                      <p:cNvPicPr/>
                      <p:nvPr/>
                    </p:nvPicPr>
                    <p:blipFill>
                      <a:blip r:embed="rId16"/>
                      <a:stretch>
                        <a:fillRect/>
                      </a:stretch>
                    </p:blipFill>
                    <p:spPr>
                      <a:xfrm>
                        <a:off x="4546600" y="3740150"/>
                        <a:ext cx="2684463" cy="490538"/>
                      </a:xfrm>
                      <a:prstGeom prst="rect">
                        <a:avLst/>
                      </a:prstGeom>
                      <a:noFill/>
                      <a:ln w="38100">
                        <a:noFill/>
                        <a:miter/>
                      </a:ln>
                    </p:spPr>
                  </p:pic>
                </p:oleObj>
              </mc:Fallback>
            </mc:AlternateContent>
          </a:graphicData>
        </a:graphic>
      </p:graphicFrame>
      <p:graphicFrame>
        <p:nvGraphicFramePr>
          <p:cNvPr id="182280" name="Object 1032"/>
          <p:cNvGraphicFramePr>
            <a:graphicFrameLocks noChangeAspect="1"/>
          </p:cNvGraphicFramePr>
          <p:nvPr/>
        </p:nvGraphicFramePr>
        <p:xfrm>
          <a:off x="7523163" y="3740150"/>
          <a:ext cx="1252537" cy="457200"/>
        </p:xfrm>
        <a:graphic>
          <a:graphicData uri="http://schemas.openxmlformats.org/presentationml/2006/ole">
            <mc:AlternateContent xmlns:mc="http://schemas.openxmlformats.org/markup-compatibility/2006">
              <mc:Choice xmlns:v="urn:schemas-microsoft-com:vml" Requires="v">
                <p:oleObj spid="_x0000_s27789" name="" r:id="rId17" imgW="660400" imgH="241300" progId="Equation.DSMT4">
                  <p:embed/>
                </p:oleObj>
              </mc:Choice>
              <mc:Fallback>
                <p:oleObj name="" r:id="rId17" imgW="660400" imgH="241300" progId="Equation.DSMT4">
                  <p:embed/>
                  <p:pic>
                    <p:nvPicPr>
                      <p:cNvPr id="0" name="图片 3285"/>
                      <p:cNvPicPr/>
                      <p:nvPr/>
                    </p:nvPicPr>
                    <p:blipFill>
                      <a:blip r:embed="rId18"/>
                      <a:stretch>
                        <a:fillRect/>
                      </a:stretch>
                    </p:blipFill>
                    <p:spPr>
                      <a:xfrm>
                        <a:off x="7523163" y="3740150"/>
                        <a:ext cx="1252537" cy="457200"/>
                      </a:xfrm>
                      <a:prstGeom prst="rect">
                        <a:avLst/>
                      </a:prstGeom>
                      <a:noFill/>
                      <a:ln w="38100">
                        <a:noFill/>
                        <a:miter/>
                      </a:ln>
                    </p:spPr>
                  </p:pic>
                </p:oleObj>
              </mc:Fallback>
            </mc:AlternateContent>
          </a:graphicData>
        </a:graphic>
      </p:graphicFrame>
      <p:graphicFrame>
        <p:nvGraphicFramePr>
          <p:cNvPr id="182281" name="Object 1033"/>
          <p:cNvGraphicFramePr>
            <a:graphicFrameLocks noChangeAspect="1"/>
          </p:cNvGraphicFramePr>
          <p:nvPr/>
        </p:nvGraphicFramePr>
        <p:xfrm>
          <a:off x="839788" y="4724400"/>
          <a:ext cx="6745287" cy="1023938"/>
        </p:xfrm>
        <a:graphic>
          <a:graphicData uri="http://schemas.openxmlformats.org/presentationml/2006/ole">
            <mc:AlternateContent xmlns:mc="http://schemas.openxmlformats.org/markup-compatibility/2006">
              <mc:Choice xmlns:v="urn:schemas-microsoft-com:vml" Requires="v">
                <p:oleObj spid="_x0000_s27790" name="" r:id="rId19" imgW="3009900" imgH="457200" progId="Equation.DSMT4">
                  <p:embed/>
                </p:oleObj>
              </mc:Choice>
              <mc:Fallback>
                <p:oleObj name="" r:id="rId19" imgW="3009900" imgH="457200" progId="Equation.DSMT4">
                  <p:embed/>
                  <p:pic>
                    <p:nvPicPr>
                      <p:cNvPr id="0" name="图片 3295"/>
                      <p:cNvPicPr/>
                      <p:nvPr/>
                    </p:nvPicPr>
                    <p:blipFill>
                      <a:blip r:embed="rId20"/>
                      <a:stretch>
                        <a:fillRect/>
                      </a:stretch>
                    </p:blipFill>
                    <p:spPr>
                      <a:xfrm>
                        <a:off x="839788" y="4724400"/>
                        <a:ext cx="6745287" cy="1023938"/>
                      </a:xfrm>
                      <a:prstGeom prst="rect">
                        <a:avLst/>
                      </a:prstGeom>
                      <a:noFill/>
                      <a:ln w="38100">
                        <a:noFill/>
                        <a:miter/>
                      </a:ln>
                    </p:spPr>
                  </p:pic>
                </p:oleObj>
              </mc:Fallback>
            </mc:AlternateContent>
          </a:graphicData>
        </a:graphic>
      </p:graphicFrame>
      <p:graphicFrame>
        <p:nvGraphicFramePr>
          <p:cNvPr id="182282" name="Object 1034"/>
          <p:cNvGraphicFramePr>
            <a:graphicFrameLocks noChangeAspect="1"/>
          </p:cNvGraphicFramePr>
          <p:nvPr/>
        </p:nvGraphicFramePr>
        <p:xfrm>
          <a:off x="323850" y="4292600"/>
          <a:ext cx="2927350" cy="419100"/>
        </p:xfrm>
        <a:graphic>
          <a:graphicData uri="http://schemas.openxmlformats.org/presentationml/2006/ole">
            <mc:AlternateContent xmlns:mc="http://schemas.openxmlformats.org/markup-compatibility/2006">
              <mc:Choice xmlns:v="urn:schemas-microsoft-com:vml" Requires="v">
                <p:oleObj spid="_x0000_s27791" name="" r:id="rId21" imgW="1422400" imgH="203200" progId="Equation.DSMT4">
                  <p:embed/>
                </p:oleObj>
              </mc:Choice>
              <mc:Fallback>
                <p:oleObj name="" r:id="rId21" imgW="1422400" imgH="203200" progId="Equation.DSMT4">
                  <p:embed/>
                  <p:pic>
                    <p:nvPicPr>
                      <p:cNvPr id="0" name="图片 3290"/>
                      <p:cNvPicPr/>
                      <p:nvPr/>
                    </p:nvPicPr>
                    <p:blipFill>
                      <a:blip r:embed="rId22"/>
                      <a:stretch>
                        <a:fillRect/>
                      </a:stretch>
                    </p:blipFill>
                    <p:spPr>
                      <a:xfrm>
                        <a:off x="323850" y="4292600"/>
                        <a:ext cx="2927350" cy="419100"/>
                      </a:xfrm>
                      <a:prstGeom prst="rect">
                        <a:avLst/>
                      </a:prstGeom>
                      <a:noFill/>
                      <a:ln w="38100">
                        <a:noFill/>
                        <a:miter/>
                      </a:ln>
                    </p:spPr>
                  </p:pic>
                </p:oleObj>
              </mc:Fallback>
            </mc:AlternateContent>
          </a:graphicData>
        </a:graphic>
      </p:graphicFrame>
      <p:graphicFrame>
        <p:nvGraphicFramePr>
          <p:cNvPr id="182283" name="Object 1035"/>
          <p:cNvGraphicFramePr>
            <a:graphicFrameLocks noChangeAspect="1"/>
          </p:cNvGraphicFramePr>
          <p:nvPr/>
        </p:nvGraphicFramePr>
        <p:xfrm>
          <a:off x="31750" y="3068638"/>
          <a:ext cx="2509838" cy="481012"/>
        </p:xfrm>
        <a:graphic>
          <a:graphicData uri="http://schemas.openxmlformats.org/presentationml/2006/ole">
            <mc:AlternateContent xmlns:mc="http://schemas.openxmlformats.org/markup-compatibility/2006">
              <mc:Choice xmlns:v="urn:schemas-microsoft-com:vml" Requires="v">
                <p:oleObj spid="_x0000_s27792" name="" r:id="rId23" imgW="1257300" imgH="241300" progId="Equation.DSMT4">
                  <p:embed/>
                </p:oleObj>
              </mc:Choice>
              <mc:Fallback>
                <p:oleObj name="" r:id="rId23" imgW="1257300" imgH="241300" progId="Equation.DSMT4">
                  <p:embed/>
                  <p:pic>
                    <p:nvPicPr>
                      <p:cNvPr id="0" name="图片 3292"/>
                      <p:cNvPicPr/>
                      <p:nvPr/>
                    </p:nvPicPr>
                    <p:blipFill>
                      <a:blip r:embed="rId24"/>
                      <a:stretch>
                        <a:fillRect/>
                      </a:stretch>
                    </p:blipFill>
                    <p:spPr>
                      <a:xfrm>
                        <a:off x="31750" y="3068638"/>
                        <a:ext cx="2509838" cy="481012"/>
                      </a:xfrm>
                      <a:prstGeom prst="rect">
                        <a:avLst/>
                      </a:prstGeom>
                      <a:noFill/>
                      <a:ln w="38100">
                        <a:noFill/>
                        <a:miter/>
                      </a:ln>
                    </p:spPr>
                  </p:pic>
                </p:oleObj>
              </mc:Fallback>
            </mc:AlternateContent>
          </a:graphicData>
        </a:graphic>
      </p:graphicFrame>
      <p:graphicFrame>
        <p:nvGraphicFramePr>
          <p:cNvPr id="182284" name="Object 1036"/>
          <p:cNvGraphicFramePr>
            <a:graphicFrameLocks noChangeAspect="1"/>
          </p:cNvGraphicFramePr>
          <p:nvPr/>
        </p:nvGraphicFramePr>
        <p:xfrm>
          <a:off x="2816225" y="3068638"/>
          <a:ext cx="1290638" cy="463550"/>
        </p:xfrm>
        <a:graphic>
          <a:graphicData uri="http://schemas.openxmlformats.org/presentationml/2006/ole">
            <mc:AlternateContent xmlns:mc="http://schemas.openxmlformats.org/markup-compatibility/2006">
              <mc:Choice xmlns:v="urn:schemas-microsoft-com:vml" Requires="v">
                <p:oleObj spid="_x0000_s27793" name="" r:id="rId25" imgW="673100" imgH="241300" progId="Equation.DSMT4">
                  <p:embed/>
                </p:oleObj>
              </mc:Choice>
              <mc:Fallback>
                <p:oleObj name="" r:id="rId25" imgW="673100" imgH="241300" progId="Equation.DSMT4">
                  <p:embed/>
                  <p:pic>
                    <p:nvPicPr>
                      <p:cNvPr id="0" name="图片 3299"/>
                      <p:cNvPicPr/>
                      <p:nvPr/>
                    </p:nvPicPr>
                    <p:blipFill>
                      <a:blip r:embed="rId26"/>
                      <a:stretch>
                        <a:fillRect/>
                      </a:stretch>
                    </p:blipFill>
                    <p:spPr>
                      <a:xfrm>
                        <a:off x="2816225" y="3068638"/>
                        <a:ext cx="1290638" cy="46355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82272"/>
                                        </p:tgtEl>
                                        <p:attrNameLst>
                                          <p:attrName>style.visibility</p:attrName>
                                        </p:attrNameLst>
                                      </p:cBhvr>
                                      <p:to>
                                        <p:strVal val="visible"/>
                                      </p:to>
                                    </p:set>
                                    <p:animEffect transition="in" filter="wipe(up)">
                                      <p:cBhvr>
                                        <p:cTn id="7" dur="500"/>
                                        <p:tgtEl>
                                          <p:spTgt spid="1822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2274"/>
                                        </p:tgtEl>
                                        <p:attrNameLst>
                                          <p:attrName>style.visibility</p:attrName>
                                        </p:attrNameLst>
                                      </p:cBhvr>
                                      <p:to>
                                        <p:strVal val="visible"/>
                                      </p:to>
                                    </p:set>
                                    <p:animEffect transition="in" filter="wipe(left)">
                                      <p:cBhvr>
                                        <p:cTn id="12" dur="500"/>
                                        <p:tgtEl>
                                          <p:spTgt spid="1822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2273"/>
                                        </p:tgtEl>
                                        <p:attrNameLst>
                                          <p:attrName>style.visibility</p:attrName>
                                        </p:attrNameLst>
                                      </p:cBhvr>
                                      <p:to>
                                        <p:strVal val="visible"/>
                                      </p:to>
                                    </p:set>
                                    <p:animEffect transition="in" filter="wipe(left)">
                                      <p:cBhvr>
                                        <p:cTn id="17" dur="500"/>
                                        <p:tgtEl>
                                          <p:spTgt spid="182273"/>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82283"/>
                                        </p:tgtEl>
                                        <p:attrNameLst>
                                          <p:attrName>style.visibility</p:attrName>
                                        </p:attrNameLst>
                                      </p:cBhvr>
                                      <p:to>
                                        <p:strVal val="visible"/>
                                      </p:to>
                                    </p:set>
                                    <p:animEffect transition="in" filter="wipe(left)">
                                      <p:cBhvr>
                                        <p:cTn id="21" dur="500"/>
                                        <p:tgtEl>
                                          <p:spTgt spid="18228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82284"/>
                                        </p:tgtEl>
                                        <p:attrNameLst>
                                          <p:attrName>style.visibility</p:attrName>
                                        </p:attrNameLst>
                                      </p:cBhvr>
                                      <p:to>
                                        <p:strVal val="visible"/>
                                      </p:to>
                                    </p:set>
                                    <p:animEffect transition="in" filter="wipe(left)">
                                      <p:cBhvr>
                                        <p:cTn id="26" dur="500"/>
                                        <p:tgtEl>
                                          <p:spTgt spid="18228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82275"/>
                                        </p:tgtEl>
                                        <p:attrNameLst>
                                          <p:attrName>style.visibility</p:attrName>
                                        </p:attrNameLst>
                                      </p:cBhvr>
                                      <p:to>
                                        <p:strVal val="visible"/>
                                      </p:to>
                                    </p:set>
                                    <p:animEffect transition="in" filter="wipe(left)">
                                      <p:cBhvr>
                                        <p:cTn id="31" dur="500"/>
                                        <p:tgtEl>
                                          <p:spTgt spid="18227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82276"/>
                                        </p:tgtEl>
                                        <p:attrNameLst>
                                          <p:attrName>style.visibility</p:attrName>
                                        </p:attrNameLst>
                                      </p:cBhvr>
                                      <p:to>
                                        <p:strVal val="visible"/>
                                      </p:to>
                                    </p:set>
                                    <p:animEffect transition="in" filter="wipe(left)">
                                      <p:cBhvr>
                                        <p:cTn id="36" dur="500"/>
                                        <p:tgtEl>
                                          <p:spTgt spid="18227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82277"/>
                                        </p:tgtEl>
                                        <p:attrNameLst>
                                          <p:attrName>style.visibility</p:attrName>
                                        </p:attrNameLst>
                                      </p:cBhvr>
                                      <p:to>
                                        <p:strVal val="visible"/>
                                      </p:to>
                                    </p:set>
                                    <p:animEffect transition="in" filter="wipe(left)">
                                      <p:cBhvr>
                                        <p:cTn id="41" dur="500"/>
                                        <p:tgtEl>
                                          <p:spTgt spid="18227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82278"/>
                                        </p:tgtEl>
                                        <p:attrNameLst>
                                          <p:attrName>style.visibility</p:attrName>
                                        </p:attrNameLst>
                                      </p:cBhvr>
                                      <p:to>
                                        <p:strVal val="visible"/>
                                      </p:to>
                                    </p:set>
                                    <p:animEffect transition="in" filter="wipe(left)">
                                      <p:cBhvr>
                                        <p:cTn id="46" dur="500"/>
                                        <p:tgtEl>
                                          <p:spTgt spid="18227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82279"/>
                                        </p:tgtEl>
                                        <p:attrNameLst>
                                          <p:attrName>style.visibility</p:attrName>
                                        </p:attrNameLst>
                                      </p:cBhvr>
                                      <p:to>
                                        <p:strVal val="visible"/>
                                      </p:to>
                                    </p:set>
                                    <p:animEffect transition="in" filter="wipe(left)">
                                      <p:cBhvr>
                                        <p:cTn id="51" dur="500"/>
                                        <p:tgtEl>
                                          <p:spTgt spid="18227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82280"/>
                                        </p:tgtEl>
                                        <p:attrNameLst>
                                          <p:attrName>style.visibility</p:attrName>
                                        </p:attrNameLst>
                                      </p:cBhvr>
                                      <p:to>
                                        <p:strVal val="visible"/>
                                      </p:to>
                                    </p:set>
                                    <p:animEffect transition="in" filter="wipe(left)">
                                      <p:cBhvr>
                                        <p:cTn id="56" dur="500"/>
                                        <p:tgtEl>
                                          <p:spTgt spid="18228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82282"/>
                                        </p:tgtEl>
                                        <p:attrNameLst>
                                          <p:attrName>style.visibility</p:attrName>
                                        </p:attrNameLst>
                                      </p:cBhvr>
                                      <p:to>
                                        <p:strVal val="visible"/>
                                      </p:to>
                                    </p:set>
                                    <p:animEffect transition="in" filter="wipe(left)">
                                      <p:cBhvr>
                                        <p:cTn id="61" dur="500"/>
                                        <p:tgtEl>
                                          <p:spTgt spid="18228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82281"/>
                                        </p:tgtEl>
                                        <p:attrNameLst>
                                          <p:attrName>style.visibility</p:attrName>
                                        </p:attrNameLst>
                                      </p:cBhvr>
                                      <p:to>
                                        <p:strVal val="visible"/>
                                      </p:to>
                                    </p:set>
                                    <p:animEffect transition="in" filter="wipe(left)">
                                      <p:cBhvr>
                                        <p:cTn id="66" dur="500"/>
                                        <p:tgtEl>
                                          <p:spTgt spid="182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0722"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83296" name="Object 1024"/>
          <p:cNvGraphicFramePr>
            <a:graphicFrameLocks noChangeAspect="1"/>
          </p:cNvGraphicFramePr>
          <p:nvPr/>
        </p:nvGraphicFramePr>
        <p:xfrm>
          <a:off x="611188" y="404813"/>
          <a:ext cx="7632700" cy="2141537"/>
        </p:xfrm>
        <a:graphic>
          <a:graphicData uri="http://schemas.openxmlformats.org/presentationml/2006/ole">
            <mc:AlternateContent xmlns:mc="http://schemas.openxmlformats.org/markup-compatibility/2006">
              <mc:Choice xmlns:v="urn:schemas-microsoft-com:vml" Requires="v">
                <p:oleObj spid="_x0000_s28705" name="" r:id="rId1" imgW="3213100" imgH="901700" progId="Equation.DSMT4">
                  <p:embed/>
                </p:oleObj>
              </mc:Choice>
              <mc:Fallback>
                <p:oleObj name="" r:id="rId1" imgW="3213100" imgH="901700" progId="Equation.DSMT4">
                  <p:embed/>
                  <p:pic>
                    <p:nvPicPr>
                      <p:cNvPr id="0" name="图片 3281"/>
                      <p:cNvPicPr/>
                      <p:nvPr/>
                    </p:nvPicPr>
                    <p:blipFill>
                      <a:blip r:embed="rId2"/>
                      <a:stretch>
                        <a:fillRect/>
                      </a:stretch>
                    </p:blipFill>
                    <p:spPr>
                      <a:xfrm>
                        <a:off x="611188" y="404813"/>
                        <a:ext cx="7632700" cy="2141537"/>
                      </a:xfrm>
                      <a:prstGeom prst="rect">
                        <a:avLst/>
                      </a:prstGeom>
                      <a:noFill/>
                      <a:ln w="38100">
                        <a:noFill/>
                        <a:miter/>
                      </a:ln>
                    </p:spPr>
                  </p:pic>
                </p:oleObj>
              </mc:Fallback>
            </mc:AlternateContent>
          </a:graphicData>
        </a:graphic>
      </p:graphicFrame>
      <p:graphicFrame>
        <p:nvGraphicFramePr>
          <p:cNvPr id="183297" name="Object 1025"/>
          <p:cNvGraphicFramePr>
            <a:graphicFrameLocks noChangeAspect="1"/>
          </p:cNvGraphicFramePr>
          <p:nvPr/>
        </p:nvGraphicFramePr>
        <p:xfrm>
          <a:off x="1258888" y="2708275"/>
          <a:ext cx="6769100" cy="485775"/>
        </p:xfrm>
        <a:graphic>
          <a:graphicData uri="http://schemas.openxmlformats.org/presentationml/2006/ole">
            <mc:AlternateContent xmlns:mc="http://schemas.openxmlformats.org/markup-compatibility/2006">
              <mc:Choice xmlns:v="urn:schemas-microsoft-com:vml" Requires="v">
                <p:oleObj spid="_x0000_s28706" name="" r:id="rId3" imgW="2832100" imgH="203200" progId="Equation.DSMT4">
                  <p:embed/>
                </p:oleObj>
              </mc:Choice>
              <mc:Fallback>
                <p:oleObj name="" r:id="rId3" imgW="2832100" imgH="203200" progId="Equation.DSMT4">
                  <p:embed/>
                  <p:pic>
                    <p:nvPicPr>
                      <p:cNvPr id="0" name="图片 3283"/>
                      <p:cNvPicPr/>
                      <p:nvPr/>
                    </p:nvPicPr>
                    <p:blipFill>
                      <a:blip r:embed="rId4"/>
                      <a:stretch>
                        <a:fillRect/>
                      </a:stretch>
                    </p:blipFill>
                    <p:spPr>
                      <a:xfrm>
                        <a:off x="1258888" y="2708275"/>
                        <a:ext cx="6769100" cy="485775"/>
                      </a:xfrm>
                      <a:prstGeom prst="rect">
                        <a:avLst/>
                      </a:prstGeom>
                      <a:noFill/>
                      <a:ln w="38100">
                        <a:noFill/>
                        <a:miter/>
                      </a:ln>
                    </p:spPr>
                  </p:pic>
                </p:oleObj>
              </mc:Fallback>
            </mc:AlternateContent>
          </a:graphicData>
        </a:graphic>
      </p:graphicFrame>
      <p:graphicFrame>
        <p:nvGraphicFramePr>
          <p:cNvPr id="183298" name="Object 1026"/>
          <p:cNvGraphicFramePr>
            <a:graphicFrameLocks noChangeAspect="1"/>
          </p:cNvGraphicFramePr>
          <p:nvPr/>
        </p:nvGraphicFramePr>
        <p:xfrm>
          <a:off x="3059113" y="3357563"/>
          <a:ext cx="2736850" cy="2243137"/>
        </p:xfrm>
        <a:graphic>
          <a:graphicData uri="http://schemas.openxmlformats.org/presentationml/2006/ole">
            <mc:AlternateContent xmlns:mc="http://schemas.openxmlformats.org/markup-compatibility/2006">
              <mc:Choice xmlns:v="urn:schemas-microsoft-com:vml" Requires="v">
                <p:oleObj spid="_x0000_s28707" name="" r:id="rId5" imgW="1130300" imgH="927100" progId="Equation.DSMT4">
                  <p:embed/>
                </p:oleObj>
              </mc:Choice>
              <mc:Fallback>
                <p:oleObj name="" r:id="rId5" imgW="1130300" imgH="927100" progId="Equation.DSMT4">
                  <p:embed/>
                  <p:pic>
                    <p:nvPicPr>
                      <p:cNvPr id="0" name="图片 3291"/>
                      <p:cNvPicPr/>
                      <p:nvPr/>
                    </p:nvPicPr>
                    <p:blipFill>
                      <a:blip r:embed="rId6"/>
                      <a:stretch>
                        <a:fillRect/>
                      </a:stretch>
                    </p:blipFill>
                    <p:spPr>
                      <a:xfrm>
                        <a:off x="3059113" y="3357563"/>
                        <a:ext cx="2736850" cy="2243137"/>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83296"/>
                                        </p:tgtEl>
                                        <p:attrNameLst>
                                          <p:attrName>style.visibility</p:attrName>
                                        </p:attrNameLst>
                                      </p:cBhvr>
                                      <p:to>
                                        <p:strVal val="visible"/>
                                      </p:to>
                                    </p:set>
                                    <p:anim calcmode="lin" valueType="num">
                                      <p:cBhvr>
                                        <p:cTn id="7" dur="500" fill="hold"/>
                                        <p:tgtEl>
                                          <p:spTgt spid="183296"/>
                                        </p:tgtEl>
                                        <p:attrNameLst>
                                          <p:attrName>ppt_w</p:attrName>
                                        </p:attrNameLst>
                                      </p:cBhvr>
                                      <p:tavLst>
                                        <p:tav tm="0">
                                          <p:val>
                                            <p:fltVal val="0"/>
                                          </p:val>
                                        </p:tav>
                                        <p:tav tm="100000">
                                          <p:val>
                                            <p:strVal val="#ppt_w"/>
                                          </p:val>
                                        </p:tav>
                                      </p:tavLst>
                                    </p:anim>
                                    <p:anim calcmode="lin" valueType="num">
                                      <p:cBhvr>
                                        <p:cTn id="8" dur="500" fill="hold"/>
                                        <p:tgtEl>
                                          <p:spTgt spid="183296"/>
                                        </p:tgtEl>
                                        <p:attrNameLst>
                                          <p:attrName>ppt_h</p:attrName>
                                        </p:attrNameLst>
                                      </p:cBhvr>
                                      <p:tavLst>
                                        <p:tav tm="0">
                                          <p:val>
                                            <p:fltVal val="0"/>
                                          </p:val>
                                        </p:tav>
                                        <p:tav tm="100000">
                                          <p:val>
                                            <p:strVal val="#ppt_h"/>
                                          </p:val>
                                        </p:tav>
                                      </p:tavLst>
                                    </p:anim>
                                    <p:animEffect transition="in" filter="fade">
                                      <p:cBhvr>
                                        <p:cTn id="9" dur="500"/>
                                        <p:tgtEl>
                                          <p:spTgt spid="183296"/>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183297"/>
                                        </p:tgtEl>
                                        <p:attrNameLst>
                                          <p:attrName>style.visibility</p:attrName>
                                        </p:attrNameLst>
                                      </p:cBhvr>
                                      <p:to>
                                        <p:strVal val="visible"/>
                                      </p:to>
                                    </p:set>
                                    <p:animEffect transition="in" filter="wipe(left)">
                                      <p:cBhvr>
                                        <p:cTn id="14" dur="500"/>
                                        <p:tgtEl>
                                          <p:spTgt spid="18329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83298"/>
                                        </p:tgtEl>
                                        <p:attrNameLst>
                                          <p:attrName>style.visibility</p:attrName>
                                        </p:attrNameLst>
                                      </p:cBhvr>
                                      <p:to>
                                        <p:strVal val="visible"/>
                                      </p:to>
                                    </p:set>
                                    <p:animEffect transition="in" filter="wipe(up)">
                                      <p:cBhvr>
                                        <p:cTn id="19" dur="500"/>
                                        <p:tgtEl>
                                          <p:spTgt spid="183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1746"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63843" name="Object 3"/>
          <p:cNvGraphicFramePr>
            <a:graphicFrameLocks noChangeAspect="1"/>
          </p:cNvGraphicFramePr>
          <p:nvPr/>
        </p:nvGraphicFramePr>
        <p:xfrm>
          <a:off x="755650" y="320675"/>
          <a:ext cx="6769100" cy="485775"/>
        </p:xfrm>
        <a:graphic>
          <a:graphicData uri="http://schemas.openxmlformats.org/presentationml/2006/ole">
            <mc:AlternateContent xmlns:mc="http://schemas.openxmlformats.org/markup-compatibility/2006">
              <mc:Choice xmlns:v="urn:schemas-microsoft-com:vml" Requires="v">
                <p:oleObj spid="_x0000_s29739" name="" r:id="rId1" imgW="2832100" imgH="203200" progId="Equation.DSMT4">
                  <p:embed/>
                </p:oleObj>
              </mc:Choice>
              <mc:Fallback>
                <p:oleObj name="" r:id="rId1" imgW="2832100" imgH="203200" progId="Equation.DSMT4">
                  <p:embed/>
                  <p:pic>
                    <p:nvPicPr>
                      <p:cNvPr id="0" name="图片 3284"/>
                      <p:cNvPicPr/>
                      <p:nvPr/>
                    </p:nvPicPr>
                    <p:blipFill>
                      <a:blip r:embed="rId2"/>
                      <a:stretch>
                        <a:fillRect/>
                      </a:stretch>
                    </p:blipFill>
                    <p:spPr>
                      <a:xfrm>
                        <a:off x="755650" y="320675"/>
                        <a:ext cx="6769100" cy="485775"/>
                      </a:xfrm>
                      <a:prstGeom prst="rect">
                        <a:avLst/>
                      </a:prstGeom>
                      <a:noFill/>
                      <a:ln w="38100">
                        <a:noFill/>
                        <a:miter/>
                      </a:ln>
                    </p:spPr>
                  </p:pic>
                </p:oleObj>
              </mc:Fallback>
            </mc:AlternateContent>
          </a:graphicData>
        </a:graphic>
      </p:graphicFrame>
      <p:graphicFrame>
        <p:nvGraphicFramePr>
          <p:cNvPr id="163844" name="Object 4"/>
          <p:cNvGraphicFramePr>
            <a:graphicFrameLocks noChangeAspect="1"/>
          </p:cNvGraphicFramePr>
          <p:nvPr/>
        </p:nvGraphicFramePr>
        <p:xfrm>
          <a:off x="2555875" y="981075"/>
          <a:ext cx="2736850" cy="2243138"/>
        </p:xfrm>
        <a:graphic>
          <a:graphicData uri="http://schemas.openxmlformats.org/presentationml/2006/ole">
            <mc:AlternateContent xmlns:mc="http://schemas.openxmlformats.org/markup-compatibility/2006">
              <mc:Choice xmlns:v="urn:schemas-microsoft-com:vml" Requires="v">
                <p:oleObj spid="_x0000_s29740" name="" r:id="rId3" imgW="1130300" imgH="927100" progId="Equation.DSMT4">
                  <p:embed/>
                </p:oleObj>
              </mc:Choice>
              <mc:Fallback>
                <p:oleObj name="" r:id="rId3" imgW="1130300" imgH="927100" progId="Equation.DSMT4">
                  <p:embed/>
                  <p:pic>
                    <p:nvPicPr>
                      <p:cNvPr id="0" name="图片 3293"/>
                      <p:cNvPicPr/>
                      <p:nvPr/>
                    </p:nvPicPr>
                    <p:blipFill>
                      <a:blip r:embed="rId4"/>
                      <a:stretch>
                        <a:fillRect/>
                      </a:stretch>
                    </p:blipFill>
                    <p:spPr>
                      <a:xfrm>
                        <a:off x="2555875" y="981075"/>
                        <a:ext cx="2736850" cy="2243138"/>
                      </a:xfrm>
                      <a:prstGeom prst="rect">
                        <a:avLst/>
                      </a:prstGeom>
                      <a:noFill/>
                      <a:ln w="38100">
                        <a:noFill/>
                        <a:miter/>
                      </a:ln>
                    </p:spPr>
                  </p:pic>
                </p:oleObj>
              </mc:Fallback>
            </mc:AlternateContent>
          </a:graphicData>
        </a:graphic>
      </p:graphicFrame>
      <p:graphicFrame>
        <p:nvGraphicFramePr>
          <p:cNvPr id="163845" name="Object 5"/>
          <p:cNvGraphicFramePr>
            <a:graphicFrameLocks noChangeAspect="1"/>
          </p:cNvGraphicFramePr>
          <p:nvPr/>
        </p:nvGraphicFramePr>
        <p:xfrm>
          <a:off x="1403350" y="4246563"/>
          <a:ext cx="6051550" cy="1630362"/>
        </p:xfrm>
        <a:graphic>
          <a:graphicData uri="http://schemas.openxmlformats.org/presentationml/2006/ole">
            <mc:AlternateContent xmlns:mc="http://schemas.openxmlformats.org/markup-compatibility/2006">
              <mc:Choice xmlns:v="urn:schemas-microsoft-com:vml" Requires="v">
                <p:oleObj spid="_x0000_s29741" name="" r:id="rId5" imgW="2451100" imgH="660400" progId="Equation.DSMT4">
                  <p:embed/>
                </p:oleObj>
              </mc:Choice>
              <mc:Fallback>
                <p:oleObj name="" r:id="rId5" imgW="2451100" imgH="660400" progId="Equation.DSMT4">
                  <p:embed/>
                  <p:pic>
                    <p:nvPicPr>
                      <p:cNvPr id="0" name="图片 3286"/>
                      <p:cNvPicPr/>
                      <p:nvPr/>
                    </p:nvPicPr>
                    <p:blipFill>
                      <a:blip r:embed="rId6"/>
                      <a:stretch>
                        <a:fillRect/>
                      </a:stretch>
                    </p:blipFill>
                    <p:spPr>
                      <a:xfrm>
                        <a:off x="1403350" y="4246563"/>
                        <a:ext cx="6051550" cy="1630362"/>
                      </a:xfrm>
                      <a:prstGeom prst="rect">
                        <a:avLst/>
                      </a:prstGeom>
                      <a:noFill/>
                      <a:ln w="38100">
                        <a:noFill/>
                        <a:miter/>
                      </a:ln>
                    </p:spPr>
                  </p:pic>
                </p:oleObj>
              </mc:Fallback>
            </mc:AlternateContent>
          </a:graphicData>
        </a:graphic>
      </p:graphicFrame>
      <p:graphicFrame>
        <p:nvGraphicFramePr>
          <p:cNvPr id="163846" name="Object 6"/>
          <p:cNvGraphicFramePr>
            <a:graphicFrameLocks noChangeAspect="1"/>
          </p:cNvGraphicFramePr>
          <p:nvPr/>
        </p:nvGraphicFramePr>
        <p:xfrm>
          <a:off x="539750" y="3525838"/>
          <a:ext cx="8135938" cy="536575"/>
        </p:xfrm>
        <a:graphic>
          <a:graphicData uri="http://schemas.openxmlformats.org/presentationml/2006/ole">
            <mc:AlternateContent xmlns:mc="http://schemas.openxmlformats.org/markup-compatibility/2006">
              <mc:Choice xmlns:v="urn:schemas-microsoft-com:vml" Requires="v">
                <p:oleObj spid="_x0000_s29742" name="" r:id="rId7" imgW="3467100" imgH="228600" progId="Equation.DSMT4">
                  <p:embed/>
                </p:oleObj>
              </mc:Choice>
              <mc:Fallback>
                <p:oleObj name="" r:id="rId7" imgW="3467100" imgH="228600" progId="Equation.DSMT4">
                  <p:embed/>
                  <p:pic>
                    <p:nvPicPr>
                      <p:cNvPr id="0" name="图片 3294"/>
                      <p:cNvPicPr/>
                      <p:nvPr/>
                    </p:nvPicPr>
                    <p:blipFill>
                      <a:blip r:embed="rId8"/>
                      <a:stretch>
                        <a:fillRect/>
                      </a:stretch>
                    </p:blipFill>
                    <p:spPr>
                      <a:xfrm>
                        <a:off x="539750" y="3525838"/>
                        <a:ext cx="8135938" cy="536575"/>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3843"/>
                                        </p:tgtEl>
                                        <p:attrNameLst>
                                          <p:attrName>style.visibility</p:attrName>
                                        </p:attrNameLst>
                                      </p:cBhvr>
                                      <p:to>
                                        <p:strVal val="visible"/>
                                      </p:to>
                                    </p:set>
                                    <p:animEffect transition="in" filter="wipe(left)">
                                      <p:cBhvr>
                                        <p:cTn id="7" dur="500"/>
                                        <p:tgtEl>
                                          <p:spTgt spid="1638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63844"/>
                                        </p:tgtEl>
                                        <p:attrNameLst>
                                          <p:attrName>style.visibility</p:attrName>
                                        </p:attrNameLst>
                                      </p:cBhvr>
                                      <p:to>
                                        <p:strVal val="visible"/>
                                      </p:to>
                                    </p:set>
                                    <p:animEffect transition="in" filter="wipe(up)">
                                      <p:cBhvr>
                                        <p:cTn id="12" dur="500"/>
                                        <p:tgtEl>
                                          <p:spTgt spid="16384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63846"/>
                                        </p:tgtEl>
                                        <p:attrNameLst>
                                          <p:attrName>style.visibility</p:attrName>
                                        </p:attrNameLst>
                                      </p:cBhvr>
                                      <p:to>
                                        <p:strVal val="visible"/>
                                      </p:to>
                                    </p:set>
                                    <p:animEffect transition="in" filter="wipe(left)">
                                      <p:cBhvr>
                                        <p:cTn id="16" dur="500"/>
                                        <p:tgtEl>
                                          <p:spTgt spid="16384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63845"/>
                                        </p:tgtEl>
                                        <p:attrNameLst>
                                          <p:attrName>style.visibility</p:attrName>
                                        </p:attrNameLst>
                                      </p:cBhvr>
                                      <p:to>
                                        <p:strVal val="visible"/>
                                      </p:to>
                                    </p:set>
                                    <p:animEffect transition="in" filter="wipe(up)">
                                      <p:cBhvr>
                                        <p:cTn id="21" dur="500"/>
                                        <p:tgtEl>
                                          <p:spTgt spid="163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32770"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62820" name="Object 4"/>
          <p:cNvGraphicFramePr>
            <a:graphicFrameLocks noChangeAspect="1"/>
          </p:cNvGraphicFramePr>
          <p:nvPr/>
        </p:nvGraphicFramePr>
        <p:xfrm>
          <a:off x="760413" y="550863"/>
          <a:ext cx="6873875" cy="933450"/>
        </p:xfrm>
        <a:graphic>
          <a:graphicData uri="http://schemas.openxmlformats.org/presentationml/2006/ole">
            <mc:AlternateContent xmlns:mc="http://schemas.openxmlformats.org/markup-compatibility/2006">
              <mc:Choice xmlns:v="urn:schemas-microsoft-com:vml" Requires="v">
                <p:oleObj spid="_x0000_s30863" name="" r:id="rId1" imgW="3175000" imgH="431800" progId="Equation.DSMT4">
                  <p:embed/>
                </p:oleObj>
              </mc:Choice>
              <mc:Fallback>
                <p:oleObj name="" r:id="rId1" imgW="3175000" imgH="431800" progId="Equation.DSMT4">
                  <p:embed/>
                  <p:pic>
                    <p:nvPicPr>
                      <p:cNvPr id="0" name="图片 3296"/>
                      <p:cNvPicPr/>
                      <p:nvPr/>
                    </p:nvPicPr>
                    <p:blipFill>
                      <a:blip r:embed="rId2"/>
                      <a:stretch>
                        <a:fillRect/>
                      </a:stretch>
                    </p:blipFill>
                    <p:spPr>
                      <a:xfrm>
                        <a:off x="760413" y="550863"/>
                        <a:ext cx="6873875" cy="933450"/>
                      </a:xfrm>
                      <a:prstGeom prst="rect">
                        <a:avLst/>
                      </a:prstGeom>
                      <a:noFill/>
                      <a:ln w="38100">
                        <a:noFill/>
                        <a:miter/>
                      </a:ln>
                    </p:spPr>
                  </p:pic>
                </p:oleObj>
              </mc:Fallback>
            </mc:AlternateContent>
          </a:graphicData>
        </a:graphic>
      </p:graphicFrame>
      <p:graphicFrame>
        <p:nvGraphicFramePr>
          <p:cNvPr id="162821" name="Object 5"/>
          <p:cNvGraphicFramePr>
            <a:graphicFrameLocks noChangeAspect="1"/>
          </p:cNvGraphicFramePr>
          <p:nvPr/>
        </p:nvGraphicFramePr>
        <p:xfrm>
          <a:off x="5037138" y="1052513"/>
          <a:ext cx="3017837" cy="498475"/>
        </p:xfrm>
        <a:graphic>
          <a:graphicData uri="http://schemas.openxmlformats.org/presentationml/2006/ole">
            <mc:AlternateContent xmlns:mc="http://schemas.openxmlformats.org/markup-compatibility/2006">
              <mc:Choice xmlns:v="urn:schemas-microsoft-com:vml" Requires="v">
                <p:oleObj spid="_x0000_s30864" name="" r:id="rId3" imgW="1307465" imgH="215900" progId="Equation.DSMT4">
                  <p:embed/>
                </p:oleObj>
              </mc:Choice>
              <mc:Fallback>
                <p:oleObj name="" r:id="rId3" imgW="1307465" imgH="215900" progId="Equation.DSMT4">
                  <p:embed/>
                  <p:pic>
                    <p:nvPicPr>
                      <p:cNvPr id="0" name="图片 3288"/>
                      <p:cNvPicPr/>
                      <p:nvPr/>
                    </p:nvPicPr>
                    <p:blipFill>
                      <a:blip r:embed="rId4"/>
                      <a:stretch>
                        <a:fillRect/>
                      </a:stretch>
                    </p:blipFill>
                    <p:spPr>
                      <a:xfrm>
                        <a:off x="5037138" y="1052513"/>
                        <a:ext cx="3017837" cy="498475"/>
                      </a:xfrm>
                      <a:prstGeom prst="rect">
                        <a:avLst/>
                      </a:prstGeom>
                      <a:noFill/>
                      <a:ln w="38100">
                        <a:noFill/>
                        <a:miter/>
                      </a:ln>
                    </p:spPr>
                  </p:pic>
                </p:oleObj>
              </mc:Fallback>
            </mc:AlternateContent>
          </a:graphicData>
        </a:graphic>
      </p:graphicFrame>
      <p:graphicFrame>
        <p:nvGraphicFramePr>
          <p:cNvPr id="162822" name="Object 6"/>
          <p:cNvGraphicFramePr>
            <a:graphicFrameLocks noChangeAspect="1"/>
          </p:cNvGraphicFramePr>
          <p:nvPr/>
        </p:nvGraphicFramePr>
        <p:xfrm>
          <a:off x="323850" y="1557338"/>
          <a:ext cx="7910513" cy="471487"/>
        </p:xfrm>
        <a:graphic>
          <a:graphicData uri="http://schemas.openxmlformats.org/presentationml/2006/ole">
            <mc:AlternateContent xmlns:mc="http://schemas.openxmlformats.org/markup-compatibility/2006">
              <mc:Choice xmlns:v="urn:schemas-microsoft-com:vml" Requires="v">
                <p:oleObj spid="_x0000_s30865" name="" r:id="rId5" imgW="3619500" imgH="215900" progId="Equation.DSMT4">
                  <p:embed/>
                </p:oleObj>
              </mc:Choice>
              <mc:Fallback>
                <p:oleObj name="" r:id="rId5" imgW="3619500" imgH="215900" progId="Equation.DSMT4">
                  <p:embed/>
                  <p:pic>
                    <p:nvPicPr>
                      <p:cNvPr id="0" name="图片 3298"/>
                      <p:cNvPicPr/>
                      <p:nvPr/>
                    </p:nvPicPr>
                    <p:blipFill>
                      <a:blip r:embed="rId6"/>
                      <a:stretch>
                        <a:fillRect/>
                      </a:stretch>
                    </p:blipFill>
                    <p:spPr>
                      <a:xfrm>
                        <a:off x="323850" y="1557338"/>
                        <a:ext cx="7910513" cy="471487"/>
                      </a:xfrm>
                      <a:prstGeom prst="rect">
                        <a:avLst/>
                      </a:prstGeom>
                      <a:noFill/>
                      <a:ln w="38100">
                        <a:noFill/>
                        <a:miter/>
                      </a:ln>
                    </p:spPr>
                  </p:pic>
                </p:oleObj>
              </mc:Fallback>
            </mc:AlternateContent>
          </a:graphicData>
        </a:graphic>
      </p:graphicFrame>
      <p:graphicFrame>
        <p:nvGraphicFramePr>
          <p:cNvPr id="162823" name="Object 7"/>
          <p:cNvGraphicFramePr>
            <a:graphicFrameLocks noChangeAspect="1"/>
          </p:cNvGraphicFramePr>
          <p:nvPr/>
        </p:nvGraphicFramePr>
        <p:xfrm>
          <a:off x="971550" y="1989138"/>
          <a:ext cx="4886325" cy="536575"/>
        </p:xfrm>
        <a:graphic>
          <a:graphicData uri="http://schemas.openxmlformats.org/presentationml/2006/ole">
            <mc:AlternateContent xmlns:mc="http://schemas.openxmlformats.org/markup-compatibility/2006">
              <mc:Choice xmlns:v="urn:schemas-microsoft-com:vml" Requires="v">
                <p:oleObj spid="_x0000_s30866" name="" r:id="rId7" imgW="2082800" imgH="228600" progId="Equation.DSMT4">
                  <p:embed/>
                </p:oleObj>
              </mc:Choice>
              <mc:Fallback>
                <p:oleObj name="" r:id="rId7" imgW="2082800" imgH="228600" progId="Equation.DSMT4">
                  <p:embed/>
                  <p:pic>
                    <p:nvPicPr>
                      <p:cNvPr id="0" name="图片 3297"/>
                      <p:cNvPicPr/>
                      <p:nvPr/>
                    </p:nvPicPr>
                    <p:blipFill>
                      <a:blip r:embed="rId8"/>
                      <a:stretch>
                        <a:fillRect/>
                      </a:stretch>
                    </p:blipFill>
                    <p:spPr>
                      <a:xfrm>
                        <a:off x="971550" y="1989138"/>
                        <a:ext cx="4886325" cy="536575"/>
                      </a:xfrm>
                      <a:prstGeom prst="rect">
                        <a:avLst/>
                      </a:prstGeom>
                      <a:noFill/>
                      <a:ln w="38100">
                        <a:noFill/>
                        <a:miter/>
                      </a:ln>
                    </p:spPr>
                  </p:pic>
                </p:oleObj>
              </mc:Fallback>
            </mc:AlternateContent>
          </a:graphicData>
        </a:graphic>
      </p:graphicFrame>
      <p:sp>
        <p:nvSpPr>
          <p:cNvPr id="162824" name="AutoShape 8"/>
          <p:cNvSpPr/>
          <p:nvPr/>
        </p:nvSpPr>
        <p:spPr>
          <a:xfrm>
            <a:off x="5651500" y="55563"/>
            <a:ext cx="3024188" cy="549275"/>
          </a:xfrm>
          <a:prstGeom prst="wedgeRectCallout">
            <a:avLst>
              <a:gd name="adj1" fmla="val -152204"/>
              <a:gd name="adj2" fmla="val 21968"/>
            </a:avLst>
          </a:prstGeom>
          <a:solidFill>
            <a:schemeClr val="bg1"/>
          </a:solidFill>
          <a:ln w="9525" cap="flat" cmpd="sng">
            <a:solidFill>
              <a:srgbClr val="FF00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dirty="0">
                <a:solidFill>
                  <a:srgbClr val="0000FF"/>
                </a:solidFill>
                <a:latin typeface="Times New Roman" panose="02020603050405020304" pitchFamily="18" charset="0"/>
              </a:rPr>
              <a:t>归纳构造同余式的解</a:t>
            </a:r>
            <a:endParaRPr lang="zh-CN" altLang="en-US" sz="2400" b="1" dirty="0">
              <a:solidFill>
                <a:srgbClr val="0000FF"/>
              </a:solidFill>
              <a:latin typeface="Times New Roman" panose="02020603050405020304" pitchFamily="18" charset="0"/>
            </a:endParaRPr>
          </a:p>
        </p:txBody>
      </p:sp>
      <p:graphicFrame>
        <p:nvGraphicFramePr>
          <p:cNvPr id="162825" name="Object 9"/>
          <p:cNvGraphicFramePr>
            <a:graphicFrameLocks noChangeAspect="1"/>
          </p:cNvGraphicFramePr>
          <p:nvPr/>
        </p:nvGraphicFramePr>
        <p:xfrm>
          <a:off x="611188" y="3141663"/>
          <a:ext cx="3001962" cy="427037"/>
        </p:xfrm>
        <a:graphic>
          <a:graphicData uri="http://schemas.openxmlformats.org/presentationml/2006/ole">
            <mc:AlternateContent xmlns:mc="http://schemas.openxmlformats.org/markup-compatibility/2006">
              <mc:Choice xmlns:v="urn:schemas-microsoft-com:vml" Requires="v">
                <p:oleObj spid="_x0000_s30867" name="" r:id="rId9" imgW="1422400" imgH="203200" progId="Equation.DSMT4">
                  <p:embed/>
                </p:oleObj>
              </mc:Choice>
              <mc:Fallback>
                <p:oleObj name="" r:id="rId9" imgW="1422400" imgH="203200" progId="Equation.DSMT4">
                  <p:embed/>
                  <p:pic>
                    <p:nvPicPr>
                      <p:cNvPr id="0" name="图片 3282"/>
                      <p:cNvPicPr/>
                      <p:nvPr/>
                    </p:nvPicPr>
                    <p:blipFill>
                      <a:blip r:embed="rId10"/>
                      <a:stretch>
                        <a:fillRect/>
                      </a:stretch>
                    </p:blipFill>
                    <p:spPr>
                      <a:xfrm>
                        <a:off x="611188" y="3141663"/>
                        <a:ext cx="3001962" cy="427037"/>
                      </a:xfrm>
                      <a:prstGeom prst="rect">
                        <a:avLst/>
                      </a:prstGeom>
                      <a:noFill/>
                      <a:ln w="38100">
                        <a:noFill/>
                        <a:miter/>
                      </a:ln>
                    </p:spPr>
                  </p:pic>
                </p:oleObj>
              </mc:Fallback>
            </mc:AlternateContent>
          </a:graphicData>
        </a:graphic>
      </p:graphicFrame>
      <p:graphicFrame>
        <p:nvGraphicFramePr>
          <p:cNvPr id="162826" name="Object 10"/>
          <p:cNvGraphicFramePr>
            <a:graphicFrameLocks noChangeAspect="1"/>
          </p:cNvGraphicFramePr>
          <p:nvPr/>
        </p:nvGraphicFramePr>
        <p:xfrm>
          <a:off x="3967163" y="3141663"/>
          <a:ext cx="3552825" cy="439737"/>
        </p:xfrm>
        <a:graphic>
          <a:graphicData uri="http://schemas.openxmlformats.org/presentationml/2006/ole">
            <mc:AlternateContent xmlns:mc="http://schemas.openxmlformats.org/markup-compatibility/2006">
              <mc:Choice xmlns:v="urn:schemas-microsoft-com:vml" Requires="v">
                <p:oleObj spid="_x0000_s30868" name="" r:id="rId11" imgW="1637665" imgH="203200" progId="Equation.DSMT4">
                  <p:embed/>
                </p:oleObj>
              </mc:Choice>
              <mc:Fallback>
                <p:oleObj name="" r:id="rId11" imgW="1637665" imgH="203200" progId="Equation.DSMT4">
                  <p:embed/>
                  <p:pic>
                    <p:nvPicPr>
                      <p:cNvPr id="0" name="图片 3302"/>
                      <p:cNvPicPr/>
                      <p:nvPr/>
                    </p:nvPicPr>
                    <p:blipFill>
                      <a:blip r:embed="rId12"/>
                      <a:stretch>
                        <a:fillRect/>
                      </a:stretch>
                    </p:blipFill>
                    <p:spPr>
                      <a:xfrm>
                        <a:off x="3967163" y="3141663"/>
                        <a:ext cx="3552825" cy="439737"/>
                      </a:xfrm>
                      <a:prstGeom prst="rect">
                        <a:avLst/>
                      </a:prstGeom>
                      <a:noFill/>
                      <a:ln w="38100">
                        <a:noFill/>
                        <a:miter/>
                      </a:ln>
                    </p:spPr>
                  </p:pic>
                </p:oleObj>
              </mc:Fallback>
            </mc:AlternateContent>
          </a:graphicData>
        </a:graphic>
      </p:graphicFrame>
      <p:graphicFrame>
        <p:nvGraphicFramePr>
          <p:cNvPr id="162827" name="Object 11"/>
          <p:cNvGraphicFramePr>
            <a:graphicFrameLocks noChangeAspect="1"/>
          </p:cNvGraphicFramePr>
          <p:nvPr/>
        </p:nvGraphicFramePr>
        <p:xfrm>
          <a:off x="496888" y="3644900"/>
          <a:ext cx="4473575" cy="461963"/>
        </p:xfrm>
        <a:graphic>
          <a:graphicData uri="http://schemas.openxmlformats.org/presentationml/2006/ole">
            <mc:AlternateContent xmlns:mc="http://schemas.openxmlformats.org/markup-compatibility/2006">
              <mc:Choice xmlns:v="urn:schemas-microsoft-com:vml" Requires="v">
                <p:oleObj spid="_x0000_s30869" name="" r:id="rId13" imgW="2094865" imgH="215900" progId="Equation.DSMT4">
                  <p:embed/>
                </p:oleObj>
              </mc:Choice>
              <mc:Fallback>
                <p:oleObj name="" r:id="rId13" imgW="2094865" imgH="215900" progId="Equation.DSMT4">
                  <p:embed/>
                  <p:pic>
                    <p:nvPicPr>
                      <p:cNvPr id="0" name="图片 3287"/>
                      <p:cNvPicPr/>
                      <p:nvPr/>
                    </p:nvPicPr>
                    <p:blipFill>
                      <a:blip r:embed="rId14"/>
                      <a:stretch>
                        <a:fillRect/>
                      </a:stretch>
                    </p:blipFill>
                    <p:spPr>
                      <a:xfrm>
                        <a:off x="496888" y="3644900"/>
                        <a:ext cx="4473575" cy="461963"/>
                      </a:xfrm>
                      <a:prstGeom prst="rect">
                        <a:avLst/>
                      </a:prstGeom>
                      <a:noFill/>
                      <a:ln w="38100">
                        <a:noFill/>
                        <a:miter/>
                      </a:ln>
                    </p:spPr>
                  </p:pic>
                </p:oleObj>
              </mc:Fallback>
            </mc:AlternateContent>
          </a:graphicData>
        </a:graphic>
      </p:graphicFrame>
      <p:graphicFrame>
        <p:nvGraphicFramePr>
          <p:cNvPr id="162828" name="Object 12"/>
          <p:cNvGraphicFramePr>
            <a:graphicFrameLocks noChangeAspect="1"/>
          </p:cNvGraphicFramePr>
          <p:nvPr/>
        </p:nvGraphicFramePr>
        <p:xfrm>
          <a:off x="5435600" y="3657600"/>
          <a:ext cx="2747963" cy="411163"/>
        </p:xfrm>
        <a:graphic>
          <a:graphicData uri="http://schemas.openxmlformats.org/presentationml/2006/ole">
            <mc:AlternateContent xmlns:mc="http://schemas.openxmlformats.org/markup-compatibility/2006">
              <mc:Choice xmlns:v="urn:schemas-microsoft-com:vml" Requires="v">
                <p:oleObj spid="_x0000_s30870" name="" r:id="rId15" imgW="1358265" imgH="203200" progId="Equation.DSMT4">
                  <p:embed/>
                </p:oleObj>
              </mc:Choice>
              <mc:Fallback>
                <p:oleObj name="" r:id="rId15" imgW="1358265" imgH="203200" progId="Equation.DSMT4">
                  <p:embed/>
                  <p:pic>
                    <p:nvPicPr>
                      <p:cNvPr id="0" name="图片 3262"/>
                      <p:cNvPicPr/>
                      <p:nvPr/>
                    </p:nvPicPr>
                    <p:blipFill>
                      <a:blip r:embed="rId16"/>
                      <a:stretch>
                        <a:fillRect/>
                      </a:stretch>
                    </p:blipFill>
                    <p:spPr>
                      <a:xfrm>
                        <a:off x="5435600" y="3657600"/>
                        <a:ext cx="2747963" cy="411163"/>
                      </a:xfrm>
                      <a:prstGeom prst="rect">
                        <a:avLst/>
                      </a:prstGeom>
                      <a:noFill/>
                      <a:ln w="38100">
                        <a:noFill/>
                        <a:miter/>
                      </a:ln>
                    </p:spPr>
                  </p:pic>
                </p:oleObj>
              </mc:Fallback>
            </mc:AlternateContent>
          </a:graphicData>
        </a:graphic>
      </p:graphicFrame>
      <p:graphicFrame>
        <p:nvGraphicFramePr>
          <p:cNvPr id="162829" name="Object 13"/>
          <p:cNvGraphicFramePr>
            <a:graphicFrameLocks noChangeAspect="1"/>
          </p:cNvGraphicFramePr>
          <p:nvPr/>
        </p:nvGraphicFramePr>
        <p:xfrm>
          <a:off x="1042988" y="4221163"/>
          <a:ext cx="6132512" cy="417512"/>
        </p:xfrm>
        <a:graphic>
          <a:graphicData uri="http://schemas.openxmlformats.org/presentationml/2006/ole">
            <mc:AlternateContent xmlns:mc="http://schemas.openxmlformats.org/markup-compatibility/2006">
              <mc:Choice xmlns:v="urn:schemas-microsoft-com:vml" Requires="v">
                <p:oleObj spid="_x0000_s30871" name="" r:id="rId17" imgW="2984500" imgH="203200" progId="Equation.DSMT4">
                  <p:embed/>
                </p:oleObj>
              </mc:Choice>
              <mc:Fallback>
                <p:oleObj name="" r:id="rId17" imgW="2984500" imgH="203200" progId="Equation.DSMT4">
                  <p:embed/>
                  <p:pic>
                    <p:nvPicPr>
                      <p:cNvPr id="0" name="图片 3376"/>
                      <p:cNvPicPr/>
                      <p:nvPr/>
                    </p:nvPicPr>
                    <p:blipFill>
                      <a:blip r:embed="rId18"/>
                      <a:stretch>
                        <a:fillRect/>
                      </a:stretch>
                    </p:blipFill>
                    <p:spPr>
                      <a:xfrm>
                        <a:off x="1042988" y="4221163"/>
                        <a:ext cx="6132512" cy="417512"/>
                      </a:xfrm>
                      <a:prstGeom prst="rect">
                        <a:avLst/>
                      </a:prstGeom>
                      <a:noFill/>
                      <a:ln w="38100">
                        <a:noFill/>
                        <a:miter/>
                      </a:ln>
                    </p:spPr>
                  </p:pic>
                </p:oleObj>
              </mc:Fallback>
            </mc:AlternateContent>
          </a:graphicData>
        </a:graphic>
      </p:graphicFrame>
      <p:graphicFrame>
        <p:nvGraphicFramePr>
          <p:cNvPr id="162830" name="Object 14"/>
          <p:cNvGraphicFramePr>
            <a:graphicFrameLocks noChangeAspect="1"/>
          </p:cNvGraphicFramePr>
          <p:nvPr/>
        </p:nvGraphicFramePr>
        <p:xfrm>
          <a:off x="696913" y="4797425"/>
          <a:ext cx="2708275" cy="460375"/>
        </p:xfrm>
        <a:graphic>
          <a:graphicData uri="http://schemas.openxmlformats.org/presentationml/2006/ole">
            <mc:AlternateContent xmlns:mc="http://schemas.openxmlformats.org/markup-compatibility/2006">
              <mc:Choice xmlns:v="urn:schemas-microsoft-com:vml" Requires="v">
                <p:oleObj spid="_x0000_s30872" name="" r:id="rId19" imgW="1269365" imgH="215900" progId="Equation.DSMT4">
                  <p:embed/>
                </p:oleObj>
              </mc:Choice>
              <mc:Fallback>
                <p:oleObj name="" r:id="rId19" imgW="1269365" imgH="215900" progId="Equation.DSMT4">
                  <p:embed/>
                  <p:pic>
                    <p:nvPicPr>
                      <p:cNvPr id="0" name="图片 3383"/>
                      <p:cNvPicPr/>
                      <p:nvPr/>
                    </p:nvPicPr>
                    <p:blipFill>
                      <a:blip r:embed="rId20"/>
                      <a:stretch>
                        <a:fillRect/>
                      </a:stretch>
                    </p:blipFill>
                    <p:spPr>
                      <a:xfrm>
                        <a:off x="696913" y="4797425"/>
                        <a:ext cx="2708275" cy="460375"/>
                      </a:xfrm>
                      <a:prstGeom prst="rect">
                        <a:avLst/>
                      </a:prstGeom>
                      <a:noFill/>
                      <a:ln w="38100">
                        <a:noFill/>
                        <a:miter/>
                      </a:ln>
                    </p:spPr>
                  </p:pic>
                </p:oleObj>
              </mc:Fallback>
            </mc:AlternateContent>
          </a:graphicData>
        </a:graphic>
      </p:graphicFrame>
      <p:graphicFrame>
        <p:nvGraphicFramePr>
          <p:cNvPr id="162831" name="Object 15"/>
          <p:cNvGraphicFramePr>
            <a:graphicFrameLocks noChangeAspect="1"/>
          </p:cNvGraphicFramePr>
          <p:nvPr/>
        </p:nvGraphicFramePr>
        <p:xfrm>
          <a:off x="468313" y="5445125"/>
          <a:ext cx="3024187" cy="430213"/>
        </p:xfrm>
        <a:graphic>
          <a:graphicData uri="http://schemas.openxmlformats.org/presentationml/2006/ole">
            <mc:AlternateContent xmlns:mc="http://schemas.openxmlformats.org/markup-compatibility/2006">
              <mc:Choice xmlns:v="urn:schemas-microsoft-com:vml" Requires="v">
                <p:oleObj spid="_x0000_s30873" name="" r:id="rId21" imgW="1422400" imgH="203200" progId="Equation.DSMT4">
                  <p:embed/>
                </p:oleObj>
              </mc:Choice>
              <mc:Fallback>
                <p:oleObj name="" r:id="rId21" imgW="1422400" imgH="203200" progId="Equation.DSMT4">
                  <p:embed/>
                  <p:pic>
                    <p:nvPicPr>
                      <p:cNvPr id="0" name="图片 3375"/>
                      <p:cNvPicPr/>
                      <p:nvPr/>
                    </p:nvPicPr>
                    <p:blipFill>
                      <a:blip r:embed="rId10"/>
                      <a:stretch>
                        <a:fillRect/>
                      </a:stretch>
                    </p:blipFill>
                    <p:spPr>
                      <a:xfrm>
                        <a:off x="468313" y="5445125"/>
                        <a:ext cx="3024187" cy="430213"/>
                      </a:xfrm>
                      <a:prstGeom prst="rect">
                        <a:avLst/>
                      </a:prstGeom>
                      <a:noFill/>
                      <a:ln w="38100">
                        <a:noFill/>
                        <a:miter/>
                      </a:ln>
                    </p:spPr>
                  </p:pic>
                </p:oleObj>
              </mc:Fallback>
            </mc:AlternateContent>
          </a:graphicData>
        </a:graphic>
      </p:graphicFrame>
      <p:graphicFrame>
        <p:nvGraphicFramePr>
          <p:cNvPr id="162832" name="Object 16"/>
          <p:cNvGraphicFramePr>
            <a:graphicFrameLocks noChangeAspect="1"/>
          </p:cNvGraphicFramePr>
          <p:nvPr/>
        </p:nvGraphicFramePr>
        <p:xfrm>
          <a:off x="539750" y="2636838"/>
          <a:ext cx="4902200" cy="434975"/>
        </p:xfrm>
        <a:graphic>
          <a:graphicData uri="http://schemas.openxmlformats.org/presentationml/2006/ole">
            <mc:AlternateContent xmlns:mc="http://schemas.openxmlformats.org/markup-compatibility/2006">
              <mc:Choice xmlns:v="urn:schemas-microsoft-com:vml" Requires="v">
                <p:oleObj spid="_x0000_s30874" name="" r:id="rId22" imgW="2425700" imgH="215900" progId="Equation.DSMT4">
                  <p:embed/>
                </p:oleObj>
              </mc:Choice>
              <mc:Fallback>
                <p:oleObj name="" r:id="rId22" imgW="2425700" imgH="215900" progId="Equation.DSMT4">
                  <p:embed/>
                  <p:pic>
                    <p:nvPicPr>
                      <p:cNvPr id="0" name="图片 3377"/>
                      <p:cNvPicPr/>
                      <p:nvPr/>
                    </p:nvPicPr>
                    <p:blipFill>
                      <a:blip r:embed="rId23"/>
                      <a:stretch>
                        <a:fillRect/>
                      </a:stretch>
                    </p:blipFill>
                    <p:spPr>
                      <a:xfrm>
                        <a:off x="539750" y="2636838"/>
                        <a:ext cx="4902200" cy="434975"/>
                      </a:xfrm>
                      <a:prstGeom prst="rect">
                        <a:avLst/>
                      </a:prstGeom>
                      <a:noFill/>
                      <a:ln w="38100">
                        <a:noFill/>
                        <a:miter/>
                      </a:ln>
                    </p:spPr>
                  </p:pic>
                </p:oleObj>
              </mc:Fallback>
            </mc:AlternateContent>
          </a:graphicData>
        </a:graphic>
      </p:graphicFrame>
      <p:graphicFrame>
        <p:nvGraphicFramePr>
          <p:cNvPr id="32784" name="Object 4"/>
          <p:cNvGraphicFramePr>
            <a:graphicFrameLocks noChangeAspect="1"/>
          </p:cNvGraphicFramePr>
          <p:nvPr/>
        </p:nvGraphicFramePr>
        <p:xfrm>
          <a:off x="0" y="88900"/>
          <a:ext cx="1285875" cy="1054100"/>
        </p:xfrm>
        <a:graphic>
          <a:graphicData uri="http://schemas.openxmlformats.org/presentationml/2006/ole">
            <mc:AlternateContent xmlns:mc="http://schemas.openxmlformats.org/markup-compatibility/2006">
              <mc:Choice xmlns:v="urn:schemas-microsoft-com:vml" Requires="v">
                <p:oleObj spid="_x0000_s30875" name="" r:id="rId24" imgW="1130300" imgH="927100" progId="Equation.DSMT4">
                  <p:embed/>
                </p:oleObj>
              </mc:Choice>
              <mc:Fallback>
                <p:oleObj name="" r:id="rId24" imgW="1130300" imgH="927100" progId="Equation.DSMT4">
                  <p:embed/>
                  <p:pic>
                    <p:nvPicPr>
                      <p:cNvPr id="0" name="图片 3382"/>
                      <p:cNvPicPr/>
                      <p:nvPr/>
                    </p:nvPicPr>
                    <p:blipFill>
                      <a:blip r:embed="rId25"/>
                      <a:stretch>
                        <a:fillRect/>
                      </a:stretch>
                    </p:blipFill>
                    <p:spPr>
                      <a:xfrm>
                        <a:off x="0" y="88900"/>
                        <a:ext cx="1285875" cy="1054100"/>
                      </a:xfrm>
                      <a:prstGeom prst="rect">
                        <a:avLst/>
                      </a:prstGeom>
                      <a:noFill/>
                      <a:ln w="38100">
                        <a:noFill/>
                        <a:miter/>
                      </a:ln>
                    </p:spPr>
                  </p:pic>
                </p:oleObj>
              </mc:Fallback>
            </mc:AlternateContent>
          </a:graphicData>
        </a:graphic>
      </p:graphicFrame>
      <p:graphicFrame>
        <p:nvGraphicFramePr>
          <p:cNvPr id="2" name="对象 1"/>
          <p:cNvGraphicFramePr>
            <a:graphicFrameLocks noChangeAspect="1"/>
          </p:cNvGraphicFramePr>
          <p:nvPr/>
        </p:nvGraphicFramePr>
        <p:xfrm>
          <a:off x="3657600" y="5410200"/>
          <a:ext cx="4445000" cy="482600"/>
        </p:xfrm>
        <a:graphic>
          <a:graphicData uri="http://schemas.openxmlformats.org/presentationml/2006/ole">
            <mc:AlternateContent xmlns:mc="http://schemas.openxmlformats.org/markup-compatibility/2006">
              <mc:Choice xmlns:v="urn:schemas-microsoft-com:vml" Requires="v">
                <p:oleObj spid="_x0000_s30876" name="" r:id="rId26" imgW="1866265" imgH="203200" progId="Equation.DSMT4">
                  <p:embed/>
                </p:oleObj>
              </mc:Choice>
              <mc:Fallback>
                <p:oleObj name="" r:id="rId26" imgW="1866265" imgH="203200" progId="Equation.DSMT4">
                  <p:embed/>
                  <p:pic>
                    <p:nvPicPr>
                      <p:cNvPr id="0" name="图片 3373"/>
                      <p:cNvPicPr/>
                      <p:nvPr/>
                    </p:nvPicPr>
                    <p:blipFill>
                      <a:blip r:embed="rId27"/>
                      <a:stretch>
                        <a:fillRect/>
                      </a:stretch>
                    </p:blipFill>
                    <p:spPr>
                      <a:xfrm>
                        <a:off x="3657600" y="5410200"/>
                        <a:ext cx="4445000" cy="48260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824"/>
                                        </p:tgtEl>
                                        <p:attrNameLst>
                                          <p:attrName>style.visibility</p:attrName>
                                        </p:attrNameLst>
                                      </p:cBhvr>
                                      <p:to>
                                        <p:strVal val="visible"/>
                                      </p:to>
                                    </p:set>
                                    <p:animEffect transition="in" filter="wipe(left)">
                                      <p:cBhvr>
                                        <p:cTn id="7" dur="500"/>
                                        <p:tgtEl>
                                          <p:spTgt spid="1628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2820"/>
                                        </p:tgtEl>
                                        <p:attrNameLst>
                                          <p:attrName>style.visibility</p:attrName>
                                        </p:attrNameLst>
                                      </p:cBhvr>
                                      <p:to>
                                        <p:strVal val="visible"/>
                                      </p:to>
                                    </p:set>
                                    <p:animEffect transition="in" filter="wipe(left)">
                                      <p:cBhvr>
                                        <p:cTn id="12" dur="500"/>
                                        <p:tgtEl>
                                          <p:spTgt spid="1628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2821"/>
                                        </p:tgtEl>
                                        <p:attrNameLst>
                                          <p:attrName>style.visibility</p:attrName>
                                        </p:attrNameLst>
                                      </p:cBhvr>
                                      <p:to>
                                        <p:strVal val="visible"/>
                                      </p:to>
                                    </p:set>
                                    <p:animEffect transition="in" filter="wipe(left)">
                                      <p:cBhvr>
                                        <p:cTn id="17" dur="500"/>
                                        <p:tgtEl>
                                          <p:spTgt spid="1628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2822"/>
                                        </p:tgtEl>
                                        <p:attrNameLst>
                                          <p:attrName>style.visibility</p:attrName>
                                        </p:attrNameLst>
                                      </p:cBhvr>
                                      <p:to>
                                        <p:strVal val="visible"/>
                                      </p:to>
                                    </p:set>
                                    <p:animEffect transition="in" filter="wipe(left)">
                                      <p:cBhvr>
                                        <p:cTn id="22" dur="500"/>
                                        <p:tgtEl>
                                          <p:spTgt spid="1628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2823"/>
                                        </p:tgtEl>
                                        <p:attrNameLst>
                                          <p:attrName>style.visibility</p:attrName>
                                        </p:attrNameLst>
                                      </p:cBhvr>
                                      <p:to>
                                        <p:strVal val="visible"/>
                                      </p:to>
                                    </p:set>
                                    <p:animEffect transition="in" filter="wipe(left)">
                                      <p:cBhvr>
                                        <p:cTn id="27" dur="500"/>
                                        <p:tgtEl>
                                          <p:spTgt spid="162823"/>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162832"/>
                                        </p:tgtEl>
                                        <p:attrNameLst>
                                          <p:attrName>style.visibility</p:attrName>
                                        </p:attrNameLst>
                                      </p:cBhvr>
                                      <p:to>
                                        <p:strVal val="visible"/>
                                      </p:to>
                                    </p:set>
                                    <p:animEffect transition="in" filter="wipe(left)">
                                      <p:cBhvr>
                                        <p:cTn id="31" dur="500"/>
                                        <p:tgtEl>
                                          <p:spTgt spid="16283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62825"/>
                                        </p:tgtEl>
                                        <p:attrNameLst>
                                          <p:attrName>style.visibility</p:attrName>
                                        </p:attrNameLst>
                                      </p:cBhvr>
                                      <p:to>
                                        <p:strVal val="visible"/>
                                      </p:to>
                                    </p:set>
                                    <p:animEffect transition="in" filter="wipe(left)">
                                      <p:cBhvr>
                                        <p:cTn id="36" dur="500"/>
                                        <p:tgtEl>
                                          <p:spTgt spid="16282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62826"/>
                                        </p:tgtEl>
                                        <p:attrNameLst>
                                          <p:attrName>style.visibility</p:attrName>
                                        </p:attrNameLst>
                                      </p:cBhvr>
                                      <p:to>
                                        <p:strVal val="visible"/>
                                      </p:to>
                                    </p:set>
                                    <p:animEffect transition="in" filter="wipe(left)">
                                      <p:cBhvr>
                                        <p:cTn id="41" dur="500"/>
                                        <p:tgtEl>
                                          <p:spTgt spid="16282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62827"/>
                                        </p:tgtEl>
                                        <p:attrNameLst>
                                          <p:attrName>style.visibility</p:attrName>
                                        </p:attrNameLst>
                                      </p:cBhvr>
                                      <p:to>
                                        <p:strVal val="visible"/>
                                      </p:to>
                                    </p:set>
                                    <p:animEffect transition="in" filter="wipe(left)">
                                      <p:cBhvr>
                                        <p:cTn id="46" dur="500"/>
                                        <p:tgtEl>
                                          <p:spTgt spid="16282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62828"/>
                                        </p:tgtEl>
                                        <p:attrNameLst>
                                          <p:attrName>style.visibility</p:attrName>
                                        </p:attrNameLst>
                                      </p:cBhvr>
                                      <p:to>
                                        <p:strVal val="visible"/>
                                      </p:to>
                                    </p:set>
                                    <p:animEffect transition="in" filter="wipe(left)">
                                      <p:cBhvr>
                                        <p:cTn id="51" dur="500"/>
                                        <p:tgtEl>
                                          <p:spTgt spid="16282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62829"/>
                                        </p:tgtEl>
                                        <p:attrNameLst>
                                          <p:attrName>style.visibility</p:attrName>
                                        </p:attrNameLst>
                                      </p:cBhvr>
                                      <p:to>
                                        <p:strVal val="visible"/>
                                      </p:to>
                                    </p:set>
                                    <p:animEffect transition="in" filter="wipe(left)">
                                      <p:cBhvr>
                                        <p:cTn id="56" dur="500"/>
                                        <p:tgtEl>
                                          <p:spTgt spid="16282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62830"/>
                                        </p:tgtEl>
                                        <p:attrNameLst>
                                          <p:attrName>style.visibility</p:attrName>
                                        </p:attrNameLst>
                                      </p:cBhvr>
                                      <p:to>
                                        <p:strVal val="visible"/>
                                      </p:to>
                                    </p:set>
                                    <p:animEffect transition="in" filter="wipe(left)">
                                      <p:cBhvr>
                                        <p:cTn id="61" dur="500"/>
                                        <p:tgtEl>
                                          <p:spTgt spid="162830"/>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62831"/>
                                        </p:tgtEl>
                                        <p:attrNameLst>
                                          <p:attrName>style.visibility</p:attrName>
                                        </p:attrNameLst>
                                      </p:cBhvr>
                                      <p:to>
                                        <p:strVal val="visible"/>
                                      </p:to>
                                    </p:set>
                                    <p:animEffect transition="in" filter="wipe(left)">
                                      <p:cBhvr>
                                        <p:cTn id="66" dur="500"/>
                                        <p:tgtEl>
                                          <p:spTgt spid="162831"/>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2"/>
                                        </p:tgtEl>
                                        <p:attrNameLst>
                                          <p:attrName>style.visibility</p:attrName>
                                        </p:attrNameLst>
                                      </p:cBhvr>
                                      <p:to>
                                        <p:strVal val="visible"/>
                                      </p:to>
                                    </p:set>
                                    <p:anim calcmode="lin" valueType="num">
                                      <p:cBhvr additive="base">
                                        <p:cTn id="71" dur="500" fill="hold"/>
                                        <p:tgtEl>
                                          <p:spTgt spid="2"/>
                                        </p:tgtEl>
                                        <p:attrNameLst>
                                          <p:attrName>ppt_x</p:attrName>
                                        </p:attrNameLst>
                                      </p:cBhvr>
                                      <p:tavLst>
                                        <p:tav tm="0">
                                          <p:val>
                                            <p:strVal val="#ppt_x"/>
                                          </p:val>
                                        </p:tav>
                                        <p:tav tm="100000">
                                          <p:val>
                                            <p:strVal val="#ppt_x"/>
                                          </p:val>
                                        </p:tav>
                                      </p:tavLst>
                                    </p:anim>
                                    <p:anim calcmode="lin" valueType="num">
                                      <p:cBhvr additive="base">
                                        <p:cTn id="7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3794"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76804" name="Object 4"/>
          <p:cNvGraphicFramePr>
            <a:graphicFrameLocks noChangeAspect="1"/>
          </p:cNvGraphicFramePr>
          <p:nvPr/>
        </p:nvGraphicFramePr>
        <p:xfrm>
          <a:off x="2627313" y="2420938"/>
          <a:ext cx="3995737" cy="503237"/>
        </p:xfrm>
        <a:graphic>
          <a:graphicData uri="http://schemas.openxmlformats.org/presentationml/2006/ole">
            <mc:AlternateContent xmlns:mc="http://schemas.openxmlformats.org/markup-compatibility/2006">
              <mc:Choice xmlns:v="urn:schemas-microsoft-com:vml" Requires="v">
                <p:oleObj spid="_x0000_s31827" name="" r:id="rId1" imgW="1612900" imgH="203200" progId="Equation.DSMT4">
                  <p:embed/>
                </p:oleObj>
              </mc:Choice>
              <mc:Fallback>
                <p:oleObj name="" r:id="rId1" imgW="1612900" imgH="203200" progId="Equation.DSMT4">
                  <p:embed/>
                  <p:pic>
                    <p:nvPicPr>
                      <p:cNvPr id="0" name="图片 3371"/>
                      <p:cNvPicPr/>
                      <p:nvPr/>
                    </p:nvPicPr>
                    <p:blipFill>
                      <a:blip r:embed="rId2"/>
                      <a:stretch>
                        <a:fillRect/>
                      </a:stretch>
                    </p:blipFill>
                    <p:spPr>
                      <a:xfrm>
                        <a:off x="2627313" y="2420938"/>
                        <a:ext cx="3995737" cy="503237"/>
                      </a:xfrm>
                      <a:prstGeom prst="rect">
                        <a:avLst/>
                      </a:prstGeom>
                      <a:noFill/>
                      <a:ln w="38100">
                        <a:noFill/>
                        <a:miter/>
                      </a:ln>
                    </p:spPr>
                  </p:pic>
                </p:oleObj>
              </mc:Fallback>
            </mc:AlternateContent>
          </a:graphicData>
        </a:graphic>
      </p:graphicFrame>
      <p:graphicFrame>
        <p:nvGraphicFramePr>
          <p:cNvPr id="76805" name="Object 5"/>
          <p:cNvGraphicFramePr>
            <a:graphicFrameLocks noChangeAspect="1"/>
          </p:cNvGraphicFramePr>
          <p:nvPr/>
        </p:nvGraphicFramePr>
        <p:xfrm>
          <a:off x="684213" y="2997200"/>
          <a:ext cx="7624762" cy="523875"/>
        </p:xfrm>
        <a:graphic>
          <a:graphicData uri="http://schemas.openxmlformats.org/presentationml/2006/ole">
            <mc:AlternateContent xmlns:mc="http://schemas.openxmlformats.org/markup-compatibility/2006">
              <mc:Choice xmlns:v="urn:schemas-microsoft-com:vml" Requires="v">
                <p:oleObj spid="_x0000_s31828" name="" r:id="rId3" imgW="3136900" imgH="215900" progId="Equation.DSMT4">
                  <p:embed/>
                </p:oleObj>
              </mc:Choice>
              <mc:Fallback>
                <p:oleObj name="" r:id="rId3" imgW="3136900" imgH="215900" progId="Equation.DSMT4">
                  <p:embed/>
                  <p:pic>
                    <p:nvPicPr>
                      <p:cNvPr id="0" name="图片 3385"/>
                      <p:cNvPicPr/>
                      <p:nvPr/>
                    </p:nvPicPr>
                    <p:blipFill>
                      <a:blip r:embed="rId4"/>
                      <a:stretch>
                        <a:fillRect/>
                      </a:stretch>
                    </p:blipFill>
                    <p:spPr>
                      <a:xfrm>
                        <a:off x="684213" y="2997200"/>
                        <a:ext cx="7624762" cy="523875"/>
                      </a:xfrm>
                      <a:prstGeom prst="rect">
                        <a:avLst/>
                      </a:prstGeom>
                      <a:noFill/>
                      <a:ln w="38100">
                        <a:noFill/>
                        <a:miter/>
                      </a:ln>
                    </p:spPr>
                  </p:pic>
                </p:oleObj>
              </mc:Fallback>
            </mc:AlternateContent>
          </a:graphicData>
        </a:graphic>
      </p:graphicFrame>
      <p:graphicFrame>
        <p:nvGraphicFramePr>
          <p:cNvPr id="76806" name="Object 6"/>
          <p:cNvGraphicFramePr>
            <a:graphicFrameLocks noChangeAspect="1"/>
          </p:cNvGraphicFramePr>
          <p:nvPr/>
        </p:nvGraphicFramePr>
        <p:xfrm>
          <a:off x="684213" y="3717925"/>
          <a:ext cx="3425825" cy="520700"/>
        </p:xfrm>
        <a:graphic>
          <a:graphicData uri="http://schemas.openxmlformats.org/presentationml/2006/ole">
            <mc:AlternateContent xmlns:mc="http://schemas.openxmlformats.org/markup-compatibility/2006">
              <mc:Choice xmlns:v="urn:schemas-microsoft-com:vml" Requires="v">
                <p:oleObj spid="_x0000_s31829" name="" r:id="rId5" imgW="1422400" imgH="215900" progId="Equation.DSMT4">
                  <p:embed/>
                </p:oleObj>
              </mc:Choice>
              <mc:Fallback>
                <p:oleObj name="" r:id="rId5" imgW="1422400" imgH="215900" progId="Equation.DSMT4">
                  <p:embed/>
                  <p:pic>
                    <p:nvPicPr>
                      <p:cNvPr id="0" name="图片 3384"/>
                      <p:cNvPicPr/>
                      <p:nvPr/>
                    </p:nvPicPr>
                    <p:blipFill>
                      <a:blip r:embed="rId6"/>
                      <a:stretch>
                        <a:fillRect/>
                      </a:stretch>
                    </p:blipFill>
                    <p:spPr>
                      <a:xfrm>
                        <a:off x="684213" y="3717925"/>
                        <a:ext cx="3425825" cy="520700"/>
                      </a:xfrm>
                      <a:prstGeom prst="rect">
                        <a:avLst/>
                      </a:prstGeom>
                      <a:noFill/>
                      <a:ln w="38100">
                        <a:noFill/>
                        <a:miter/>
                      </a:ln>
                    </p:spPr>
                  </p:pic>
                </p:oleObj>
              </mc:Fallback>
            </mc:AlternateContent>
          </a:graphicData>
        </a:graphic>
      </p:graphicFrame>
      <p:graphicFrame>
        <p:nvGraphicFramePr>
          <p:cNvPr id="76807" name="Object 7"/>
          <p:cNvGraphicFramePr>
            <a:graphicFrameLocks noChangeAspect="1"/>
          </p:cNvGraphicFramePr>
          <p:nvPr/>
        </p:nvGraphicFramePr>
        <p:xfrm>
          <a:off x="684213" y="4365625"/>
          <a:ext cx="3384550" cy="482600"/>
        </p:xfrm>
        <a:graphic>
          <a:graphicData uri="http://schemas.openxmlformats.org/presentationml/2006/ole">
            <mc:AlternateContent xmlns:mc="http://schemas.openxmlformats.org/markup-compatibility/2006">
              <mc:Choice xmlns:v="urn:schemas-microsoft-com:vml" Requires="v">
                <p:oleObj spid="_x0000_s31830" name="" r:id="rId7" imgW="1422400" imgH="203200" progId="Equation.DSMT4">
                  <p:embed/>
                </p:oleObj>
              </mc:Choice>
              <mc:Fallback>
                <p:oleObj name="" r:id="rId7" imgW="1422400" imgH="203200" progId="Equation.DSMT4">
                  <p:embed/>
                  <p:pic>
                    <p:nvPicPr>
                      <p:cNvPr id="0" name="图片 3378"/>
                      <p:cNvPicPr/>
                      <p:nvPr/>
                    </p:nvPicPr>
                    <p:blipFill>
                      <a:blip r:embed="rId8"/>
                      <a:stretch>
                        <a:fillRect/>
                      </a:stretch>
                    </p:blipFill>
                    <p:spPr>
                      <a:xfrm>
                        <a:off x="684213" y="4365625"/>
                        <a:ext cx="3384550" cy="482600"/>
                      </a:xfrm>
                      <a:prstGeom prst="rect">
                        <a:avLst/>
                      </a:prstGeom>
                      <a:noFill/>
                      <a:ln w="38100">
                        <a:noFill/>
                        <a:miter/>
                      </a:ln>
                    </p:spPr>
                  </p:pic>
                </p:oleObj>
              </mc:Fallback>
            </mc:AlternateContent>
          </a:graphicData>
        </a:graphic>
      </p:graphicFrame>
      <p:graphicFrame>
        <p:nvGraphicFramePr>
          <p:cNvPr id="76808" name="Object 8"/>
          <p:cNvGraphicFramePr>
            <a:graphicFrameLocks noChangeAspect="1"/>
          </p:cNvGraphicFramePr>
          <p:nvPr/>
        </p:nvGraphicFramePr>
        <p:xfrm>
          <a:off x="1808163" y="5013325"/>
          <a:ext cx="5419725" cy="490538"/>
        </p:xfrm>
        <a:graphic>
          <a:graphicData uri="http://schemas.openxmlformats.org/presentationml/2006/ole">
            <mc:AlternateContent xmlns:mc="http://schemas.openxmlformats.org/markup-compatibility/2006">
              <mc:Choice xmlns:v="urn:schemas-microsoft-com:vml" Requires="v">
                <p:oleObj spid="_x0000_s31831" name="" r:id="rId9" imgW="2247900" imgH="203200" progId="Equation.DSMT4">
                  <p:embed/>
                </p:oleObj>
              </mc:Choice>
              <mc:Fallback>
                <p:oleObj name="" r:id="rId9" imgW="2247900" imgH="203200" progId="Equation.DSMT4">
                  <p:embed/>
                  <p:pic>
                    <p:nvPicPr>
                      <p:cNvPr id="0" name="图片 3369"/>
                      <p:cNvPicPr/>
                      <p:nvPr/>
                    </p:nvPicPr>
                    <p:blipFill>
                      <a:blip r:embed="rId10"/>
                      <a:stretch>
                        <a:fillRect/>
                      </a:stretch>
                    </p:blipFill>
                    <p:spPr>
                      <a:xfrm>
                        <a:off x="1808163" y="5013325"/>
                        <a:ext cx="5419725" cy="490538"/>
                      </a:xfrm>
                      <a:prstGeom prst="rect">
                        <a:avLst/>
                      </a:prstGeom>
                      <a:noFill/>
                      <a:ln w="38100">
                        <a:noFill/>
                        <a:miter/>
                      </a:ln>
                    </p:spPr>
                  </p:pic>
                </p:oleObj>
              </mc:Fallback>
            </mc:AlternateContent>
          </a:graphicData>
        </a:graphic>
      </p:graphicFrame>
      <p:graphicFrame>
        <p:nvGraphicFramePr>
          <p:cNvPr id="76809" name="Object 9"/>
          <p:cNvGraphicFramePr>
            <a:graphicFrameLocks noChangeAspect="1"/>
          </p:cNvGraphicFramePr>
          <p:nvPr/>
        </p:nvGraphicFramePr>
        <p:xfrm>
          <a:off x="2312988" y="404813"/>
          <a:ext cx="4445000" cy="482600"/>
        </p:xfrm>
        <a:graphic>
          <a:graphicData uri="http://schemas.openxmlformats.org/presentationml/2006/ole">
            <mc:AlternateContent xmlns:mc="http://schemas.openxmlformats.org/markup-compatibility/2006">
              <mc:Choice xmlns:v="urn:schemas-microsoft-com:vml" Requires="v">
                <p:oleObj spid="_x0000_s31832" name="" r:id="rId11" imgW="1866265" imgH="203200" progId="Equation.DSMT4">
                  <p:embed/>
                </p:oleObj>
              </mc:Choice>
              <mc:Fallback>
                <p:oleObj name="" r:id="rId11" imgW="1866265" imgH="203200" progId="Equation.DSMT4">
                  <p:embed/>
                  <p:pic>
                    <p:nvPicPr>
                      <p:cNvPr id="0" name="图片 3374"/>
                      <p:cNvPicPr/>
                      <p:nvPr/>
                    </p:nvPicPr>
                    <p:blipFill>
                      <a:blip r:embed="rId12"/>
                      <a:stretch>
                        <a:fillRect/>
                      </a:stretch>
                    </p:blipFill>
                    <p:spPr>
                      <a:xfrm>
                        <a:off x="2312988" y="404813"/>
                        <a:ext cx="4445000" cy="482600"/>
                      </a:xfrm>
                      <a:prstGeom prst="rect">
                        <a:avLst/>
                      </a:prstGeom>
                      <a:noFill/>
                      <a:ln w="38100">
                        <a:noFill/>
                        <a:miter/>
                      </a:ln>
                    </p:spPr>
                  </p:pic>
                </p:oleObj>
              </mc:Fallback>
            </mc:AlternateContent>
          </a:graphicData>
        </a:graphic>
      </p:graphicFrame>
      <p:graphicFrame>
        <p:nvGraphicFramePr>
          <p:cNvPr id="76810" name="Object 10"/>
          <p:cNvGraphicFramePr>
            <a:graphicFrameLocks noChangeAspect="1"/>
          </p:cNvGraphicFramePr>
          <p:nvPr/>
        </p:nvGraphicFramePr>
        <p:xfrm>
          <a:off x="769938" y="1054100"/>
          <a:ext cx="5051425" cy="520700"/>
        </p:xfrm>
        <a:graphic>
          <a:graphicData uri="http://schemas.openxmlformats.org/presentationml/2006/ole">
            <mc:AlternateContent xmlns:mc="http://schemas.openxmlformats.org/markup-compatibility/2006">
              <mc:Choice xmlns:v="urn:schemas-microsoft-com:vml" Requires="v">
                <p:oleObj spid="_x0000_s31833" name="" r:id="rId13" imgW="2094865" imgH="215900" progId="Equation.DSMT4">
                  <p:embed/>
                </p:oleObj>
              </mc:Choice>
              <mc:Fallback>
                <p:oleObj name="" r:id="rId13" imgW="2094865" imgH="215900" progId="Equation.DSMT4">
                  <p:embed/>
                  <p:pic>
                    <p:nvPicPr>
                      <p:cNvPr id="0" name="图片 3368"/>
                      <p:cNvPicPr/>
                      <p:nvPr/>
                    </p:nvPicPr>
                    <p:blipFill>
                      <a:blip r:embed="rId14"/>
                      <a:stretch>
                        <a:fillRect/>
                      </a:stretch>
                    </p:blipFill>
                    <p:spPr>
                      <a:xfrm>
                        <a:off x="769938" y="1054100"/>
                        <a:ext cx="5051425" cy="520700"/>
                      </a:xfrm>
                      <a:prstGeom prst="rect">
                        <a:avLst/>
                      </a:prstGeom>
                      <a:noFill/>
                      <a:ln w="38100">
                        <a:noFill/>
                        <a:miter/>
                      </a:ln>
                    </p:spPr>
                  </p:pic>
                </p:oleObj>
              </mc:Fallback>
            </mc:AlternateContent>
          </a:graphicData>
        </a:graphic>
      </p:graphicFrame>
      <p:graphicFrame>
        <p:nvGraphicFramePr>
          <p:cNvPr id="76811" name="Object 11"/>
          <p:cNvGraphicFramePr>
            <a:graphicFrameLocks noChangeAspect="1"/>
          </p:cNvGraphicFramePr>
          <p:nvPr/>
        </p:nvGraphicFramePr>
        <p:xfrm>
          <a:off x="582613" y="1701800"/>
          <a:ext cx="3298825" cy="463550"/>
        </p:xfrm>
        <a:graphic>
          <a:graphicData uri="http://schemas.openxmlformats.org/presentationml/2006/ole">
            <mc:AlternateContent xmlns:mc="http://schemas.openxmlformats.org/markup-compatibility/2006">
              <mc:Choice xmlns:v="urn:schemas-microsoft-com:vml" Requires="v">
                <p:oleObj spid="_x0000_s31834" name="" r:id="rId15" imgW="1447165" imgH="203200" progId="Equation.DSMT4">
                  <p:embed/>
                </p:oleObj>
              </mc:Choice>
              <mc:Fallback>
                <p:oleObj name="" r:id="rId15" imgW="1447165" imgH="203200" progId="Equation.DSMT4">
                  <p:embed/>
                  <p:pic>
                    <p:nvPicPr>
                      <p:cNvPr id="0" name="图片 3379"/>
                      <p:cNvPicPr/>
                      <p:nvPr/>
                    </p:nvPicPr>
                    <p:blipFill>
                      <a:blip r:embed="rId16"/>
                      <a:stretch>
                        <a:fillRect/>
                      </a:stretch>
                    </p:blipFill>
                    <p:spPr>
                      <a:xfrm>
                        <a:off x="582613" y="1701800"/>
                        <a:ext cx="3298825" cy="46355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6809"/>
                                        </p:tgtEl>
                                        <p:attrNameLst>
                                          <p:attrName>style.visibility</p:attrName>
                                        </p:attrNameLst>
                                      </p:cBhvr>
                                      <p:to>
                                        <p:strVal val="visible"/>
                                      </p:to>
                                    </p:set>
                                    <p:animEffect transition="in" filter="wipe(left)">
                                      <p:cBhvr>
                                        <p:cTn id="7" dur="500"/>
                                        <p:tgtEl>
                                          <p:spTgt spid="768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6810"/>
                                        </p:tgtEl>
                                        <p:attrNameLst>
                                          <p:attrName>style.visibility</p:attrName>
                                        </p:attrNameLst>
                                      </p:cBhvr>
                                      <p:to>
                                        <p:strVal val="visible"/>
                                      </p:to>
                                    </p:set>
                                    <p:animEffect transition="in" filter="wipe(left)">
                                      <p:cBhvr>
                                        <p:cTn id="12" dur="500"/>
                                        <p:tgtEl>
                                          <p:spTgt spid="768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6811"/>
                                        </p:tgtEl>
                                        <p:attrNameLst>
                                          <p:attrName>style.visibility</p:attrName>
                                        </p:attrNameLst>
                                      </p:cBhvr>
                                      <p:to>
                                        <p:strVal val="visible"/>
                                      </p:to>
                                    </p:set>
                                    <p:animEffect transition="in" filter="wipe(left)">
                                      <p:cBhvr>
                                        <p:cTn id="17" dur="500"/>
                                        <p:tgtEl>
                                          <p:spTgt spid="768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6804"/>
                                        </p:tgtEl>
                                        <p:attrNameLst>
                                          <p:attrName>style.visibility</p:attrName>
                                        </p:attrNameLst>
                                      </p:cBhvr>
                                      <p:to>
                                        <p:strVal val="visible"/>
                                      </p:to>
                                    </p:set>
                                    <p:animEffect transition="in" filter="wipe(left)">
                                      <p:cBhvr>
                                        <p:cTn id="22" dur="500"/>
                                        <p:tgtEl>
                                          <p:spTgt spid="7680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6805"/>
                                        </p:tgtEl>
                                        <p:attrNameLst>
                                          <p:attrName>style.visibility</p:attrName>
                                        </p:attrNameLst>
                                      </p:cBhvr>
                                      <p:to>
                                        <p:strVal val="visible"/>
                                      </p:to>
                                    </p:set>
                                    <p:animEffect transition="in" filter="wipe(left)">
                                      <p:cBhvr>
                                        <p:cTn id="27" dur="500"/>
                                        <p:tgtEl>
                                          <p:spTgt spid="7680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6806"/>
                                        </p:tgtEl>
                                        <p:attrNameLst>
                                          <p:attrName>style.visibility</p:attrName>
                                        </p:attrNameLst>
                                      </p:cBhvr>
                                      <p:to>
                                        <p:strVal val="visible"/>
                                      </p:to>
                                    </p:set>
                                    <p:animEffect transition="in" filter="wipe(left)">
                                      <p:cBhvr>
                                        <p:cTn id="32" dur="500"/>
                                        <p:tgtEl>
                                          <p:spTgt spid="7680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6807"/>
                                        </p:tgtEl>
                                        <p:attrNameLst>
                                          <p:attrName>style.visibility</p:attrName>
                                        </p:attrNameLst>
                                      </p:cBhvr>
                                      <p:to>
                                        <p:strVal val="visible"/>
                                      </p:to>
                                    </p:set>
                                    <p:animEffect transition="in" filter="wipe(left)">
                                      <p:cBhvr>
                                        <p:cTn id="37" dur="500"/>
                                        <p:tgtEl>
                                          <p:spTgt spid="7680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6808"/>
                                        </p:tgtEl>
                                        <p:attrNameLst>
                                          <p:attrName>style.visibility</p:attrName>
                                        </p:attrNameLst>
                                      </p:cBhvr>
                                      <p:to>
                                        <p:strVal val="visible"/>
                                      </p:to>
                                    </p:set>
                                    <p:animEffect transition="in" filter="wipe(left)">
                                      <p:cBhvr>
                                        <p:cTn id="42" dur="500"/>
                                        <p:tgtEl>
                                          <p:spTgt spid="76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481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11620" name="Object 4"/>
          <p:cNvGraphicFramePr>
            <a:graphicFrameLocks noChangeAspect="1"/>
          </p:cNvGraphicFramePr>
          <p:nvPr/>
        </p:nvGraphicFramePr>
        <p:xfrm>
          <a:off x="195263" y="152400"/>
          <a:ext cx="8107362" cy="3795713"/>
        </p:xfrm>
        <a:graphic>
          <a:graphicData uri="http://schemas.openxmlformats.org/presentationml/2006/ole">
            <mc:AlternateContent xmlns:mc="http://schemas.openxmlformats.org/markup-compatibility/2006">
              <mc:Choice xmlns:v="urn:schemas-microsoft-com:vml" Requires="v">
                <p:oleObj spid="_x0000_s32801" name="" r:id="rId1" imgW="3581400" imgH="1676400" progId="Equation.DSMT4">
                  <p:embed/>
                </p:oleObj>
              </mc:Choice>
              <mc:Fallback>
                <p:oleObj name="" r:id="rId1" imgW="3581400" imgH="1676400" progId="Equation.DSMT4">
                  <p:embed/>
                  <p:pic>
                    <p:nvPicPr>
                      <p:cNvPr id="0" name="图片 3380"/>
                      <p:cNvPicPr/>
                      <p:nvPr/>
                    </p:nvPicPr>
                    <p:blipFill>
                      <a:blip r:embed="rId2"/>
                      <a:stretch>
                        <a:fillRect/>
                      </a:stretch>
                    </p:blipFill>
                    <p:spPr>
                      <a:xfrm>
                        <a:off x="195263" y="152400"/>
                        <a:ext cx="8107362" cy="3795713"/>
                      </a:xfrm>
                      <a:prstGeom prst="rect">
                        <a:avLst/>
                      </a:prstGeom>
                      <a:noFill/>
                      <a:ln w="38100">
                        <a:noFill/>
                        <a:miter/>
                      </a:ln>
                    </p:spPr>
                  </p:pic>
                </p:oleObj>
              </mc:Fallback>
            </mc:AlternateContent>
          </a:graphicData>
        </a:graphic>
      </p:graphicFrame>
      <p:graphicFrame>
        <p:nvGraphicFramePr>
          <p:cNvPr id="111621" name="Object 5"/>
          <p:cNvGraphicFramePr>
            <a:graphicFrameLocks noChangeAspect="1"/>
          </p:cNvGraphicFramePr>
          <p:nvPr/>
        </p:nvGraphicFramePr>
        <p:xfrm>
          <a:off x="1042988" y="3962400"/>
          <a:ext cx="7092950" cy="525463"/>
        </p:xfrm>
        <a:graphic>
          <a:graphicData uri="http://schemas.openxmlformats.org/presentationml/2006/ole">
            <mc:AlternateContent xmlns:mc="http://schemas.openxmlformats.org/markup-compatibility/2006">
              <mc:Choice xmlns:v="urn:schemas-microsoft-com:vml" Requires="v">
                <p:oleObj spid="_x0000_s32802" name="" r:id="rId3" imgW="3086100" imgH="228600" progId="Equation.DSMT4">
                  <p:embed/>
                </p:oleObj>
              </mc:Choice>
              <mc:Fallback>
                <p:oleObj name="" r:id="rId3" imgW="3086100" imgH="228600" progId="Equation.DSMT4">
                  <p:embed/>
                  <p:pic>
                    <p:nvPicPr>
                      <p:cNvPr id="0" name="图片 3372"/>
                      <p:cNvPicPr/>
                      <p:nvPr/>
                    </p:nvPicPr>
                    <p:blipFill>
                      <a:blip r:embed="rId4"/>
                      <a:stretch>
                        <a:fillRect/>
                      </a:stretch>
                    </p:blipFill>
                    <p:spPr>
                      <a:xfrm>
                        <a:off x="1042988" y="3962400"/>
                        <a:ext cx="7092950" cy="525463"/>
                      </a:xfrm>
                      <a:prstGeom prst="rect">
                        <a:avLst/>
                      </a:prstGeom>
                      <a:noFill/>
                      <a:ln w="38100">
                        <a:noFill/>
                        <a:miter/>
                      </a:ln>
                    </p:spPr>
                  </p:pic>
                </p:oleObj>
              </mc:Fallback>
            </mc:AlternateContent>
          </a:graphicData>
        </a:graphic>
      </p:graphicFrame>
      <p:graphicFrame>
        <p:nvGraphicFramePr>
          <p:cNvPr id="111623" name="Object 7"/>
          <p:cNvGraphicFramePr>
            <a:graphicFrameLocks noChangeAspect="1"/>
          </p:cNvGraphicFramePr>
          <p:nvPr/>
        </p:nvGraphicFramePr>
        <p:xfrm>
          <a:off x="1054100" y="4572000"/>
          <a:ext cx="6718300" cy="527050"/>
        </p:xfrm>
        <a:graphic>
          <a:graphicData uri="http://schemas.openxmlformats.org/presentationml/2006/ole">
            <mc:AlternateContent xmlns:mc="http://schemas.openxmlformats.org/markup-compatibility/2006">
              <mc:Choice xmlns:v="urn:schemas-microsoft-com:vml" Requires="v">
                <p:oleObj spid="_x0000_s32803" name="" r:id="rId5" imgW="2921000" imgH="228600" progId="Equation.DSMT4">
                  <p:embed/>
                </p:oleObj>
              </mc:Choice>
              <mc:Fallback>
                <p:oleObj name="" r:id="rId5" imgW="2921000" imgH="228600" progId="Equation.DSMT4">
                  <p:embed/>
                  <p:pic>
                    <p:nvPicPr>
                      <p:cNvPr id="0" name="图片 3381"/>
                      <p:cNvPicPr/>
                      <p:nvPr/>
                    </p:nvPicPr>
                    <p:blipFill>
                      <a:blip r:embed="rId6"/>
                      <a:stretch>
                        <a:fillRect/>
                      </a:stretch>
                    </p:blipFill>
                    <p:spPr>
                      <a:xfrm>
                        <a:off x="1054100" y="4572000"/>
                        <a:ext cx="6718300" cy="527050"/>
                      </a:xfrm>
                      <a:prstGeom prst="rect">
                        <a:avLst/>
                      </a:prstGeom>
                      <a:noFill/>
                      <a:ln w="38100">
                        <a:noFill/>
                        <a:miter/>
                      </a:ln>
                    </p:spPr>
                  </p:pic>
                </p:oleObj>
              </mc:Fallback>
            </mc:AlternateContent>
          </a:graphicData>
        </a:graphic>
      </p:graphicFrame>
      <p:pic>
        <p:nvPicPr>
          <p:cNvPr id="34822" name="Picture 2"/>
          <p:cNvPicPr>
            <a:picLocks noChangeAspect="1"/>
          </p:cNvPicPr>
          <p:nvPr/>
        </p:nvPicPr>
        <p:blipFill>
          <a:blip r:embed="rId7"/>
          <a:srcRect t="78767" r="8107"/>
          <a:stretch>
            <a:fillRect/>
          </a:stretch>
        </p:blipFill>
        <p:spPr>
          <a:xfrm>
            <a:off x="381000" y="5181600"/>
            <a:ext cx="8301038" cy="11001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11620"/>
                                        </p:tgtEl>
                                        <p:attrNameLst>
                                          <p:attrName>style.visibility</p:attrName>
                                        </p:attrNameLst>
                                      </p:cBhvr>
                                      <p:to>
                                        <p:strVal val="visible"/>
                                      </p:to>
                                    </p:set>
                                    <p:anim calcmode="lin" valueType="num">
                                      <p:cBhvr>
                                        <p:cTn id="7" dur="500" fill="hold"/>
                                        <p:tgtEl>
                                          <p:spTgt spid="111620"/>
                                        </p:tgtEl>
                                        <p:attrNameLst>
                                          <p:attrName>ppt_w</p:attrName>
                                        </p:attrNameLst>
                                      </p:cBhvr>
                                      <p:tavLst>
                                        <p:tav tm="0">
                                          <p:val>
                                            <p:fltVal val="0"/>
                                          </p:val>
                                        </p:tav>
                                        <p:tav tm="100000">
                                          <p:val>
                                            <p:strVal val="#ppt_w"/>
                                          </p:val>
                                        </p:tav>
                                      </p:tavLst>
                                    </p:anim>
                                    <p:anim calcmode="lin" valueType="num">
                                      <p:cBhvr>
                                        <p:cTn id="8" dur="500" fill="hold"/>
                                        <p:tgtEl>
                                          <p:spTgt spid="111620"/>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11621"/>
                                        </p:tgtEl>
                                        <p:attrNameLst>
                                          <p:attrName>style.visibility</p:attrName>
                                        </p:attrNameLst>
                                      </p:cBhvr>
                                      <p:to>
                                        <p:strVal val="visible"/>
                                      </p:to>
                                    </p:set>
                                    <p:animEffect transition="in" filter="wipe(left)">
                                      <p:cBhvr>
                                        <p:cTn id="13" dur="500"/>
                                        <p:tgtEl>
                                          <p:spTgt spid="111621"/>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111623"/>
                                        </p:tgtEl>
                                        <p:attrNameLst>
                                          <p:attrName>style.visibility</p:attrName>
                                        </p:attrNameLst>
                                      </p:cBhvr>
                                      <p:to>
                                        <p:strVal val="visible"/>
                                      </p:to>
                                    </p:set>
                                    <p:animEffect transition="in" filter="wipe(left)">
                                      <p:cBhvr>
                                        <p:cTn id="17" dur="500"/>
                                        <p:tgtEl>
                                          <p:spTgt spid="11162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4822"/>
                                        </p:tgtEl>
                                        <p:attrNameLst>
                                          <p:attrName>style.visibility</p:attrName>
                                        </p:attrNameLst>
                                      </p:cBhvr>
                                      <p:to>
                                        <p:strVal val="visible"/>
                                      </p:to>
                                    </p:set>
                                    <p:anim calcmode="lin" valueType="num">
                                      <p:cBhvr additive="base">
                                        <p:cTn id="22" dur="500" fill="hold"/>
                                        <p:tgtEl>
                                          <p:spTgt spid="34822"/>
                                        </p:tgtEl>
                                        <p:attrNameLst>
                                          <p:attrName>ppt_x</p:attrName>
                                        </p:attrNameLst>
                                      </p:cBhvr>
                                      <p:tavLst>
                                        <p:tav tm="0">
                                          <p:val>
                                            <p:strVal val="#ppt_x"/>
                                          </p:val>
                                        </p:tav>
                                        <p:tav tm="100000">
                                          <p:val>
                                            <p:strVal val="#ppt_x"/>
                                          </p:val>
                                        </p:tav>
                                      </p:tavLst>
                                    </p:anim>
                                    <p:anim calcmode="lin" valueType="num">
                                      <p:cBhvr additive="base">
                                        <p:cTn id="23" dur="500" fill="hold"/>
                                        <p:tgtEl>
                                          <p:spTgt spid="348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5842"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37895" name="Object 7"/>
          <p:cNvGraphicFramePr>
            <a:graphicFrameLocks noChangeAspect="1"/>
          </p:cNvGraphicFramePr>
          <p:nvPr/>
        </p:nvGraphicFramePr>
        <p:xfrm>
          <a:off x="1331913" y="44450"/>
          <a:ext cx="3255962" cy="495300"/>
        </p:xfrm>
        <a:graphic>
          <a:graphicData uri="http://schemas.openxmlformats.org/presentationml/2006/ole">
            <mc:AlternateContent xmlns:mc="http://schemas.openxmlformats.org/markup-compatibility/2006">
              <mc:Choice xmlns:v="urn:schemas-microsoft-com:vml" Requires="v">
                <p:oleObj spid="_x0000_s33885" name="" r:id="rId1" imgW="1422400" imgH="215900" progId="Equation.DSMT4">
                  <p:embed/>
                </p:oleObj>
              </mc:Choice>
              <mc:Fallback>
                <p:oleObj name="" r:id="rId1" imgW="1422400" imgH="215900" progId="Equation.DSMT4">
                  <p:embed/>
                  <p:pic>
                    <p:nvPicPr>
                      <p:cNvPr id="0" name="图片 3370"/>
                      <p:cNvPicPr/>
                      <p:nvPr/>
                    </p:nvPicPr>
                    <p:blipFill>
                      <a:blip r:embed="rId2"/>
                      <a:stretch>
                        <a:fillRect/>
                      </a:stretch>
                    </p:blipFill>
                    <p:spPr>
                      <a:xfrm>
                        <a:off x="1331913" y="44450"/>
                        <a:ext cx="3255962" cy="495300"/>
                      </a:xfrm>
                      <a:prstGeom prst="rect">
                        <a:avLst/>
                      </a:prstGeom>
                      <a:noFill/>
                      <a:ln w="38100">
                        <a:noFill/>
                        <a:miter/>
                      </a:ln>
                    </p:spPr>
                  </p:pic>
                </p:oleObj>
              </mc:Fallback>
            </mc:AlternateContent>
          </a:graphicData>
        </a:graphic>
      </p:graphicFrame>
      <p:graphicFrame>
        <p:nvGraphicFramePr>
          <p:cNvPr id="37896" name="Object 8"/>
          <p:cNvGraphicFramePr>
            <a:graphicFrameLocks noChangeAspect="1"/>
          </p:cNvGraphicFramePr>
          <p:nvPr/>
        </p:nvGraphicFramePr>
        <p:xfrm>
          <a:off x="296863" y="692150"/>
          <a:ext cx="7158037" cy="519113"/>
        </p:xfrm>
        <a:graphic>
          <a:graphicData uri="http://schemas.openxmlformats.org/presentationml/2006/ole">
            <mc:AlternateContent xmlns:mc="http://schemas.openxmlformats.org/markup-compatibility/2006">
              <mc:Choice xmlns:v="urn:schemas-microsoft-com:vml" Requires="v">
                <p:oleObj spid="_x0000_s33886" name="" r:id="rId3" imgW="3162300" imgH="228600" progId="Equation.DSMT4">
                  <p:embed/>
                </p:oleObj>
              </mc:Choice>
              <mc:Fallback>
                <p:oleObj name="" r:id="rId3" imgW="3162300" imgH="228600" progId="Equation.DSMT4">
                  <p:embed/>
                  <p:pic>
                    <p:nvPicPr>
                      <p:cNvPr id="0" name="图片 3396"/>
                      <p:cNvPicPr/>
                      <p:nvPr/>
                    </p:nvPicPr>
                    <p:blipFill>
                      <a:blip r:embed="rId4"/>
                      <a:stretch>
                        <a:fillRect/>
                      </a:stretch>
                    </p:blipFill>
                    <p:spPr>
                      <a:xfrm>
                        <a:off x="296863" y="692150"/>
                        <a:ext cx="7158037" cy="519113"/>
                      </a:xfrm>
                      <a:prstGeom prst="rect">
                        <a:avLst/>
                      </a:prstGeom>
                      <a:noFill/>
                      <a:ln w="38100">
                        <a:noFill/>
                        <a:miter/>
                      </a:ln>
                    </p:spPr>
                  </p:pic>
                </p:oleObj>
              </mc:Fallback>
            </mc:AlternateContent>
          </a:graphicData>
        </a:graphic>
      </p:graphicFrame>
      <p:graphicFrame>
        <p:nvGraphicFramePr>
          <p:cNvPr id="37897" name="Object 9"/>
          <p:cNvGraphicFramePr>
            <a:graphicFrameLocks noChangeAspect="1"/>
          </p:cNvGraphicFramePr>
          <p:nvPr/>
        </p:nvGraphicFramePr>
        <p:xfrm>
          <a:off x="2771775" y="1252538"/>
          <a:ext cx="2857500" cy="520700"/>
        </p:xfrm>
        <a:graphic>
          <a:graphicData uri="http://schemas.openxmlformats.org/presentationml/2006/ole">
            <mc:AlternateContent xmlns:mc="http://schemas.openxmlformats.org/markup-compatibility/2006">
              <mc:Choice xmlns:v="urn:schemas-microsoft-com:vml" Requires="v">
                <p:oleObj spid="_x0000_s33887" name="" r:id="rId5" imgW="1257300" imgH="228600" progId="Equation.DSMT4">
                  <p:embed/>
                </p:oleObj>
              </mc:Choice>
              <mc:Fallback>
                <p:oleObj name="" r:id="rId5" imgW="1257300" imgH="228600" progId="Equation.DSMT4">
                  <p:embed/>
                  <p:pic>
                    <p:nvPicPr>
                      <p:cNvPr id="0" name="图片 3397"/>
                      <p:cNvPicPr/>
                      <p:nvPr/>
                    </p:nvPicPr>
                    <p:blipFill>
                      <a:blip r:embed="rId6"/>
                      <a:stretch>
                        <a:fillRect/>
                      </a:stretch>
                    </p:blipFill>
                    <p:spPr>
                      <a:xfrm>
                        <a:off x="2771775" y="1252538"/>
                        <a:ext cx="2857500" cy="520700"/>
                      </a:xfrm>
                      <a:prstGeom prst="rect">
                        <a:avLst/>
                      </a:prstGeom>
                      <a:noFill/>
                      <a:ln w="38100">
                        <a:noFill/>
                        <a:miter/>
                      </a:ln>
                    </p:spPr>
                  </p:pic>
                </p:oleObj>
              </mc:Fallback>
            </mc:AlternateContent>
          </a:graphicData>
        </a:graphic>
      </p:graphicFrame>
      <p:graphicFrame>
        <p:nvGraphicFramePr>
          <p:cNvPr id="37898" name="Object 10"/>
          <p:cNvGraphicFramePr>
            <a:graphicFrameLocks noChangeAspect="1"/>
          </p:cNvGraphicFramePr>
          <p:nvPr/>
        </p:nvGraphicFramePr>
        <p:xfrm>
          <a:off x="731838" y="1844675"/>
          <a:ext cx="6510337" cy="530225"/>
        </p:xfrm>
        <a:graphic>
          <a:graphicData uri="http://schemas.openxmlformats.org/presentationml/2006/ole">
            <mc:AlternateContent xmlns:mc="http://schemas.openxmlformats.org/markup-compatibility/2006">
              <mc:Choice xmlns:v="urn:schemas-microsoft-com:vml" Requires="v">
                <p:oleObj spid="_x0000_s33888" name="" r:id="rId7" imgW="2806700" imgH="228600" progId="Equation.DSMT4">
                  <p:embed/>
                </p:oleObj>
              </mc:Choice>
              <mc:Fallback>
                <p:oleObj name="" r:id="rId7" imgW="2806700" imgH="228600" progId="Equation.DSMT4">
                  <p:embed/>
                  <p:pic>
                    <p:nvPicPr>
                      <p:cNvPr id="0" name="图片 3393"/>
                      <p:cNvPicPr/>
                      <p:nvPr/>
                    </p:nvPicPr>
                    <p:blipFill>
                      <a:blip r:embed="rId8"/>
                      <a:stretch>
                        <a:fillRect/>
                      </a:stretch>
                    </p:blipFill>
                    <p:spPr>
                      <a:xfrm>
                        <a:off x="731838" y="1844675"/>
                        <a:ext cx="6510337" cy="530225"/>
                      </a:xfrm>
                      <a:prstGeom prst="rect">
                        <a:avLst/>
                      </a:prstGeom>
                      <a:noFill/>
                      <a:ln w="38100">
                        <a:noFill/>
                        <a:miter/>
                      </a:ln>
                    </p:spPr>
                  </p:pic>
                </p:oleObj>
              </mc:Fallback>
            </mc:AlternateContent>
          </a:graphicData>
        </a:graphic>
      </p:graphicFrame>
      <p:graphicFrame>
        <p:nvGraphicFramePr>
          <p:cNvPr id="37899" name="Object 11"/>
          <p:cNvGraphicFramePr>
            <a:graphicFrameLocks noChangeAspect="1"/>
          </p:cNvGraphicFramePr>
          <p:nvPr/>
        </p:nvGraphicFramePr>
        <p:xfrm>
          <a:off x="366713" y="2492375"/>
          <a:ext cx="3968750" cy="519113"/>
        </p:xfrm>
        <a:graphic>
          <a:graphicData uri="http://schemas.openxmlformats.org/presentationml/2006/ole">
            <mc:AlternateContent xmlns:mc="http://schemas.openxmlformats.org/markup-compatibility/2006">
              <mc:Choice xmlns:v="urn:schemas-microsoft-com:vml" Requires="v">
                <p:oleObj spid="_x0000_s33889" name="" r:id="rId9" imgW="1752600" imgH="228600" progId="Equation.DSMT4">
                  <p:embed/>
                </p:oleObj>
              </mc:Choice>
              <mc:Fallback>
                <p:oleObj name="" r:id="rId9" imgW="1752600" imgH="228600" progId="Equation.DSMT4">
                  <p:embed/>
                  <p:pic>
                    <p:nvPicPr>
                      <p:cNvPr id="0" name="图片 3390"/>
                      <p:cNvPicPr/>
                      <p:nvPr/>
                    </p:nvPicPr>
                    <p:blipFill>
                      <a:blip r:embed="rId10"/>
                      <a:stretch>
                        <a:fillRect/>
                      </a:stretch>
                    </p:blipFill>
                    <p:spPr>
                      <a:xfrm>
                        <a:off x="366713" y="2492375"/>
                        <a:ext cx="3968750" cy="519113"/>
                      </a:xfrm>
                      <a:prstGeom prst="rect">
                        <a:avLst/>
                      </a:prstGeom>
                      <a:noFill/>
                      <a:ln w="38100">
                        <a:noFill/>
                        <a:miter/>
                      </a:ln>
                    </p:spPr>
                  </p:pic>
                </p:oleObj>
              </mc:Fallback>
            </mc:AlternateContent>
          </a:graphicData>
        </a:graphic>
      </p:graphicFrame>
      <p:graphicFrame>
        <p:nvGraphicFramePr>
          <p:cNvPr id="37900" name="Object 12"/>
          <p:cNvGraphicFramePr>
            <a:graphicFrameLocks noChangeAspect="1"/>
          </p:cNvGraphicFramePr>
          <p:nvPr/>
        </p:nvGraphicFramePr>
        <p:xfrm>
          <a:off x="827088" y="3068638"/>
          <a:ext cx="5910262" cy="1057275"/>
        </p:xfrm>
        <a:graphic>
          <a:graphicData uri="http://schemas.openxmlformats.org/presentationml/2006/ole">
            <mc:AlternateContent xmlns:mc="http://schemas.openxmlformats.org/markup-compatibility/2006">
              <mc:Choice xmlns:v="urn:schemas-microsoft-com:vml" Requires="v">
                <p:oleObj spid="_x0000_s33890" name="" r:id="rId11" imgW="2628900" imgH="469900" progId="Equation.DSMT4">
                  <p:embed/>
                </p:oleObj>
              </mc:Choice>
              <mc:Fallback>
                <p:oleObj name="" r:id="rId11" imgW="2628900" imgH="469900" progId="Equation.DSMT4">
                  <p:embed/>
                  <p:pic>
                    <p:nvPicPr>
                      <p:cNvPr id="0" name="图片 3400"/>
                      <p:cNvPicPr/>
                      <p:nvPr/>
                    </p:nvPicPr>
                    <p:blipFill>
                      <a:blip r:embed="rId12"/>
                      <a:stretch>
                        <a:fillRect/>
                      </a:stretch>
                    </p:blipFill>
                    <p:spPr>
                      <a:xfrm>
                        <a:off x="827088" y="3068638"/>
                        <a:ext cx="5910262" cy="1057275"/>
                      </a:xfrm>
                      <a:prstGeom prst="rect">
                        <a:avLst/>
                      </a:prstGeom>
                      <a:noFill/>
                      <a:ln w="38100">
                        <a:noFill/>
                        <a:miter/>
                      </a:ln>
                    </p:spPr>
                  </p:pic>
                </p:oleObj>
              </mc:Fallback>
            </mc:AlternateContent>
          </a:graphicData>
        </a:graphic>
      </p:graphicFrame>
      <p:graphicFrame>
        <p:nvGraphicFramePr>
          <p:cNvPr id="37901" name="Object 13"/>
          <p:cNvGraphicFramePr>
            <a:graphicFrameLocks noChangeAspect="1"/>
          </p:cNvGraphicFramePr>
          <p:nvPr/>
        </p:nvGraphicFramePr>
        <p:xfrm>
          <a:off x="1143000" y="4267200"/>
          <a:ext cx="3505200" cy="512763"/>
        </p:xfrm>
        <a:graphic>
          <a:graphicData uri="http://schemas.openxmlformats.org/presentationml/2006/ole">
            <mc:AlternateContent xmlns:mc="http://schemas.openxmlformats.org/markup-compatibility/2006">
              <mc:Choice xmlns:v="urn:schemas-microsoft-com:vml" Requires="v">
                <p:oleObj spid="_x0000_s33891" name="" r:id="rId13" imgW="1803400" imgH="241300" progId="Equation.DSMT4">
                  <p:embed/>
                </p:oleObj>
              </mc:Choice>
              <mc:Fallback>
                <p:oleObj name="" r:id="rId13" imgW="1803400" imgH="241300" progId="Equation.DSMT4">
                  <p:embed/>
                  <p:pic>
                    <p:nvPicPr>
                      <p:cNvPr id="0" name="图片 3402"/>
                      <p:cNvPicPr/>
                      <p:nvPr/>
                    </p:nvPicPr>
                    <p:blipFill>
                      <a:blip r:embed="rId14"/>
                      <a:stretch>
                        <a:fillRect/>
                      </a:stretch>
                    </p:blipFill>
                    <p:spPr>
                      <a:xfrm>
                        <a:off x="1143000" y="4267200"/>
                        <a:ext cx="3505200" cy="512763"/>
                      </a:xfrm>
                      <a:prstGeom prst="rect">
                        <a:avLst/>
                      </a:prstGeom>
                      <a:noFill/>
                      <a:ln w="38100">
                        <a:noFill/>
                        <a:miter/>
                      </a:ln>
                    </p:spPr>
                  </p:pic>
                </p:oleObj>
              </mc:Fallback>
            </mc:AlternateContent>
          </a:graphicData>
        </a:graphic>
      </p:graphicFrame>
      <p:graphicFrame>
        <p:nvGraphicFramePr>
          <p:cNvPr id="37902" name="Object 14"/>
          <p:cNvGraphicFramePr>
            <a:graphicFrameLocks noChangeAspect="1"/>
          </p:cNvGraphicFramePr>
          <p:nvPr/>
        </p:nvGraphicFramePr>
        <p:xfrm>
          <a:off x="1924050" y="4786313"/>
          <a:ext cx="4303713" cy="514350"/>
        </p:xfrm>
        <a:graphic>
          <a:graphicData uri="http://schemas.openxmlformats.org/presentationml/2006/ole">
            <mc:AlternateContent xmlns:mc="http://schemas.openxmlformats.org/markup-compatibility/2006">
              <mc:Choice xmlns:v="urn:schemas-microsoft-com:vml" Requires="v">
                <p:oleObj spid="_x0000_s33892" name="" r:id="rId15" imgW="1905000" imgH="228600" progId="Equation.DSMT4">
                  <p:embed/>
                </p:oleObj>
              </mc:Choice>
              <mc:Fallback>
                <p:oleObj name="" r:id="rId15" imgW="1905000" imgH="228600" progId="Equation.DSMT4">
                  <p:embed/>
                  <p:pic>
                    <p:nvPicPr>
                      <p:cNvPr id="0" name="图片 3398"/>
                      <p:cNvPicPr/>
                      <p:nvPr/>
                    </p:nvPicPr>
                    <p:blipFill>
                      <a:blip r:embed="rId16"/>
                      <a:stretch>
                        <a:fillRect/>
                      </a:stretch>
                    </p:blipFill>
                    <p:spPr>
                      <a:xfrm>
                        <a:off x="1924050" y="4786313"/>
                        <a:ext cx="4303713" cy="514350"/>
                      </a:xfrm>
                      <a:prstGeom prst="rect">
                        <a:avLst/>
                      </a:prstGeom>
                      <a:noFill/>
                      <a:ln w="38100">
                        <a:noFill/>
                        <a:miter/>
                      </a:ln>
                    </p:spPr>
                  </p:pic>
                </p:oleObj>
              </mc:Fallback>
            </mc:AlternateContent>
          </a:graphicData>
        </a:graphic>
      </p:graphicFrame>
      <p:graphicFrame>
        <p:nvGraphicFramePr>
          <p:cNvPr id="37903" name="Object 15"/>
          <p:cNvGraphicFramePr>
            <a:graphicFrameLocks noChangeAspect="1"/>
          </p:cNvGraphicFramePr>
          <p:nvPr/>
        </p:nvGraphicFramePr>
        <p:xfrm>
          <a:off x="684213" y="5373688"/>
          <a:ext cx="6053137" cy="525462"/>
        </p:xfrm>
        <a:graphic>
          <a:graphicData uri="http://schemas.openxmlformats.org/presentationml/2006/ole">
            <mc:AlternateContent xmlns:mc="http://schemas.openxmlformats.org/markup-compatibility/2006">
              <mc:Choice xmlns:v="urn:schemas-microsoft-com:vml" Requires="v">
                <p:oleObj spid="_x0000_s33893" name="" r:id="rId17" imgW="2628900" imgH="228600" progId="Equation.DSMT4">
                  <p:embed/>
                </p:oleObj>
              </mc:Choice>
              <mc:Fallback>
                <p:oleObj name="" r:id="rId17" imgW="2628900" imgH="228600" progId="Equation.DSMT4">
                  <p:embed/>
                  <p:pic>
                    <p:nvPicPr>
                      <p:cNvPr id="0" name="图片 3395"/>
                      <p:cNvPicPr/>
                      <p:nvPr/>
                    </p:nvPicPr>
                    <p:blipFill>
                      <a:blip r:embed="rId18"/>
                      <a:stretch>
                        <a:fillRect/>
                      </a:stretch>
                    </p:blipFill>
                    <p:spPr>
                      <a:xfrm>
                        <a:off x="684213" y="5373688"/>
                        <a:ext cx="6053137" cy="52546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895"/>
                                        </p:tgtEl>
                                        <p:attrNameLst>
                                          <p:attrName>style.visibility</p:attrName>
                                        </p:attrNameLst>
                                      </p:cBhvr>
                                      <p:to>
                                        <p:strVal val="visible"/>
                                      </p:to>
                                    </p:set>
                                    <p:animEffect transition="in" filter="wipe(left)">
                                      <p:cBhvr>
                                        <p:cTn id="7" dur="500"/>
                                        <p:tgtEl>
                                          <p:spTgt spid="378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7896"/>
                                        </p:tgtEl>
                                        <p:attrNameLst>
                                          <p:attrName>style.visibility</p:attrName>
                                        </p:attrNameLst>
                                      </p:cBhvr>
                                      <p:to>
                                        <p:strVal val="visible"/>
                                      </p:to>
                                    </p:set>
                                    <p:animEffect transition="in" filter="wipe(left)">
                                      <p:cBhvr>
                                        <p:cTn id="12" dur="500"/>
                                        <p:tgtEl>
                                          <p:spTgt spid="3789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7897"/>
                                        </p:tgtEl>
                                        <p:attrNameLst>
                                          <p:attrName>style.visibility</p:attrName>
                                        </p:attrNameLst>
                                      </p:cBhvr>
                                      <p:to>
                                        <p:strVal val="visible"/>
                                      </p:to>
                                    </p:set>
                                    <p:animEffect transition="in" filter="wipe(left)">
                                      <p:cBhvr>
                                        <p:cTn id="17" dur="500"/>
                                        <p:tgtEl>
                                          <p:spTgt spid="378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7898"/>
                                        </p:tgtEl>
                                        <p:attrNameLst>
                                          <p:attrName>style.visibility</p:attrName>
                                        </p:attrNameLst>
                                      </p:cBhvr>
                                      <p:to>
                                        <p:strVal val="visible"/>
                                      </p:to>
                                    </p:set>
                                    <p:animEffect transition="in" filter="wipe(left)">
                                      <p:cBhvr>
                                        <p:cTn id="22" dur="500"/>
                                        <p:tgtEl>
                                          <p:spTgt spid="3789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7899"/>
                                        </p:tgtEl>
                                        <p:attrNameLst>
                                          <p:attrName>style.visibility</p:attrName>
                                        </p:attrNameLst>
                                      </p:cBhvr>
                                      <p:to>
                                        <p:strVal val="visible"/>
                                      </p:to>
                                    </p:set>
                                    <p:animEffect transition="in" filter="wipe(left)">
                                      <p:cBhvr>
                                        <p:cTn id="27" dur="500"/>
                                        <p:tgtEl>
                                          <p:spTgt spid="3789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7900"/>
                                        </p:tgtEl>
                                        <p:attrNameLst>
                                          <p:attrName>style.visibility</p:attrName>
                                        </p:attrNameLst>
                                      </p:cBhvr>
                                      <p:to>
                                        <p:strVal val="visible"/>
                                      </p:to>
                                    </p:set>
                                    <p:animEffect transition="in" filter="wipe(left)">
                                      <p:cBhvr>
                                        <p:cTn id="32" dur="500"/>
                                        <p:tgtEl>
                                          <p:spTgt spid="3790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7901"/>
                                        </p:tgtEl>
                                        <p:attrNameLst>
                                          <p:attrName>style.visibility</p:attrName>
                                        </p:attrNameLst>
                                      </p:cBhvr>
                                      <p:to>
                                        <p:strVal val="visible"/>
                                      </p:to>
                                    </p:set>
                                    <p:animEffect transition="in" filter="wipe(left)">
                                      <p:cBhvr>
                                        <p:cTn id="37" dur="500"/>
                                        <p:tgtEl>
                                          <p:spTgt spid="37901"/>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37902"/>
                                        </p:tgtEl>
                                        <p:attrNameLst>
                                          <p:attrName>style.visibility</p:attrName>
                                        </p:attrNameLst>
                                      </p:cBhvr>
                                      <p:to>
                                        <p:strVal val="visible"/>
                                      </p:to>
                                    </p:set>
                                    <p:animEffect transition="in" filter="wipe(left)">
                                      <p:cBhvr>
                                        <p:cTn id="41" dur="500"/>
                                        <p:tgtEl>
                                          <p:spTgt spid="3790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37903"/>
                                        </p:tgtEl>
                                        <p:attrNameLst>
                                          <p:attrName>style.visibility</p:attrName>
                                        </p:attrNameLst>
                                      </p:cBhvr>
                                      <p:to>
                                        <p:strVal val="visible"/>
                                      </p:to>
                                    </p:set>
                                    <p:animEffect transition="in" filter="wipe(left)">
                                      <p:cBhvr>
                                        <p:cTn id="46" dur="500"/>
                                        <p:tgtEl>
                                          <p:spTgt spid="379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6866"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12642" name="Object 2"/>
          <p:cNvGraphicFramePr>
            <a:graphicFrameLocks noChangeAspect="1"/>
          </p:cNvGraphicFramePr>
          <p:nvPr/>
        </p:nvGraphicFramePr>
        <p:xfrm>
          <a:off x="539750" y="101600"/>
          <a:ext cx="2808288" cy="519113"/>
        </p:xfrm>
        <a:graphic>
          <a:graphicData uri="http://schemas.openxmlformats.org/presentationml/2006/ole">
            <mc:AlternateContent xmlns:mc="http://schemas.openxmlformats.org/markup-compatibility/2006">
              <mc:Choice xmlns:v="urn:schemas-microsoft-com:vml" Requires="v">
                <p:oleObj spid="_x0000_s34879" name="" r:id="rId1" imgW="1167765" imgH="215900" progId="Equation.DSMT4">
                  <p:embed/>
                </p:oleObj>
              </mc:Choice>
              <mc:Fallback>
                <p:oleObj name="" r:id="rId1" imgW="1167765" imgH="215900" progId="Equation.DSMT4">
                  <p:embed/>
                  <p:pic>
                    <p:nvPicPr>
                      <p:cNvPr id="0" name="图片 3394"/>
                      <p:cNvPicPr/>
                      <p:nvPr/>
                    </p:nvPicPr>
                    <p:blipFill>
                      <a:blip r:embed="rId2"/>
                      <a:stretch>
                        <a:fillRect/>
                      </a:stretch>
                    </p:blipFill>
                    <p:spPr>
                      <a:xfrm>
                        <a:off x="539750" y="101600"/>
                        <a:ext cx="2808288" cy="519113"/>
                      </a:xfrm>
                      <a:prstGeom prst="rect">
                        <a:avLst/>
                      </a:prstGeom>
                      <a:noFill/>
                      <a:ln w="38100">
                        <a:noFill/>
                        <a:miter/>
                      </a:ln>
                    </p:spPr>
                  </p:pic>
                </p:oleObj>
              </mc:Fallback>
            </mc:AlternateContent>
          </a:graphicData>
        </a:graphic>
      </p:graphicFrame>
      <p:graphicFrame>
        <p:nvGraphicFramePr>
          <p:cNvPr id="112643" name="Object 3"/>
          <p:cNvGraphicFramePr>
            <a:graphicFrameLocks noChangeAspect="1"/>
          </p:cNvGraphicFramePr>
          <p:nvPr/>
        </p:nvGraphicFramePr>
        <p:xfrm>
          <a:off x="76200" y="692150"/>
          <a:ext cx="8888413" cy="558800"/>
        </p:xfrm>
        <a:graphic>
          <a:graphicData uri="http://schemas.openxmlformats.org/presentationml/2006/ole">
            <mc:AlternateContent xmlns:mc="http://schemas.openxmlformats.org/markup-compatibility/2006">
              <mc:Choice xmlns:v="urn:schemas-microsoft-com:vml" Requires="v">
                <p:oleObj spid="_x0000_s34880" name="" r:id="rId3" imgW="3632200" imgH="228600" progId="Equation.DSMT4">
                  <p:embed/>
                </p:oleObj>
              </mc:Choice>
              <mc:Fallback>
                <p:oleObj name="" r:id="rId3" imgW="3632200" imgH="228600" progId="Equation.DSMT4">
                  <p:embed/>
                  <p:pic>
                    <p:nvPicPr>
                      <p:cNvPr id="0" name="图片 3403"/>
                      <p:cNvPicPr/>
                      <p:nvPr/>
                    </p:nvPicPr>
                    <p:blipFill>
                      <a:blip r:embed="rId4"/>
                      <a:stretch>
                        <a:fillRect/>
                      </a:stretch>
                    </p:blipFill>
                    <p:spPr>
                      <a:xfrm>
                        <a:off x="76200" y="692150"/>
                        <a:ext cx="8888413" cy="558800"/>
                      </a:xfrm>
                      <a:prstGeom prst="rect">
                        <a:avLst/>
                      </a:prstGeom>
                      <a:noFill/>
                      <a:ln w="38100">
                        <a:noFill/>
                        <a:miter/>
                      </a:ln>
                    </p:spPr>
                  </p:pic>
                </p:oleObj>
              </mc:Fallback>
            </mc:AlternateContent>
          </a:graphicData>
        </a:graphic>
      </p:graphicFrame>
      <p:graphicFrame>
        <p:nvGraphicFramePr>
          <p:cNvPr id="112644" name="Object 4"/>
          <p:cNvGraphicFramePr>
            <a:graphicFrameLocks noChangeAspect="1"/>
          </p:cNvGraphicFramePr>
          <p:nvPr/>
        </p:nvGraphicFramePr>
        <p:xfrm>
          <a:off x="290513" y="1341438"/>
          <a:ext cx="8458200" cy="2063750"/>
        </p:xfrm>
        <a:graphic>
          <a:graphicData uri="http://schemas.openxmlformats.org/presentationml/2006/ole">
            <mc:AlternateContent xmlns:mc="http://schemas.openxmlformats.org/markup-compatibility/2006">
              <mc:Choice xmlns:v="urn:schemas-microsoft-com:vml" Requires="v">
                <p:oleObj spid="_x0000_s34881" name="" r:id="rId5" imgW="4699000" imgH="939800" progId="Equation.DSMT4">
                  <p:embed/>
                </p:oleObj>
              </mc:Choice>
              <mc:Fallback>
                <p:oleObj name="" r:id="rId5" imgW="4699000" imgH="939800" progId="Equation.DSMT4">
                  <p:embed/>
                  <p:pic>
                    <p:nvPicPr>
                      <p:cNvPr id="0" name="图片 3404"/>
                      <p:cNvPicPr/>
                      <p:nvPr/>
                    </p:nvPicPr>
                    <p:blipFill>
                      <a:blip r:embed="rId6"/>
                      <a:stretch>
                        <a:fillRect/>
                      </a:stretch>
                    </p:blipFill>
                    <p:spPr>
                      <a:xfrm>
                        <a:off x="290513" y="1341438"/>
                        <a:ext cx="8458200" cy="2063750"/>
                      </a:xfrm>
                      <a:prstGeom prst="rect">
                        <a:avLst/>
                      </a:prstGeom>
                      <a:noFill/>
                      <a:ln w="38100">
                        <a:noFill/>
                        <a:miter/>
                      </a:ln>
                    </p:spPr>
                  </p:pic>
                </p:oleObj>
              </mc:Fallback>
            </mc:AlternateContent>
          </a:graphicData>
        </a:graphic>
      </p:graphicFrame>
      <p:graphicFrame>
        <p:nvGraphicFramePr>
          <p:cNvPr id="112646" name="Object 6"/>
          <p:cNvGraphicFramePr>
            <a:graphicFrameLocks noChangeAspect="1"/>
          </p:cNvGraphicFramePr>
          <p:nvPr/>
        </p:nvGraphicFramePr>
        <p:xfrm>
          <a:off x="539750" y="3429000"/>
          <a:ext cx="1511300" cy="465138"/>
        </p:xfrm>
        <a:graphic>
          <a:graphicData uri="http://schemas.openxmlformats.org/presentationml/2006/ole">
            <mc:AlternateContent xmlns:mc="http://schemas.openxmlformats.org/markup-compatibility/2006">
              <mc:Choice xmlns:v="urn:schemas-microsoft-com:vml" Requires="v">
                <p:oleObj spid="_x0000_s34882" name="" r:id="rId7" imgW="660400" imgH="203200" progId="Equation.DSMT4">
                  <p:embed/>
                </p:oleObj>
              </mc:Choice>
              <mc:Fallback>
                <p:oleObj name="" r:id="rId7" imgW="660400" imgH="203200" progId="Equation.DSMT4">
                  <p:embed/>
                  <p:pic>
                    <p:nvPicPr>
                      <p:cNvPr id="0" name="图片 3399"/>
                      <p:cNvPicPr/>
                      <p:nvPr/>
                    </p:nvPicPr>
                    <p:blipFill>
                      <a:blip r:embed="rId8"/>
                      <a:stretch>
                        <a:fillRect/>
                      </a:stretch>
                    </p:blipFill>
                    <p:spPr>
                      <a:xfrm>
                        <a:off x="539750" y="3429000"/>
                        <a:ext cx="1511300" cy="465138"/>
                      </a:xfrm>
                      <a:prstGeom prst="rect">
                        <a:avLst/>
                      </a:prstGeom>
                      <a:noFill/>
                      <a:ln w="38100">
                        <a:noFill/>
                        <a:miter/>
                      </a:ln>
                    </p:spPr>
                  </p:pic>
                </p:oleObj>
              </mc:Fallback>
            </mc:AlternateContent>
          </a:graphicData>
        </a:graphic>
      </p:graphicFrame>
      <p:graphicFrame>
        <p:nvGraphicFramePr>
          <p:cNvPr id="112647" name="Object 7"/>
          <p:cNvGraphicFramePr>
            <a:graphicFrameLocks noChangeAspect="1"/>
          </p:cNvGraphicFramePr>
          <p:nvPr/>
        </p:nvGraphicFramePr>
        <p:xfrm>
          <a:off x="1619250" y="3932238"/>
          <a:ext cx="5992813" cy="595312"/>
        </p:xfrm>
        <a:graphic>
          <a:graphicData uri="http://schemas.openxmlformats.org/presentationml/2006/ole">
            <mc:AlternateContent xmlns:mc="http://schemas.openxmlformats.org/markup-compatibility/2006">
              <mc:Choice xmlns:v="urn:schemas-microsoft-com:vml" Requires="v">
                <p:oleObj spid="_x0000_s34883" name="" r:id="rId9" imgW="2425700" imgH="241300" progId="Equation.DSMT4">
                  <p:embed/>
                </p:oleObj>
              </mc:Choice>
              <mc:Fallback>
                <p:oleObj name="" r:id="rId9" imgW="2425700" imgH="241300" progId="Equation.DSMT4">
                  <p:embed/>
                  <p:pic>
                    <p:nvPicPr>
                      <p:cNvPr id="0" name="图片 3386"/>
                      <p:cNvPicPr/>
                      <p:nvPr/>
                    </p:nvPicPr>
                    <p:blipFill>
                      <a:blip r:embed="rId10"/>
                      <a:stretch>
                        <a:fillRect/>
                      </a:stretch>
                    </p:blipFill>
                    <p:spPr>
                      <a:xfrm>
                        <a:off x="1619250" y="3932238"/>
                        <a:ext cx="5992813" cy="595312"/>
                      </a:xfrm>
                      <a:prstGeom prst="rect">
                        <a:avLst/>
                      </a:prstGeom>
                      <a:noFill/>
                      <a:ln w="38100">
                        <a:noFill/>
                        <a:miter/>
                      </a:ln>
                    </p:spPr>
                  </p:pic>
                </p:oleObj>
              </mc:Fallback>
            </mc:AlternateContent>
          </a:graphicData>
        </a:graphic>
      </p:graphicFrame>
      <p:graphicFrame>
        <p:nvGraphicFramePr>
          <p:cNvPr id="112648" name="Object 8"/>
          <p:cNvGraphicFramePr>
            <a:graphicFrameLocks noChangeAspect="1"/>
          </p:cNvGraphicFramePr>
          <p:nvPr/>
        </p:nvGraphicFramePr>
        <p:xfrm>
          <a:off x="685800" y="4724400"/>
          <a:ext cx="6935788" cy="1038225"/>
        </p:xfrm>
        <a:graphic>
          <a:graphicData uri="http://schemas.openxmlformats.org/presentationml/2006/ole">
            <mc:AlternateContent xmlns:mc="http://schemas.openxmlformats.org/markup-compatibility/2006">
              <mc:Choice xmlns:v="urn:schemas-microsoft-com:vml" Requires="v">
                <p:oleObj spid="_x0000_s34884" name="" r:id="rId11" imgW="2971800" imgH="482600" progId="Equation.DSMT4">
                  <p:embed/>
                </p:oleObj>
              </mc:Choice>
              <mc:Fallback>
                <p:oleObj name="" r:id="rId11" imgW="2971800" imgH="482600" progId="Equation.DSMT4">
                  <p:embed/>
                  <p:pic>
                    <p:nvPicPr>
                      <p:cNvPr id="0" name="图片 3389"/>
                      <p:cNvPicPr/>
                      <p:nvPr/>
                    </p:nvPicPr>
                    <p:blipFill>
                      <a:blip r:embed="rId12"/>
                      <a:stretch>
                        <a:fillRect/>
                      </a:stretch>
                    </p:blipFill>
                    <p:spPr>
                      <a:xfrm>
                        <a:off x="685800" y="4724400"/>
                        <a:ext cx="6935788" cy="10382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2642"/>
                                        </p:tgtEl>
                                        <p:attrNameLst>
                                          <p:attrName>style.visibility</p:attrName>
                                        </p:attrNameLst>
                                      </p:cBhvr>
                                      <p:to>
                                        <p:strVal val="visible"/>
                                      </p:to>
                                    </p:set>
                                    <p:animEffect transition="in" filter="wipe(left)">
                                      <p:cBhvr>
                                        <p:cTn id="7" dur="500"/>
                                        <p:tgtEl>
                                          <p:spTgt spid="1126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2643"/>
                                        </p:tgtEl>
                                        <p:attrNameLst>
                                          <p:attrName>style.visibility</p:attrName>
                                        </p:attrNameLst>
                                      </p:cBhvr>
                                      <p:to>
                                        <p:strVal val="visible"/>
                                      </p:to>
                                    </p:set>
                                    <p:animEffect transition="in" filter="wipe(left)">
                                      <p:cBhvr>
                                        <p:cTn id="12" dur="500"/>
                                        <p:tgtEl>
                                          <p:spTgt spid="112643"/>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112644"/>
                                        </p:tgtEl>
                                        <p:attrNameLst>
                                          <p:attrName>style.visibility</p:attrName>
                                        </p:attrNameLst>
                                      </p:cBhvr>
                                      <p:to>
                                        <p:strVal val="visible"/>
                                      </p:to>
                                    </p:set>
                                    <p:anim calcmode="lin" valueType="num">
                                      <p:cBhvr>
                                        <p:cTn id="17" dur="500" fill="hold"/>
                                        <p:tgtEl>
                                          <p:spTgt spid="112644"/>
                                        </p:tgtEl>
                                        <p:attrNameLst>
                                          <p:attrName>ppt_w</p:attrName>
                                        </p:attrNameLst>
                                      </p:cBhvr>
                                      <p:tavLst>
                                        <p:tav tm="0">
                                          <p:val>
                                            <p:fltVal val="0"/>
                                          </p:val>
                                        </p:tav>
                                        <p:tav tm="100000">
                                          <p:val>
                                            <p:strVal val="#ppt_w"/>
                                          </p:val>
                                        </p:tav>
                                      </p:tavLst>
                                    </p:anim>
                                    <p:anim calcmode="lin" valueType="num">
                                      <p:cBhvr>
                                        <p:cTn id="18" dur="500" fill="hold"/>
                                        <p:tgtEl>
                                          <p:spTgt spid="112644"/>
                                        </p:tgtEl>
                                        <p:attrNameLst>
                                          <p:attrName>ppt_h</p:attrName>
                                        </p:attrNameLst>
                                      </p:cBhvr>
                                      <p:tavLst>
                                        <p:tav tm="0">
                                          <p:val>
                                            <p:fltVal val="0"/>
                                          </p:val>
                                        </p:tav>
                                        <p:tav tm="100000">
                                          <p:val>
                                            <p:strVal val="#ppt_h"/>
                                          </p:val>
                                        </p:tav>
                                      </p:tavLst>
                                    </p:anim>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112646"/>
                                        </p:tgtEl>
                                        <p:attrNameLst>
                                          <p:attrName>style.visibility</p:attrName>
                                        </p:attrNameLst>
                                      </p:cBhvr>
                                      <p:to>
                                        <p:strVal val="visible"/>
                                      </p:to>
                                    </p:set>
                                    <p:animEffect transition="in" filter="wipe(left)">
                                      <p:cBhvr>
                                        <p:cTn id="22" dur="500"/>
                                        <p:tgtEl>
                                          <p:spTgt spid="112646"/>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112647"/>
                                        </p:tgtEl>
                                        <p:attrNameLst>
                                          <p:attrName>style.visibility</p:attrName>
                                        </p:attrNameLst>
                                      </p:cBhvr>
                                      <p:to>
                                        <p:strVal val="visible"/>
                                      </p:to>
                                    </p:set>
                                    <p:animEffect transition="in" filter="wipe(left)">
                                      <p:cBhvr>
                                        <p:cTn id="26" dur="500"/>
                                        <p:tgtEl>
                                          <p:spTgt spid="112647"/>
                                        </p:tgtEl>
                                      </p:cBhvr>
                                    </p:animEffect>
                                  </p:childTnLst>
                                </p:cTn>
                              </p:par>
                            </p:childTnLst>
                          </p:cTn>
                        </p:par>
                        <p:par>
                          <p:cTn id="27" fill="hold">
                            <p:stCondLst>
                              <p:cond delay="1500"/>
                            </p:stCondLst>
                            <p:childTnLst>
                              <p:par>
                                <p:cTn id="28" presetID="22" presetClass="entr" presetSubtype="8" fill="hold" nodeType="afterEffect">
                                  <p:stCondLst>
                                    <p:cond delay="0"/>
                                  </p:stCondLst>
                                  <p:childTnLst>
                                    <p:set>
                                      <p:cBhvr>
                                        <p:cTn id="29" dur="1" fill="hold">
                                          <p:stCondLst>
                                            <p:cond delay="0"/>
                                          </p:stCondLst>
                                        </p:cTn>
                                        <p:tgtEl>
                                          <p:spTgt spid="112648"/>
                                        </p:tgtEl>
                                        <p:attrNameLst>
                                          <p:attrName>style.visibility</p:attrName>
                                        </p:attrNameLst>
                                      </p:cBhvr>
                                      <p:to>
                                        <p:strVal val="visible"/>
                                      </p:to>
                                    </p:set>
                                    <p:animEffect transition="in" filter="wipe(left)">
                                      <p:cBhvr>
                                        <p:cTn id="30" dur="500"/>
                                        <p:tgtEl>
                                          <p:spTgt spid="112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7890"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17760" name="Object 1024"/>
          <p:cNvGraphicFramePr>
            <a:graphicFrameLocks noChangeAspect="1"/>
          </p:cNvGraphicFramePr>
          <p:nvPr/>
        </p:nvGraphicFramePr>
        <p:xfrm>
          <a:off x="787400" y="765175"/>
          <a:ext cx="7010400" cy="573088"/>
        </p:xfrm>
        <a:graphic>
          <a:graphicData uri="http://schemas.openxmlformats.org/presentationml/2006/ole">
            <mc:AlternateContent xmlns:mc="http://schemas.openxmlformats.org/markup-compatibility/2006">
              <mc:Choice xmlns:v="urn:schemas-microsoft-com:vml" Requires="v">
                <p:oleObj spid="_x0000_s35893" name="" r:id="rId1" imgW="2806700" imgH="228600" progId="Equation.DSMT4">
                  <p:embed/>
                </p:oleObj>
              </mc:Choice>
              <mc:Fallback>
                <p:oleObj name="" r:id="rId1" imgW="2806700" imgH="228600" progId="Equation.DSMT4">
                  <p:embed/>
                  <p:pic>
                    <p:nvPicPr>
                      <p:cNvPr id="0" name="图片 3387"/>
                      <p:cNvPicPr/>
                      <p:nvPr/>
                    </p:nvPicPr>
                    <p:blipFill>
                      <a:blip r:embed="rId2"/>
                      <a:stretch>
                        <a:fillRect/>
                      </a:stretch>
                    </p:blipFill>
                    <p:spPr>
                      <a:xfrm>
                        <a:off x="787400" y="765175"/>
                        <a:ext cx="7010400" cy="573088"/>
                      </a:xfrm>
                      <a:prstGeom prst="rect">
                        <a:avLst/>
                      </a:prstGeom>
                      <a:noFill/>
                      <a:ln w="38100">
                        <a:noFill/>
                        <a:miter/>
                      </a:ln>
                    </p:spPr>
                  </p:pic>
                </p:oleObj>
              </mc:Fallback>
            </mc:AlternateContent>
          </a:graphicData>
        </a:graphic>
      </p:graphicFrame>
      <p:graphicFrame>
        <p:nvGraphicFramePr>
          <p:cNvPr id="117761" name="Object 1025"/>
          <p:cNvGraphicFramePr>
            <a:graphicFrameLocks noChangeAspect="1"/>
          </p:cNvGraphicFramePr>
          <p:nvPr/>
        </p:nvGraphicFramePr>
        <p:xfrm>
          <a:off x="1476375" y="1484313"/>
          <a:ext cx="5992813" cy="595312"/>
        </p:xfrm>
        <a:graphic>
          <a:graphicData uri="http://schemas.openxmlformats.org/presentationml/2006/ole">
            <mc:AlternateContent xmlns:mc="http://schemas.openxmlformats.org/markup-compatibility/2006">
              <mc:Choice xmlns:v="urn:schemas-microsoft-com:vml" Requires="v">
                <p:oleObj spid="_x0000_s35894" name="" r:id="rId3" imgW="2425700" imgH="241300" progId="Equation.DSMT4">
                  <p:embed/>
                </p:oleObj>
              </mc:Choice>
              <mc:Fallback>
                <p:oleObj name="" r:id="rId3" imgW="2425700" imgH="241300" progId="Equation.DSMT4">
                  <p:embed/>
                  <p:pic>
                    <p:nvPicPr>
                      <p:cNvPr id="0" name="图片 3388"/>
                      <p:cNvPicPr/>
                      <p:nvPr/>
                    </p:nvPicPr>
                    <p:blipFill>
                      <a:blip r:embed="rId4"/>
                      <a:stretch>
                        <a:fillRect/>
                      </a:stretch>
                    </p:blipFill>
                    <p:spPr>
                      <a:xfrm>
                        <a:off x="1476375" y="1484313"/>
                        <a:ext cx="5992813" cy="595312"/>
                      </a:xfrm>
                      <a:prstGeom prst="rect">
                        <a:avLst/>
                      </a:prstGeom>
                      <a:noFill/>
                      <a:ln w="38100">
                        <a:noFill/>
                        <a:miter/>
                      </a:ln>
                    </p:spPr>
                  </p:pic>
                </p:oleObj>
              </mc:Fallback>
            </mc:AlternateContent>
          </a:graphicData>
        </a:graphic>
      </p:graphicFrame>
      <p:graphicFrame>
        <p:nvGraphicFramePr>
          <p:cNvPr id="117762" name="Object 1026"/>
          <p:cNvGraphicFramePr>
            <a:graphicFrameLocks noChangeAspect="1"/>
          </p:cNvGraphicFramePr>
          <p:nvPr/>
        </p:nvGraphicFramePr>
        <p:xfrm>
          <a:off x="684213" y="2205038"/>
          <a:ext cx="6661150" cy="573087"/>
        </p:xfrm>
        <a:graphic>
          <a:graphicData uri="http://schemas.openxmlformats.org/presentationml/2006/ole">
            <mc:AlternateContent xmlns:mc="http://schemas.openxmlformats.org/markup-compatibility/2006">
              <mc:Choice xmlns:v="urn:schemas-microsoft-com:vml" Requires="v">
                <p:oleObj spid="_x0000_s35895" name="" r:id="rId5" imgW="2667000" imgH="228600" progId="Equation.DSMT4">
                  <p:embed/>
                </p:oleObj>
              </mc:Choice>
              <mc:Fallback>
                <p:oleObj name="" r:id="rId5" imgW="2667000" imgH="228600" progId="Equation.DSMT4">
                  <p:embed/>
                  <p:pic>
                    <p:nvPicPr>
                      <p:cNvPr id="0" name="图片 3391"/>
                      <p:cNvPicPr/>
                      <p:nvPr/>
                    </p:nvPicPr>
                    <p:blipFill>
                      <a:blip r:embed="rId6"/>
                      <a:stretch>
                        <a:fillRect/>
                      </a:stretch>
                    </p:blipFill>
                    <p:spPr>
                      <a:xfrm>
                        <a:off x="684213" y="2205038"/>
                        <a:ext cx="6661150" cy="573087"/>
                      </a:xfrm>
                      <a:prstGeom prst="rect">
                        <a:avLst/>
                      </a:prstGeom>
                      <a:noFill/>
                      <a:ln w="38100">
                        <a:noFill/>
                        <a:miter/>
                      </a:ln>
                    </p:spPr>
                  </p:pic>
                </p:oleObj>
              </mc:Fallback>
            </mc:AlternateContent>
          </a:graphicData>
        </a:graphic>
      </p:graphicFrame>
      <p:graphicFrame>
        <p:nvGraphicFramePr>
          <p:cNvPr id="117763" name="Object 1027"/>
          <p:cNvGraphicFramePr>
            <a:graphicFrameLocks noChangeAspect="1"/>
          </p:cNvGraphicFramePr>
          <p:nvPr/>
        </p:nvGraphicFramePr>
        <p:xfrm>
          <a:off x="3132138" y="3573463"/>
          <a:ext cx="2376487" cy="587375"/>
        </p:xfrm>
        <a:graphic>
          <a:graphicData uri="http://schemas.openxmlformats.org/presentationml/2006/ole">
            <mc:AlternateContent xmlns:mc="http://schemas.openxmlformats.org/markup-compatibility/2006">
              <mc:Choice xmlns:v="urn:schemas-microsoft-com:vml" Requires="v">
                <p:oleObj spid="_x0000_s35896" name="" r:id="rId7" imgW="927100" imgH="228600" progId="Equation.DSMT4">
                  <p:embed/>
                </p:oleObj>
              </mc:Choice>
              <mc:Fallback>
                <p:oleObj name="" r:id="rId7" imgW="927100" imgH="228600" progId="Equation.DSMT4">
                  <p:embed/>
                  <p:pic>
                    <p:nvPicPr>
                      <p:cNvPr id="0" name="图片 3401"/>
                      <p:cNvPicPr/>
                      <p:nvPr/>
                    </p:nvPicPr>
                    <p:blipFill>
                      <a:blip r:embed="rId8"/>
                      <a:stretch>
                        <a:fillRect/>
                      </a:stretch>
                    </p:blipFill>
                    <p:spPr>
                      <a:xfrm>
                        <a:off x="3132138" y="3573463"/>
                        <a:ext cx="2376487" cy="587375"/>
                      </a:xfrm>
                      <a:prstGeom prst="rect">
                        <a:avLst/>
                      </a:prstGeom>
                      <a:noFill/>
                      <a:ln w="38100">
                        <a:noFill/>
                        <a:miter/>
                      </a:ln>
                    </p:spPr>
                  </p:pic>
                </p:oleObj>
              </mc:Fallback>
            </mc:AlternateContent>
          </a:graphicData>
        </a:graphic>
      </p:graphicFrame>
      <p:graphicFrame>
        <p:nvGraphicFramePr>
          <p:cNvPr id="117764" name="Object 1028"/>
          <p:cNvGraphicFramePr>
            <a:graphicFrameLocks noChangeAspect="1"/>
          </p:cNvGraphicFramePr>
          <p:nvPr/>
        </p:nvGraphicFramePr>
        <p:xfrm>
          <a:off x="762000" y="2971800"/>
          <a:ext cx="5306060" cy="529590"/>
        </p:xfrm>
        <a:graphic>
          <a:graphicData uri="http://schemas.openxmlformats.org/presentationml/2006/ole">
            <mc:AlternateContent xmlns:mc="http://schemas.openxmlformats.org/markup-compatibility/2006">
              <mc:Choice xmlns:v="urn:schemas-microsoft-com:vml" Requires="v">
                <p:oleObj spid="_x0000_s35897" name="" r:id="rId9" imgW="2171700" imgH="215900" progId="Equation.DSMT4">
                  <p:embed/>
                </p:oleObj>
              </mc:Choice>
              <mc:Fallback>
                <p:oleObj name="" r:id="rId9" imgW="2171700" imgH="215900" progId="Equation.DSMT4">
                  <p:embed/>
                  <p:pic>
                    <p:nvPicPr>
                      <p:cNvPr id="0" name="图片 3392"/>
                      <p:cNvPicPr/>
                      <p:nvPr/>
                    </p:nvPicPr>
                    <p:blipFill>
                      <a:blip r:embed="rId10"/>
                      <a:stretch>
                        <a:fillRect/>
                      </a:stretch>
                    </p:blipFill>
                    <p:spPr>
                      <a:xfrm>
                        <a:off x="762000" y="2971800"/>
                        <a:ext cx="5306060" cy="52959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7760"/>
                                        </p:tgtEl>
                                        <p:attrNameLst>
                                          <p:attrName>style.visibility</p:attrName>
                                        </p:attrNameLst>
                                      </p:cBhvr>
                                      <p:to>
                                        <p:strVal val="visible"/>
                                      </p:to>
                                    </p:set>
                                    <p:animEffect transition="in" filter="wipe(left)">
                                      <p:cBhvr>
                                        <p:cTn id="7" dur="500"/>
                                        <p:tgtEl>
                                          <p:spTgt spid="1177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7761"/>
                                        </p:tgtEl>
                                        <p:attrNameLst>
                                          <p:attrName>style.visibility</p:attrName>
                                        </p:attrNameLst>
                                      </p:cBhvr>
                                      <p:to>
                                        <p:strVal val="visible"/>
                                      </p:to>
                                    </p:set>
                                    <p:animEffect transition="in" filter="wipe(left)">
                                      <p:cBhvr>
                                        <p:cTn id="12" dur="500"/>
                                        <p:tgtEl>
                                          <p:spTgt spid="117761"/>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17762"/>
                                        </p:tgtEl>
                                        <p:attrNameLst>
                                          <p:attrName>style.visibility</p:attrName>
                                        </p:attrNameLst>
                                      </p:cBhvr>
                                      <p:to>
                                        <p:strVal val="visible"/>
                                      </p:to>
                                    </p:set>
                                    <p:animEffect transition="in" filter="wipe(left)">
                                      <p:cBhvr>
                                        <p:cTn id="16" dur="500"/>
                                        <p:tgtEl>
                                          <p:spTgt spid="11776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17764"/>
                                        </p:tgtEl>
                                        <p:attrNameLst>
                                          <p:attrName>style.visibility</p:attrName>
                                        </p:attrNameLst>
                                      </p:cBhvr>
                                      <p:to>
                                        <p:strVal val="visible"/>
                                      </p:to>
                                    </p:set>
                                    <p:animEffect transition="in" filter="wipe(left)">
                                      <p:cBhvr>
                                        <p:cTn id="21" dur="500"/>
                                        <p:tgtEl>
                                          <p:spTgt spid="117764"/>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117763"/>
                                        </p:tgtEl>
                                        <p:attrNameLst>
                                          <p:attrName>style.visibility</p:attrName>
                                        </p:attrNameLst>
                                      </p:cBhvr>
                                      <p:to>
                                        <p:strVal val="visible"/>
                                      </p:to>
                                    </p:set>
                                    <p:animEffect transition="in" filter="wipe(left)">
                                      <p:cBhvr>
                                        <p:cTn id="25" dur="500"/>
                                        <p:tgtEl>
                                          <p:spTgt spid="117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8914"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13668" name="Object 4"/>
          <p:cNvGraphicFramePr>
            <a:graphicFrameLocks noChangeAspect="1"/>
          </p:cNvGraphicFramePr>
          <p:nvPr/>
        </p:nvGraphicFramePr>
        <p:xfrm>
          <a:off x="390525" y="157163"/>
          <a:ext cx="7762875" cy="6091237"/>
        </p:xfrm>
        <a:graphic>
          <a:graphicData uri="http://schemas.openxmlformats.org/presentationml/2006/ole">
            <mc:AlternateContent xmlns:mc="http://schemas.openxmlformats.org/markup-compatibility/2006">
              <mc:Choice xmlns:v="urn:schemas-microsoft-com:vml" Requires="v">
                <p:oleObj spid="_x0000_s36877" name="" r:id="rId1" imgW="3416300" imgH="2870200" progId="Equation.DSMT4">
                  <p:embed/>
                </p:oleObj>
              </mc:Choice>
              <mc:Fallback>
                <p:oleObj name="" r:id="rId1" imgW="3416300" imgH="2870200" progId="Equation.DSMT4">
                  <p:embed/>
                  <p:pic>
                    <p:nvPicPr>
                      <p:cNvPr id="0" name="图片 3406"/>
                      <p:cNvPicPr/>
                      <p:nvPr/>
                    </p:nvPicPr>
                    <p:blipFill>
                      <a:blip r:embed="rId2"/>
                      <a:stretch>
                        <a:fillRect/>
                      </a:stretch>
                    </p:blipFill>
                    <p:spPr>
                      <a:xfrm>
                        <a:off x="390525" y="157163"/>
                        <a:ext cx="7762875" cy="609123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13668"/>
                                        </p:tgtEl>
                                        <p:attrNameLst>
                                          <p:attrName>style.visibility</p:attrName>
                                        </p:attrNameLst>
                                      </p:cBhvr>
                                      <p:to>
                                        <p:strVal val="visible"/>
                                      </p:to>
                                    </p:set>
                                    <p:anim calcmode="lin" valueType="num">
                                      <p:cBhvr>
                                        <p:cTn id="7" dur="500" fill="hold"/>
                                        <p:tgtEl>
                                          <p:spTgt spid="113668"/>
                                        </p:tgtEl>
                                        <p:attrNameLst>
                                          <p:attrName>ppt_w</p:attrName>
                                        </p:attrNameLst>
                                      </p:cBhvr>
                                      <p:tavLst>
                                        <p:tav tm="0">
                                          <p:val>
                                            <p:fltVal val="0"/>
                                          </p:val>
                                        </p:tav>
                                        <p:tav tm="100000">
                                          <p:val>
                                            <p:strVal val="#ppt_w"/>
                                          </p:val>
                                        </p:tav>
                                      </p:tavLst>
                                    </p:anim>
                                    <p:anim calcmode="lin" valueType="num">
                                      <p:cBhvr>
                                        <p:cTn id="8" dur="500" fill="hold"/>
                                        <p:tgtEl>
                                          <p:spTgt spid="11366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9938" name="TextBox 3"/>
          <p:cNvSpPr txBox="1"/>
          <p:nvPr/>
        </p:nvSpPr>
        <p:spPr>
          <a:xfrm>
            <a:off x="468313" y="233363"/>
            <a:ext cx="3143250" cy="4619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solidFill>
                  <a:srgbClr val="00B0F0"/>
                </a:solidFill>
                <a:latin typeface="Times New Roman" panose="02020603050405020304" pitchFamily="18" charset="0"/>
                <a:ea typeface="仿宋" panose="02010609060101010101" pitchFamily="49" charset="-122"/>
              </a:rPr>
              <a:t>例</a:t>
            </a:r>
            <a:r>
              <a:rPr lang="en-US" altLang="zh-CN" sz="2400" b="1" dirty="0">
                <a:solidFill>
                  <a:srgbClr val="00B0F0"/>
                </a:solidFill>
                <a:latin typeface="Times New Roman" panose="02020603050405020304" pitchFamily="18" charset="0"/>
                <a:ea typeface="仿宋" panose="02010609060101010101" pitchFamily="49" charset="-122"/>
              </a:rPr>
              <a:t>3.1.4 </a:t>
            </a:r>
            <a:r>
              <a:rPr lang="zh-CN" altLang="en-US" sz="2400" b="1" dirty="0">
                <a:latin typeface="Times New Roman" panose="02020603050405020304" pitchFamily="18" charset="0"/>
                <a:ea typeface="仿宋" panose="02010609060101010101" pitchFamily="49" charset="-122"/>
              </a:rPr>
              <a:t>求解同余方程：</a:t>
            </a:r>
            <a:endParaRPr lang="zh-CN" altLang="en-US" sz="2400" b="1" dirty="0">
              <a:latin typeface="Times New Roman" panose="02020603050405020304" pitchFamily="18" charset="0"/>
              <a:ea typeface="仿宋" panose="02010609060101010101" pitchFamily="49" charset="-122"/>
            </a:endParaRPr>
          </a:p>
        </p:txBody>
      </p:sp>
      <p:sp>
        <p:nvSpPr>
          <p:cNvPr id="53251" name="TextBox 4"/>
          <p:cNvSpPr txBox="1"/>
          <p:nvPr/>
        </p:nvSpPr>
        <p:spPr>
          <a:xfrm>
            <a:off x="522288" y="654050"/>
            <a:ext cx="8304212" cy="8318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ea typeface="仿宋" panose="02010609060101010101" pitchFamily="49" charset="-122"/>
              </a:rPr>
              <a:t>解：由于                            ，所以原同余方程与下列同余方程组同解：</a:t>
            </a:r>
            <a:endParaRPr lang="zh-CN" altLang="en-US" sz="2400" b="1" dirty="0">
              <a:latin typeface="Times New Roman" panose="02020603050405020304" pitchFamily="18" charset="0"/>
              <a:ea typeface="仿宋" panose="02010609060101010101" pitchFamily="49" charset="-122"/>
            </a:endParaRPr>
          </a:p>
        </p:txBody>
      </p:sp>
      <p:sp>
        <p:nvSpPr>
          <p:cNvPr id="39940" name="Rectangle 2"/>
          <p:cNvSpPr/>
          <p:nvPr/>
        </p:nvSpPr>
        <p:spPr>
          <a:xfrm>
            <a:off x="0" y="-184150"/>
            <a:ext cx="1841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39941" name="Rectangle 4"/>
          <p:cNvSpPr/>
          <p:nvPr/>
        </p:nvSpPr>
        <p:spPr>
          <a:xfrm>
            <a:off x="0" y="-184150"/>
            <a:ext cx="1841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39942" name="Rectangle 6"/>
          <p:cNvSpPr/>
          <p:nvPr/>
        </p:nvSpPr>
        <p:spPr>
          <a:xfrm>
            <a:off x="0" y="-184150"/>
            <a:ext cx="1841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12" name="右箭头 11"/>
          <p:cNvSpPr/>
          <p:nvPr/>
        </p:nvSpPr>
        <p:spPr>
          <a:xfrm>
            <a:off x="2743200" y="2117725"/>
            <a:ext cx="642938"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3" name="右箭头 12"/>
          <p:cNvSpPr/>
          <p:nvPr/>
        </p:nvSpPr>
        <p:spPr>
          <a:xfrm>
            <a:off x="5834063" y="2200275"/>
            <a:ext cx="642938"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53260" name="TextBox 13"/>
          <p:cNvSpPr txBox="1"/>
          <p:nvPr/>
        </p:nvSpPr>
        <p:spPr>
          <a:xfrm>
            <a:off x="522288" y="2952750"/>
            <a:ext cx="7500937"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仿宋" panose="02010609060101010101" pitchFamily="49" charset="-122"/>
                <a:ea typeface="仿宋" panose="02010609060101010101" pitchFamily="49" charset="-122"/>
              </a:rPr>
              <a:t>根据中国剩余定理，令        ，</a:t>
            </a:r>
            <a:endParaRPr lang="zh-CN" altLang="en-US" sz="2400" b="1" dirty="0">
              <a:latin typeface="仿宋" panose="02010609060101010101" pitchFamily="49" charset="-122"/>
              <a:ea typeface="仿宋" panose="02010609060101010101" pitchFamily="49" charset="-122"/>
            </a:endParaRPr>
          </a:p>
        </p:txBody>
      </p:sp>
      <p:sp>
        <p:nvSpPr>
          <p:cNvPr id="39946" name="Rectangle 8"/>
          <p:cNvSpPr/>
          <p:nvPr/>
        </p:nvSpPr>
        <p:spPr>
          <a:xfrm>
            <a:off x="0" y="-184150"/>
            <a:ext cx="1841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39947" name="Rectangle 10"/>
          <p:cNvSpPr/>
          <p:nvPr/>
        </p:nvSpPr>
        <p:spPr>
          <a:xfrm>
            <a:off x="0" y="-184150"/>
            <a:ext cx="1841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39948" name="Rectangle 12"/>
          <p:cNvSpPr/>
          <p:nvPr/>
        </p:nvSpPr>
        <p:spPr>
          <a:xfrm>
            <a:off x="0" y="-184150"/>
            <a:ext cx="1841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39949"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graphicFrame>
        <p:nvGraphicFramePr>
          <p:cNvPr id="39950" name="对象 1"/>
          <p:cNvGraphicFramePr>
            <a:graphicFrameLocks noChangeAspect="1"/>
          </p:cNvGraphicFramePr>
          <p:nvPr/>
        </p:nvGraphicFramePr>
        <p:xfrm>
          <a:off x="3640138" y="255588"/>
          <a:ext cx="2913062" cy="430212"/>
        </p:xfrm>
        <a:graphic>
          <a:graphicData uri="http://schemas.openxmlformats.org/presentationml/2006/ole">
            <mc:AlternateContent xmlns:mc="http://schemas.openxmlformats.org/markup-compatibility/2006">
              <mc:Choice xmlns:v="urn:schemas-microsoft-com:vml" Requires="v">
                <p:oleObj spid="_x0000_s37921" name="" r:id="rId1" imgW="1231265" imgH="203200" progId="Equation.DSMT4">
                  <p:embed/>
                </p:oleObj>
              </mc:Choice>
              <mc:Fallback>
                <p:oleObj name="" r:id="rId1" imgW="1231265" imgH="203200" progId="Equation.DSMT4">
                  <p:embed/>
                  <p:pic>
                    <p:nvPicPr>
                      <p:cNvPr id="0" name="图片 3407"/>
                      <p:cNvPicPr/>
                      <p:nvPr/>
                    </p:nvPicPr>
                    <p:blipFill>
                      <a:blip r:embed="rId2"/>
                      <a:stretch>
                        <a:fillRect/>
                      </a:stretch>
                    </p:blipFill>
                    <p:spPr>
                      <a:xfrm>
                        <a:off x="3640138" y="255588"/>
                        <a:ext cx="2913062" cy="430212"/>
                      </a:xfrm>
                      <a:prstGeom prst="rect">
                        <a:avLst/>
                      </a:prstGeom>
                      <a:noFill/>
                      <a:ln w="38100">
                        <a:noFill/>
                        <a:miter/>
                      </a:ln>
                    </p:spPr>
                  </p:pic>
                </p:oleObj>
              </mc:Fallback>
            </mc:AlternateContent>
          </a:graphicData>
        </a:graphic>
      </p:graphicFrame>
      <p:graphicFrame>
        <p:nvGraphicFramePr>
          <p:cNvPr id="10" name="对象 9"/>
          <p:cNvGraphicFramePr>
            <a:graphicFrameLocks noChangeAspect="1"/>
          </p:cNvGraphicFramePr>
          <p:nvPr/>
        </p:nvGraphicFramePr>
        <p:xfrm>
          <a:off x="1935163" y="754063"/>
          <a:ext cx="1951037" cy="376237"/>
        </p:xfrm>
        <a:graphic>
          <a:graphicData uri="http://schemas.openxmlformats.org/presentationml/2006/ole">
            <mc:AlternateContent xmlns:mc="http://schemas.openxmlformats.org/markup-compatibility/2006">
              <mc:Choice xmlns:v="urn:schemas-microsoft-com:vml" Requires="v">
                <p:oleObj spid="_x0000_s37922" name="" r:id="rId3" imgW="824865" imgH="177800" progId="Equation.DSMT4">
                  <p:embed/>
                </p:oleObj>
              </mc:Choice>
              <mc:Fallback>
                <p:oleObj name="" r:id="rId3" imgW="824865" imgH="177800" progId="Equation.DSMT4">
                  <p:embed/>
                  <p:pic>
                    <p:nvPicPr>
                      <p:cNvPr id="0" name="图片 3405"/>
                      <p:cNvPicPr/>
                      <p:nvPr/>
                    </p:nvPicPr>
                    <p:blipFill>
                      <a:blip r:embed="rId4"/>
                      <a:stretch>
                        <a:fillRect/>
                      </a:stretch>
                    </p:blipFill>
                    <p:spPr>
                      <a:xfrm>
                        <a:off x="1935163" y="754063"/>
                        <a:ext cx="1951037" cy="376237"/>
                      </a:xfrm>
                      <a:prstGeom prst="rect">
                        <a:avLst/>
                      </a:prstGeom>
                      <a:noFill/>
                      <a:ln w="38100">
                        <a:noFill/>
                        <a:miter/>
                      </a:ln>
                    </p:spPr>
                  </p:pic>
                </p:oleObj>
              </mc:Fallback>
            </mc:AlternateContent>
          </a:graphicData>
        </a:graphic>
      </p:graphicFrame>
      <p:pic>
        <p:nvPicPr>
          <p:cNvPr id="39969" name="Picture 33"/>
          <p:cNvPicPr>
            <a:picLocks noChangeAspect="1"/>
          </p:cNvPicPr>
          <p:nvPr/>
        </p:nvPicPr>
        <p:blipFill>
          <a:blip r:embed="rId5"/>
          <a:srcRect r="1146"/>
          <a:stretch>
            <a:fillRect/>
          </a:stretch>
        </p:blipFill>
        <p:spPr>
          <a:xfrm>
            <a:off x="381000" y="1600200"/>
            <a:ext cx="2362200" cy="1271588"/>
          </a:xfrm>
          <a:prstGeom prst="rect">
            <a:avLst/>
          </a:prstGeom>
          <a:noFill/>
          <a:ln w="9525">
            <a:noFill/>
          </a:ln>
        </p:spPr>
      </p:pic>
      <p:pic>
        <p:nvPicPr>
          <p:cNvPr id="39970" name="Picture 34"/>
          <p:cNvPicPr>
            <a:picLocks noChangeAspect="1"/>
          </p:cNvPicPr>
          <p:nvPr/>
        </p:nvPicPr>
        <p:blipFill>
          <a:blip r:embed="rId6"/>
          <a:stretch>
            <a:fillRect/>
          </a:stretch>
        </p:blipFill>
        <p:spPr>
          <a:xfrm>
            <a:off x="3429000" y="1600200"/>
            <a:ext cx="2270125" cy="1195388"/>
          </a:xfrm>
          <a:prstGeom prst="rect">
            <a:avLst/>
          </a:prstGeom>
          <a:noFill/>
          <a:ln w="9525">
            <a:noFill/>
          </a:ln>
        </p:spPr>
      </p:pic>
      <p:pic>
        <p:nvPicPr>
          <p:cNvPr id="39971" name="Picture 35"/>
          <p:cNvPicPr>
            <a:picLocks noChangeAspect="1"/>
          </p:cNvPicPr>
          <p:nvPr/>
        </p:nvPicPr>
        <p:blipFill>
          <a:blip r:embed="rId7"/>
          <a:stretch>
            <a:fillRect/>
          </a:stretch>
        </p:blipFill>
        <p:spPr>
          <a:xfrm>
            <a:off x="6477000" y="1600200"/>
            <a:ext cx="2365375" cy="1271588"/>
          </a:xfrm>
          <a:prstGeom prst="rect">
            <a:avLst/>
          </a:prstGeom>
          <a:noFill/>
          <a:ln w="9525">
            <a:noFill/>
          </a:ln>
        </p:spPr>
      </p:pic>
      <p:graphicFrame>
        <p:nvGraphicFramePr>
          <p:cNvPr id="11" name="对象 10"/>
          <p:cNvGraphicFramePr>
            <a:graphicFrameLocks noChangeAspect="1"/>
          </p:cNvGraphicFramePr>
          <p:nvPr/>
        </p:nvGraphicFramePr>
        <p:xfrm>
          <a:off x="3662363" y="3022600"/>
          <a:ext cx="1290637" cy="376238"/>
        </p:xfrm>
        <a:graphic>
          <a:graphicData uri="http://schemas.openxmlformats.org/presentationml/2006/ole">
            <mc:AlternateContent xmlns:mc="http://schemas.openxmlformats.org/markup-compatibility/2006">
              <mc:Choice xmlns:v="urn:schemas-microsoft-com:vml" Requires="v">
                <p:oleObj spid="_x0000_s37923" name="" r:id="rId8" imgW="545465" imgH="177800" progId="Equation.DSMT4">
                  <p:embed/>
                </p:oleObj>
              </mc:Choice>
              <mc:Fallback>
                <p:oleObj name="" r:id="rId8" imgW="545465" imgH="177800" progId="Equation.DSMT4">
                  <p:embed/>
                  <p:pic>
                    <p:nvPicPr>
                      <p:cNvPr id="0" name="图片 3408"/>
                      <p:cNvPicPr/>
                      <p:nvPr/>
                    </p:nvPicPr>
                    <p:blipFill>
                      <a:blip r:embed="rId9"/>
                      <a:stretch>
                        <a:fillRect/>
                      </a:stretch>
                    </p:blipFill>
                    <p:spPr>
                      <a:xfrm>
                        <a:off x="3662363" y="3022600"/>
                        <a:ext cx="1290637" cy="376238"/>
                      </a:xfrm>
                      <a:prstGeom prst="rect">
                        <a:avLst/>
                      </a:prstGeom>
                      <a:noFill/>
                      <a:ln w="38100">
                        <a:noFill/>
                        <a:miter/>
                      </a:ln>
                    </p:spPr>
                  </p:pic>
                </p:oleObj>
              </mc:Fallback>
            </mc:AlternateContent>
          </a:graphicData>
        </a:graphic>
      </p:graphicFrame>
      <p:pic>
        <p:nvPicPr>
          <p:cNvPr id="39979" name="Picture 43"/>
          <p:cNvPicPr>
            <a:picLocks noChangeAspect="1"/>
          </p:cNvPicPr>
          <p:nvPr/>
        </p:nvPicPr>
        <p:blipFill>
          <a:blip r:embed="rId10"/>
          <a:stretch>
            <a:fillRect/>
          </a:stretch>
        </p:blipFill>
        <p:spPr>
          <a:xfrm>
            <a:off x="1543050" y="3505200"/>
            <a:ext cx="3952875" cy="1066800"/>
          </a:xfrm>
          <a:prstGeom prst="rect">
            <a:avLst/>
          </a:prstGeom>
          <a:noFill/>
          <a:ln w="9525">
            <a:noFill/>
          </a:ln>
        </p:spPr>
      </p:pic>
      <p:pic>
        <p:nvPicPr>
          <p:cNvPr id="39980" name="Picture 44"/>
          <p:cNvPicPr>
            <a:picLocks noChangeAspect="1"/>
          </p:cNvPicPr>
          <p:nvPr/>
        </p:nvPicPr>
        <p:blipFill>
          <a:blip r:embed="rId11"/>
          <a:stretch>
            <a:fillRect/>
          </a:stretch>
        </p:blipFill>
        <p:spPr>
          <a:xfrm>
            <a:off x="1130300" y="4752975"/>
            <a:ext cx="6069013" cy="11906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1"/>
                                        </p:tgtEl>
                                        <p:attrNameLst>
                                          <p:attrName>style.visibility</p:attrName>
                                        </p:attrNameLst>
                                      </p:cBhvr>
                                      <p:to>
                                        <p:strVal val="visible"/>
                                      </p:to>
                                    </p:set>
                                    <p:anim calcmode="lin" valueType="num">
                                      <p:cBhvr additive="base">
                                        <p:cTn id="7" dur="500" fill="hold"/>
                                        <p:tgtEl>
                                          <p:spTgt spid="53251"/>
                                        </p:tgtEl>
                                        <p:attrNameLst>
                                          <p:attrName>ppt_x</p:attrName>
                                        </p:attrNameLst>
                                      </p:cBhvr>
                                      <p:tavLst>
                                        <p:tav tm="0">
                                          <p:val>
                                            <p:strVal val="#ppt_x"/>
                                          </p:val>
                                        </p:tav>
                                        <p:tav tm="100000">
                                          <p:val>
                                            <p:strVal val="#ppt_x"/>
                                          </p:val>
                                        </p:tav>
                                      </p:tavLst>
                                    </p:anim>
                                    <p:anim calcmode="lin" valueType="num">
                                      <p:cBhvr additive="base">
                                        <p:cTn id="8" dur="500" fill="hold"/>
                                        <p:tgtEl>
                                          <p:spTgt spid="5325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9969"/>
                                        </p:tgtEl>
                                        <p:attrNameLst>
                                          <p:attrName>style.visibility</p:attrName>
                                        </p:attrNameLst>
                                      </p:cBhvr>
                                      <p:to>
                                        <p:strVal val="visible"/>
                                      </p:to>
                                    </p:set>
                                    <p:anim calcmode="lin" valueType="num">
                                      <p:cBhvr additive="base">
                                        <p:cTn id="17" dur="500" fill="hold"/>
                                        <p:tgtEl>
                                          <p:spTgt spid="39969"/>
                                        </p:tgtEl>
                                        <p:attrNameLst>
                                          <p:attrName>ppt_x</p:attrName>
                                        </p:attrNameLst>
                                      </p:cBhvr>
                                      <p:tavLst>
                                        <p:tav tm="0">
                                          <p:val>
                                            <p:strVal val="#ppt_x"/>
                                          </p:val>
                                        </p:tav>
                                        <p:tav tm="100000">
                                          <p:val>
                                            <p:strVal val="#ppt_x"/>
                                          </p:val>
                                        </p:tav>
                                      </p:tavLst>
                                    </p:anim>
                                    <p:anim calcmode="lin" valueType="num">
                                      <p:cBhvr additive="base">
                                        <p:cTn id="18" dur="500" fill="hold"/>
                                        <p:tgtEl>
                                          <p:spTgt spid="3996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9970"/>
                                        </p:tgtEl>
                                        <p:attrNameLst>
                                          <p:attrName>style.visibility</p:attrName>
                                        </p:attrNameLst>
                                      </p:cBhvr>
                                      <p:to>
                                        <p:strVal val="visible"/>
                                      </p:to>
                                    </p:set>
                                    <p:anim calcmode="lin" valueType="num">
                                      <p:cBhvr additive="base">
                                        <p:cTn id="27" dur="500" fill="hold"/>
                                        <p:tgtEl>
                                          <p:spTgt spid="39970"/>
                                        </p:tgtEl>
                                        <p:attrNameLst>
                                          <p:attrName>ppt_x</p:attrName>
                                        </p:attrNameLst>
                                      </p:cBhvr>
                                      <p:tavLst>
                                        <p:tav tm="0">
                                          <p:val>
                                            <p:strVal val="#ppt_x"/>
                                          </p:val>
                                        </p:tav>
                                        <p:tav tm="100000">
                                          <p:val>
                                            <p:strVal val="#ppt_x"/>
                                          </p:val>
                                        </p:tav>
                                      </p:tavLst>
                                    </p:anim>
                                    <p:anim calcmode="lin" valueType="num">
                                      <p:cBhvr additive="base">
                                        <p:cTn id="28" dur="500" fill="hold"/>
                                        <p:tgtEl>
                                          <p:spTgt spid="3997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9971"/>
                                        </p:tgtEl>
                                        <p:attrNameLst>
                                          <p:attrName>style.visibility</p:attrName>
                                        </p:attrNameLst>
                                      </p:cBhvr>
                                      <p:to>
                                        <p:strVal val="visible"/>
                                      </p:to>
                                    </p:set>
                                    <p:anim calcmode="lin" valueType="num">
                                      <p:cBhvr additive="base">
                                        <p:cTn id="37" dur="500" fill="hold"/>
                                        <p:tgtEl>
                                          <p:spTgt spid="39971"/>
                                        </p:tgtEl>
                                        <p:attrNameLst>
                                          <p:attrName>ppt_x</p:attrName>
                                        </p:attrNameLst>
                                      </p:cBhvr>
                                      <p:tavLst>
                                        <p:tav tm="0">
                                          <p:val>
                                            <p:strVal val="#ppt_x"/>
                                          </p:val>
                                        </p:tav>
                                        <p:tav tm="100000">
                                          <p:val>
                                            <p:strVal val="#ppt_x"/>
                                          </p:val>
                                        </p:tav>
                                      </p:tavLst>
                                    </p:anim>
                                    <p:anim calcmode="lin" valueType="num">
                                      <p:cBhvr additive="base">
                                        <p:cTn id="38" dur="500" fill="hold"/>
                                        <p:tgtEl>
                                          <p:spTgt spid="3997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3260"/>
                                        </p:tgtEl>
                                        <p:attrNameLst>
                                          <p:attrName>style.visibility</p:attrName>
                                        </p:attrNameLst>
                                      </p:cBhvr>
                                      <p:to>
                                        <p:strVal val="visible"/>
                                      </p:to>
                                    </p:set>
                                    <p:anim calcmode="lin" valueType="num">
                                      <p:cBhvr additive="base">
                                        <p:cTn id="43" dur="500" fill="hold"/>
                                        <p:tgtEl>
                                          <p:spTgt spid="53260"/>
                                        </p:tgtEl>
                                        <p:attrNameLst>
                                          <p:attrName>ppt_x</p:attrName>
                                        </p:attrNameLst>
                                      </p:cBhvr>
                                      <p:tavLst>
                                        <p:tav tm="0">
                                          <p:val>
                                            <p:strVal val="#ppt_x"/>
                                          </p:val>
                                        </p:tav>
                                        <p:tav tm="100000">
                                          <p:val>
                                            <p:strVal val="#ppt_x"/>
                                          </p:val>
                                        </p:tav>
                                      </p:tavLst>
                                    </p:anim>
                                    <p:anim calcmode="lin" valueType="num">
                                      <p:cBhvr additive="base">
                                        <p:cTn id="44" dur="500" fill="hold"/>
                                        <p:tgtEl>
                                          <p:spTgt spid="53260"/>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ppt_x"/>
                                          </p:val>
                                        </p:tav>
                                        <p:tav tm="100000">
                                          <p:val>
                                            <p:strVal val="#ppt_x"/>
                                          </p:val>
                                        </p:tav>
                                      </p:tavLst>
                                    </p:anim>
                                    <p:anim calcmode="lin" valueType="num">
                                      <p:cBhvr additive="base">
                                        <p:cTn id="4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9979"/>
                                        </p:tgtEl>
                                        <p:attrNameLst>
                                          <p:attrName>style.visibility</p:attrName>
                                        </p:attrNameLst>
                                      </p:cBhvr>
                                      <p:to>
                                        <p:strVal val="visible"/>
                                      </p:to>
                                    </p:set>
                                    <p:anim calcmode="lin" valueType="num">
                                      <p:cBhvr additive="base">
                                        <p:cTn id="53" dur="500" fill="hold"/>
                                        <p:tgtEl>
                                          <p:spTgt spid="39979"/>
                                        </p:tgtEl>
                                        <p:attrNameLst>
                                          <p:attrName>ppt_x</p:attrName>
                                        </p:attrNameLst>
                                      </p:cBhvr>
                                      <p:tavLst>
                                        <p:tav tm="0">
                                          <p:val>
                                            <p:strVal val="#ppt_x"/>
                                          </p:val>
                                        </p:tav>
                                        <p:tav tm="100000">
                                          <p:val>
                                            <p:strVal val="#ppt_x"/>
                                          </p:val>
                                        </p:tav>
                                      </p:tavLst>
                                    </p:anim>
                                    <p:anim calcmode="lin" valueType="num">
                                      <p:cBhvr additive="base">
                                        <p:cTn id="54" dur="500" fill="hold"/>
                                        <p:tgtEl>
                                          <p:spTgt spid="39979"/>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9980"/>
                                        </p:tgtEl>
                                        <p:attrNameLst>
                                          <p:attrName>style.visibility</p:attrName>
                                        </p:attrNameLst>
                                      </p:cBhvr>
                                      <p:to>
                                        <p:strVal val="visible"/>
                                      </p:to>
                                    </p:set>
                                    <p:anim calcmode="lin" valueType="num">
                                      <p:cBhvr additive="base">
                                        <p:cTn id="59" dur="500" fill="hold"/>
                                        <p:tgtEl>
                                          <p:spTgt spid="39980"/>
                                        </p:tgtEl>
                                        <p:attrNameLst>
                                          <p:attrName>ppt_x</p:attrName>
                                        </p:attrNameLst>
                                      </p:cBhvr>
                                      <p:tavLst>
                                        <p:tav tm="0">
                                          <p:val>
                                            <p:strVal val="#ppt_x"/>
                                          </p:val>
                                        </p:tav>
                                        <p:tav tm="100000">
                                          <p:val>
                                            <p:strVal val="#ppt_x"/>
                                          </p:val>
                                        </p:tav>
                                      </p:tavLst>
                                    </p:anim>
                                    <p:anim calcmode="lin" valueType="num">
                                      <p:cBhvr additive="base">
                                        <p:cTn id="60" dur="500" fill="hold"/>
                                        <p:tgtEl>
                                          <p:spTgt spid="399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p:bldP spid="12" grpId="0" animBg="1"/>
      <p:bldP spid="13" grpId="0" animBg="1"/>
      <p:bldP spid="53260"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0962" name="TextBox 3"/>
          <p:cNvSpPr txBox="1"/>
          <p:nvPr/>
        </p:nvSpPr>
        <p:spPr>
          <a:xfrm>
            <a:off x="534988" y="0"/>
            <a:ext cx="3722687"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solidFill>
                  <a:srgbClr val="00B0F0"/>
                </a:solidFill>
                <a:ea typeface="仿宋" panose="02010609060101010101" pitchFamily="49" charset="-122"/>
              </a:rPr>
              <a:t>例</a:t>
            </a:r>
            <a:r>
              <a:rPr lang="en-US" altLang="zh-CN" sz="2400" b="1" dirty="0">
                <a:solidFill>
                  <a:srgbClr val="00B0F0"/>
                </a:solidFill>
                <a:latin typeface="Times New Roman" panose="02020603050405020304" pitchFamily="18" charset="0"/>
                <a:ea typeface="仿宋" panose="02010609060101010101" pitchFamily="49" charset="-122"/>
              </a:rPr>
              <a:t>3.1.5</a:t>
            </a:r>
            <a:r>
              <a:rPr lang="en-US" altLang="zh-CN" sz="2400" b="1" dirty="0">
                <a:solidFill>
                  <a:srgbClr val="00B0F0"/>
                </a:solidFill>
                <a:ea typeface="仿宋" panose="02010609060101010101" pitchFamily="49" charset="-122"/>
              </a:rPr>
              <a:t>  </a:t>
            </a:r>
            <a:r>
              <a:rPr lang="zh-CN" altLang="en-US" sz="2400" b="1" dirty="0">
                <a:ea typeface="仿宋" panose="02010609060101010101" pitchFamily="49" charset="-122"/>
              </a:rPr>
              <a:t>求解同余方程组</a:t>
            </a:r>
            <a:endParaRPr lang="zh-CN" altLang="en-US" sz="2400" b="1" dirty="0">
              <a:ea typeface="仿宋" panose="02010609060101010101" pitchFamily="49" charset="-122"/>
            </a:endParaRPr>
          </a:p>
        </p:txBody>
      </p:sp>
      <p:sp>
        <p:nvSpPr>
          <p:cNvPr id="40963" name="Rectangle 2"/>
          <p:cNvSpPr/>
          <p:nvPr/>
        </p:nvSpPr>
        <p:spPr>
          <a:xfrm>
            <a:off x="0" y="-184150"/>
            <a:ext cx="1841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54277" name="TextBox 6"/>
          <p:cNvSpPr txBox="1"/>
          <p:nvPr/>
        </p:nvSpPr>
        <p:spPr>
          <a:xfrm>
            <a:off x="534988" y="1616075"/>
            <a:ext cx="8216900" cy="8302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ea typeface="仿宋" panose="02010609060101010101" pitchFamily="49" charset="-122"/>
              </a:rPr>
              <a:t>解：由于</a:t>
            </a:r>
            <a:r>
              <a:rPr lang="en-US" altLang="zh-CN" sz="2400" b="1" dirty="0">
                <a:latin typeface="Times New Roman" panose="02020603050405020304" pitchFamily="18" charset="0"/>
                <a:ea typeface="仿宋" panose="02010609060101010101" pitchFamily="49" charset="-122"/>
              </a:rPr>
              <a:t>10,12,15</a:t>
            </a:r>
            <a:r>
              <a:rPr lang="zh-CN" altLang="en-US" sz="2400" b="1" dirty="0">
                <a:ea typeface="仿宋" panose="02010609060101010101" pitchFamily="49" charset="-122"/>
              </a:rPr>
              <a:t>两两不互素，根据定理</a:t>
            </a:r>
            <a:r>
              <a:rPr lang="en-US" altLang="zh-CN" sz="2400" b="1" dirty="0">
                <a:latin typeface="Times New Roman" panose="02020603050405020304" pitchFamily="18" charset="0"/>
                <a:ea typeface="仿宋" panose="02010609060101010101" pitchFamily="49" charset="-122"/>
              </a:rPr>
              <a:t>3.1.3</a:t>
            </a:r>
            <a:r>
              <a:rPr lang="zh-CN" altLang="en-US" sz="2400" b="1" dirty="0">
                <a:ea typeface="仿宋" panose="02010609060101010101" pitchFamily="49" charset="-122"/>
              </a:rPr>
              <a:t>，题中的同余方程组等价于下列同余方程组同解：</a:t>
            </a:r>
            <a:endParaRPr lang="zh-CN" altLang="en-US" sz="2400" b="1" dirty="0">
              <a:ea typeface="仿宋" panose="02010609060101010101" pitchFamily="49" charset="-122"/>
            </a:endParaRPr>
          </a:p>
        </p:txBody>
      </p:sp>
      <p:sp>
        <p:nvSpPr>
          <p:cNvPr id="40965" name="Rectangle 4"/>
          <p:cNvSpPr/>
          <p:nvPr/>
        </p:nvSpPr>
        <p:spPr>
          <a:xfrm>
            <a:off x="0" y="-184150"/>
            <a:ext cx="1841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40966" name="Rectangle 6"/>
          <p:cNvSpPr/>
          <p:nvPr/>
        </p:nvSpPr>
        <p:spPr>
          <a:xfrm>
            <a:off x="0" y="-184150"/>
            <a:ext cx="1841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40967" name="Rectangle 8"/>
          <p:cNvSpPr/>
          <p:nvPr/>
        </p:nvSpPr>
        <p:spPr>
          <a:xfrm>
            <a:off x="0" y="-184150"/>
            <a:ext cx="1841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54286" name="TextBox 15"/>
          <p:cNvSpPr txBox="1"/>
          <p:nvPr/>
        </p:nvSpPr>
        <p:spPr>
          <a:xfrm>
            <a:off x="757238" y="4795838"/>
            <a:ext cx="3500437" cy="4619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仿宋" panose="02010609060101010101" pitchFamily="49" charset="-122"/>
                <a:ea typeface="仿宋" panose="02010609060101010101" pitchFamily="49" charset="-122"/>
              </a:rPr>
              <a:t>利用中国剩余定理可得</a:t>
            </a:r>
            <a:endParaRPr lang="zh-CN" altLang="en-US" sz="2400" b="1" dirty="0">
              <a:latin typeface="仿宋" panose="02010609060101010101" pitchFamily="49" charset="-122"/>
              <a:ea typeface="仿宋" panose="02010609060101010101" pitchFamily="49" charset="-122"/>
            </a:endParaRPr>
          </a:p>
        </p:txBody>
      </p:sp>
      <p:sp>
        <p:nvSpPr>
          <p:cNvPr id="40969" name="Rectangle 10"/>
          <p:cNvSpPr/>
          <p:nvPr/>
        </p:nvSpPr>
        <p:spPr>
          <a:xfrm>
            <a:off x="0" y="-184150"/>
            <a:ext cx="1841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14" name="右箭头 13"/>
          <p:cNvSpPr/>
          <p:nvPr/>
        </p:nvSpPr>
        <p:spPr>
          <a:xfrm>
            <a:off x="2957513" y="3486150"/>
            <a:ext cx="714375" cy="3571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5" name="右箭头 14"/>
          <p:cNvSpPr/>
          <p:nvPr/>
        </p:nvSpPr>
        <p:spPr>
          <a:xfrm>
            <a:off x="5867400" y="3481388"/>
            <a:ext cx="714375" cy="3571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40972"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pic>
        <p:nvPicPr>
          <p:cNvPr id="40973" name="Picture 24"/>
          <p:cNvPicPr>
            <a:picLocks noChangeAspect="1"/>
          </p:cNvPicPr>
          <p:nvPr/>
        </p:nvPicPr>
        <p:blipFill>
          <a:blip r:embed="rId1"/>
          <a:stretch>
            <a:fillRect/>
          </a:stretch>
        </p:blipFill>
        <p:spPr>
          <a:xfrm>
            <a:off x="3657600" y="461963"/>
            <a:ext cx="2220913" cy="1154112"/>
          </a:xfrm>
          <a:prstGeom prst="rect">
            <a:avLst/>
          </a:prstGeom>
          <a:noFill/>
          <a:ln w="9525">
            <a:noFill/>
          </a:ln>
        </p:spPr>
      </p:pic>
      <p:pic>
        <p:nvPicPr>
          <p:cNvPr id="40985" name="Picture 25"/>
          <p:cNvPicPr>
            <a:picLocks noChangeAspect="1"/>
          </p:cNvPicPr>
          <p:nvPr/>
        </p:nvPicPr>
        <p:blipFill>
          <a:blip r:embed="rId2"/>
          <a:stretch>
            <a:fillRect/>
          </a:stretch>
        </p:blipFill>
        <p:spPr>
          <a:xfrm>
            <a:off x="757238" y="2573338"/>
            <a:ext cx="2200275" cy="2200275"/>
          </a:xfrm>
          <a:prstGeom prst="rect">
            <a:avLst/>
          </a:prstGeom>
          <a:noFill/>
          <a:ln w="9525">
            <a:noFill/>
          </a:ln>
        </p:spPr>
      </p:pic>
      <p:pic>
        <p:nvPicPr>
          <p:cNvPr id="40986" name="Picture 26"/>
          <p:cNvPicPr>
            <a:picLocks noChangeAspect="1"/>
          </p:cNvPicPr>
          <p:nvPr/>
        </p:nvPicPr>
        <p:blipFill>
          <a:blip r:embed="rId3"/>
          <a:stretch>
            <a:fillRect/>
          </a:stretch>
        </p:blipFill>
        <p:spPr>
          <a:xfrm>
            <a:off x="3733800" y="2854325"/>
            <a:ext cx="2017713" cy="1547813"/>
          </a:xfrm>
          <a:prstGeom prst="rect">
            <a:avLst/>
          </a:prstGeom>
          <a:noFill/>
          <a:ln w="9525">
            <a:noFill/>
          </a:ln>
        </p:spPr>
      </p:pic>
      <p:pic>
        <p:nvPicPr>
          <p:cNvPr id="40987" name="Picture 27"/>
          <p:cNvPicPr>
            <a:picLocks noChangeAspect="1"/>
          </p:cNvPicPr>
          <p:nvPr/>
        </p:nvPicPr>
        <p:blipFill>
          <a:blip r:embed="rId4"/>
          <a:stretch>
            <a:fillRect/>
          </a:stretch>
        </p:blipFill>
        <p:spPr>
          <a:xfrm>
            <a:off x="6705600" y="3030538"/>
            <a:ext cx="2054225" cy="1127125"/>
          </a:xfrm>
          <a:prstGeom prst="rect">
            <a:avLst/>
          </a:prstGeom>
          <a:noFill/>
          <a:ln w="9525">
            <a:noFill/>
          </a:ln>
        </p:spPr>
      </p:pic>
      <p:graphicFrame>
        <p:nvGraphicFramePr>
          <p:cNvPr id="7" name="对象 6"/>
          <p:cNvGraphicFramePr>
            <a:graphicFrameLocks noChangeAspect="1"/>
          </p:cNvGraphicFramePr>
          <p:nvPr/>
        </p:nvGraphicFramePr>
        <p:xfrm>
          <a:off x="3970338" y="4827588"/>
          <a:ext cx="2611437" cy="430212"/>
        </p:xfrm>
        <a:graphic>
          <a:graphicData uri="http://schemas.openxmlformats.org/presentationml/2006/ole">
            <mc:AlternateContent xmlns:mc="http://schemas.openxmlformats.org/markup-compatibility/2006">
              <mc:Choice xmlns:v="urn:schemas-microsoft-com:vml" Requires="v">
                <p:oleObj spid="_x0000_s38925" name="" r:id="rId5" imgW="1104900" imgH="203200" progId="Equation.DSMT4">
                  <p:embed/>
                </p:oleObj>
              </mc:Choice>
              <mc:Fallback>
                <p:oleObj name="" r:id="rId5" imgW="1104900" imgH="203200" progId="Equation.DSMT4">
                  <p:embed/>
                  <p:pic>
                    <p:nvPicPr>
                      <p:cNvPr id="0" name="图片 3409"/>
                      <p:cNvPicPr/>
                      <p:nvPr/>
                    </p:nvPicPr>
                    <p:blipFill>
                      <a:blip r:embed="rId6"/>
                      <a:stretch>
                        <a:fillRect/>
                      </a:stretch>
                    </p:blipFill>
                    <p:spPr>
                      <a:xfrm>
                        <a:off x="3970338" y="4827588"/>
                        <a:ext cx="2611437" cy="4302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0985"/>
                                        </p:tgtEl>
                                        <p:attrNameLst>
                                          <p:attrName>style.visibility</p:attrName>
                                        </p:attrNameLst>
                                      </p:cBhvr>
                                      <p:to>
                                        <p:strVal val="visible"/>
                                      </p:to>
                                    </p:set>
                                    <p:anim calcmode="lin" valueType="num">
                                      <p:cBhvr additive="base">
                                        <p:cTn id="11" dur="500" fill="hold"/>
                                        <p:tgtEl>
                                          <p:spTgt spid="40985"/>
                                        </p:tgtEl>
                                        <p:attrNameLst>
                                          <p:attrName>ppt_x</p:attrName>
                                        </p:attrNameLst>
                                      </p:cBhvr>
                                      <p:tavLst>
                                        <p:tav tm="0">
                                          <p:val>
                                            <p:strVal val="#ppt_x"/>
                                          </p:val>
                                        </p:tav>
                                        <p:tav tm="100000">
                                          <p:val>
                                            <p:strVal val="#ppt_x"/>
                                          </p:val>
                                        </p:tav>
                                      </p:tavLst>
                                    </p:anim>
                                    <p:anim calcmode="lin" valueType="num">
                                      <p:cBhvr additive="base">
                                        <p:cTn id="12" dur="500" fill="hold"/>
                                        <p:tgtEl>
                                          <p:spTgt spid="4098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0986"/>
                                        </p:tgtEl>
                                        <p:attrNameLst>
                                          <p:attrName>style.visibility</p:attrName>
                                        </p:attrNameLst>
                                      </p:cBhvr>
                                      <p:to>
                                        <p:strVal val="visible"/>
                                      </p:to>
                                    </p:set>
                                    <p:anim calcmode="lin" valueType="num">
                                      <p:cBhvr additive="base">
                                        <p:cTn id="21" dur="500" fill="hold"/>
                                        <p:tgtEl>
                                          <p:spTgt spid="40986"/>
                                        </p:tgtEl>
                                        <p:attrNameLst>
                                          <p:attrName>ppt_x</p:attrName>
                                        </p:attrNameLst>
                                      </p:cBhvr>
                                      <p:tavLst>
                                        <p:tav tm="0">
                                          <p:val>
                                            <p:strVal val="#ppt_x"/>
                                          </p:val>
                                        </p:tav>
                                        <p:tav tm="100000">
                                          <p:val>
                                            <p:strVal val="#ppt_x"/>
                                          </p:val>
                                        </p:tav>
                                      </p:tavLst>
                                    </p:anim>
                                    <p:anim calcmode="lin" valueType="num">
                                      <p:cBhvr additive="base">
                                        <p:cTn id="22" dur="500" fill="hold"/>
                                        <p:tgtEl>
                                          <p:spTgt spid="4098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0987"/>
                                        </p:tgtEl>
                                        <p:attrNameLst>
                                          <p:attrName>style.visibility</p:attrName>
                                        </p:attrNameLst>
                                      </p:cBhvr>
                                      <p:to>
                                        <p:strVal val="visible"/>
                                      </p:to>
                                    </p:set>
                                    <p:anim calcmode="lin" valueType="num">
                                      <p:cBhvr additive="base">
                                        <p:cTn id="31" dur="500" fill="hold"/>
                                        <p:tgtEl>
                                          <p:spTgt spid="40987"/>
                                        </p:tgtEl>
                                        <p:attrNameLst>
                                          <p:attrName>ppt_x</p:attrName>
                                        </p:attrNameLst>
                                      </p:cBhvr>
                                      <p:tavLst>
                                        <p:tav tm="0">
                                          <p:val>
                                            <p:strVal val="#ppt_x"/>
                                          </p:val>
                                        </p:tav>
                                        <p:tav tm="100000">
                                          <p:val>
                                            <p:strVal val="#ppt_x"/>
                                          </p:val>
                                        </p:tav>
                                      </p:tavLst>
                                    </p:anim>
                                    <p:anim calcmode="lin" valueType="num">
                                      <p:cBhvr additive="base">
                                        <p:cTn id="32" dur="500" fill="hold"/>
                                        <p:tgtEl>
                                          <p:spTgt spid="4098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4286"/>
                                        </p:tgtEl>
                                        <p:attrNameLst>
                                          <p:attrName>style.visibility</p:attrName>
                                        </p:attrNameLst>
                                      </p:cBhvr>
                                      <p:to>
                                        <p:strVal val="visible"/>
                                      </p:to>
                                    </p:set>
                                    <p:anim calcmode="lin" valueType="num">
                                      <p:cBhvr additive="base">
                                        <p:cTn id="37" dur="500" fill="hold"/>
                                        <p:tgtEl>
                                          <p:spTgt spid="54286"/>
                                        </p:tgtEl>
                                        <p:attrNameLst>
                                          <p:attrName>ppt_x</p:attrName>
                                        </p:attrNameLst>
                                      </p:cBhvr>
                                      <p:tavLst>
                                        <p:tav tm="0">
                                          <p:val>
                                            <p:strVal val="#ppt_x"/>
                                          </p:val>
                                        </p:tav>
                                        <p:tav tm="100000">
                                          <p:val>
                                            <p:strVal val="#ppt_x"/>
                                          </p:val>
                                        </p:tav>
                                      </p:tavLst>
                                    </p:anim>
                                    <p:anim calcmode="lin" valueType="num">
                                      <p:cBhvr additive="base">
                                        <p:cTn id="38" dur="500" fill="hold"/>
                                        <p:tgtEl>
                                          <p:spTgt spid="54286"/>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additive="base">
                                        <p:cTn id="41" dur="500" fill="hold"/>
                                        <p:tgtEl>
                                          <p:spTgt spid="7"/>
                                        </p:tgtEl>
                                        <p:attrNameLst>
                                          <p:attrName>ppt_x</p:attrName>
                                        </p:attrNameLst>
                                      </p:cBhvr>
                                      <p:tavLst>
                                        <p:tav tm="0">
                                          <p:val>
                                            <p:strVal val="#ppt_x"/>
                                          </p:val>
                                        </p:tav>
                                        <p:tav tm="100000">
                                          <p:val>
                                            <p:strVal val="#ppt_x"/>
                                          </p:val>
                                        </p:tav>
                                      </p:tavLst>
                                    </p:anim>
                                    <p:anim calcmode="lin" valueType="num">
                                      <p:cBhvr additive="base">
                                        <p:cTn id="4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p:bldP spid="54286" grpId="0"/>
      <p:bldP spid="14" grpId="0" animBg="1"/>
      <p:bldP spid="1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1986" name="标题 1"/>
          <p:cNvSpPr>
            <a:spLocks noGrp="1"/>
          </p:cNvSpPr>
          <p:nvPr>
            <p:ph type="title"/>
          </p:nvPr>
        </p:nvSpPr>
        <p:spPr/>
        <p:txBody>
          <a:bodyPr vert="horz" wrap="square" lIns="91440" tIns="45720" rIns="91440" bIns="45720" anchor="ctr" anchorCtr="0"/>
          <a:lstStyle/>
          <a:p>
            <a:r>
              <a:rPr lang="zh-CN" altLang="en-US" dirty="0"/>
              <a:t>中国剩余定理的应用</a:t>
            </a:r>
            <a:endParaRPr lang="zh-CN" altLang="en-US" dirty="0"/>
          </a:p>
        </p:txBody>
      </p:sp>
      <p:sp>
        <p:nvSpPr>
          <p:cNvPr id="41987" name="内容占位符 2"/>
          <p:cNvSpPr>
            <a:spLocks noGrp="1"/>
          </p:cNvSpPr>
          <p:nvPr>
            <p:ph idx="1"/>
          </p:nvPr>
        </p:nvSpPr>
        <p:spPr>
          <a:xfrm>
            <a:off x="457200" y="1600200"/>
            <a:ext cx="8229600" cy="2286000"/>
          </a:xfrm>
        </p:spPr>
        <p:txBody>
          <a:bodyPr vert="horz" wrap="square" lIns="91440" tIns="45720" rIns="91440" bIns="45720" anchor="t" anchorCtr="0"/>
          <a:lstStyle/>
          <a:p>
            <a:r>
              <a:rPr lang="zh-CN" altLang="en-US" dirty="0"/>
              <a:t>秘密分享门限方案</a:t>
            </a:r>
            <a:endParaRPr lang="en-US" altLang="zh-CN" dirty="0"/>
          </a:p>
          <a:p>
            <a:r>
              <a:rPr lang="zh-CN" altLang="en-US" dirty="0"/>
              <a:t>群签名</a:t>
            </a:r>
            <a:endParaRPr lang="zh-CN" altLang="en-US" dirty="0"/>
          </a:p>
        </p:txBody>
      </p:sp>
      <p:sp>
        <p:nvSpPr>
          <p:cNvPr id="41988"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3010" name="Rectangle 2"/>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43011" name="Rectangle 4"/>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43012" name="标题 1"/>
          <p:cNvSpPr>
            <a:spLocks noGrp="1"/>
          </p:cNvSpPr>
          <p:nvPr>
            <p:ph type="title"/>
          </p:nvPr>
        </p:nvSpPr>
        <p:spPr/>
        <p:txBody>
          <a:bodyPr vert="horz" wrap="square" lIns="91440" tIns="45720" rIns="91440" bIns="45720" anchor="ctr" anchorCtr="0"/>
          <a:lstStyle/>
          <a:p>
            <a:pPr eaLnBrk="1" hangingPunct="1"/>
            <a:r>
              <a:rPr lang="zh-CN" altLang="en-US" dirty="0"/>
              <a:t>第三章 同余方程</a:t>
            </a:r>
            <a:endParaRPr lang="zh-CN" altLang="en-US" dirty="0">
              <a:solidFill>
                <a:srgbClr val="A6A6A6"/>
              </a:solidFill>
              <a:ea typeface="Arial Unicode MS" panose="020B0604020202020204" charset="-122"/>
            </a:endParaRPr>
          </a:p>
        </p:txBody>
      </p:sp>
      <p:graphicFrame>
        <p:nvGraphicFramePr>
          <p:cNvPr id="24" name="内容占位符 7"/>
          <p:cNvGraphicFramePr/>
          <p:nvPr/>
        </p:nvGraphicFramePr>
        <p:xfrm>
          <a:off x="1376531" y="1801505"/>
          <a:ext cx="6405110" cy="409432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 name="燕尾形 6"/>
          <p:cNvSpPr/>
          <p:nvPr/>
        </p:nvSpPr>
        <p:spPr>
          <a:xfrm>
            <a:off x="971550" y="2924175"/>
            <a:ext cx="434975" cy="32702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4034" name="标题 1"/>
          <p:cNvSpPr>
            <a:spLocks noGrp="1"/>
          </p:cNvSpPr>
          <p:nvPr>
            <p:ph type="title"/>
          </p:nvPr>
        </p:nvSpPr>
        <p:spPr>
          <a:xfrm>
            <a:off x="457200" y="31750"/>
            <a:ext cx="8229600" cy="806450"/>
          </a:xfrm>
        </p:spPr>
        <p:txBody>
          <a:bodyPr vert="horz" wrap="square" lIns="91440" tIns="45720" rIns="91440" bIns="45720" anchor="ctr" anchorCtr="0"/>
          <a:lstStyle/>
          <a:p>
            <a:pPr eaLnBrk="1" hangingPunct="1"/>
            <a:r>
              <a:rPr lang="en-US" altLang="zh-CN" dirty="0">
                <a:latin typeface="Times New Roman" panose="02020603050405020304" pitchFamily="18" charset="0"/>
                <a:cs typeface="Times New Roman" panose="02020603050405020304" pitchFamily="18" charset="0"/>
              </a:rPr>
              <a:t>3.2</a:t>
            </a:r>
            <a:r>
              <a:rPr lang="zh-CN" altLang="en-US" dirty="0"/>
              <a:t>二次同余方程与二次剩余</a:t>
            </a:r>
            <a:endParaRPr lang="zh-CN" altLang="en-US" dirty="0"/>
          </a:p>
        </p:txBody>
      </p:sp>
      <p:sp>
        <p:nvSpPr>
          <p:cNvPr id="44035"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44036" name="Rectangle 7"/>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44037" name="Rectangle 9"/>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44038" name="Rectangle 11"/>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44039" name="Rectangle 13"/>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pic>
        <p:nvPicPr>
          <p:cNvPr id="46088" name="Picture 2"/>
          <p:cNvPicPr>
            <a:picLocks noChangeAspect="1"/>
          </p:cNvPicPr>
          <p:nvPr/>
        </p:nvPicPr>
        <p:blipFill>
          <a:blip r:embed="rId1"/>
          <a:srcRect l="4774" r="7083" b="62706"/>
          <a:stretch>
            <a:fillRect/>
          </a:stretch>
        </p:blipFill>
        <p:spPr>
          <a:xfrm>
            <a:off x="179388" y="838200"/>
            <a:ext cx="8736012" cy="2047875"/>
          </a:xfrm>
          <a:prstGeom prst="rect">
            <a:avLst/>
          </a:prstGeom>
          <a:noFill/>
          <a:ln w="9525">
            <a:noFill/>
          </a:ln>
        </p:spPr>
      </p:pic>
      <p:sp>
        <p:nvSpPr>
          <p:cNvPr id="44041"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pic>
        <p:nvPicPr>
          <p:cNvPr id="10" name="Picture 2"/>
          <p:cNvPicPr>
            <a:picLocks noChangeAspect="1"/>
          </p:cNvPicPr>
          <p:nvPr/>
        </p:nvPicPr>
        <p:blipFill>
          <a:blip r:embed="rId2"/>
          <a:srcRect l="22714" t="60364" r="29427" b="4250"/>
          <a:stretch>
            <a:fillRect/>
          </a:stretch>
        </p:blipFill>
        <p:spPr>
          <a:xfrm>
            <a:off x="1905000" y="4419600"/>
            <a:ext cx="4743450" cy="1943100"/>
          </a:xfrm>
          <a:prstGeom prst="rect">
            <a:avLst/>
          </a:prstGeom>
          <a:noFill/>
          <a:ln w="9525">
            <a:noFill/>
          </a:ln>
        </p:spPr>
      </p:pic>
      <p:pic>
        <p:nvPicPr>
          <p:cNvPr id="11" name="Picture 2"/>
          <p:cNvPicPr>
            <a:picLocks noChangeAspect="1"/>
          </p:cNvPicPr>
          <p:nvPr/>
        </p:nvPicPr>
        <p:blipFill>
          <a:blip r:embed="rId2"/>
          <a:srcRect l="4774" t="37466" r="7083" b="39375"/>
          <a:stretch>
            <a:fillRect/>
          </a:stretch>
        </p:blipFill>
        <p:spPr>
          <a:xfrm>
            <a:off x="228600" y="2995613"/>
            <a:ext cx="8736013" cy="1271587"/>
          </a:xfrm>
          <a:prstGeom prst="rect">
            <a:avLst/>
          </a:prstGeom>
          <a:noFill/>
          <a:ln w="9525">
            <a:noFill/>
          </a:ln>
        </p:spPr>
      </p:pic>
      <mc:AlternateContent xmlns:mc="http://schemas.openxmlformats.org/markup-compatibility/2006" xmlns:p14="http://schemas.microsoft.com/office/powerpoint/2010/main">
        <mc:Choice Requires="p14">
          <p:contentPart r:id="rId3" p14:bwMode="auto">
            <p14:nvContentPartPr>
              <p14:cNvPr id="2" name="墨迹 1"/>
              <p14:cNvContentPartPr/>
              <p14:nvPr/>
            </p14:nvContentPartPr>
            <p14:xfrm>
              <a:off x="6134760" y="2857320"/>
              <a:ext cx="330840" cy="18360"/>
            </p14:xfrm>
          </p:contentPart>
        </mc:Choice>
        <mc:Fallback xmlns="">
          <p:pic>
            <p:nvPicPr>
              <p:cNvPr id="2" name="墨迹 1"/>
            </p:nvPicPr>
            <p:blipFill>
              <a:blip r:embed="rId4"/>
            </p:blipFill>
            <p:spPr>
              <a:xfrm>
                <a:off x="6134760" y="2857320"/>
                <a:ext cx="330840" cy="1836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088"/>
                                        </p:tgtEl>
                                        <p:attrNameLst>
                                          <p:attrName>style.visibility</p:attrName>
                                        </p:attrNameLst>
                                      </p:cBhvr>
                                      <p:to>
                                        <p:strVal val="visible"/>
                                      </p:to>
                                    </p:set>
                                    <p:anim calcmode="lin" valueType="num">
                                      <p:cBhvr additive="base">
                                        <p:cTn id="7" dur="500" fill="hold"/>
                                        <p:tgtEl>
                                          <p:spTgt spid="46088"/>
                                        </p:tgtEl>
                                        <p:attrNameLst>
                                          <p:attrName>ppt_x</p:attrName>
                                        </p:attrNameLst>
                                      </p:cBhvr>
                                      <p:tavLst>
                                        <p:tav tm="0">
                                          <p:val>
                                            <p:strVal val="#ppt_x"/>
                                          </p:val>
                                        </p:tav>
                                        <p:tav tm="100000">
                                          <p:val>
                                            <p:strVal val="#ppt_x"/>
                                          </p:val>
                                        </p:tav>
                                      </p:tavLst>
                                    </p:anim>
                                    <p:anim calcmode="lin" valueType="num">
                                      <p:cBhvr additive="base">
                                        <p:cTn id="8" dur="500" fill="hold"/>
                                        <p:tgtEl>
                                          <p:spTgt spid="4608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5058" name="TextBox 3"/>
          <p:cNvSpPr txBox="1"/>
          <p:nvPr/>
        </p:nvSpPr>
        <p:spPr>
          <a:xfrm>
            <a:off x="785813" y="838200"/>
            <a:ext cx="7392987"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仿宋" panose="02010609060101010101" pitchFamily="49" charset="-122"/>
                <a:ea typeface="仿宋" panose="02010609060101010101" pitchFamily="49" charset="-122"/>
              </a:rPr>
              <a:t>因此，只需要考虑模为素数的方幂   的同余方程：</a:t>
            </a:r>
            <a:endParaRPr lang="zh-CN" altLang="en-US" sz="2400" b="1" dirty="0">
              <a:latin typeface="仿宋" panose="02010609060101010101" pitchFamily="49" charset="-122"/>
              <a:ea typeface="仿宋" panose="02010609060101010101" pitchFamily="49" charset="-122"/>
            </a:endParaRPr>
          </a:p>
        </p:txBody>
      </p:sp>
      <p:sp>
        <p:nvSpPr>
          <p:cNvPr id="48131" name="TextBox 9"/>
          <p:cNvSpPr txBox="1"/>
          <p:nvPr/>
        </p:nvSpPr>
        <p:spPr>
          <a:xfrm>
            <a:off x="571500" y="1933575"/>
            <a:ext cx="714375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ea typeface="仿宋" panose="02010609060101010101" pitchFamily="49" charset="-122"/>
              </a:rPr>
              <a:t>由于          ，所以</a:t>
            </a:r>
            <a:r>
              <a:rPr lang="en-US" altLang="zh-CN" sz="2400" b="1" dirty="0">
                <a:latin typeface="Times New Roman" panose="02020603050405020304" pitchFamily="18" charset="0"/>
                <a:ea typeface="仿宋" panose="02010609060101010101" pitchFamily="49" charset="-122"/>
              </a:rPr>
              <a:t>(3.8)</a:t>
            </a:r>
            <a:r>
              <a:rPr lang="zh-CN" altLang="en-US" sz="2400" b="1" dirty="0">
                <a:ea typeface="仿宋" panose="02010609060101010101" pitchFamily="49" charset="-122"/>
              </a:rPr>
              <a:t>式与下列同余方程同解：</a:t>
            </a:r>
            <a:endParaRPr lang="zh-CN" altLang="en-US" sz="2400" b="1" dirty="0">
              <a:ea typeface="仿宋" panose="02010609060101010101" pitchFamily="49" charset="-122"/>
            </a:endParaRPr>
          </a:p>
        </p:txBody>
      </p:sp>
      <p:sp>
        <p:nvSpPr>
          <p:cNvPr id="45060" name="Rectangle 12"/>
          <p:cNvSpPr/>
          <p:nvPr/>
        </p:nvSpPr>
        <p:spPr>
          <a:xfrm>
            <a:off x="0" y="-15240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45061" name="Rectangle 14"/>
          <p:cNvSpPr/>
          <p:nvPr/>
        </p:nvSpPr>
        <p:spPr>
          <a:xfrm>
            <a:off x="0" y="-15240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48134" name="矩形 22"/>
          <p:cNvSpPr/>
          <p:nvPr/>
        </p:nvSpPr>
        <p:spPr>
          <a:xfrm>
            <a:off x="500063" y="5073650"/>
            <a:ext cx="7929562" cy="8302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ea typeface="仿宋" panose="02010609060101010101" pitchFamily="49" charset="-122"/>
              </a:rPr>
              <a:t>因此，我们要讨论同余式</a:t>
            </a:r>
            <a:r>
              <a:rPr lang="en-US" altLang="zh-CN" sz="2400" b="1" dirty="0">
                <a:latin typeface="Times New Roman" panose="02020603050405020304" pitchFamily="18" charset="0"/>
                <a:ea typeface="仿宋" panose="02010609060101010101" pitchFamily="49" charset="-122"/>
              </a:rPr>
              <a:t>(3.7)</a:t>
            </a:r>
            <a:r>
              <a:rPr lang="zh-CN" altLang="en-US" sz="2400" b="1" dirty="0">
                <a:ea typeface="仿宋" panose="02010609060101010101" pitchFamily="49" charset="-122"/>
              </a:rPr>
              <a:t>是否有解以及如何求解，首先要讨论形如</a:t>
            </a:r>
            <a:r>
              <a:rPr lang="en-US" altLang="zh-CN" sz="2400" b="1" dirty="0">
                <a:latin typeface="Times New Roman" panose="02020603050405020304" pitchFamily="18" charset="0"/>
                <a:ea typeface="仿宋" panose="02010609060101010101" pitchFamily="49" charset="-122"/>
              </a:rPr>
              <a:t>(3.9)</a:t>
            </a:r>
            <a:r>
              <a:rPr lang="zh-CN" altLang="en-US" sz="2400" b="1" dirty="0">
                <a:ea typeface="仿宋" panose="02010609060101010101" pitchFamily="49" charset="-122"/>
              </a:rPr>
              <a:t>的同余式是否有解以及如何求解。</a:t>
            </a:r>
            <a:endParaRPr lang="zh-CN" altLang="en-US" sz="2400" b="1" dirty="0">
              <a:ea typeface="仿宋" panose="02010609060101010101" pitchFamily="49" charset="-122"/>
            </a:endParaRPr>
          </a:p>
        </p:txBody>
      </p:sp>
      <p:sp>
        <p:nvSpPr>
          <p:cNvPr id="45063" name="标题 1"/>
          <p:cNvSpPr>
            <a:spLocks noGrp="1"/>
          </p:cNvSpPr>
          <p:nvPr>
            <p:ph type="title"/>
          </p:nvPr>
        </p:nvSpPr>
        <p:spPr>
          <a:xfrm>
            <a:off x="533400" y="76200"/>
            <a:ext cx="8229600" cy="685800"/>
          </a:xfrm>
        </p:spPr>
        <p:txBody>
          <a:bodyPr vert="horz" wrap="square" lIns="91440" tIns="45720" rIns="91440" bIns="45720" anchor="ctr" anchorCtr="0"/>
          <a:lstStyle/>
          <a:p>
            <a:pPr eaLnBrk="1" hangingPunct="1"/>
            <a:r>
              <a:rPr lang="en-US" altLang="zh-CN" dirty="0">
                <a:latin typeface="Times New Roman" panose="02020603050405020304" pitchFamily="18" charset="0"/>
                <a:cs typeface="Times New Roman" panose="02020603050405020304" pitchFamily="18" charset="0"/>
              </a:rPr>
              <a:t>3.2</a:t>
            </a:r>
            <a:r>
              <a:rPr lang="zh-CN" altLang="en-US" dirty="0"/>
              <a:t>二次同余与二次剩余</a:t>
            </a:r>
            <a:endParaRPr lang="zh-CN" altLang="en-US" dirty="0"/>
          </a:p>
        </p:txBody>
      </p:sp>
      <p:sp>
        <p:nvSpPr>
          <p:cNvPr id="45064"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sp>
        <p:nvSpPr>
          <p:cNvPr id="45065" name="TextBox 6"/>
          <p:cNvSpPr txBox="1"/>
          <p:nvPr/>
        </p:nvSpPr>
        <p:spPr>
          <a:xfrm>
            <a:off x="7178675" y="1382713"/>
            <a:ext cx="1000125" cy="3698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1800" b="1" dirty="0">
                <a:latin typeface="Times New Roman" panose="02020603050405020304" pitchFamily="18" charset="0"/>
                <a:ea typeface="黑体" panose="02010609060101010101" pitchFamily="2" charset="-122"/>
              </a:rPr>
              <a:t>（</a:t>
            </a:r>
            <a:r>
              <a:rPr lang="en-US" altLang="zh-CN" sz="1800" b="1" dirty="0">
                <a:latin typeface="Times New Roman" panose="02020603050405020304" pitchFamily="18" charset="0"/>
                <a:ea typeface="黑体" panose="02010609060101010101" pitchFamily="2" charset="-122"/>
              </a:rPr>
              <a:t>3.8</a:t>
            </a:r>
            <a:r>
              <a:rPr lang="zh-CN" altLang="en-US" sz="1800" b="1" dirty="0">
                <a:latin typeface="Times New Roman" panose="02020603050405020304" pitchFamily="18" charset="0"/>
                <a:ea typeface="黑体" panose="02010609060101010101" pitchFamily="2" charset="-122"/>
              </a:rPr>
              <a:t>）</a:t>
            </a:r>
            <a:endParaRPr lang="zh-CN" altLang="en-US" sz="1800" b="1" dirty="0">
              <a:latin typeface="Times New Roman" panose="02020603050405020304" pitchFamily="18" charset="0"/>
              <a:ea typeface="黑体" panose="02010609060101010101" pitchFamily="2" charset="-122"/>
            </a:endParaRPr>
          </a:p>
        </p:txBody>
      </p:sp>
      <p:sp>
        <p:nvSpPr>
          <p:cNvPr id="32" name="下箭头 31"/>
          <p:cNvSpPr/>
          <p:nvPr/>
        </p:nvSpPr>
        <p:spPr bwMode="auto">
          <a:xfrm>
            <a:off x="4037013" y="2819400"/>
            <a:ext cx="212725" cy="3873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34" name="下箭头 33"/>
          <p:cNvSpPr/>
          <p:nvPr/>
        </p:nvSpPr>
        <p:spPr bwMode="auto">
          <a:xfrm>
            <a:off x="4051300" y="3657600"/>
            <a:ext cx="198438" cy="9445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38" name="TextBox 23"/>
          <p:cNvSpPr txBox="1"/>
          <p:nvPr/>
        </p:nvSpPr>
        <p:spPr>
          <a:xfrm>
            <a:off x="7034213" y="4692650"/>
            <a:ext cx="933450" cy="3365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1800" b="1" dirty="0">
                <a:latin typeface="Times New Roman" panose="02020603050405020304" pitchFamily="18" charset="0"/>
                <a:ea typeface="黑体" panose="02010609060101010101" pitchFamily="2" charset="-122"/>
              </a:rPr>
              <a:t>（</a:t>
            </a:r>
            <a:r>
              <a:rPr lang="en-US" altLang="zh-CN" sz="1800" b="1" dirty="0">
                <a:latin typeface="Times New Roman" panose="02020603050405020304" pitchFamily="18" charset="0"/>
                <a:ea typeface="黑体" panose="02010609060101010101" pitchFamily="2" charset="-122"/>
              </a:rPr>
              <a:t>3.9</a:t>
            </a:r>
            <a:r>
              <a:rPr lang="zh-CN" altLang="en-US" sz="1800" b="1" dirty="0">
                <a:latin typeface="Times New Roman" panose="02020603050405020304" pitchFamily="18" charset="0"/>
                <a:ea typeface="黑体" panose="02010609060101010101" pitchFamily="2" charset="-122"/>
              </a:rPr>
              <a:t>）</a:t>
            </a:r>
            <a:endParaRPr lang="zh-CN" altLang="en-US" sz="1800" b="1" dirty="0">
              <a:latin typeface="Times New Roman" panose="02020603050405020304" pitchFamily="18" charset="0"/>
              <a:ea typeface="黑体" panose="02010609060101010101" pitchFamily="2" charset="-122"/>
            </a:endParaRPr>
          </a:p>
        </p:txBody>
      </p:sp>
      <p:graphicFrame>
        <p:nvGraphicFramePr>
          <p:cNvPr id="45069" name="对象 1"/>
          <p:cNvGraphicFramePr>
            <a:graphicFrameLocks noChangeAspect="1"/>
          </p:cNvGraphicFramePr>
          <p:nvPr/>
        </p:nvGraphicFramePr>
        <p:xfrm>
          <a:off x="2001838" y="1325563"/>
          <a:ext cx="4926012" cy="484187"/>
        </p:xfrm>
        <a:graphic>
          <a:graphicData uri="http://schemas.openxmlformats.org/presentationml/2006/ole">
            <mc:AlternateContent xmlns:mc="http://schemas.openxmlformats.org/markup-compatibility/2006">
              <mc:Choice xmlns:v="urn:schemas-microsoft-com:vml" Requires="v">
                <p:oleObj spid="_x0000_s39969" name="" r:id="rId1" imgW="2082800" imgH="228600" progId="Equation.DSMT4">
                  <p:embed/>
                </p:oleObj>
              </mc:Choice>
              <mc:Fallback>
                <p:oleObj name="" r:id="rId1" imgW="2082800" imgH="228600" progId="Equation.DSMT4">
                  <p:embed/>
                  <p:pic>
                    <p:nvPicPr>
                      <p:cNvPr id="0" name="图片 3411"/>
                      <p:cNvPicPr/>
                      <p:nvPr/>
                    </p:nvPicPr>
                    <p:blipFill>
                      <a:blip r:embed="rId2"/>
                      <a:stretch>
                        <a:fillRect/>
                      </a:stretch>
                    </p:blipFill>
                    <p:spPr>
                      <a:xfrm>
                        <a:off x="2001838" y="1325563"/>
                        <a:ext cx="4926012" cy="484187"/>
                      </a:xfrm>
                      <a:prstGeom prst="rect">
                        <a:avLst/>
                      </a:prstGeom>
                      <a:noFill/>
                      <a:ln w="38100">
                        <a:noFill/>
                        <a:miter/>
                      </a:ln>
                    </p:spPr>
                  </p:pic>
                </p:oleObj>
              </mc:Fallback>
            </mc:AlternateContent>
          </a:graphicData>
        </a:graphic>
      </p:graphicFrame>
      <p:graphicFrame>
        <p:nvGraphicFramePr>
          <p:cNvPr id="45070" name="对象 2"/>
          <p:cNvGraphicFramePr>
            <a:graphicFrameLocks noChangeAspect="1"/>
          </p:cNvGraphicFramePr>
          <p:nvPr/>
        </p:nvGraphicFramePr>
        <p:xfrm>
          <a:off x="5486400" y="863600"/>
          <a:ext cx="509588" cy="484188"/>
        </p:xfrm>
        <a:graphic>
          <a:graphicData uri="http://schemas.openxmlformats.org/presentationml/2006/ole">
            <mc:AlternateContent xmlns:mc="http://schemas.openxmlformats.org/markup-compatibility/2006">
              <mc:Choice xmlns:v="urn:schemas-microsoft-com:vml" Requires="v">
                <p:oleObj spid="_x0000_s39970" name="" r:id="rId3" imgW="215900" imgH="228600" progId="Equation.DSMT4">
                  <p:embed/>
                </p:oleObj>
              </mc:Choice>
              <mc:Fallback>
                <p:oleObj name="" r:id="rId3" imgW="215900" imgH="228600" progId="Equation.DSMT4">
                  <p:embed/>
                  <p:pic>
                    <p:nvPicPr>
                      <p:cNvPr id="0" name="图片 3410"/>
                      <p:cNvPicPr/>
                      <p:nvPr/>
                    </p:nvPicPr>
                    <p:blipFill>
                      <a:blip r:embed="rId4"/>
                      <a:stretch>
                        <a:fillRect/>
                      </a:stretch>
                    </p:blipFill>
                    <p:spPr>
                      <a:xfrm>
                        <a:off x="5486400" y="863600"/>
                        <a:ext cx="509588" cy="484188"/>
                      </a:xfrm>
                      <a:prstGeom prst="rect">
                        <a:avLst/>
                      </a:prstGeom>
                      <a:noFill/>
                      <a:ln w="38100">
                        <a:noFill/>
                        <a:miter/>
                      </a:ln>
                    </p:spPr>
                  </p:pic>
                </p:oleObj>
              </mc:Fallback>
            </mc:AlternateContent>
          </a:graphicData>
        </a:graphic>
      </p:graphicFrame>
      <p:graphicFrame>
        <p:nvGraphicFramePr>
          <p:cNvPr id="4" name="对象 3"/>
          <p:cNvGraphicFramePr>
            <a:graphicFrameLocks noChangeAspect="1"/>
          </p:cNvGraphicFramePr>
          <p:nvPr/>
        </p:nvGraphicFramePr>
        <p:xfrm>
          <a:off x="1143000" y="1965325"/>
          <a:ext cx="1020763" cy="430213"/>
        </p:xfrm>
        <a:graphic>
          <a:graphicData uri="http://schemas.openxmlformats.org/presentationml/2006/ole">
            <mc:AlternateContent xmlns:mc="http://schemas.openxmlformats.org/markup-compatibility/2006">
              <mc:Choice xmlns:v="urn:schemas-microsoft-com:vml" Requires="v">
                <p:oleObj spid="_x0000_s39971" name="" r:id="rId5" imgW="431800" imgH="203200" progId="Equation.DSMT4">
                  <p:embed/>
                </p:oleObj>
              </mc:Choice>
              <mc:Fallback>
                <p:oleObj name="" r:id="rId5" imgW="431800" imgH="203200" progId="Equation.DSMT4">
                  <p:embed/>
                  <p:pic>
                    <p:nvPicPr>
                      <p:cNvPr id="0" name="图片 3412"/>
                      <p:cNvPicPr/>
                      <p:nvPr/>
                    </p:nvPicPr>
                    <p:blipFill>
                      <a:blip r:embed="rId6"/>
                      <a:stretch>
                        <a:fillRect/>
                      </a:stretch>
                    </p:blipFill>
                    <p:spPr>
                      <a:xfrm>
                        <a:off x="1143000" y="1965325"/>
                        <a:ext cx="1020763" cy="430213"/>
                      </a:xfrm>
                      <a:prstGeom prst="rect">
                        <a:avLst/>
                      </a:prstGeom>
                      <a:noFill/>
                      <a:ln w="38100">
                        <a:noFill/>
                        <a:miter/>
                      </a:ln>
                    </p:spPr>
                  </p:pic>
                </p:oleObj>
              </mc:Fallback>
            </mc:AlternateContent>
          </a:graphicData>
        </a:graphic>
      </p:graphicFrame>
      <p:pic>
        <p:nvPicPr>
          <p:cNvPr id="45098" name="Picture 42"/>
          <p:cNvPicPr>
            <a:picLocks noChangeAspect="1"/>
          </p:cNvPicPr>
          <p:nvPr/>
        </p:nvPicPr>
        <p:blipFill>
          <a:blip r:embed="rId7"/>
          <a:stretch>
            <a:fillRect/>
          </a:stretch>
        </p:blipFill>
        <p:spPr>
          <a:xfrm>
            <a:off x="2514600" y="2379663"/>
            <a:ext cx="4191000" cy="406400"/>
          </a:xfrm>
          <a:prstGeom prst="rect">
            <a:avLst/>
          </a:prstGeom>
          <a:noFill/>
          <a:ln w="9525">
            <a:noFill/>
          </a:ln>
        </p:spPr>
      </p:pic>
      <p:pic>
        <p:nvPicPr>
          <p:cNvPr id="45099" name="Picture 43"/>
          <p:cNvPicPr>
            <a:picLocks noChangeAspect="1"/>
          </p:cNvPicPr>
          <p:nvPr/>
        </p:nvPicPr>
        <p:blipFill>
          <a:blip r:embed="rId8"/>
          <a:stretch>
            <a:fillRect/>
          </a:stretch>
        </p:blipFill>
        <p:spPr>
          <a:xfrm>
            <a:off x="2667000" y="3224213"/>
            <a:ext cx="4191000" cy="395287"/>
          </a:xfrm>
          <a:prstGeom prst="rect">
            <a:avLst/>
          </a:prstGeom>
          <a:noFill/>
          <a:ln w="9525">
            <a:noFill/>
          </a:ln>
        </p:spPr>
      </p:pic>
      <p:pic>
        <p:nvPicPr>
          <p:cNvPr id="45100" name="Picture 44"/>
          <p:cNvPicPr>
            <a:picLocks noChangeAspect="1"/>
          </p:cNvPicPr>
          <p:nvPr/>
        </p:nvPicPr>
        <p:blipFill>
          <a:blip r:embed="rId9"/>
          <a:stretch>
            <a:fillRect/>
          </a:stretch>
        </p:blipFill>
        <p:spPr>
          <a:xfrm>
            <a:off x="4625975" y="3667125"/>
            <a:ext cx="1889125" cy="828675"/>
          </a:xfrm>
          <a:prstGeom prst="rect">
            <a:avLst/>
          </a:prstGeom>
          <a:noFill/>
          <a:ln w="9525">
            <a:noFill/>
          </a:ln>
        </p:spPr>
      </p:pic>
      <p:pic>
        <p:nvPicPr>
          <p:cNvPr id="45101" name="Picture 45"/>
          <p:cNvPicPr>
            <a:picLocks noChangeAspect="1"/>
          </p:cNvPicPr>
          <p:nvPr/>
        </p:nvPicPr>
        <p:blipFill>
          <a:blip r:embed="rId10"/>
          <a:stretch>
            <a:fillRect/>
          </a:stretch>
        </p:blipFill>
        <p:spPr>
          <a:xfrm>
            <a:off x="3200400" y="4648200"/>
            <a:ext cx="1863725" cy="3810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1"/>
                                        </p:tgtEl>
                                        <p:attrNameLst>
                                          <p:attrName>style.visibility</p:attrName>
                                        </p:attrNameLst>
                                      </p:cBhvr>
                                      <p:to>
                                        <p:strVal val="visible"/>
                                      </p:to>
                                    </p:set>
                                    <p:anim calcmode="lin" valueType="num">
                                      <p:cBhvr additive="base">
                                        <p:cTn id="7" dur="500" fill="hold"/>
                                        <p:tgtEl>
                                          <p:spTgt spid="48131"/>
                                        </p:tgtEl>
                                        <p:attrNameLst>
                                          <p:attrName>ppt_x</p:attrName>
                                        </p:attrNameLst>
                                      </p:cBhvr>
                                      <p:tavLst>
                                        <p:tav tm="0">
                                          <p:val>
                                            <p:strVal val="#ppt_x"/>
                                          </p:val>
                                        </p:tav>
                                        <p:tav tm="100000">
                                          <p:val>
                                            <p:strVal val="#ppt_x"/>
                                          </p:val>
                                        </p:tav>
                                      </p:tavLst>
                                    </p:anim>
                                    <p:anim calcmode="lin" valueType="num">
                                      <p:cBhvr additive="base">
                                        <p:cTn id="8" dur="500" fill="hold"/>
                                        <p:tgtEl>
                                          <p:spTgt spid="4813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5098"/>
                                        </p:tgtEl>
                                        <p:attrNameLst>
                                          <p:attrName>style.visibility</p:attrName>
                                        </p:attrNameLst>
                                      </p:cBhvr>
                                      <p:to>
                                        <p:strVal val="visible"/>
                                      </p:to>
                                    </p:set>
                                    <p:anim calcmode="lin" valueType="num">
                                      <p:cBhvr additive="base">
                                        <p:cTn id="17" dur="500" fill="hold"/>
                                        <p:tgtEl>
                                          <p:spTgt spid="45098"/>
                                        </p:tgtEl>
                                        <p:attrNameLst>
                                          <p:attrName>ppt_x</p:attrName>
                                        </p:attrNameLst>
                                      </p:cBhvr>
                                      <p:tavLst>
                                        <p:tav tm="0">
                                          <p:val>
                                            <p:strVal val="#ppt_x"/>
                                          </p:val>
                                        </p:tav>
                                        <p:tav tm="100000">
                                          <p:val>
                                            <p:strVal val="#ppt_x"/>
                                          </p:val>
                                        </p:tav>
                                      </p:tavLst>
                                    </p:anim>
                                    <p:anim calcmode="lin" valueType="num">
                                      <p:cBhvr additive="base">
                                        <p:cTn id="18" dur="500" fill="hold"/>
                                        <p:tgtEl>
                                          <p:spTgt spid="4509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anim calcmode="lin" valueType="num">
                                      <p:cBhvr additive="base">
                                        <p:cTn id="23" dur="500" fill="hold"/>
                                        <p:tgtEl>
                                          <p:spTgt spid="32"/>
                                        </p:tgtEl>
                                        <p:attrNameLst>
                                          <p:attrName>ppt_x</p:attrName>
                                        </p:attrNameLst>
                                      </p:cBhvr>
                                      <p:tavLst>
                                        <p:tav tm="0">
                                          <p:val>
                                            <p:strVal val="#ppt_x"/>
                                          </p:val>
                                        </p:tav>
                                        <p:tav tm="100000">
                                          <p:val>
                                            <p:strVal val="#ppt_x"/>
                                          </p:val>
                                        </p:tav>
                                      </p:tavLst>
                                    </p:anim>
                                    <p:anim calcmode="lin" valueType="num">
                                      <p:cBhvr additive="base">
                                        <p:cTn id="2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5099"/>
                                        </p:tgtEl>
                                        <p:attrNameLst>
                                          <p:attrName>style.visibility</p:attrName>
                                        </p:attrNameLst>
                                      </p:cBhvr>
                                      <p:to>
                                        <p:strVal val="visible"/>
                                      </p:to>
                                    </p:set>
                                    <p:anim calcmode="lin" valueType="num">
                                      <p:cBhvr additive="base">
                                        <p:cTn id="29" dur="500" fill="hold"/>
                                        <p:tgtEl>
                                          <p:spTgt spid="45099"/>
                                        </p:tgtEl>
                                        <p:attrNameLst>
                                          <p:attrName>ppt_x</p:attrName>
                                        </p:attrNameLst>
                                      </p:cBhvr>
                                      <p:tavLst>
                                        <p:tav tm="0">
                                          <p:val>
                                            <p:strVal val="#ppt_x"/>
                                          </p:val>
                                        </p:tav>
                                        <p:tav tm="100000">
                                          <p:val>
                                            <p:strVal val="#ppt_x"/>
                                          </p:val>
                                        </p:tav>
                                      </p:tavLst>
                                    </p:anim>
                                    <p:anim calcmode="lin" valueType="num">
                                      <p:cBhvr additive="base">
                                        <p:cTn id="30" dur="500" fill="hold"/>
                                        <p:tgtEl>
                                          <p:spTgt spid="4509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anim calcmode="lin" valueType="num">
                                      <p:cBhvr additive="base">
                                        <p:cTn id="35" dur="500" fill="hold"/>
                                        <p:tgtEl>
                                          <p:spTgt spid="34"/>
                                        </p:tgtEl>
                                        <p:attrNameLst>
                                          <p:attrName>ppt_x</p:attrName>
                                        </p:attrNameLst>
                                      </p:cBhvr>
                                      <p:tavLst>
                                        <p:tav tm="0">
                                          <p:val>
                                            <p:strVal val="#ppt_x"/>
                                          </p:val>
                                        </p:tav>
                                        <p:tav tm="100000">
                                          <p:val>
                                            <p:strVal val="#ppt_x"/>
                                          </p:val>
                                        </p:tav>
                                      </p:tavLst>
                                    </p:anim>
                                    <p:anim calcmode="lin" valueType="num">
                                      <p:cBhvr additive="base">
                                        <p:cTn id="36"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45100"/>
                                        </p:tgtEl>
                                        <p:attrNameLst>
                                          <p:attrName>style.visibility</p:attrName>
                                        </p:attrNameLst>
                                      </p:cBhvr>
                                      <p:to>
                                        <p:strVal val="visible"/>
                                      </p:to>
                                    </p:set>
                                    <p:anim calcmode="lin" valueType="num">
                                      <p:cBhvr additive="base">
                                        <p:cTn id="41" dur="500" fill="hold"/>
                                        <p:tgtEl>
                                          <p:spTgt spid="45100"/>
                                        </p:tgtEl>
                                        <p:attrNameLst>
                                          <p:attrName>ppt_x</p:attrName>
                                        </p:attrNameLst>
                                      </p:cBhvr>
                                      <p:tavLst>
                                        <p:tav tm="0">
                                          <p:val>
                                            <p:strVal val="#ppt_x"/>
                                          </p:val>
                                        </p:tav>
                                        <p:tav tm="100000">
                                          <p:val>
                                            <p:strVal val="#ppt_x"/>
                                          </p:val>
                                        </p:tav>
                                      </p:tavLst>
                                    </p:anim>
                                    <p:anim calcmode="lin" valueType="num">
                                      <p:cBhvr additive="base">
                                        <p:cTn id="42" dur="500" fill="hold"/>
                                        <p:tgtEl>
                                          <p:spTgt spid="45100"/>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anim calcmode="lin" valueType="num">
                                      <p:cBhvr additive="base">
                                        <p:cTn id="45" dur="500" fill="hold"/>
                                        <p:tgtEl>
                                          <p:spTgt spid="38"/>
                                        </p:tgtEl>
                                        <p:attrNameLst>
                                          <p:attrName>ppt_x</p:attrName>
                                        </p:attrNameLst>
                                      </p:cBhvr>
                                      <p:tavLst>
                                        <p:tav tm="0">
                                          <p:val>
                                            <p:strVal val="#ppt_x"/>
                                          </p:val>
                                        </p:tav>
                                        <p:tav tm="100000">
                                          <p:val>
                                            <p:strVal val="#ppt_x"/>
                                          </p:val>
                                        </p:tav>
                                      </p:tavLst>
                                    </p:anim>
                                    <p:anim calcmode="lin" valueType="num">
                                      <p:cBhvr additive="base">
                                        <p:cTn id="46"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5101"/>
                                        </p:tgtEl>
                                        <p:attrNameLst>
                                          <p:attrName>style.visibility</p:attrName>
                                        </p:attrNameLst>
                                      </p:cBhvr>
                                      <p:to>
                                        <p:strVal val="visible"/>
                                      </p:to>
                                    </p:set>
                                    <p:anim calcmode="lin" valueType="num">
                                      <p:cBhvr additive="base">
                                        <p:cTn id="51" dur="500" fill="hold"/>
                                        <p:tgtEl>
                                          <p:spTgt spid="45101"/>
                                        </p:tgtEl>
                                        <p:attrNameLst>
                                          <p:attrName>ppt_x</p:attrName>
                                        </p:attrNameLst>
                                      </p:cBhvr>
                                      <p:tavLst>
                                        <p:tav tm="0">
                                          <p:val>
                                            <p:strVal val="#ppt_x"/>
                                          </p:val>
                                        </p:tav>
                                        <p:tav tm="100000">
                                          <p:val>
                                            <p:strVal val="#ppt_x"/>
                                          </p:val>
                                        </p:tav>
                                      </p:tavLst>
                                    </p:anim>
                                    <p:anim calcmode="lin" valueType="num">
                                      <p:cBhvr additive="base">
                                        <p:cTn id="52" dur="500" fill="hold"/>
                                        <p:tgtEl>
                                          <p:spTgt spid="45101"/>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48134"/>
                                        </p:tgtEl>
                                        <p:attrNameLst>
                                          <p:attrName>style.visibility</p:attrName>
                                        </p:attrNameLst>
                                      </p:cBhvr>
                                      <p:to>
                                        <p:strVal val="visible"/>
                                      </p:to>
                                    </p:set>
                                    <p:anim calcmode="lin" valueType="num">
                                      <p:cBhvr additive="base">
                                        <p:cTn id="57" dur="500" fill="hold"/>
                                        <p:tgtEl>
                                          <p:spTgt spid="48134"/>
                                        </p:tgtEl>
                                        <p:attrNameLst>
                                          <p:attrName>ppt_x</p:attrName>
                                        </p:attrNameLst>
                                      </p:cBhvr>
                                      <p:tavLst>
                                        <p:tav tm="0">
                                          <p:val>
                                            <p:strVal val="#ppt_x"/>
                                          </p:val>
                                        </p:tav>
                                        <p:tav tm="100000">
                                          <p:val>
                                            <p:strVal val="#ppt_x"/>
                                          </p:val>
                                        </p:tav>
                                      </p:tavLst>
                                    </p:anim>
                                    <p:anim calcmode="lin" valueType="num">
                                      <p:cBhvr additive="base">
                                        <p:cTn id="58" dur="500" fill="hold"/>
                                        <p:tgtEl>
                                          <p:spTgt spid="481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P spid="48134" grpId="0"/>
      <p:bldP spid="32" grpId="0" animBg="1"/>
      <p:bldP spid="34" grpId="0" animBg="1"/>
      <p:bldP spid="38"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6082" name="矩形 3"/>
          <p:cNvSpPr/>
          <p:nvPr/>
        </p:nvSpPr>
        <p:spPr>
          <a:xfrm>
            <a:off x="642938" y="838200"/>
            <a:ext cx="5657850" cy="508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700" b="1" dirty="0">
                <a:latin typeface="Times New Roman" panose="02020603050405020304" pitchFamily="18" charset="0"/>
                <a:ea typeface="仿宋" panose="02010609060101010101" pitchFamily="49" charset="-122"/>
              </a:rPr>
              <a:t>定义</a:t>
            </a:r>
            <a:r>
              <a:rPr lang="en-US" altLang="zh-CN" sz="2700" b="1" dirty="0">
                <a:latin typeface="Times New Roman" panose="02020603050405020304" pitchFamily="18" charset="0"/>
                <a:ea typeface="仿宋" panose="02010609060101010101" pitchFamily="49" charset="-122"/>
              </a:rPr>
              <a:t> 3.2.1 </a:t>
            </a:r>
            <a:r>
              <a:rPr lang="zh-CN" altLang="en-US" sz="2700" b="1" dirty="0">
                <a:latin typeface="Times New Roman" panose="02020603050405020304" pitchFamily="18" charset="0"/>
                <a:ea typeface="仿宋" panose="02010609060101010101" pitchFamily="49" charset="-122"/>
              </a:rPr>
              <a:t>设</a:t>
            </a:r>
            <a:r>
              <a:rPr lang="en-US" altLang="zh-CN" sz="2700" b="1" i="1" dirty="0">
                <a:latin typeface="Times New Roman" panose="02020603050405020304" pitchFamily="18" charset="0"/>
                <a:ea typeface="仿宋" panose="02010609060101010101" pitchFamily="49" charset="-122"/>
              </a:rPr>
              <a:t>     </a:t>
            </a:r>
            <a:r>
              <a:rPr lang="zh-CN" altLang="en-US" sz="2700" b="1" dirty="0">
                <a:latin typeface="Times New Roman" panose="02020603050405020304" pitchFamily="18" charset="0"/>
                <a:ea typeface="仿宋" panose="02010609060101010101" pitchFamily="49" charset="-122"/>
              </a:rPr>
              <a:t>为正整数，若同余式</a:t>
            </a:r>
            <a:endParaRPr lang="zh-CN" altLang="en-US" sz="2700" b="1" dirty="0">
              <a:latin typeface="Times New Roman" panose="02020603050405020304" pitchFamily="18" charset="0"/>
              <a:ea typeface="仿宋" panose="02010609060101010101" pitchFamily="49" charset="-122"/>
            </a:endParaRPr>
          </a:p>
        </p:txBody>
      </p:sp>
      <p:sp>
        <p:nvSpPr>
          <p:cNvPr id="46083" name="Rectangle 2"/>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46084" name="TextBox 6"/>
          <p:cNvSpPr txBox="1"/>
          <p:nvPr/>
        </p:nvSpPr>
        <p:spPr>
          <a:xfrm>
            <a:off x="642938" y="2119313"/>
            <a:ext cx="7929562" cy="9223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700" b="1" dirty="0">
                <a:latin typeface="Times New Roman" panose="02020603050405020304" pitchFamily="18" charset="0"/>
                <a:ea typeface="仿宋" panose="02010609060101010101" pitchFamily="49" charset="-122"/>
              </a:rPr>
              <a:t>有解，则称 </a:t>
            </a:r>
            <a:r>
              <a:rPr lang="en-US" altLang="zh-CN" sz="2700" b="1" i="1" dirty="0">
                <a:latin typeface="Times New Roman" panose="02020603050405020304" pitchFamily="18" charset="0"/>
                <a:ea typeface="仿宋" panose="02010609060101010101" pitchFamily="49" charset="-122"/>
              </a:rPr>
              <a:t>  </a:t>
            </a:r>
            <a:r>
              <a:rPr lang="zh-CN" altLang="en-US" sz="2700" b="1" dirty="0">
                <a:latin typeface="Times New Roman" panose="02020603050405020304" pitchFamily="18" charset="0"/>
                <a:ea typeface="仿宋" panose="02010609060101010101" pitchFamily="49" charset="-122"/>
              </a:rPr>
              <a:t>为模</a:t>
            </a:r>
            <a:r>
              <a:rPr lang="en-US" altLang="zh-CN" sz="2700" b="1" i="1" dirty="0">
                <a:latin typeface="Times New Roman" panose="02020603050405020304" pitchFamily="18" charset="0"/>
                <a:ea typeface="仿宋" panose="02010609060101010101" pitchFamily="49" charset="-122"/>
              </a:rPr>
              <a:t>     </a:t>
            </a:r>
            <a:r>
              <a:rPr lang="zh-CN" altLang="en-US" sz="2700" b="1" dirty="0">
                <a:latin typeface="Times New Roman" panose="02020603050405020304" pitchFamily="18" charset="0"/>
                <a:ea typeface="仿宋" panose="02010609060101010101" pitchFamily="49" charset="-122"/>
              </a:rPr>
              <a:t>的</a:t>
            </a:r>
            <a:r>
              <a:rPr lang="zh-CN" altLang="en-US" sz="2700" b="1" dirty="0">
                <a:solidFill>
                  <a:srgbClr val="FF0000"/>
                </a:solidFill>
                <a:latin typeface="Times New Roman" panose="02020603050405020304" pitchFamily="18" charset="0"/>
                <a:ea typeface="仿宋" panose="02010609060101010101" pitchFamily="49" charset="-122"/>
              </a:rPr>
              <a:t>二次剩余</a:t>
            </a:r>
            <a:r>
              <a:rPr lang="zh-CN" altLang="en-US" sz="2700" b="1" dirty="0">
                <a:latin typeface="Times New Roman" panose="02020603050405020304" pitchFamily="18" charset="0"/>
                <a:ea typeface="仿宋" panose="02010609060101010101" pitchFamily="49" charset="-122"/>
              </a:rPr>
              <a:t>，否则称</a:t>
            </a:r>
            <a:r>
              <a:rPr lang="en-US" altLang="zh-CN" sz="2700" b="1" i="1" dirty="0">
                <a:latin typeface="Times New Roman" panose="02020603050405020304" pitchFamily="18" charset="0"/>
                <a:ea typeface="仿宋" panose="02010609060101010101" pitchFamily="49" charset="-122"/>
              </a:rPr>
              <a:t>   </a:t>
            </a:r>
            <a:r>
              <a:rPr lang="zh-CN" altLang="en-US" sz="2700" b="1" dirty="0">
                <a:latin typeface="Times New Roman" panose="02020603050405020304" pitchFamily="18" charset="0"/>
                <a:ea typeface="仿宋" panose="02010609060101010101" pitchFamily="49" charset="-122"/>
              </a:rPr>
              <a:t>为模 </a:t>
            </a:r>
            <a:r>
              <a:rPr lang="en-US" altLang="zh-CN" sz="2700" b="1" i="1" dirty="0">
                <a:latin typeface="Times New Roman" panose="02020603050405020304" pitchFamily="18" charset="0"/>
                <a:ea typeface="仿宋" panose="02010609060101010101" pitchFamily="49" charset="-122"/>
              </a:rPr>
              <a:t>   </a:t>
            </a:r>
            <a:r>
              <a:rPr lang="zh-CN" altLang="en-US" sz="2700" b="1" dirty="0">
                <a:latin typeface="Times New Roman" panose="02020603050405020304" pitchFamily="18" charset="0"/>
                <a:ea typeface="仿宋" panose="02010609060101010101" pitchFamily="49" charset="-122"/>
              </a:rPr>
              <a:t>的</a:t>
            </a:r>
            <a:r>
              <a:rPr lang="zh-CN" altLang="en-US" sz="2700" b="1" dirty="0">
                <a:solidFill>
                  <a:srgbClr val="FF0000"/>
                </a:solidFill>
                <a:latin typeface="Times New Roman" panose="02020603050405020304" pitchFamily="18" charset="0"/>
                <a:ea typeface="仿宋" panose="02010609060101010101" pitchFamily="49" charset="-122"/>
              </a:rPr>
              <a:t>二次非剩余</a:t>
            </a:r>
            <a:r>
              <a:rPr lang="zh-CN" altLang="en-US" sz="2700" b="1" dirty="0">
                <a:latin typeface="Times New Roman" panose="02020603050405020304" pitchFamily="18" charset="0"/>
                <a:ea typeface="仿宋" panose="02010609060101010101" pitchFamily="49" charset="-122"/>
              </a:rPr>
              <a:t>。</a:t>
            </a:r>
            <a:endParaRPr lang="zh-CN" altLang="en-US" sz="2700" b="1" dirty="0">
              <a:latin typeface="Times New Roman" panose="02020603050405020304" pitchFamily="18" charset="0"/>
              <a:ea typeface="仿宋" panose="02010609060101010101" pitchFamily="49" charset="-122"/>
            </a:endParaRPr>
          </a:p>
        </p:txBody>
      </p:sp>
      <p:sp>
        <p:nvSpPr>
          <p:cNvPr id="46085" name="矩形 7"/>
          <p:cNvSpPr/>
          <p:nvPr/>
        </p:nvSpPr>
        <p:spPr>
          <a:xfrm>
            <a:off x="642938" y="3432175"/>
            <a:ext cx="7929562" cy="9239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700" b="1" dirty="0">
                <a:latin typeface="Times New Roman" panose="02020603050405020304" pitchFamily="18" charset="0"/>
                <a:ea typeface="仿宋" panose="02010609060101010101" pitchFamily="49" charset="-122"/>
              </a:rPr>
              <a:t>对于           ，判断某个数是否为模</a:t>
            </a:r>
            <a:r>
              <a:rPr lang="en-US" altLang="zh-CN" sz="2700" b="1" i="1" dirty="0">
                <a:latin typeface="Times New Roman" panose="02020603050405020304" pitchFamily="18" charset="0"/>
                <a:ea typeface="仿宋" panose="02010609060101010101" pitchFamily="49" charset="-122"/>
              </a:rPr>
              <a:t>     </a:t>
            </a:r>
            <a:r>
              <a:rPr lang="zh-CN" altLang="en-US" sz="2700" b="1" dirty="0">
                <a:latin typeface="Times New Roman" panose="02020603050405020304" pitchFamily="18" charset="0"/>
                <a:ea typeface="仿宋" panose="02010609060101010101" pitchFamily="49" charset="-122"/>
              </a:rPr>
              <a:t>的二次剩余是平凡的。首先考虑奇素数的二次剩余问题。</a:t>
            </a:r>
            <a:endParaRPr lang="zh-CN" altLang="en-US" sz="2700" b="1" dirty="0">
              <a:latin typeface="Times New Roman" panose="02020603050405020304" pitchFamily="18" charset="0"/>
              <a:ea typeface="仿宋" panose="02010609060101010101" pitchFamily="49" charset="-122"/>
            </a:endParaRPr>
          </a:p>
        </p:txBody>
      </p:sp>
      <p:sp>
        <p:nvSpPr>
          <p:cNvPr id="46086"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graphicFrame>
        <p:nvGraphicFramePr>
          <p:cNvPr id="46087" name="对象 1"/>
          <p:cNvGraphicFramePr>
            <a:graphicFrameLocks noChangeAspect="1"/>
          </p:cNvGraphicFramePr>
          <p:nvPr/>
        </p:nvGraphicFramePr>
        <p:xfrm>
          <a:off x="2362200" y="1524000"/>
          <a:ext cx="5046663" cy="484188"/>
        </p:xfrm>
        <a:graphic>
          <a:graphicData uri="http://schemas.openxmlformats.org/presentationml/2006/ole">
            <mc:AlternateContent xmlns:mc="http://schemas.openxmlformats.org/markup-compatibility/2006">
              <mc:Choice xmlns:v="urn:schemas-microsoft-com:vml" Requires="v">
                <p:oleObj spid="_x0000_s41043" name="" r:id="rId1" imgW="2133600" imgH="228600" progId="Equation.DSMT4">
                  <p:embed/>
                </p:oleObj>
              </mc:Choice>
              <mc:Fallback>
                <p:oleObj name="" r:id="rId1" imgW="2133600" imgH="228600" progId="Equation.DSMT4">
                  <p:embed/>
                  <p:pic>
                    <p:nvPicPr>
                      <p:cNvPr id="0" name="图片 3413"/>
                      <p:cNvPicPr/>
                      <p:nvPr/>
                    </p:nvPicPr>
                    <p:blipFill>
                      <a:blip r:embed="rId2"/>
                      <a:stretch>
                        <a:fillRect/>
                      </a:stretch>
                    </p:blipFill>
                    <p:spPr>
                      <a:xfrm>
                        <a:off x="2362200" y="1524000"/>
                        <a:ext cx="5046663" cy="484188"/>
                      </a:xfrm>
                      <a:prstGeom prst="rect">
                        <a:avLst/>
                      </a:prstGeom>
                      <a:noFill/>
                      <a:ln w="38100">
                        <a:noFill/>
                        <a:miter/>
                      </a:ln>
                    </p:spPr>
                  </p:pic>
                </p:oleObj>
              </mc:Fallback>
            </mc:AlternateContent>
          </a:graphicData>
        </a:graphic>
      </p:graphicFrame>
      <p:graphicFrame>
        <p:nvGraphicFramePr>
          <p:cNvPr id="46088" name="对象 2"/>
          <p:cNvGraphicFramePr>
            <a:graphicFrameLocks noChangeAspect="1"/>
          </p:cNvGraphicFramePr>
          <p:nvPr/>
        </p:nvGraphicFramePr>
        <p:xfrm>
          <a:off x="2667000" y="942975"/>
          <a:ext cx="420688" cy="296863"/>
        </p:xfrm>
        <a:graphic>
          <a:graphicData uri="http://schemas.openxmlformats.org/presentationml/2006/ole">
            <mc:AlternateContent xmlns:mc="http://schemas.openxmlformats.org/markup-compatibility/2006">
              <mc:Choice xmlns:v="urn:schemas-microsoft-com:vml" Requires="v">
                <p:oleObj spid="_x0000_s41044" name="" r:id="rId3" imgW="177800" imgH="139700" progId="Equation.DSMT4">
                  <p:embed/>
                </p:oleObj>
              </mc:Choice>
              <mc:Fallback>
                <p:oleObj name="" r:id="rId3" imgW="177800" imgH="139700" progId="Equation.DSMT4">
                  <p:embed/>
                  <p:pic>
                    <p:nvPicPr>
                      <p:cNvPr id="0" name="图片 3419"/>
                      <p:cNvPicPr/>
                      <p:nvPr/>
                    </p:nvPicPr>
                    <p:blipFill>
                      <a:blip r:embed="rId4"/>
                      <a:stretch>
                        <a:fillRect/>
                      </a:stretch>
                    </p:blipFill>
                    <p:spPr>
                      <a:xfrm>
                        <a:off x="2667000" y="942975"/>
                        <a:ext cx="420688" cy="296863"/>
                      </a:xfrm>
                      <a:prstGeom prst="rect">
                        <a:avLst/>
                      </a:prstGeom>
                      <a:noFill/>
                      <a:ln w="38100">
                        <a:noFill/>
                        <a:miter/>
                      </a:ln>
                    </p:spPr>
                  </p:pic>
                </p:oleObj>
              </mc:Fallback>
            </mc:AlternateContent>
          </a:graphicData>
        </a:graphic>
      </p:graphicFrame>
      <p:graphicFrame>
        <p:nvGraphicFramePr>
          <p:cNvPr id="46089" name="对象 3"/>
          <p:cNvGraphicFramePr>
            <a:graphicFrameLocks noChangeAspect="1"/>
          </p:cNvGraphicFramePr>
          <p:nvPr/>
        </p:nvGraphicFramePr>
        <p:xfrm>
          <a:off x="7848600" y="2208213"/>
          <a:ext cx="420688" cy="296862"/>
        </p:xfrm>
        <a:graphic>
          <a:graphicData uri="http://schemas.openxmlformats.org/presentationml/2006/ole">
            <mc:AlternateContent xmlns:mc="http://schemas.openxmlformats.org/markup-compatibility/2006">
              <mc:Choice xmlns:v="urn:schemas-microsoft-com:vml" Requires="v">
                <p:oleObj spid="_x0000_s41045" name="" r:id="rId5" imgW="177800" imgH="139700" progId="Equation.DSMT4">
                  <p:embed/>
                </p:oleObj>
              </mc:Choice>
              <mc:Fallback>
                <p:oleObj name="" r:id="rId5" imgW="177800" imgH="139700" progId="Equation.DSMT4">
                  <p:embed/>
                  <p:pic>
                    <p:nvPicPr>
                      <p:cNvPr id="0" name="图片 3416"/>
                      <p:cNvPicPr/>
                      <p:nvPr/>
                    </p:nvPicPr>
                    <p:blipFill>
                      <a:blip r:embed="rId6"/>
                      <a:stretch>
                        <a:fillRect/>
                      </a:stretch>
                    </p:blipFill>
                    <p:spPr>
                      <a:xfrm>
                        <a:off x="7848600" y="2208213"/>
                        <a:ext cx="420688" cy="296862"/>
                      </a:xfrm>
                      <a:prstGeom prst="rect">
                        <a:avLst/>
                      </a:prstGeom>
                      <a:noFill/>
                      <a:ln w="38100">
                        <a:noFill/>
                        <a:miter/>
                      </a:ln>
                    </p:spPr>
                  </p:pic>
                </p:oleObj>
              </mc:Fallback>
            </mc:AlternateContent>
          </a:graphicData>
        </a:graphic>
      </p:graphicFrame>
      <p:graphicFrame>
        <p:nvGraphicFramePr>
          <p:cNvPr id="46090" name="对象 4"/>
          <p:cNvGraphicFramePr>
            <a:graphicFrameLocks noChangeAspect="1"/>
          </p:cNvGraphicFramePr>
          <p:nvPr/>
        </p:nvGraphicFramePr>
        <p:xfrm>
          <a:off x="3438525" y="2257425"/>
          <a:ext cx="420688" cy="296863"/>
        </p:xfrm>
        <a:graphic>
          <a:graphicData uri="http://schemas.openxmlformats.org/presentationml/2006/ole">
            <mc:AlternateContent xmlns:mc="http://schemas.openxmlformats.org/markup-compatibility/2006">
              <mc:Choice xmlns:v="urn:schemas-microsoft-com:vml" Requires="v">
                <p:oleObj spid="_x0000_s41046" name="" r:id="rId7" imgW="177800" imgH="139700" progId="Equation.DSMT4">
                  <p:embed/>
                </p:oleObj>
              </mc:Choice>
              <mc:Fallback>
                <p:oleObj name="" r:id="rId7" imgW="177800" imgH="139700" progId="Equation.DSMT4">
                  <p:embed/>
                  <p:pic>
                    <p:nvPicPr>
                      <p:cNvPr id="0" name="图片 3415"/>
                      <p:cNvPicPr/>
                      <p:nvPr/>
                    </p:nvPicPr>
                    <p:blipFill>
                      <a:blip r:embed="rId6"/>
                      <a:stretch>
                        <a:fillRect/>
                      </a:stretch>
                    </p:blipFill>
                    <p:spPr>
                      <a:xfrm>
                        <a:off x="3438525" y="2257425"/>
                        <a:ext cx="420688" cy="296863"/>
                      </a:xfrm>
                      <a:prstGeom prst="rect">
                        <a:avLst/>
                      </a:prstGeom>
                      <a:noFill/>
                      <a:ln w="38100">
                        <a:noFill/>
                        <a:miter/>
                      </a:ln>
                    </p:spPr>
                  </p:pic>
                </p:oleObj>
              </mc:Fallback>
            </mc:AlternateContent>
          </a:graphicData>
        </a:graphic>
      </p:graphicFrame>
      <p:graphicFrame>
        <p:nvGraphicFramePr>
          <p:cNvPr id="46091" name="对象 5"/>
          <p:cNvGraphicFramePr>
            <a:graphicFrameLocks noChangeAspect="1"/>
          </p:cNvGraphicFramePr>
          <p:nvPr/>
        </p:nvGraphicFramePr>
        <p:xfrm>
          <a:off x="2498725" y="2295525"/>
          <a:ext cx="300038" cy="295275"/>
        </p:xfrm>
        <a:graphic>
          <a:graphicData uri="http://schemas.openxmlformats.org/presentationml/2006/ole">
            <mc:AlternateContent xmlns:mc="http://schemas.openxmlformats.org/markup-compatibility/2006">
              <mc:Choice xmlns:v="urn:schemas-microsoft-com:vml" Requires="v">
                <p:oleObj spid="_x0000_s41047" name="" r:id="rId8" imgW="127000" imgH="139700" progId="Equation.DSMT4">
                  <p:embed/>
                </p:oleObj>
              </mc:Choice>
              <mc:Fallback>
                <p:oleObj name="" r:id="rId8" imgW="127000" imgH="139700" progId="Equation.DSMT4">
                  <p:embed/>
                  <p:pic>
                    <p:nvPicPr>
                      <p:cNvPr id="0" name="图片 3418"/>
                      <p:cNvPicPr/>
                      <p:nvPr/>
                    </p:nvPicPr>
                    <p:blipFill>
                      <a:blip r:embed="rId9"/>
                      <a:stretch>
                        <a:fillRect/>
                      </a:stretch>
                    </p:blipFill>
                    <p:spPr>
                      <a:xfrm>
                        <a:off x="2498725" y="2295525"/>
                        <a:ext cx="300038" cy="295275"/>
                      </a:xfrm>
                      <a:prstGeom prst="rect">
                        <a:avLst/>
                      </a:prstGeom>
                      <a:noFill/>
                      <a:ln w="38100">
                        <a:noFill/>
                        <a:miter/>
                      </a:ln>
                    </p:spPr>
                  </p:pic>
                </p:oleObj>
              </mc:Fallback>
            </mc:AlternateContent>
          </a:graphicData>
        </a:graphic>
      </p:graphicFrame>
      <p:graphicFrame>
        <p:nvGraphicFramePr>
          <p:cNvPr id="46092" name="对象 6"/>
          <p:cNvGraphicFramePr>
            <a:graphicFrameLocks noChangeAspect="1"/>
          </p:cNvGraphicFramePr>
          <p:nvPr/>
        </p:nvGraphicFramePr>
        <p:xfrm>
          <a:off x="6934200" y="2209800"/>
          <a:ext cx="300038" cy="295275"/>
        </p:xfrm>
        <a:graphic>
          <a:graphicData uri="http://schemas.openxmlformats.org/presentationml/2006/ole">
            <mc:AlternateContent xmlns:mc="http://schemas.openxmlformats.org/markup-compatibility/2006">
              <mc:Choice xmlns:v="urn:schemas-microsoft-com:vml" Requires="v">
                <p:oleObj spid="_x0000_s41048" name="" r:id="rId10" imgW="127000" imgH="139700" progId="Equation.DSMT4">
                  <p:embed/>
                </p:oleObj>
              </mc:Choice>
              <mc:Fallback>
                <p:oleObj name="" r:id="rId10" imgW="127000" imgH="139700" progId="Equation.DSMT4">
                  <p:embed/>
                  <p:pic>
                    <p:nvPicPr>
                      <p:cNvPr id="0" name="图片 3414"/>
                      <p:cNvPicPr/>
                      <p:nvPr/>
                    </p:nvPicPr>
                    <p:blipFill>
                      <a:blip r:embed="rId11"/>
                      <a:stretch>
                        <a:fillRect/>
                      </a:stretch>
                    </p:blipFill>
                    <p:spPr>
                      <a:xfrm>
                        <a:off x="6934200" y="2209800"/>
                        <a:ext cx="300038" cy="295275"/>
                      </a:xfrm>
                      <a:prstGeom prst="rect">
                        <a:avLst/>
                      </a:prstGeom>
                      <a:noFill/>
                      <a:ln w="38100">
                        <a:noFill/>
                        <a:miter/>
                      </a:ln>
                    </p:spPr>
                  </p:pic>
                </p:oleObj>
              </mc:Fallback>
            </mc:AlternateContent>
          </a:graphicData>
        </a:graphic>
      </p:graphicFrame>
      <p:graphicFrame>
        <p:nvGraphicFramePr>
          <p:cNvPr id="8" name="对象 7"/>
          <p:cNvGraphicFramePr>
            <a:graphicFrameLocks noChangeAspect="1"/>
          </p:cNvGraphicFramePr>
          <p:nvPr/>
        </p:nvGraphicFramePr>
        <p:xfrm>
          <a:off x="1524000" y="3508375"/>
          <a:ext cx="811213" cy="377825"/>
        </p:xfrm>
        <a:graphic>
          <a:graphicData uri="http://schemas.openxmlformats.org/presentationml/2006/ole">
            <mc:AlternateContent xmlns:mc="http://schemas.openxmlformats.org/markup-compatibility/2006">
              <mc:Choice xmlns:v="urn:schemas-microsoft-com:vml" Requires="v">
                <p:oleObj spid="_x0000_s41049" name="" r:id="rId12" imgW="342900" imgH="177800" progId="Equation.DSMT4">
                  <p:embed/>
                </p:oleObj>
              </mc:Choice>
              <mc:Fallback>
                <p:oleObj name="" r:id="rId12" imgW="342900" imgH="177800" progId="Equation.DSMT4">
                  <p:embed/>
                  <p:pic>
                    <p:nvPicPr>
                      <p:cNvPr id="0" name="图片 3421"/>
                      <p:cNvPicPr/>
                      <p:nvPr/>
                    </p:nvPicPr>
                    <p:blipFill>
                      <a:blip r:embed="rId13"/>
                      <a:stretch>
                        <a:fillRect/>
                      </a:stretch>
                    </p:blipFill>
                    <p:spPr>
                      <a:xfrm>
                        <a:off x="1524000" y="3508375"/>
                        <a:ext cx="811213" cy="377825"/>
                      </a:xfrm>
                      <a:prstGeom prst="rect">
                        <a:avLst/>
                      </a:prstGeom>
                      <a:noFill/>
                      <a:ln w="38100">
                        <a:noFill/>
                        <a:miter/>
                      </a:ln>
                    </p:spPr>
                  </p:pic>
                </p:oleObj>
              </mc:Fallback>
            </mc:AlternateContent>
          </a:graphicData>
        </a:graphic>
      </p:graphicFrame>
      <p:graphicFrame>
        <p:nvGraphicFramePr>
          <p:cNvPr id="9" name="对象 8"/>
          <p:cNvGraphicFramePr>
            <a:graphicFrameLocks noChangeAspect="1"/>
          </p:cNvGraphicFramePr>
          <p:nvPr/>
        </p:nvGraphicFramePr>
        <p:xfrm>
          <a:off x="5867400" y="3589338"/>
          <a:ext cx="420688" cy="296862"/>
        </p:xfrm>
        <a:graphic>
          <a:graphicData uri="http://schemas.openxmlformats.org/presentationml/2006/ole">
            <mc:AlternateContent xmlns:mc="http://schemas.openxmlformats.org/markup-compatibility/2006">
              <mc:Choice xmlns:v="urn:schemas-microsoft-com:vml" Requires="v">
                <p:oleObj spid="_x0000_s41050" name="" r:id="rId14" imgW="177800" imgH="139700" progId="Equation.DSMT4">
                  <p:embed/>
                </p:oleObj>
              </mc:Choice>
              <mc:Fallback>
                <p:oleObj name="" r:id="rId14" imgW="177800" imgH="139700" progId="Equation.DSMT4">
                  <p:embed/>
                  <p:pic>
                    <p:nvPicPr>
                      <p:cNvPr id="0" name="图片 3420"/>
                      <p:cNvPicPr/>
                      <p:nvPr/>
                    </p:nvPicPr>
                    <p:blipFill>
                      <a:blip r:embed="rId6"/>
                      <a:stretch>
                        <a:fillRect/>
                      </a:stretch>
                    </p:blipFill>
                    <p:spPr>
                      <a:xfrm>
                        <a:off x="5867400" y="3589338"/>
                        <a:ext cx="420688" cy="29686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085"/>
                                        </p:tgtEl>
                                        <p:attrNameLst>
                                          <p:attrName>style.visibility</p:attrName>
                                        </p:attrNameLst>
                                      </p:cBhvr>
                                      <p:to>
                                        <p:strVal val="visible"/>
                                      </p:to>
                                    </p:set>
                                    <p:anim calcmode="lin" valueType="num">
                                      <p:cBhvr additive="base">
                                        <p:cTn id="7" dur="500" fill="hold"/>
                                        <p:tgtEl>
                                          <p:spTgt spid="46085"/>
                                        </p:tgtEl>
                                        <p:attrNameLst>
                                          <p:attrName>ppt_x</p:attrName>
                                        </p:attrNameLst>
                                      </p:cBhvr>
                                      <p:tavLst>
                                        <p:tav tm="0">
                                          <p:val>
                                            <p:strVal val="#ppt_x"/>
                                          </p:val>
                                        </p:tav>
                                        <p:tav tm="100000">
                                          <p:val>
                                            <p:strVal val="#ppt_x"/>
                                          </p:val>
                                        </p:tav>
                                      </p:tavLst>
                                    </p:anim>
                                    <p:anim calcmode="lin" valueType="num">
                                      <p:cBhvr additive="base">
                                        <p:cTn id="8" dur="500" fill="hold"/>
                                        <p:tgtEl>
                                          <p:spTgt spid="4608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7106"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pic>
        <p:nvPicPr>
          <p:cNvPr id="47107" name="Picture 2"/>
          <p:cNvPicPr>
            <a:picLocks noChangeAspect="1"/>
          </p:cNvPicPr>
          <p:nvPr/>
        </p:nvPicPr>
        <p:blipFill>
          <a:blip r:embed="rId1"/>
          <a:srcRect l="4581" r="3287" b="81415"/>
          <a:stretch>
            <a:fillRect/>
          </a:stretch>
        </p:blipFill>
        <p:spPr>
          <a:xfrm>
            <a:off x="228600" y="152400"/>
            <a:ext cx="8715375" cy="1076325"/>
          </a:xfrm>
          <a:prstGeom prst="rect">
            <a:avLst/>
          </a:prstGeom>
          <a:noFill/>
          <a:ln w="9525">
            <a:noFill/>
          </a:ln>
        </p:spPr>
      </p:pic>
      <p:pic>
        <p:nvPicPr>
          <p:cNvPr id="4" name="Picture 2"/>
          <p:cNvPicPr>
            <a:picLocks noChangeAspect="1"/>
          </p:cNvPicPr>
          <p:nvPr/>
        </p:nvPicPr>
        <p:blipFill>
          <a:blip r:embed="rId1"/>
          <a:srcRect l="4581" t="19490" r="3287" b="57072"/>
          <a:stretch>
            <a:fillRect/>
          </a:stretch>
        </p:blipFill>
        <p:spPr>
          <a:xfrm>
            <a:off x="228600" y="1295400"/>
            <a:ext cx="8715375" cy="1357313"/>
          </a:xfrm>
          <a:prstGeom prst="rect">
            <a:avLst/>
          </a:prstGeom>
          <a:noFill/>
          <a:ln w="9525">
            <a:noFill/>
          </a:ln>
        </p:spPr>
      </p:pic>
      <p:pic>
        <p:nvPicPr>
          <p:cNvPr id="5" name="Picture 2"/>
          <p:cNvPicPr>
            <a:picLocks noChangeAspect="1"/>
          </p:cNvPicPr>
          <p:nvPr/>
        </p:nvPicPr>
        <p:blipFill>
          <a:blip r:embed="rId1"/>
          <a:srcRect l="4581" t="44572" r="3287" b="41695"/>
          <a:stretch>
            <a:fillRect/>
          </a:stretch>
        </p:blipFill>
        <p:spPr>
          <a:xfrm>
            <a:off x="276225" y="2743200"/>
            <a:ext cx="8715375" cy="795338"/>
          </a:xfrm>
          <a:prstGeom prst="rect">
            <a:avLst/>
          </a:prstGeom>
          <a:noFill/>
          <a:ln w="9525">
            <a:noFill/>
          </a:ln>
        </p:spPr>
      </p:pic>
      <p:pic>
        <p:nvPicPr>
          <p:cNvPr id="6" name="Picture 2"/>
          <p:cNvPicPr>
            <a:picLocks noChangeAspect="1"/>
          </p:cNvPicPr>
          <p:nvPr/>
        </p:nvPicPr>
        <p:blipFill>
          <a:blip r:embed="rId1"/>
          <a:srcRect l="4581" t="58965" r="3287" b="16940"/>
          <a:stretch>
            <a:fillRect/>
          </a:stretch>
        </p:blipFill>
        <p:spPr>
          <a:xfrm>
            <a:off x="304800" y="3581400"/>
            <a:ext cx="8715375" cy="1395413"/>
          </a:xfrm>
          <a:prstGeom prst="rect">
            <a:avLst/>
          </a:prstGeom>
          <a:noFill/>
          <a:ln w="9525">
            <a:noFill/>
          </a:ln>
        </p:spPr>
      </p:pic>
      <p:pic>
        <p:nvPicPr>
          <p:cNvPr id="7" name="Picture 2"/>
          <p:cNvPicPr>
            <a:picLocks noChangeAspect="1"/>
          </p:cNvPicPr>
          <p:nvPr/>
        </p:nvPicPr>
        <p:blipFill>
          <a:blip r:embed="rId1"/>
          <a:srcRect l="4581" t="83965" r="3287"/>
          <a:stretch>
            <a:fillRect/>
          </a:stretch>
        </p:blipFill>
        <p:spPr>
          <a:xfrm>
            <a:off x="300038" y="5029200"/>
            <a:ext cx="8715375" cy="92868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8130"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pic>
        <p:nvPicPr>
          <p:cNvPr id="48131" name="Picture 2"/>
          <p:cNvPicPr>
            <a:picLocks noChangeAspect="1"/>
          </p:cNvPicPr>
          <p:nvPr/>
        </p:nvPicPr>
        <p:blipFill>
          <a:blip r:embed="rId1"/>
          <a:srcRect b="41229"/>
          <a:stretch>
            <a:fillRect/>
          </a:stretch>
        </p:blipFill>
        <p:spPr>
          <a:xfrm>
            <a:off x="152400" y="381000"/>
            <a:ext cx="8915400" cy="2776538"/>
          </a:xfrm>
          <a:prstGeom prst="rect">
            <a:avLst/>
          </a:prstGeom>
          <a:noFill/>
          <a:ln w="9525">
            <a:noFill/>
          </a:ln>
        </p:spPr>
      </p:pic>
      <p:pic>
        <p:nvPicPr>
          <p:cNvPr id="4" name="Picture 2"/>
          <p:cNvPicPr>
            <a:picLocks noChangeAspect="1"/>
          </p:cNvPicPr>
          <p:nvPr/>
        </p:nvPicPr>
        <p:blipFill>
          <a:blip r:embed="rId1"/>
          <a:srcRect t="65170"/>
          <a:stretch>
            <a:fillRect/>
          </a:stretch>
        </p:blipFill>
        <p:spPr>
          <a:xfrm>
            <a:off x="152400" y="3352800"/>
            <a:ext cx="8915400" cy="16446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9154"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pic>
        <p:nvPicPr>
          <p:cNvPr id="4" name="Picture 2"/>
          <p:cNvPicPr>
            <a:picLocks noChangeAspect="1"/>
          </p:cNvPicPr>
          <p:nvPr/>
        </p:nvPicPr>
        <p:blipFill>
          <a:blip r:embed="rId1"/>
          <a:srcRect t="27365"/>
          <a:stretch>
            <a:fillRect/>
          </a:stretch>
        </p:blipFill>
        <p:spPr>
          <a:xfrm>
            <a:off x="0" y="2057400"/>
            <a:ext cx="9067800" cy="4095750"/>
          </a:xfrm>
          <a:prstGeom prst="rect">
            <a:avLst/>
          </a:prstGeom>
          <a:noFill/>
          <a:ln w="9525">
            <a:noFill/>
          </a:ln>
        </p:spPr>
      </p:pic>
      <p:graphicFrame>
        <p:nvGraphicFramePr>
          <p:cNvPr id="2" name="对象 1"/>
          <p:cNvGraphicFramePr>
            <a:graphicFrameLocks noChangeAspect="1"/>
          </p:cNvGraphicFramePr>
          <p:nvPr/>
        </p:nvGraphicFramePr>
        <p:xfrm>
          <a:off x="304800" y="152400"/>
          <a:ext cx="8693150" cy="1743075"/>
        </p:xfrm>
        <a:graphic>
          <a:graphicData uri="http://schemas.openxmlformats.org/presentationml/2006/ole">
            <mc:AlternateContent xmlns:mc="http://schemas.openxmlformats.org/markup-compatibility/2006">
              <mc:Choice xmlns:v="urn:schemas-microsoft-com:vml" Requires="v">
                <p:oleObj spid="_x0000_s41997" name="" r:id="rId2" imgW="3911600" imgH="812800" progId="Equation.DSMT4">
                  <p:embed/>
                </p:oleObj>
              </mc:Choice>
              <mc:Fallback>
                <p:oleObj name="" r:id="rId2" imgW="3911600" imgH="812800" progId="Equation.DSMT4">
                  <p:embed/>
                  <p:pic>
                    <p:nvPicPr>
                      <p:cNvPr id="0" name="图片 3417"/>
                      <p:cNvPicPr/>
                      <p:nvPr/>
                    </p:nvPicPr>
                    <p:blipFill>
                      <a:blip r:embed="rId3"/>
                      <a:stretch>
                        <a:fillRect/>
                      </a:stretch>
                    </p:blipFill>
                    <p:spPr>
                      <a:xfrm>
                        <a:off x="304800" y="152400"/>
                        <a:ext cx="8693150" cy="17430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0178"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pic>
        <p:nvPicPr>
          <p:cNvPr id="50179" name="Picture 2"/>
          <p:cNvPicPr>
            <a:picLocks noChangeAspect="1"/>
          </p:cNvPicPr>
          <p:nvPr/>
        </p:nvPicPr>
        <p:blipFill>
          <a:blip r:embed="rId1"/>
          <a:srcRect b="63100"/>
          <a:stretch>
            <a:fillRect/>
          </a:stretch>
        </p:blipFill>
        <p:spPr>
          <a:xfrm>
            <a:off x="76200" y="304800"/>
            <a:ext cx="8991600" cy="1997075"/>
          </a:xfrm>
          <a:prstGeom prst="rect">
            <a:avLst/>
          </a:prstGeom>
          <a:noFill/>
          <a:ln w="9525">
            <a:noFill/>
          </a:ln>
        </p:spPr>
      </p:pic>
      <p:graphicFrame>
        <p:nvGraphicFramePr>
          <p:cNvPr id="3" name="对象 2"/>
          <p:cNvGraphicFramePr>
            <a:graphicFrameLocks noChangeAspect="1"/>
          </p:cNvGraphicFramePr>
          <p:nvPr/>
        </p:nvGraphicFramePr>
        <p:xfrm>
          <a:off x="501650" y="2514600"/>
          <a:ext cx="8331200" cy="3629025"/>
        </p:xfrm>
        <a:graphic>
          <a:graphicData uri="http://schemas.openxmlformats.org/presentationml/2006/ole">
            <mc:AlternateContent xmlns:mc="http://schemas.openxmlformats.org/markup-compatibility/2006">
              <mc:Choice xmlns:v="urn:schemas-microsoft-com:vml" Requires="v">
                <p:oleObj spid="_x0000_s43021" name="" r:id="rId2" imgW="3441700" imgH="1498600" progId="Equation.DSMT4">
                  <p:embed/>
                </p:oleObj>
              </mc:Choice>
              <mc:Fallback>
                <p:oleObj name="" r:id="rId2" imgW="3441700" imgH="1498600" progId="Equation.DSMT4">
                  <p:embed/>
                  <p:pic>
                    <p:nvPicPr>
                      <p:cNvPr id="0" name="图片 3422"/>
                      <p:cNvPicPr/>
                      <p:nvPr/>
                    </p:nvPicPr>
                    <p:blipFill>
                      <a:blip r:embed="rId3"/>
                      <a:stretch>
                        <a:fillRect/>
                      </a:stretch>
                    </p:blipFill>
                    <p:spPr>
                      <a:xfrm>
                        <a:off x="501650" y="2514600"/>
                        <a:ext cx="8331200" cy="36290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1202"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pic>
        <p:nvPicPr>
          <p:cNvPr id="51203" name="Picture 2"/>
          <p:cNvPicPr>
            <a:picLocks noChangeAspect="1"/>
          </p:cNvPicPr>
          <p:nvPr/>
        </p:nvPicPr>
        <p:blipFill>
          <a:blip r:embed="rId1"/>
          <a:srcRect l="4581" r="3287" b="81415"/>
          <a:stretch>
            <a:fillRect/>
          </a:stretch>
        </p:blipFill>
        <p:spPr>
          <a:xfrm>
            <a:off x="228600" y="66675"/>
            <a:ext cx="8715375" cy="1076325"/>
          </a:xfrm>
          <a:prstGeom prst="rect">
            <a:avLst/>
          </a:prstGeom>
          <a:noFill/>
          <a:ln w="9525">
            <a:noFill/>
          </a:ln>
        </p:spPr>
      </p:pic>
      <p:pic>
        <p:nvPicPr>
          <p:cNvPr id="5" name="Picture 2"/>
          <p:cNvPicPr>
            <a:picLocks noChangeAspect="1"/>
          </p:cNvPicPr>
          <p:nvPr/>
        </p:nvPicPr>
        <p:blipFill>
          <a:blip r:embed="rId1"/>
          <a:srcRect l="4581" t="44572" r="3287" b="41695"/>
          <a:stretch>
            <a:fillRect/>
          </a:stretch>
        </p:blipFill>
        <p:spPr>
          <a:xfrm>
            <a:off x="276225" y="1752600"/>
            <a:ext cx="8715375" cy="795338"/>
          </a:xfrm>
          <a:prstGeom prst="rect">
            <a:avLst/>
          </a:prstGeom>
          <a:noFill/>
          <a:ln w="9525">
            <a:noFill/>
          </a:ln>
        </p:spPr>
      </p:pic>
      <p:pic>
        <p:nvPicPr>
          <p:cNvPr id="7" name="Picture 2"/>
          <p:cNvPicPr>
            <a:picLocks noChangeAspect="1"/>
          </p:cNvPicPr>
          <p:nvPr/>
        </p:nvPicPr>
        <p:blipFill>
          <a:blip r:embed="rId1"/>
          <a:srcRect l="4581" t="83965" r="3287"/>
          <a:stretch>
            <a:fillRect/>
          </a:stretch>
        </p:blipFill>
        <p:spPr>
          <a:xfrm>
            <a:off x="276225" y="3124200"/>
            <a:ext cx="8715375" cy="92868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2226"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zh-CN" sz="1400" dirty="0"/>
            </a:fld>
            <a:endParaRPr lang="zh-CN" altLang="zh-CN" sz="1400" dirty="0"/>
          </a:p>
        </p:txBody>
      </p:sp>
      <p:sp>
        <p:nvSpPr>
          <p:cNvPr id="11267" name="Rectangle 3"/>
          <p:cNvSpPr>
            <a:spLocks noGrp="1"/>
          </p:cNvSpPr>
          <p:nvPr>
            <p:ph type="subTitle" idx="1"/>
          </p:nvPr>
        </p:nvSpPr>
        <p:spPr>
          <a:xfrm>
            <a:off x="468313" y="304800"/>
            <a:ext cx="8137525" cy="647700"/>
          </a:xfrm>
        </p:spPr>
        <p:txBody>
          <a:bodyPr vert="horz" wrap="square" lIns="91440" tIns="45720" rIns="91440" bIns="45720" anchor="t" anchorCtr="0"/>
          <a:lstStyle/>
          <a:p>
            <a:pPr algn="l" eaLnBrk="1" hangingPunct="1">
              <a:buClrTx/>
              <a:buSzTx/>
              <a:buFontTx/>
            </a:pPr>
            <a:r>
              <a:rPr lang="zh-CN" altLang="en-US" sz="2800" b="1" dirty="0">
                <a:solidFill>
                  <a:srgbClr val="0000FF"/>
                </a:solidFill>
                <a:latin typeface="宋体" pitchFamily="2" charset="-122"/>
                <a:ea typeface="+mn-ea"/>
                <a:cs typeface="+mn-cs"/>
              </a:rPr>
              <a:t>奇素数模 </a:t>
            </a:r>
            <a:r>
              <a:rPr lang="en-US" altLang="zh-CN" sz="2800" b="1" i="1" dirty="0">
                <a:solidFill>
                  <a:srgbClr val="0000FF"/>
                </a:solidFill>
                <a:latin typeface="Times New Roman" panose="02020603050405020304" pitchFamily="18" charset="0"/>
                <a:ea typeface="+mn-ea"/>
                <a:cs typeface="+mn-cs"/>
              </a:rPr>
              <a:t>p</a:t>
            </a:r>
            <a:r>
              <a:rPr lang="en-US" altLang="zh-CN" sz="2800" b="1" i="1" dirty="0">
                <a:solidFill>
                  <a:srgbClr val="0000FF"/>
                </a:solidFill>
                <a:latin typeface="+mn-lt"/>
                <a:ea typeface="+mn-ea"/>
                <a:cs typeface="+mn-cs"/>
              </a:rPr>
              <a:t> </a:t>
            </a:r>
            <a:r>
              <a:rPr lang="zh-CN" altLang="en-US" sz="2800" b="1" dirty="0">
                <a:solidFill>
                  <a:srgbClr val="0000FF"/>
                </a:solidFill>
                <a:latin typeface="宋体" pitchFamily="2" charset="-122"/>
                <a:ea typeface="+mn-ea"/>
                <a:cs typeface="+mn-cs"/>
              </a:rPr>
              <a:t>的二次</a:t>
            </a:r>
            <a:r>
              <a:rPr lang="en-US" altLang="zh-CN" sz="2800" b="1" dirty="0">
                <a:solidFill>
                  <a:srgbClr val="0000FF"/>
                </a:solidFill>
                <a:latin typeface="宋体" pitchFamily="2" charset="-122"/>
                <a:ea typeface="+mn-ea"/>
                <a:cs typeface="+mn-cs"/>
              </a:rPr>
              <a:t>(</a:t>
            </a:r>
            <a:r>
              <a:rPr lang="zh-CN" altLang="en-US" sz="2800" b="1" dirty="0">
                <a:solidFill>
                  <a:srgbClr val="0000FF"/>
                </a:solidFill>
                <a:latin typeface="宋体" pitchFamily="2" charset="-122"/>
                <a:ea typeface="+mn-ea"/>
                <a:cs typeface="+mn-cs"/>
              </a:rPr>
              <a:t>非</a:t>
            </a:r>
            <a:r>
              <a:rPr lang="en-US" altLang="zh-CN" sz="2800" b="1" dirty="0">
                <a:solidFill>
                  <a:srgbClr val="0000FF"/>
                </a:solidFill>
                <a:latin typeface="宋体" pitchFamily="2" charset="-122"/>
                <a:ea typeface="+mn-ea"/>
                <a:cs typeface="+mn-cs"/>
              </a:rPr>
              <a:t>)</a:t>
            </a:r>
            <a:r>
              <a:rPr lang="zh-CN" altLang="en-US" sz="2800" b="1" dirty="0">
                <a:solidFill>
                  <a:srgbClr val="0000FF"/>
                </a:solidFill>
                <a:latin typeface="宋体" pitchFamily="2" charset="-122"/>
                <a:ea typeface="+mn-ea"/>
                <a:cs typeface="+mn-cs"/>
              </a:rPr>
              <a:t>剩余判别条件</a:t>
            </a:r>
            <a:endParaRPr lang="zh-CN" altLang="en-US" sz="2800" b="1" dirty="0">
              <a:solidFill>
                <a:srgbClr val="0000FF"/>
              </a:solidFill>
              <a:latin typeface="宋体" pitchFamily="2" charset="-122"/>
              <a:ea typeface="+mn-ea"/>
              <a:cs typeface="+mn-cs"/>
            </a:endParaRPr>
          </a:p>
        </p:txBody>
      </p:sp>
      <p:graphicFrame>
        <p:nvGraphicFramePr>
          <p:cNvPr id="11268" name="Object 4"/>
          <p:cNvGraphicFramePr>
            <a:graphicFrameLocks noChangeAspect="1"/>
          </p:cNvGraphicFramePr>
          <p:nvPr/>
        </p:nvGraphicFramePr>
        <p:xfrm>
          <a:off x="869950" y="4191000"/>
          <a:ext cx="6038850" cy="1708150"/>
        </p:xfrm>
        <a:graphic>
          <a:graphicData uri="http://schemas.openxmlformats.org/presentationml/2006/ole">
            <mc:AlternateContent xmlns:mc="http://schemas.openxmlformats.org/markup-compatibility/2006">
              <mc:Choice xmlns:v="urn:schemas-microsoft-com:vml" Requires="v">
                <p:oleObj spid="_x0000_s44055" name="" r:id="rId1" imgW="2425700" imgH="685800" progId="Equation.DSMT4">
                  <p:embed/>
                </p:oleObj>
              </mc:Choice>
              <mc:Fallback>
                <p:oleObj name="" r:id="rId1" imgW="2425700" imgH="685800" progId="Equation.DSMT4">
                  <p:embed/>
                  <p:pic>
                    <p:nvPicPr>
                      <p:cNvPr id="0" name="图片 3424"/>
                      <p:cNvPicPr/>
                      <p:nvPr/>
                    </p:nvPicPr>
                    <p:blipFill>
                      <a:blip r:embed="rId2"/>
                      <a:stretch>
                        <a:fillRect/>
                      </a:stretch>
                    </p:blipFill>
                    <p:spPr>
                      <a:xfrm>
                        <a:off x="869950" y="4191000"/>
                        <a:ext cx="6038850" cy="1708150"/>
                      </a:xfrm>
                      <a:prstGeom prst="rect">
                        <a:avLst/>
                      </a:prstGeom>
                      <a:noFill/>
                      <a:ln w="38100">
                        <a:noFill/>
                        <a:miter/>
                      </a:ln>
                    </p:spPr>
                  </p:pic>
                </p:oleObj>
              </mc:Fallback>
            </mc:AlternateContent>
          </a:graphicData>
        </a:graphic>
      </p:graphicFrame>
      <p:graphicFrame>
        <p:nvGraphicFramePr>
          <p:cNvPr id="11269" name="Object 5"/>
          <p:cNvGraphicFramePr>
            <a:graphicFrameLocks noChangeAspect="1"/>
          </p:cNvGraphicFramePr>
          <p:nvPr/>
        </p:nvGraphicFramePr>
        <p:xfrm>
          <a:off x="292100" y="990600"/>
          <a:ext cx="8547100" cy="2787650"/>
        </p:xfrm>
        <a:graphic>
          <a:graphicData uri="http://schemas.openxmlformats.org/presentationml/2006/ole">
            <mc:AlternateContent xmlns:mc="http://schemas.openxmlformats.org/markup-compatibility/2006">
              <mc:Choice xmlns:v="urn:schemas-microsoft-com:vml" Requires="v">
                <p:oleObj spid="_x0000_s44056" name="Equation" r:id="rId3" imgW="85953600" imgH="28041600" progId="Equation.DSMT4">
                  <p:embed/>
                </p:oleObj>
              </mc:Choice>
              <mc:Fallback>
                <p:oleObj name="Equation" r:id="rId3" imgW="85953600" imgH="28041600" progId="Equation.DSMT4">
                  <p:embed/>
                  <p:pic>
                    <p:nvPicPr>
                      <p:cNvPr id="0" name="图片 3423"/>
                      <p:cNvPicPr/>
                      <p:nvPr/>
                    </p:nvPicPr>
                    <p:blipFill>
                      <a:blip r:embed="rId4"/>
                      <a:stretch>
                        <a:fillRect/>
                      </a:stretch>
                    </p:blipFill>
                    <p:spPr>
                      <a:xfrm>
                        <a:off x="292100" y="990600"/>
                        <a:ext cx="8547100" cy="2787650"/>
                      </a:xfrm>
                      <a:prstGeom prst="rect">
                        <a:avLst/>
                      </a:prstGeom>
                      <a:noFill/>
                      <a:ln w="38100">
                        <a:noFill/>
                        <a:miter/>
                      </a:ln>
                    </p:spPr>
                  </p:pic>
                </p:oleObj>
              </mc:Fallback>
            </mc:AlternateContent>
          </a:graphicData>
        </a:graphic>
      </p:graphicFrame>
      <p:sp>
        <p:nvSpPr>
          <p:cNvPr id="11270" name="AutoShape 6"/>
          <p:cNvSpPr/>
          <p:nvPr/>
        </p:nvSpPr>
        <p:spPr>
          <a:xfrm>
            <a:off x="4643438" y="5508625"/>
            <a:ext cx="3241675" cy="762000"/>
          </a:xfrm>
          <a:prstGeom prst="wedgeRectCallout">
            <a:avLst>
              <a:gd name="adj1" fmla="val -98778"/>
              <a:gd name="adj2" fmla="val -30833"/>
            </a:avLst>
          </a:prstGeom>
          <a:solidFill>
            <a:schemeClr val="bg1"/>
          </a:solidFill>
          <a:ln w="9525" cap="flat" cmpd="sng">
            <a:solidFill>
              <a:srgbClr val="FF00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000" b="1" dirty="0">
                <a:solidFill>
                  <a:srgbClr val="0000FF"/>
                </a:solidFill>
                <a:latin typeface="Times New Roman" panose="02020603050405020304" pitchFamily="18" charset="0"/>
              </a:rPr>
              <a:t>奇</a:t>
            </a:r>
            <a:r>
              <a:rPr lang="zh-CN" altLang="en-US" sz="2000" b="1" dirty="0">
                <a:solidFill>
                  <a:srgbClr val="FF0000"/>
                </a:solidFill>
                <a:latin typeface="Times New Roman" panose="02020603050405020304" pitchFamily="18" charset="0"/>
              </a:rPr>
              <a:t>素数</a:t>
            </a:r>
            <a:r>
              <a:rPr lang="zh-CN" altLang="en-US" sz="2000" b="1" dirty="0">
                <a:solidFill>
                  <a:srgbClr val="0000FF"/>
                </a:solidFill>
                <a:latin typeface="Times New Roman" panose="02020603050405020304" pitchFamily="18" charset="0"/>
              </a:rPr>
              <a:t>模的二次同余方程要么无解，要么恰有两解</a:t>
            </a:r>
            <a:endParaRPr lang="zh-CN" altLang="en-US" sz="2000" b="1" dirty="0">
              <a:solidFill>
                <a:srgbClr val="0000FF"/>
              </a:solidFill>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wipe(left)">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1269"/>
                                        </p:tgtEl>
                                        <p:attrNameLst>
                                          <p:attrName>style.visibility</p:attrName>
                                        </p:attrNameLst>
                                      </p:cBhvr>
                                      <p:to>
                                        <p:strVal val="visible"/>
                                      </p:to>
                                    </p:set>
                                    <p:animEffect transition="in" filter="circle(in)">
                                      <p:cBhvr>
                                        <p:cTn id="12" dur="1000"/>
                                        <p:tgtEl>
                                          <p:spTgt spid="11269"/>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11268"/>
                                        </p:tgtEl>
                                        <p:attrNameLst>
                                          <p:attrName>style.visibility</p:attrName>
                                        </p:attrNameLst>
                                      </p:cBhvr>
                                      <p:to>
                                        <p:strVal val="visible"/>
                                      </p:to>
                                    </p:set>
                                    <p:anim calcmode="lin" valueType="num">
                                      <p:cBhvr>
                                        <p:cTn id="17" dur="500" fill="hold"/>
                                        <p:tgtEl>
                                          <p:spTgt spid="11268"/>
                                        </p:tgtEl>
                                        <p:attrNameLst>
                                          <p:attrName>ppt_w</p:attrName>
                                        </p:attrNameLst>
                                      </p:cBhvr>
                                      <p:tavLst>
                                        <p:tav tm="0">
                                          <p:val>
                                            <p:fltVal val="0"/>
                                          </p:val>
                                        </p:tav>
                                        <p:tav tm="100000">
                                          <p:val>
                                            <p:strVal val="#ppt_w"/>
                                          </p:val>
                                        </p:tav>
                                      </p:tavLst>
                                    </p:anim>
                                    <p:anim calcmode="lin" valueType="num">
                                      <p:cBhvr>
                                        <p:cTn id="18" dur="500" fill="hold"/>
                                        <p:tgtEl>
                                          <p:spTgt spid="11268"/>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270"/>
                                        </p:tgtEl>
                                        <p:attrNameLst>
                                          <p:attrName>style.visibility</p:attrName>
                                        </p:attrNameLst>
                                      </p:cBhvr>
                                      <p:to>
                                        <p:strVal val="visible"/>
                                      </p:to>
                                    </p:set>
                                    <p:animEffect transition="in" filter="wipe(left)">
                                      <p:cBhvr>
                                        <p:cTn id="23" dur="500"/>
                                        <p:tgtEl>
                                          <p:spTgt spid="1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P spid="1127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3250"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pic>
        <p:nvPicPr>
          <p:cNvPr id="53251" name="Picture 2"/>
          <p:cNvPicPr>
            <a:picLocks noChangeAspect="1"/>
          </p:cNvPicPr>
          <p:nvPr/>
        </p:nvPicPr>
        <p:blipFill>
          <a:blip r:embed="rId1"/>
          <a:srcRect t="4642"/>
          <a:stretch>
            <a:fillRect/>
          </a:stretch>
        </p:blipFill>
        <p:spPr>
          <a:xfrm>
            <a:off x="76200" y="628650"/>
            <a:ext cx="8993188" cy="5086350"/>
          </a:xfrm>
          <a:prstGeom prst="rect">
            <a:avLst/>
          </a:prstGeom>
          <a:noFill/>
          <a:ln w="9525">
            <a:noFill/>
          </a:ln>
        </p:spPr>
      </p:pic>
      <p:sp>
        <p:nvSpPr>
          <p:cNvPr id="53252" name="TextBox 2"/>
          <p:cNvSpPr txBox="1"/>
          <p:nvPr/>
        </p:nvSpPr>
        <p:spPr>
          <a:xfrm>
            <a:off x="304800" y="88900"/>
            <a:ext cx="3892550" cy="584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b="1" dirty="0">
                <a:solidFill>
                  <a:srgbClr val="FF0000"/>
                </a:solidFill>
              </a:rPr>
              <a:t>感兴趣的同学自学！</a:t>
            </a:r>
            <a:endParaRPr lang="zh-CN" altLang="en-US" b="1" dirty="0">
              <a:solidFill>
                <a:srgbClr val="FF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4274"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pic>
        <p:nvPicPr>
          <p:cNvPr id="54275" name="Picture 2"/>
          <p:cNvPicPr>
            <a:picLocks noChangeAspect="1"/>
          </p:cNvPicPr>
          <p:nvPr/>
        </p:nvPicPr>
        <p:blipFill>
          <a:blip r:embed="rId1"/>
          <a:stretch>
            <a:fillRect/>
          </a:stretch>
        </p:blipFill>
        <p:spPr>
          <a:xfrm>
            <a:off x="152400" y="290513"/>
            <a:ext cx="8686800" cy="5500687"/>
          </a:xfrm>
          <a:prstGeom prst="rect">
            <a:avLst/>
          </a:prstGeom>
          <a:noFill/>
          <a:ln w="9525">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5298"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pic>
        <p:nvPicPr>
          <p:cNvPr id="55299" name="Picture 2"/>
          <p:cNvPicPr>
            <a:picLocks noChangeAspect="1"/>
          </p:cNvPicPr>
          <p:nvPr/>
        </p:nvPicPr>
        <p:blipFill>
          <a:blip r:embed="rId1"/>
          <a:stretch>
            <a:fillRect/>
          </a:stretch>
        </p:blipFill>
        <p:spPr>
          <a:xfrm>
            <a:off x="228600" y="457200"/>
            <a:ext cx="8743950" cy="5334000"/>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6322"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pic>
        <p:nvPicPr>
          <p:cNvPr id="56323" name="Picture 2"/>
          <p:cNvPicPr>
            <a:picLocks noChangeAspect="1"/>
          </p:cNvPicPr>
          <p:nvPr/>
        </p:nvPicPr>
        <p:blipFill>
          <a:blip r:embed="rId1"/>
          <a:srcRect l="2734" r="30589" b="44318"/>
          <a:stretch>
            <a:fillRect/>
          </a:stretch>
        </p:blipFill>
        <p:spPr>
          <a:xfrm>
            <a:off x="114300" y="228600"/>
            <a:ext cx="6438900" cy="1954213"/>
          </a:xfrm>
          <a:prstGeom prst="rect">
            <a:avLst/>
          </a:prstGeom>
          <a:noFill/>
          <a:ln w="9525">
            <a:noFill/>
          </a:ln>
        </p:spPr>
      </p:pic>
      <p:pic>
        <p:nvPicPr>
          <p:cNvPr id="4" name="Picture 2"/>
          <p:cNvPicPr>
            <a:picLocks noChangeAspect="1"/>
          </p:cNvPicPr>
          <p:nvPr/>
        </p:nvPicPr>
        <p:blipFill>
          <a:blip r:embed="rId1"/>
          <a:srcRect l="2734" t="53976" r="1740" b="29404"/>
          <a:stretch>
            <a:fillRect/>
          </a:stretch>
        </p:blipFill>
        <p:spPr>
          <a:xfrm>
            <a:off x="152400" y="2514600"/>
            <a:ext cx="8815388" cy="557213"/>
          </a:xfrm>
          <a:prstGeom prst="rect">
            <a:avLst/>
          </a:prstGeom>
          <a:noFill/>
          <a:ln w="9525">
            <a:noFill/>
          </a:ln>
        </p:spPr>
      </p:pic>
      <p:pic>
        <p:nvPicPr>
          <p:cNvPr id="5" name="Picture 2"/>
          <p:cNvPicPr>
            <a:picLocks noChangeAspect="1"/>
          </p:cNvPicPr>
          <p:nvPr/>
        </p:nvPicPr>
        <p:blipFill>
          <a:blip r:embed="rId1"/>
          <a:srcRect l="2734" t="69032" r="1740"/>
          <a:stretch>
            <a:fillRect/>
          </a:stretch>
        </p:blipFill>
        <p:spPr>
          <a:xfrm>
            <a:off x="152400" y="3305175"/>
            <a:ext cx="8815388" cy="10382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7346"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zh-CN" sz="1400" dirty="0"/>
            </a:fld>
            <a:endParaRPr lang="zh-CN" altLang="zh-CN" sz="1400" dirty="0"/>
          </a:p>
        </p:txBody>
      </p:sp>
      <p:graphicFrame>
        <p:nvGraphicFramePr>
          <p:cNvPr id="16386" name="Object 2"/>
          <p:cNvGraphicFramePr>
            <a:graphicFrameLocks noChangeAspect="1"/>
          </p:cNvGraphicFramePr>
          <p:nvPr/>
        </p:nvGraphicFramePr>
        <p:xfrm>
          <a:off x="504825" y="76200"/>
          <a:ext cx="8123238" cy="3971925"/>
        </p:xfrm>
        <a:graphic>
          <a:graphicData uri="http://schemas.openxmlformats.org/presentationml/2006/ole">
            <mc:AlternateContent xmlns:mc="http://schemas.openxmlformats.org/markup-compatibility/2006">
              <mc:Choice xmlns:v="urn:schemas-microsoft-com:vml" Requires="v">
                <p:oleObj spid="_x0000_s45089" name="" r:id="rId1" imgW="3429000" imgH="1676400" progId="Equation.DSMT4">
                  <p:embed/>
                </p:oleObj>
              </mc:Choice>
              <mc:Fallback>
                <p:oleObj name="" r:id="rId1" imgW="3429000" imgH="1676400" progId="Equation.DSMT4">
                  <p:embed/>
                  <p:pic>
                    <p:nvPicPr>
                      <p:cNvPr id="0" name="图片 3486"/>
                      <p:cNvPicPr/>
                      <p:nvPr/>
                    </p:nvPicPr>
                    <p:blipFill>
                      <a:blip r:embed="rId2"/>
                      <a:stretch>
                        <a:fillRect/>
                      </a:stretch>
                    </p:blipFill>
                    <p:spPr>
                      <a:xfrm>
                        <a:off x="504825" y="76200"/>
                        <a:ext cx="8123238" cy="3971925"/>
                      </a:xfrm>
                      <a:prstGeom prst="rect">
                        <a:avLst/>
                      </a:prstGeom>
                      <a:noFill/>
                      <a:ln w="38100">
                        <a:noFill/>
                        <a:miter/>
                      </a:ln>
                    </p:spPr>
                  </p:pic>
                </p:oleObj>
              </mc:Fallback>
            </mc:AlternateContent>
          </a:graphicData>
        </a:graphic>
      </p:graphicFrame>
      <p:graphicFrame>
        <p:nvGraphicFramePr>
          <p:cNvPr id="16387" name="Object 3"/>
          <p:cNvGraphicFramePr>
            <a:graphicFrameLocks noChangeAspect="1"/>
          </p:cNvGraphicFramePr>
          <p:nvPr/>
        </p:nvGraphicFramePr>
        <p:xfrm>
          <a:off x="1328738" y="4054475"/>
          <a:ext cx="4686300" cy="885825"/>
        </p:xfrm>
        <a:graphic>
          <a:graphicData uri="http://schemas.openxmlformats.org/presentationml/2006/ole">
            <mc:AlternateContent xmlns:mc="http://schemas.openxmlformats.org/markup-compatibility/2006">
              <mc:Choice xmlns:v="urn:schemas-microsoft-com:vml" Requires="v">
                <p:oleObj spid="_x0000_s45090" name="" r:id="rId3" imgW="1816100" imgH="342900" progId="Equation.DSMT4">
                  <p:embed/>
                </p:oleObj>
              </mc:Choice>
              <mc:Fallback>
                <p:oleObj name="" r:id="rId3" imgW="1816100" imgH="342900" progId="Equation.DSMT4">
                  <p:embed/>
                  <p:pic>
                    <p:nvPicPr>
                      <p:cNvPr id="0" name="图片 3485"/>
                      <p:cNvPicPr/>
                      <p:nvPr/>
                    </p:nvPicPr>
                    <p:blipFill>
                      <a:blip r:embed="rId4"/>
                      <a:stretch>
                        <a:fillRect/>
                      </a:stretch>
                    </p:blipFill>
                    <p:spPr>
                      <a:xfrm>
                        <a:off x="1328738" y="4054475"/>
                        <a:ext cx="4686300" cy="885825"/>
                      </a:xfrm>
                      <a:prstGeom prst="rect">
                        <a:avLst/>
                      </a:prstGeom>
                      <a:noFill/>
                      <a:ln w="38100">
                        <a:noFill/>
                        <a:miter/>
                      </a:ln>
                    </p:spPr>
                  </p:pic>
                </p:oleObj>
              </mc:Fallback>
            </mc:AlternateContent>
          </a:graphicData>
        </a:graphic>
      </p:graphicFrame>
      <p:graphicFrame>
        <p:nvGraphicFramePr>
          <p:cNvPr id="16388" name="Object 4"/>
          <p:cNvGraphicFramePr>
            <a:graphicFrameLocks noChangeAspect="1"/>
          </p:cNvGraphicFramePr>
          <p:nvPr/>
        </p:nvGraphicFramePr>
        <p:xfrm>
          <a:off x="1128713" y="5059363"/>
          <a:ext cx="2825750" cy="503237"/>
        </p:xfrm>
        <a:graphic>
          <a:graphicData uri="http://schemas.openxmlformats.org/presentationml/2006/ole">
            <mc:AlternateContent xmlns:mc="http://schemas.openxmlformats.org/markup-compatibility/2006">
              <mc:Choice xmlns:v="urn:schemas-microsoft-com:vml" Requires="v">
                <p:oleObj spid="_x0000_s45091" name="" r:id="rId5" imgW="1143000" imgH="203200" progId="Equation.DSMT4">
                  <p:embed/>
                </p:oleObj>
              </mc:Choice>
              <mc:Fallback>
                <p:oleObj name="" r:id="rId5" imgW="1143000" imgH="203200" progId="Equation.DSMT4">
                  <p:embed/>
                  <p:pic>
                    <p:nvPicPr>
                      <p:cNvPr id="0" name="图片 3479"/>
                      <p:cNvPicPr/>
                      <p:nvPr/>
                    </p:nvPicPr>
                    <p:blipFill>
                      <a:blip r:embed="rId6"/>
                      <a:stretch>
                        <a:fillRect/>
                      </a:stretch>
                    </p:blipFill>
                    <p:spPr>
                      <a:xfrm>
                        <a:off x="1128713" y="5059363"/>
                        <a:ext cx="2825750" cy="503237"/>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wedge">
                                      <p:cBhvr>
                                        <p:cTn id="7" dur="1000"/>
                                        <p:tgtEl>
                                          <p:spTgt spid="163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387"/>
                                        </p:tgtEl>
                                        <p:attrNameLst>
                                          <p:attrName>style.visibility</p:attrName>
                                        </p:attrNameLst>
                                      </p:cBhvr>
                                      <p:to>
                                        <p:strVal val="visible"/>
                                      </p:to>
                                    </p:set>
                                    <p:animEffect transition="in" filter="wipe(left)">
                                      <p:cBhvr>
                                        <p:cTn id="12" dur="500"/>
                                        <p:tgtEl>
                                          <p:spTgt spid="163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388"/>
                                        </p:tgtEl>
                                        <p:attrNameLst>
                                          <p:attrName>style.visibility</p:attrName>
                                        </p:attrNameLst>
                                      </p:cBhvr>
                                      <p:to>
                                        <p:strVal val="visible"/>
                                      </p:to>
                                    </p:set>
                                    <p:animEffect transition="in" filter="wipe(left)">
                                      <p:cBhvr>
                                        <p:cTn id="17" dur="500"/>
                                        <p:tgtEl>
                                          <p:spTgt spid="16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8370" name="灯片编号占位符 4"/>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sp>
        <p:nvSpPr>
          <p:cNvPr id="68612" name="Rectangle 4"/>
          <p:cNvSpPr>
            <a:spLocks noGrp="1"/>
          </p:cNvSpPr>
          <p:nvPr>
            <p:ph type="title"/>
          </p:nvPr>
        </p:nvSpPr>
        <p:spPr>
          <a:xfrm>
            <a:off x="468313" y="0"/>
            <a:ext cx="7772400" cy="2895600"/>
          </a:xfrm>
        </p:spPr>
        <p:txBody>
          <a:bodyPr vert="horz" wrap="square" lIns="91440" tIns="45720" rIns="91440" bIns="45720" anchor="ctr" anchorCtr="0"/>
          <a:lstStyle/>
          <a:p>
            <a:pPr algn="l" eaLnBrk="1" hangingPunct="1">
              <a:lnSpc>
                <a:spcPct val="150000"/>
              </a:lnSpc>
            </a:pPr>
            <a:r>
              <a:rPr lang="zh-CN" altLang="en-US" sz="2800" b="1" dirty="0">
                <a:solidFill>
                  <a:schemeClr val="tx1"/>
                </a:solidFill>
                <a:latin typeface="宋体" pitchFamily="2" charset="-122"/>
              </a:rPr>
              <a:t>   </a:t>
            </a:r>
            <a:r>
              <a:rPr lang="zh-CN" altLang="en-US" sz="2800" b="1" dirty="0">
                <a:solidFill>
                  <a:schemeClr val="tx1"/>
                </a:solidFill>
                <a:latin typeface="Times New Roman" panose="02020603050405020304" pitchFamily="18" charset="0"/>
                <a:cs typeface="Times New Roman" panose="02020603050405020304" pitchFamily="18" charset="0"/>
              </a:rPr>
              <a:t>定理</a:t>
            </a:r>
            <a:r>
              <a:rPr lang="en-US" altLang="zh-CN" sz="2800" b="1" dirty="0">
                <a:solidFill>
                  <a:schemeClr val="tx1"/>
                </a:solidFill>
                <a:latin typeface="Times New Roman" panose="02020603050405020304" pitchFamily="18" charset="0"/>
                <a:cs typeface="Times New Roman" panose="02020603050405020304" pitchFamily="18" charset="0"/>
              </a:rPr>
              <a:t>3.2.2</a:t>
            </a:r>
            <a:r>
              <a:rPr lang="zh-CN" altLang="en-US" sz="2800" b="1" dirty="0">
                <a:solidFill>
                  <a:schemeClr val="tx1"/>
                </a:solidFill>
                <a:latin typeface="Times New Roman" panose="02020603050405020304" pitchFamily="18" charset="0"/>
                <a:cs typeface="Times New Roman" panose="02020603050405020304" pitchFamily="18" charset="0"/>
              </a:rPr>
              <a:t>并不是一个实用的判别法，因为对具体的素数</a:t>
            </a:r>
            <a:r>
              <a:rPr lang="en-US" altLang="zh-CN" sz="2800" b="1" dirty="0">
                <a:solidFill>
                  <a:schemeClr val="tx1"/>
                </a:solidFill>
                <a:latin typeface="Times New Roman" panose="02020603050405020304" pitchFamily="18" charset="0"/>
                <a:cs typeface="Times New Roman" panose="02020603050405020304" pitchFamily="18" charset="0"/>
              </a:rPr>
              <a:t>p</a:t>
            </a:r>
            <a:r>
              <a:rPr lang="zh-CN" altLang="en-US" sz="2800" b="1" dirty="0">
                <a:solidFill>
                  <a:schemeClr val="tx1"/>
                </a:solidFill>
                <a:latin typeface="Times New Roman" panose="02020603050405020304" pitchFamily="18" charset="0"/>
                <a:cs typeface="Times New Roman" panose="02020603050405020304" pitchFamily="18" charset="0"/>
              </a:rPr>
              <a:t>，当它不太大时，可以按照例</a:t>
            </a:r>
            <a:r>
              <a:rPr lang="en-US" altLang="zh-CN" sz="2800" b="1" dirty="0">
                <a:solidFill>
                  <a:schemeClr val="tx1"/>
                </a:solidFill>
                <a:latin typeface="Times New Roman" panose="02020603050405020304" pitchFamily="18" charset="0"/>
                <a:cs typeface="Times New Roman" panose="02020603050405020304" pitchFamily="18" charset="0"/>
              </a:rPr>
              <a:t>3.2.1</a:t>
            </a:r>
            <a:r>
              <a:rPr lang="zh-CN" altLang="en-US" sz="2800" b="1" dirty="0">
                <a:solidFill>
                  <a:schemeClr val="tx1"/>
                </a:solidFill>
                <a:latin typeface="Times New Roman" panose="02020603050405020304" pitchFamily="18" charset="0"/>
                <a:cs typeface="Times New Roman" panose="02020603050405020304" pitchFamily="18" charset="0"/>
              </a:rPr>
              <a:t>的方法直接确定某个数是否为二次剩余。当</a:t>
            </a:r>
            <a:r>
              <a:rPr lang="en-US" altLang="zh-CN" sz="2800" b="1" dirty="0">
                <a:solidFill>
                  <a:schemeClr val="tx1"/>
                </a:solidFill>
                <a:latin typeface="Times New Roman" panose="02020603050405020304" pitchFamily="18" charset="0"/>
                <a:cs typeface="Times New Roman" panose="02020603050405020304" pitchFamily="18" charset="0"/>
              </a:rPr>
              <a:t>p</a:t>
            </a:r>
            <a:r>
              <a:rPr lang="zh-CN" altLang="en-US" sz="2800" b="1" dirty="0">
                <a:solidFill>
                  <a:schemeClr val="tx1"/>
                </a:solidFill>
                <a:latin typeface="Times New Roman" panose="02020603050405020304" pitchFamily="18" charset="0"/>
                <a:cs typeface="Times New Roman" panose="02020603050405020304" pitchFamily="18" charset="0"/>
              </a:rPr>
              <a:t>比较大时，例</a:t>
            </a:r>
            <a:r>
              <a:rPr lang="en-US" altLang="zh-CN" sz="2800" b="1" dirty="0">
                <a:solidFill>
                  <a:schemeClr val="tx1"/>
                </a:solidFill>
                <a:latin typeface="Times New Roman" panose="02020603050405020304" pitchFamily="18" charset="0"/>
                <a:cs typeface="Times New Roman" panose="02020603050405020304" pitchFamily="18" charset="0"/>
              </a:rPr>
              <a:t>3.2.1</a:t>
            </a:r>
            <a:r>
              <a:rPr lang="zh-CN" altLang="en-US" sz="2800" b="1" dirty="0">
                <a:solidFill>
                  <a:schemeClr val="tx1"/>
                </a:solidFill>
                <a:latin typeface="Times New Roman" panose="02020603050405020304" pitchFamily="18" charset="0"/>
                <a:cs typeface="Times New Roman" panose="02020603050405020304" pitchFamily="18" charset="0"/>
              </a:rPr>
              <a:t>的方法和定理</a:t>
            </a:r>
            <a:r>
              <a:rPr lang="en-US" altLang="zh-CN" sz="2800" b="1" dirty="0">
                <a:solidFill>
                  <a:schemeClr val="tx1"/>
                </a:solidFill>
                <a:latin typeface="Times New Roman" panose="02020603050405020304" pitchFamily="18" charset="0"/>
                <a:cs typeface="Times New Roman" panose="02020603050405020304" pitchFamily="18" charset="0"/>
              </a:rPr>
              <a:t>3.2.2</a:t>
            </a:r>
            <a:r>
              <a:rPr lang="zh-CN" altLang="en-US" sz="2800" b="1" dirty="0">
                <a:solidFill>
                  <a:schemeClr val="tx1"/>
                </a:solidFill>
                <a:latin typeface="Times New Roman" panose="02020603050405020304" pitchFamily="18" charset="0"/>
                <a:cs typeface="Times New Roman" panose="02020603050405020304" pitchFamily="18" charset="0"/>
              </a:rPr>
              <a:t>都</a:t>
            </a:r>
            <a:r>
              <a:rPr lang="zh-CN" altLang="en-US" sz="2800" b="1" dirty="0">
                <a:solidFill>
                  <a:srgbClr val="FF0000"/>
                </a:solidFill>
                <a:latin typeface="Times New Roman" panose="02020603050405020304" pitchFamily="18" charset="0"/>
                <a:cs typeface="Times New Roman" panose="02020603050405020304" pitchFamily="18" charset="0"/>
              </a:rPr>
              <a:t>不实用</a:t>
            </a:r>
            <a:r>
              <a:rPr lang="zh-CN" altLang="en-US" sz="2800" b="1" dirty="0">
                <a:solidFill>
                  <a:schemeClr val="tx1"/>
                </a:solidFill>
                <a:latin typeface="Times New Roman" panose="02020603050405020304" pitchFamily="18" charset="0"/>
                <a:cs typeface="Times New Roman" panose="02020603050405020304" pitchFamily="18" charset="0"/>
              </a:rPr>
              <a:t>。</a:t>
            </a:r>
            <a:endParaRPr lang="zh-CN" altLang="en-US" sz="2800" b="1" dirty="0">
              <a:solidFill>
                <a:schemeClr val="tx1"/>
              </a:solidFill>
              <a:latin typeface="Times New Roman" panose="02020603050405020304" pitchFamily="18" charset="0"/>
              <a:ea typeface="Times New Roman" panose="02020603050405020304" pitchFamily="18" charset="0"/>
            </a:endParaRPr>
          </a:p>
        </p:txBody>
      </p:sp>
      <p:sp>
        <p:nvSpPr>
          <p:cNvPr id="7" name="Rectangle 4"/>
          <p:cNvSpPr txBox="1">
            <a:spLocks noChangeArrowheads="1"/>
          </p:cNvSpPr>
          <p:nvPr/>
        </p:nvSpPr>
        <p:spPr bwMode="auto">
          <a:xfrm>
            <a:off x="620713" y="3429000"/>
            <a:ext cx="77724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70402020202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70402020202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70402020202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704020202020204" pitchFamily="34" charset="0"/>
                <a:ea typeface="宋体" pitchFamily="2" charset="-122"/>
              </a:defRPr>
            </a:lvl5pPr>
            <a:lvl6pPr marL="457200" algn="ctr" rtl="0" fontAlgn="base">
              <a:spcBef>
                <a:spcPct val="0"/>
              </a:spcBef>
              <a:spcAft>
                <a:spcPct val="0"/>
              </a:spcAft>
              <a:defRPr sz="4400">
                <a:solidFill>
                  <a:schemeClr val="tx2"/>
                </a:solidFill>
                <a:latin typeface="Arial" panose="020B0704020202020204" pitchFamily="34" charset="0"/>
                <a:ea typeface="宋体" pitchFamily="2" charset="-122"/>
              </a:defRPr>
            </a:lvl6pPr>
            <a:lvl7pPr marL="914400" algn="ctr" rtl="0" fontAlgn="base">
              <a:spcBef>
                <a:spcPct val="0"/>
              </a:spcBef>
              <a:spcAft>
                <a:spcPct val="0"/>
              </a:spcAft>
              <a:defRPr sz="4400">
                <a:solidFill>
                  <a:schemeClr val="tx2"/>
                </a:solidFill>
                <a:latin typeface="Arial" panose="020B070402020202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70402020202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704020202020204" pitchFamily="34" charset="0"/>
                <a:ea typeface="宋体"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tx1"/>
                </a:solidFill>
                <a:effectLst/>
                <a:uLnTx/>
                <a:uFillTx/>
                <a:latin typeface="宋体" pitchFamily="2" charset="-122"/>
                <a:ea typeface="+mj-ea"/>
                <a:cs typeface="+mj-cs"/>
              </a:rPr>
              <a:t>  为此，引入</a:t>
            </a:r>
            <a:r>
              <a:rPr kumimoji="0" lang="zh-CN" altLang="en-US" sz="2800" b="1" i="0" u="none" strike="noStrike" kern="0" cap="none" spc="0" normalizeH="0" baseline="0" noProof="0" dirty="0">
                <a:ln>
                  <a:noFill/>
                </a:ln>
                <a:solidFill>
                  <a:srgbClr val="FF0000"/>
                </a:solidFill>
                <a:effectLst/>
                <a:uLnTx/>
                <a:uFillTx/>
                <a:latin typeface="宋体" pitchFamily="2" charset="-122"/>
                <a:ea typeface="+mj-ea"/>
                <a:cs typeface="+mj-cs"/>
              </a:rPr>
              <a:t>勒让德</a:t>
            </a:r>
            <a:r>
              <a:rPr kumimoji="0" lang="zh-CN" altLang="en-US" sz="2800" b="1" i="0" u="none" strike="noStrike" kern="0" cap="none" spc="0" normalizeH="0" baseline="0" noProof="0" dirty="0">
                <a:ln>
                  <a:noFill/>
                </a:ln>
                <a:solidFill>
                  <a:schemeClr val="tx1"/>
                </a:solidFill>
                <a:effectLst/>
                <a:uLnTx/>
                <a:uFillTx/>
                <a:latin typeface="宋体" pitchFamily="2" charset="-122"/>
                <a:ea typeface="+mj-ea"/>
                <a:cs typeface="+mj-cs"/>
              </a:rPr>
              <a:t>符号，来给出判断模</a:t>
            </a:r>
            <a:r>
              <a:rPr kumimoji="0" lang="en-US" altLang="zh-CN" sz="2800" b="1" i="0" u="none" strike="noStrike" kern="0" cap="none" spc="0" normalizeH="0" baseline="0" noProof="0" dirty="0">
                <a:ln>
                  <a:noFill/>
                </a:ln>
                <a:solidFill>
                  <a:schemeClr val="tx1"/>
                </a:solidFill>
                <a:effectLst/>
                <a:uLnTx/>
                <a:uFillTx/>
                <a:latin typeface="宋体" pitchFamily="2" charset="-122"/>
                <a:ea typeface="+mj-ea"/>
                <a:cs typeface="+mj-cs"/>
              </a:rPr>
              <a:t>p</a:t>
            </a:r>
            <a:r>
              <a:rPr kumimoji="0" lang="zh-CN" altLang="en-US" sz="2800" b="1" i="0" u="none" strike="noStrike" kern="0" cap="none" spc="0" normalizeH="0" baseline="0" noProof="0" dirty="0">
                <a:ln>
                  <a:noFill/>
                </a:ln>
                <a:solidFill>
                  <a:schemeClr val="tx1"/>
                </a:solidFill>
                <a:effectLst/>
                <a:uLnTx/>
                <a:uFillTx/>
                <a:latin typeface="宋体" pitchFamily="2" charset="-122"/>
                <a:ea typeface="+mj-ea"/>
                <a:cs typeface="+mj-cs"/>
              </a:rPr>
              <a:t>的二次剩余的一种</a:t>
            </a:r>
            <a:r>
              <a:rPr kumimoji="0" lang="zh-CN" altLang="en-US" sz="2800" b="1" i="0" u="none" strike="noStrike" kern="0" cap="none" spc="0" normalizeH="0" baseline="0" noProof="0" dirty="0">
                <a:ln>
                  <a:noFill/>
                </a:ln>
                <a:solidFill>
                  <a:srgbClr val="FF0000"/>
                </a:solidFill>
                <a:effectLst/>
                <a:uLnTx/>
                <a:uFillTx/>
                <a:latin typeface="宋体" pitchFamily="2" charset="-122"/>
                <a:ea typeface="+mj-ea"/>
                <a:cs typeface="+mj-cs"/>
              </a:rPr>
              <a:t>有效</a:t>
            </a:r>
            <a:r>
              <a:rPr kumimoji="0" lang="zh-CN" altLang="en-US" sz="2800" b="1" i="0" u="none" strike="noStrike" kern="0" cap="none" spc="0" normalizeH="0" baseline="0" noProof="0" dirty="0">
                <a:ln>
                  <a:noFill/>
                </a:ln>
                <a:solidFill>
                  <a:schemeClr val="tx1"/>
                </a:solidFill>
                <a:effectLst/>
                <a:uLnTx/>
                <a:uFillTx/>
                <a:latin typeface="宋体" pitchFamily="2" charset="-122"/>
                <a:ea typeface="+mj-ea"/>
                <a:cs typeface="+mj-cs"/>
              </a:rPr>
              <a:t>方法。</a:t>
            </a:r>
            <a:endParaRPr kumimoji="0" lang="zh-CN" altLang="en-US" sz="2800" b="1" i="0" u="none" strike="noStrike" kern="0" cap="none" spc="0" normalizeH="0" baseline="0" noProof="0" dirty="0">
              <a:ln>
                <a:noFill/>
              </a:ln>
              <a:solidFill>
                <a:schemeClr val="tx1"/>
              </a:solidFill>
              <a:effectLst/>
              <a:uLnTx/>
              <a:uFillTx/>
              <a:latin typeface="宋体" pitchFamily="2" charset="-122"/>
              <a:ea typeface="+mj-ea"/>
              <a:cs typeface="+mj-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wipe(left)">
                                      <p:cBhvr>
                                        <p:cTn id="7" dur="500"/>
                                        <p:tgtEl>
                                          <p:spTgt spid="686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p:bldP spid="7" grpId="0"/>
    </p:bldLst>
  </p:timing>
</p:sld>
</file>

<file path=ppt/slides/slide5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9394" name="灯片编号占位符 4"/>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sp>
        <p:nvSpPr>
          <p:cNvPr id="68612" name="Rectangle 4"/>
          <p:cNvSpPr>
            <a:spLocks noGrp="1"/>
          </p:cNvSpPr>
          <p:nvPr>
            <p:ph type="title"/>
          </p:nvPr>
        </p:nvSpPr>
        <p:spPr>
          <a:xfrm>
            <a:off x="468313" y="188913"/>
            <a:ext cx="7772400" cy="719137"/>
          </a:xfrm>
        </p:spPr>
        <p:txBody>
          <a:bodyPr vert="horz" wrap="square" lIns="91440" tIns="45720" rIns="91440" bIns="45720" anchor="ctr" anchorCtr="0"/>
          <a:lstStyle/>
          <a:p>
            <a:pPr algn="l" eaLnBrk="1" hangingPunct="1"/>
            <a:r>
              <a:rPr lang="zh-CN" altLang="en-US" sz="3200" b="1" dirty="0">
                <a:solidFill>
                  <a:srgbClr val="FF00FF"/>
                </a:solidFill>
                <a:latin typeface="宋体" pitchFamily="2" charset="-122"/>
              </a:rPr>
              <a:t>勒让德符号</a:t>
            </a:r>
            <a:endParaRPr lang="zh-CN" altLang="en-US" sz="3200" b="1" dirty="0">
              <a:solidFill>
                <a:srgbClr val="FF00FF"/>
              </a:solidFill>
              <a:latin typeface="宋体" pitchFamily="2" charset="-122"/>
            </a:endParaRPr>
          </a:p>
        </p:txBody>
      </p:sp>
      <p:graphicFrame>
        <p:nvGraphicFramePr>
          <p:cNvPr id="68613" name="Object 5"/>
          <p:cNvGraphicFramePr/>
          <p:nvPr/>
        </p:nvGraphicFramePr>
        <p:xfrm>
          <a:off x="423863" y="908050"/>
          <a:ext cx="8177212" cy="2889250"/>
        </p:xfrm>
        <a:graphic>
          <a:graphicData uri="http://schemas.openxmlformats.org/presentationml/2006/ole">
            <mc:AlternateContent xmlns:mc="http://schemas.openxmlformats.org/markup-compatibility/2006">
              <mc:Choice xmlns:v="urn:schemas-microsoft-com:vml" Requires="v">
                <p:oleObj spid="_x0000_s46113" name="" r:id="rId1" imgW="3378200" imgH="1193800" progId="Equation.DSMT4">
                  <p:embed/>
                </p:oleObj>
              </mc:Choice>
              <mc:Fallback>
                <p:oleObj name="" r:id="rId1" imgW="3378200" imgH="1193800" progId="Equation.DSMT4">
                  <p:embed/>
                  <p:pic>
                    <p:nvPicPr>
                      <p:cNvPr id="0" name="图片 3487"/>
                      <p:cNvPicPr/>
                      <p:nvPr/>
                    </p:nvPicPr>
                    <p:blipFill>
                      <a:blip r:embed="rId2"/>
                      <a:stretch>
                        <a:fillRect/>
                      </a:stretch>
                    </p:blipFill>
                    <p:spPr>
                      <a:xfrm>
                        <a:off x="423863" y="908050"/>
                        <a:ext cx="8177212" cy="2889250"/>
                      </a:xfrm>
                      <a:prstGeom prst="rect">
                        <a:avLst/>
                      </a:prstGeom>
                      <a:noFill/>
                      <a:ln w="38100">
                        <a:noFill/>
                        <a:miter/>
                      </a:ln>
                    </p:spPr>
                  </p:pic>
                </p:oleObj>
              </mc:Fallback>
            </mc:AlternateContent>
          </a:graphicData>
        </a:graphic>
      </p:graphicFrame>
      <p:graphicFrame>
        <p:nvGraphicFramePr>
          <p:cNvPr id="68614" name="Object 6"/>
          <p:cNvGraphicFramePr/>
          <p:nvPr/>
        </p:nvGraphicFramePr>
        <p:xfrm>
          <a:off x="827088" y="4003675"/>
          <a:ext cx="3024187" cy="474663"/>
        </p:xfrm>
        <a:graphic>
          <a:graphicData uri="http://schemas.openxmlformats.org/presentationml/2006/ole">
            <mc:AlternateContent xmlns:mc="http://schemas.openxmlformats.org/markup-compatibility/2006">
              <mc:Choice xmlns:v="urn:schemas-microsoft-com:vml" Requires="v">
                <p:oleObj spid="_x0000_s46114" name="" r:id="rId3" imgW="1294130" imgH="203200" progId="Equation.DSMT4">
                  <p:embed/>
                </p:oleObj>
              </mc:Choice>
              <mc:Fallback>
                <p:oleObj name="" r:id="rId3" imgW="1294130" imgH="203200" progId="Equation.DSMT4">
                  <p:embed/>
                  <p:pic>
                    <p:nvPicPr>
                      <p:cNvPr id="0" name="图片 3488"/>
                      <p:cNvPicPr/>
                      <p:nvPr/>
                    </p:nvPicPr>
                    <p:blipFill>
                      <a:blip r:embed="rId4"/>
                      <a:stretch>
                        <a:fillRect/>
                      </a:stretch>
                    </p:blipFill>
                    <p:spPr>
                      <a:xfrm>
                        <a:off x="827088" y="4003675"/>
                        <a:ext cx="3024187" cy="474663"/>
                      </a:xfrm>
                      <a:prstGeom prst="rect">
                        <a:avLst/>
                      </a:prstGeom>
                      <a:noFill/>
                      <a:ln w="38100">
                        <a:noFill/>
                        <a:miter/>
                      </a:ln>
                    </p:spPr>
                  </p:pic>
                </p:oleObj>
              </mc:Fallback>
            </mc:AlternateContent>
          </a:graphicData>
        </a:graphic>
      </p:graphicFrame>
      <p:graphicFrame>
        <p:nvGraphicFramePr>
          <p:cNvPr id="68615" name="Object 7"/>
          <p:cNvGraphicFramePr/>
          <p:nvPr/>
        </p:nvGraphicFramePr>
        <p:xfrm>
          <a:off x="1763713" y="4579938"/>
          <a:ext cx="5327650" cy="1119187"/>
        </p:xfrm>
        <a:graphic>
          <a:graphicData uri="http://schemas.openxmlformats.org/presentationml/2006/ole">
            <mc:AlternateContent xmlns:mc="http://schemas.openxmlformats.org/markup-compatibility/2006">
              <mc:Choice xmlns:v="urn:schemas-microsoft-com:vml" Requires="v">
                <p:oleObj spid="_x0000_s46115" name="" r:id="rId5" imgW="2235200" imgH="469900" progId="Equation.DSMT4">
                  <p:embed/>
                </p:oleObj>
              </mc:Choice>
              <mc:Fallback>
                <p:oleObj name="" r:id="rId5" imgW="2235200" imgH="469900" progId="Equation.DSMT4">
                  <p:embed/>
                  <p:pic>
                    <p:nvPicPr>
                      <p:cNvPr id="0" name="图片 3484"/>
                      <p:cNvPicPr/>
                      <p:nvPr/>
                    </p:nvPicPr>
                    <p:blipFill>
                      <a:blip r:embed="rId6"/>
                      <a:stretch>
                        <a:fillRect/>
                      </a:stretch>
                    </p:blipFill>
                    <p:spPr>
                      <a:xfrm>
                        <a:off x="1763713" y="4579938"/>
                        <a:ext cx="5327650" cy="1119187"/>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wipe(left)">
                                      <p:cBhvr>
                                        <p:cTn id="7" dur="500"/>
                                        <p:tgtEl>
                                          <p:spTgt spid="6861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68613"/>
                                        </p:tgtEl>
                                        <p:attrNameLst>
                                          <p:attrName>style.visibility</p:attrName>
                                        </p:attrNameLst>
                                      </p:cBhvr>
                                      <p:to>
                                        <p:strVal val="visible"/>
                                      </p:to>
                                    </p:set>
                                    <p:anim calcmode="lin" valueType="num">
                                      <p:cBhvr>
                                        <p:cTn id="12" dur="500" fill="hold"/>
                                        <p:tgtEl>
                                          <p:spTgt spid="68613"/>
                                        </p:tgtEl>
                                        <p:attrNameLst>
                                          <p:attrName>ppt_w</p:attrName>
                                        </p:attrNameLst>
                                      </p:cBhvr>
                                      <p:tavLst>
                                        <p:tav tm="0">
                                          <p:val>
                                            <p:fltVal val="0"/>
                                          </p:val>
                                        </p:tav>
                                        <p:tav tm="100000">
                                          <p:val>
                                            <p:strVal val="#ppt_w"/>
                                          </p:val>
                                        </p:tav>
                                      </p:tavLst>
                                    </p:anim>
                                    <p:anim calcmode="lin" valueType="num">
                                      <p:cBhvr>
                                        <p:cTn id="13" dur="500" fill="hold"/>
                                        <p:tgtEl>
                                          <p:spTgt spid="68613"/>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68614"/>
                                        </p:tgtEl>
                                        <p:attrNameLst>
                                          <p:attrName>style.visibility</p:attrName>
                                        </p:attrNameLst>
                                      </p:cBhvr>
                                      <p:to>
                                        <p:strVal val="visible"/>
                                      </p:to>
                                    </p:set>
                                    <p:animEffect transition="in" filter="wipe(left)">
                                      <p:cBhvr>
                                        <p:cTn id="18" dur="500"/>
                                        <p:tgtEl>
                                          <p:spTgt spid="6861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8615"/>
                                        </p:tgtEl>
                                        <p:attrNameLst>
                                          <p:attrName>style.visibility</p:attrName>
                                        </p:attrNameLst>
                                      </p:cBhvr>
                                      <p:to>
                                        <p:strVal val="visible"/>
                                      </p:to>
                                    </p:set>
                                    <p:animEffect transition="in" filter="wipe(left)">
                                      <p:cBhvr>
                                        <p:cTn id="23" dur="500"/>
                                        <p:tgtEl>
                                          <p:spTgt spid="68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p:bldLst>
  </p:timing>
</p:sld>
</file>

<file path=ppt/slides/slide5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0418"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70660" name="Object 4"/>
          <p:cNvGraphicFramePr/>
          <p:nvPr/>
        </p:nvGraphicFramePr>
        <p:xfrm>
          <a:off x="430213" y="188913"/>
          <a:ext cx="8067675" cy="1047750"/>
        </p:xfrm>
        <a:graphic>
          <a:graphicData uri="http://schemas.openxmlformats.org/presentationml/2006/ole">
            <mc:AlternateContent xmlns:mc="http://schemas.openxmlformats.org/markup-compatibility/2006">
              <mc:Choice xmlns:v="urn:schemas-microsoft-com:vml" Requires="v">
                <p:oleObj spid="_x0000_s47157" name="" r:id="rId1" imgW="3327400" imgH="431800" progId="Equation.DSMT4">
                  <p:embed/>
                </p:oleObj>
              </mc:Choice>
              <mc:Fallback>
                <p:oleObj name="" r:id="rId1" imgW="3327400" imgH="431800" progId="Equation.DSMT4">
                  <p:embed/>
                  <p:pic>
                    <p:nvPicPr>
                      <p:cNvPr id="0" name="图片 3480"/>
                      <p:cNvPicPr/>
                      <p:nvPr/>
                    </p:nvPicPr>
                    <p:blipFill>
                      <a:blip r:embed="rId2"/>
                      <a:stretch>
                        <a:fillRect/>
                      </a:stretch>
                    </p:blipFill>
                    <p:spPr>
                      <a:xfrm>
                        <a:off x="430213" y="188913"/>
                        <a:ext cx="8067675" cy="1047750"/>
                      </a:xfrm>
                      <a:prstGeom prst="rect">
                        <a:avLst/>
                      </a:prstGeom>
                      <a:noFill/>
                      <a:ln w="38100">
                        <a:noFill/>
                        <a:miter/>
                      </a:ln>
                    </p:spPr>
                  </p:pic>
                </p:oleObj>
              </mc:Fallback>
            </mc:AlternateContent>
          </a:graphicData>
        </a:graphic>
      </p:graphicFrame>
      <p:graphicFrame>
        <p:nvGraphicFramePr>
          <p:cNvPr id="70661" name="Object 5"/>
          <p:cNvGraphicFramePr/>
          <p:nvPr/>
        </p:nvGraphicFramePr>
        <p:xfrm>
          <a:off x="539750" y="1412875"/>
          <a:ext cx="4319588" cy="1049338"/>
        </p:xfrm>
        <a:graphic>
          <a:graphicData uri="http://schemas.openxmlformats.org/presentationml/2006/ole">
            <mc:AlternateContent xmlns:mc="http://schemas.openxmlformats.org/markup-compatibility/2006">
              <mc:Choice xmlns:v="urn:schemas-microsoft-com:vml" Requires="v">
                <p:oleObj spid="_x0000_s47158" name="" r:id="rId3" imgW="1828165" imgH="444500" progId="Equation.DSMT4">
                  <p:embed/>
                </p:oleObj>
              </mc:Choice>
              <mc:Fallback>
                <p:oleObj name="" r:id="rId3" imgW="1828165" imgH="444500" progId="Equation.DSMT4">
                  <p:embed/>
                  <p:pic>
                    <p:nvPicPr>
                      <p:cNvPr id="0" name="图片 3489"/>
                      <p:cNvPicPr/>
                      <p:nvPr/>
                    </p:nvPicPr>
                    <p:blipFill>
                      <a:blip r:embed="rId4"/>
                      <a:stretch>
                        <a:fillRect/>
                      </a:stretch>
                    </p:blipFill>
                    <p:spPr>
                      <a:xfrm>
                        <a:off x="539750" y="1412875"/>
                        <a:ext cx="4319588" cy="1049338"/>
                      </a:xfrm>
                      <a:prstGeom prst="rect">
                        <a:avLst/>
                      </a:prstGeom>
                      <a:noFill/>
                      <a:ln w="38100">
                        <a:noFill/>
                        <a:miter/>
                      </a:ln>
                    </p:spPr>
                  </p:pic>
                </p:oleObj>
              </mc:Fallback>
            </mc:AlternateContent>
          </a:graphicData>
        </a:graphic>
      </p:graphicFrame>
      <p:graphicFrame>
        <p:nvGraphicFramePr>
          <p:cNvPr id="70662" name="Object 6"/>
          <p:cNvGraphicFramePr/>
          <p:nvPr/>
        </p:nvGraphicFramePr>
        <p:xfrm>
          <a:off x="4932363" y="1339850"/>
          <a:ext cx="3816350" cy="1095375"/>
        </p:xfrm>
        <a:graphic>
          <a:graphicData uri="http://schemas.openxmlformats.org/presentationml/2006/ole">
            <mc:AlternateContent xmlns:mc="http://schemas.openxmlformats.org/markup-compatibility/2006">
              <mc:Choice xmlns:v="urn:schemas-microsoft-com:vml" Requires="v">
                <p:oleObj spid="_x0000_s47159" name="" r:id="rId5" imgW="1548765" imgH="444500" progId="Equation.DSMT4">
                  <p:embed/>
                </p:oleObj>
              </mc:Choice>
              <mc:Fallback>
                <p:oleObj name="" r:id="rId5" imgW="1548765" imgH="444500" progId="Equation.DSMT4">
                  <p:embed/>
                  <p:pic>
                    <p:nvPicPr>
                      <p:cNvPr id="0" name="图片 3481"/>
                      <p:cNvPicPr/>
                      <p:nvPr/>
                    </p:nvPicPr>
                    <p:blipFill>
                      <a:blip r:embed="rId6"/>
                      <a:stretch>
                        <a:fillRect/>
                      </a:stretch>
                    </p:blipFill>
                    <p:spPr>
                      <a:xfrm>
                        <a:off x="4932363" y="1339850"/>
                        <a:ext cx="3816350" cy="1095375"/>
                      </a:xfrm>
                      <a:prstGeom prst="rect">
                        <a:avLst/>
                      </a:prstGeom>
                      <a:noFill/>
                      <a:ln w="38100">
                        <a:noFill/>
                        <a:miter/>
                      </a:ln>
                    </p:spPr>
                  </p:pic>
                </p:oleObj>
              </mc:Fallback>
            </mc:AlternateContent>
          </a:graphicData>
        </a:graphic>
      </p:graphicFrame>
      <p:graphicFrame>
        <p:nvGraphicFramePr>
          <p:cNvPr id="70663" name="Object 7"/>
          <p:cNvGraphicFramePr/>
          <p:nvPr/>
        </p:nvGraphicFramePr>
        <p:xfrm>
          <a:off x="685800" y="3357563"/>
          <a:ext cx="7483475" cy="2216150"/>
        </p:xfrm>
        <a:graphic>
          <a:graphicData uri="http://schemas.openxmlformats.org/presentationml/2006/ole">
            <mc:AlternateContent xmlns:mc="http://schemas.openxmlformats.org/markup-compatibility/2006">
              <mc:Choice xmlns:v="urn:schemas-microsoft-com:vml" Requires="v">
                <p:oleObj spid="_x0000_s47160" name="" r:id="rId7" imgW="3175000" imgH="939800" progId="Equation.DSMT4">
                  <p:embed/>
                </p:oleObj>
              </mc:Choice>
              <mc:Fallback>
                <p:oleObj name="" r:id="rId7" imgW="3175000" imgH="939800" progId="Equation.DSMT4">
                  <p:embed/>
                  <p:pic>
                    <p:nvPicPr>
                      <p:cNvPr id="0" name="图片 3482"/>
                      <p:cNvPicPr/>
                      <p:nvPr/>
                    </p:nvPicPr>
                    <p:blipFill>
                      <a:blip r:embed="rId8"/>
                      <a:stretch>
                        <a:fillRect/>
                      </a:stretch>
                    </p:blipFill>
                    <p:spPr>
                      <a:xfrm>
                        <a:off x="685800" y="3357563"/>
                        <a:ext cx="7483475" cy="2216150"/>
                      </a:xfrm>
                      <a:prstGeom prst="rect">
                        <a:avLst/>
                      </a:prstGeom>
                      <a:noFill/>
                      <a:ln w="38100">
                        <a:noFill/>
                        <a:miter/>
                      </a:ln>
                    </p:spPr>
                  </p:pic>
                </p:oleObj>
              </mc:Fallback>
            </mc:AlternateContent>
          </a:graphicData>
        </a:graphic>
      </p:graphicFrame>
      <p:graphicFrame>
        <p:nvGraphicFramePr>
          <p:cNvPr id="70664" name="Object 8"/>
          <p:cNvGraphicFramePr/>
          <p:nvPr/>
        </p:nvGraphicFramePr>
        <p:xfrm>
          <a:off x="1192213" y="2708275"/>
          <a:ext cx="6543675" cy="519113"/>
        </p:xfrm>
        <a:graphic>
          <a:graphicData uri="http://schemas.openxmlformats.org/presentationml/2006/ole">
            <mc:AlternateContent xmlns:mc="http://schemas.openxmlformats.org/markup-compatibility/2006">
              <mc:Choice xmlns:v="urn:schemas-microsoft-com:vml" Requires="v">
                <p:oleObj spid="_x0000_s47161" name="" r:id="rId9" imgW="2717800" imgH="215900" progId="Equation.DSMT4">
                  <p:embed/>
                </p:oleObj>
              </mc:Choice>
              <mc:Fallback>
                <p:oleObj name="" r:id="rId9" imgW="2717800" imgH="215900" progId="Equation.DSMT4">
                  <p:embed/>
                  <p:pic>
                    <p:nvPicPr>
                      <p:cNvPr id="0" name="图片 3501"/>
                      <p:cNvPicPr/>
                      <p:nvPr/>
                    </p:nvPicPr>
                    <p:blipFill>
                      <a:blip r:embed="rId10"/>
                      <a:stretch>
                        <a:fillRect/>
                      </a:stretch>
                    </p:blipFill>
                    <p:spPr>
                      <a:xfrm>
                        <a:off x="1192213" y="2708275"/>
                        <a:ext cx="6543675" cy="519113"/>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0660"/>
                                        </p:tgtEl>
                                        <p:attrNameLst>
                                          <p:attrName>style.visibility</p:attrName>
                                        </p:attrNameLst>
                                      </p:cBhvr>
                                      <p:to>
                                        <p:strVal val="visible"/>
                                      </p:to>
                                    </p:set>
                                    <p:animEffect transition="in" filter="wipe(left)">
                                      <p:cBhvr>
                                        <p:cTn id="7" dur="500"/>
                                        <p:tgtEl>
                                          <p:spTgt spid="706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0661"/>
                                        </p:tgtEl>
                                        <p:attrNameLst>
                                          <p:attrName>style.visibility</p:attrName>
                                        </p:attrNameLst>
                                      </p:cBhvr>
                                      <p:to>
                                        <p:strVal val="visible"/>
                                      </p:to>
                                    </p:set>
                                    <p:animEffect transition="in" filter="wipe(left)">
                                      <p:cBhvr>
                                        <p:cTn id="12" dur="500"/>
                                        <p:tgtEl>
                                          <p:spTgt spid="706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0662"/>
                                        </p:tgtEl>
                                        <p:attrNameLst>
                                          <p:attrName>style.visibility</p:attrName>
                                        </p:attrNameLst>
                                      </p:cBhvr>
                                      <p:to>
                                        <p:strVal val="visible"/>
                                      </p:to>
                                    </p:set>
                                    <p:animEffect transition="in" filter="wipe(left)">
                                      <p:cBhvr>
                                        <p:cTn id="17" dur="500"/>
                                        <p:tgtEl>
                                          <p:spTgt spid="7066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0664"/>
                                        </p:tgtEl>
                                        <p:attrNameLst>
                                          <p:attrName>style.visibility</p:attrName>
                                        </p:attrNameLst>
                                      </p:cBhvr>
                                      <p:to>
                                        <p:strVal val="visible"/>
                                      </p:to>
                                    </p:set>
                                    <p:animEffect transition="in" filter="wipe(left)">
                                      <p:cBhvr>
                                        <p:cTn id="22" dur="500"/>
                                        <p:tgtEl>
                                          <p:spTgt spid="706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0663"/>
                                        </p:tgtEl>
                                        <p:attrNameLst>
                                          <p:attrName>style.visibility</p:attrName>
                                        </p:attrNameLst>
                                      </p:cBhvr>
                                      <p:to>
                                        <p:strVal val="visible"/>
                                      </p:to>
                                    </p:set>
                                    <p:animEffect transition="in" filter="wipe(up)">
                                      <p:cBhvr>
                                        <p:cTn id="27" dur="500"/>
                                        <p:tgtEl>
                                          <p:spTgt spid="70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1442"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8437" name="Object 5"/>
          <p:cNvGraphicFramePr/>
          <p:nvPr/>
        </p:nvGraphicFramePr>
        <p:xfrm>
          <a:off x="971550" y="188913"/>
          <a:ext cx="3887788" cy="2989262"/>
        </p:xfrm>
        <a:graphic>
          <a:graphicData uri="http://schemas.openxmlformats.org/presentationml/2006/ole">
            <mc:AlternateContent xmlns:mc="http://schemas.openxmlformats.org/markup-compatibility/2006">
              <mc:Choice xmlns:v="urn:schemas-microsoft-com:vml" Requires="v">
                <p:oleObj spid="_x0000_s48141" name="" r:id="rId1" imgW="1536065" imgH="1180465" progId="Equation.DSMT4">
                  <p:embed/>
                </p:oleObj>
              </mc:Choice>
              <mc:Fallback>
                <p:oleObj name="" r:id="rId1" imgW="1536065" imgH="1180465" progId="Equation.DSMT4">
                  <p:embed/>
                  <p:pic>
                    <p:nvPicPr>
                      <p:cNvPr id="0" name="图片 3503"/>
                      <p:cNvPicPr/>
                      <p:nvPr/>
                    </p:nvPicPr>
                    <p:blipFill>
                      <a:blip r:embed="rId2"/>
                      <a:stretch>
                        <a:fillRect/>
                      </a:stretch>
                    </p:blipFill>
                    <p:spPr>
                      <a:xfrm>
                        <a:off x="971550" y="188913"/>
                        <a:ext cx="3887788" cy="2989262"/>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8437"/>
                                        </p:tgtEl>
                                        <p:attrNameLst>
                                          <p:attrName>style.visibility</p:attrName>
                                        </p:attrNameLst>
                                      </p:cBhvr>
                                      <p:to>
                                        <p:strVal val="visible"/>
                                      </p:to>
                                    </p:set>
                                    <p:animEffect transition="in" filter="wipe(up)">
                                      <p:cBhvr>
                                        <p:cTn id="7" dur="500"/>
                                        <p:tgtEl>
                                          <p:spTgt spid="18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2466"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71686" name="Object 6"/>
          <p:cNvGraphicFramePr/>
          <p:nvPr/>
        </p:nvGraphicFramePr>
        <p:xfrm>
          <a:off x="304800" y="166688"/>
          <a:ext cx="8270875" cy="5243512"/>
        </p:xfrm>
        <a:graphic>
          <a:graphicData uri="http://schemas.openxmlformats.org/presentationml/2006/ole">
            <mc:AlternateContent xmlns:mc="http://schemas.openxmlformats.org/markup-compatibility/2006">
              <mc:Choice xmlns:v="urn:schemas-microsoft-com:vml" Requires="v">
                <p:oleObj spid="_x0000_s49175" name="" r:id="rId1" imgW="3365500" imgH="2133600" progId="Equation.DSMT4">
                  <p:embed/>
                </p:oleObj>
              </mc:Choice>
              <mc:Fallback>
                <p:oleObj name="" r:id="rId1" imgW="3365500" imgH="2133600" progId="Equation.DSMT4">
                  <p:embed/>
                  <p:pic>
                    <p:nvPicPr>
                      <p:cNvPr id="0" name="图片 3496"/>
                      <p:cNvPicPr/>
                      <p:nvPr/>
                    </p:nvPicPr>
                    <p:blipFill>
                      <a:blip r:embed="rId2"/>
                      <a:stretch>
                        <a:fillRect/>
                      </a:stretch>
                    </p:blipFill>
                    <p:spPr>
                      <a:xfrm>
                        <a:off x="304800" y="166688"/>
                        <a:ext cx="8270875" cy="5243512"/>
                      </a:xfrm>
                      <a:prstGeom prst="rect">
                        <a:avLst/>
                      </a:prstGeom>
                      <a:noFill/>
                      <a:ln w="38100">
                        <a:noFill/>
                        <a:miter/>
                      </a:ln>
                    </p:spPr>
                  </p:pic>
                </p:oleObj>
              </mc:Fallback>
            </mc:AlternateContent>
          </a:graphicData>
        </a:graphic>
      </p:graphicFrame>
      <p:graphicFrame>
        <p:nvGraphicFramePr>
          <p:cNvPr id="2" name="对象 1"/>
          <p:cNvGraphicFramePr/>
          <p:nvPr/>
        </p:nvGraphicFramePr>
        <p:xfrm>
          <a:off x="381000" y="5486400"/>
          <a:ext cx="5802313" cy="473075"/>
        </p:xfrm>
        <a:graphic>
          <a:graphicData uri="http://schemas.openxmlformats.org/presentationml/2006/ole">
            <mc:AlternateContent xmlns:mc="http://schemas.openxmlformats.org/markup-compatibility/2006">
              <mc:Choice xmlns:v="urn:schemas-microsoft-com:vml" Requires="v">
                <p:oleObj spid="_x0000_s49176" name="" r:id="rId3" imgW="2476500" imgH="203200" progId="Equation.DSMT4">
                  <p:embed/>
                </p:oleObj>
              </mc:Choice>
              <mc:Fallback>
                <p:oleObj name="" r:id="rId3" imgW="2476500" imgH="203200" progId="Equation.DSMT4">
                  <p:embed/>
                  <p:pic>
                    <p:nvPicPr>
                      <p:cNvPr id="0" name="图片 3497"/>
                      <p:cNvPicPr/>
                      <p:nvPr/>
                    </p:nvPicPr>
                    <p:blipFill>
                      <a:blip r:embed="rId4"/>
                      <a:stretch>
                        <a:fillRect/>
                      </a:stretch>
                    </p:blipFill>
                    <p:spPr>
                      <a:xfrm>
                        <a:off x="381000" y="5486400"/>
                        <a:ext cx="5802313" cy="473075"/>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71686"/>
                                        </p:tgtEl>
                                        <p:attrNameLst>
                                          <p:attrName>style.visibility</p:attrName>
                                        </p:attrNameLst>
                                      </p:cBhvr>
                                      <p:to>
                                        <p:strVal val="visible"/>
                                      </p:to>
                                    </p:set>
                                    <p:animEffect transition="in" filter="wedge">
                                      <p:cBhvr>
                                        <p:cTn id="7" dur="1000"/>
                                        <p:tgtEl>
                                          <p:spTgt spid="716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3490"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73733" name="Object 5"/>
          <p:cNvGraphicFramePr/>
          <p:nvPr/>
        </p:nvGraphicFramePr>
        <p:xfrm>
          <a:off x="2555875" y="2924175"/>
          <a:ext cx="2516188" cy="544513"/>
        </p:xfrm>
        <a:graphic>
          <a:graphicData uri="http://schemas.openxmlformats.org/presentationml/2006/ole">
            <mc:AlternateContent xmlns:mc="http://schemas.openxmlformats.org/markup-compatibility/2006">
              <mc:Choice xmlns:v="urn:schemas-microsoft-com:vml" Requires="v">
                <p:oleObj spid="_x0000_s50229" name="" r:id="rId1" imgW="1054100" imgH="228600" progId="Equation.DSMT4">
                  <p:embed/>
                </p:oleObj>
              </mc:Choice>
              <mc:Fallback>
                <p:oleObj name="" r:id="rId1" imgW="1054100" imgH="228600" progId="Equation.DSMT4">
                  <p:embed/>
                  <p:pic>
                    <p:nvPicPr>
                      <p:cNvPr id="0" name="图片 3499"/>
                      <p:cNvPicPr/>
                      <p:nvPr/>
                    </p:nvPicPr>
                    <p:blipFill>
                      <a:blip r:embed="rId2"/>
                      <a:stretch>
                        <a:fillRect/>
                      </a:stretch>
                    </p:blipFill>
                    <p:spPr>
                      <a:xfrm>
                        <a:off x="2555875" y="2924175"/>
                        <a:ext cx="2516188" cy="544513"/>
                      </a:xfrm>
                      <a:prstGeom prst="rect">
                        <a:avLst/>
                      </a:prstGeom>
                      <a:noFill/>
                      <a:ln w="38100">
                        <a:noFill/>
                        <a:miter/>
                      </a:ln>
                    </p:spPr>
                  </p:pic>
                </p:oleObj>
              </mc:Fallback>
            </mc:AlternateContent>
          </a:graphicData>
        </a:graphic>
      </p:graphicFrame>
      <p:graphicFrame>
        <p:nvGraphicFramePr>
          <p:cNvPr id="73734" name="Object 6"/>
          <p:cNvGraphicFramePr/>
          <p:nvPr/>
        </p:nvGraphicFramePr>
        <p:xfrm>
          <a:off x="827088" y="3573463"/>
          <a:ext cx="3384550" cy="1098550"/>
        </p:xfrm>
        <a:graphic>
          <a:graphicData uri="http://schemas.openxmlformats.org/presentationml/2006/ole">
            <mc:AlternateContent xmlns:mc="http://schemas.openxmlformats.org/markup-compatibility/2006">
              <mc:Choice xmlns:v="urn:schemas-microsoft-com:vml" Requires="v">
                <p:oleObj spid="_x0000_s50230" name="" r:id="rId3" imgW="1447800" imgH="469900" progId="Equation.DSMT4">
                  <p:embed/>
                </p:oleObj>
              </mc:Choice>
              <mc:Fallback>
                <p:oleObj name="" r:id="rId3" imgW="1447800" imgH="469900" progId="Equation.DSMT4">
                  <p:embed/>
                  <p:pic>
                    <p:nvPicPr>
                      <p:cNvPr id="0" name="图片 3493"/>
                      <p:cNvPicPr/>
                      <p:nvPr/>
                    </p:nvPicPr>
                    <p:blipFill>
                      <a:blip r:embed="rId4"/>
                      <a:stretch>
                        <a:fillRect/>
                      </a:stretch>
                    </p:blipFill>
                    <p:spPr>
                      <a:xfrm>
                        <a:off x="827088" y="3573463"/>
                        <a:ext cx="3384550" cy="1098550"/>
                      </a:xfrm>
                      <a:prstGeom prst="rect">
                        <a:avLst/>
                      </a:prstGeom>
                      <a:noFill/>
                      <a:ln w="38100">
                        <a:noFill/>
                        <a:miter/>
                      </a:ln>
                    </p:spPr>
                  </p:pic>
                </p:oleObj>
              </mc:Fallback>
            </mc:AlternateContent>
          </a:graphicData>
        </a:graphic>
      </p:graphicFrame>
      <p:graphicFrame>
        <p:nvGraphicFramePr>
          <p:cNvPr id="73738" name="Object 10"/>
          <p:cNvGraphicFramePr/>
          <p:nvPr/>
        </p:nvGraphicFramePr>
        <p:xfrm>
          <a:off x="468313" y="188913"/>
          <a:ext cx="3654425" cy="1109662"/>
        </p:xfrm>
        <a:graphic>
          <a:graphicData uri="http://schemas.openxmlformats.org/presentationml/2006/ole">
            <mc:AlternateContent xmlns:mc="http://schemas.openxmlformats.org/markup-compatibility/2006">
              <mc:Choice xmlns:v="urn:schemas-microsoft-com:vml" Requires="v">
                <p:oleObj spid="_x0000_s50231" name="" r:id="rId5" imgW="1549400" imgH="469900" progId="Equation.DSMT4">
                  <p:embed/>
                </p:oleObj>
              </mc:Choice>
              <mc:Fallback>
                <p:oleObj name="" r:id="rId5" imgW="1549400" imgH="469900" progId="Equation.DSMT4">
                  <p:embed/>
                  <p:pic>
                    <p:nvPicPr>
                      <p:cNvPr id="0" name="图片 3500"/>
                      <p:cNvPicPr/>
                      <p:nvPr/>
                    </p:nvPicPr>
                    <p:blipFill>
                      <a:blip r:embed="rId6"/>
                      <a:stretch>
                        <a:fillRect/>
                      </a:stretch>
                    </p:blipFill>
                    <p:spPr>
                      <a:xfrm>
                        <a:off x="468313" y="188913"/>
                        <a:ext cx="3654425" cy="1109662"/>
                      </a:xfrm>
                      <a:prstGeom prst="rect">
                        <a:avLst/>
                      </a:prstGeom>
                      <a:noFill/>
                      <a:ln w="38100">
                        <a:noFill/>
                        <a:miter/>
                      </a:ln>
                    </p:spPr>
                  </p:pic>
                </p:oleObj>
              </mc:Fallback>
            </mc:AlternateContent>
          </a:graphicData>
        </a:graphic>
      </p:graphicFrame>
      <p:graphicFrame>
        <p:nvGraphicFramePr>
          <p:cNvPr id="73739" name="Object 11"/>
          <p:cNvGraphicFramePr/>
          <p:nvPr/>
        </p:nvGraphicFramePr>
        <p:xfrm>
          <a:off x="722313" y="1382713"/>
          <a:ext cx="4894262" cy="533400"/>
        </p:xfrm>
        <a:graphic>
          <a:graphicData uri="http://schemas.openxmlformats.org/presentationml/2006/ole">
            <mc:AlternateContent xmlns:mc="http://schemas.openxmlformats.org/markup-compatibility/2006">
              <mc:Choice xmlns:v="urn:schemas-microsoft-com:vml" Requires="v">
                <p:oleObj spid="_x0000_s50232" name="" r:id="rId7" imgW="2095500" imgH="228600" progId="Equation.DSMT4">
                  <p:embed/>
                </p:oleObj>
              </mc:Choice>
              <mc:Fallback>
                <p:oleObj name="" r:id="rId7" imgW="2095500" imgH="228600" progId="Equation.DSMT4">
                  <p:embed/>
                  <p:pic>
                    <p:nvPicPr>
                      <p:cNvPr id="0" name="图片 3505"/>
                      <p:cNvPicPr/>
                      <p:nvPr/>
                    </p:nvPicPr>
                    <p:blipFill>
                      <a:blip r:embed="rId8"/>
                      <a:stretch>
                        <a:fillRect/>
                      </a:stretch>
                    </p:blipFill>
                    <p:spPr>
                      <a:xfrm>
                        <a:off x="722313" y="1382713"/>
                        <a:ext cx="4894262" cy="533400"/>
                      </a:xfrm>
                      <a:prstGeom prst="rect">
                        <a:avLst/>
                      </a:prstGeom>
                      <a:noFill/>
                      <a:ln w="38100">
                        <a:noFill/>
                        <a:miter/>
                      </a:ln>
                    </p:spPr>
                  </p:pic>
                </p:oleObj>
              </mc:Fallback>
            </mc:AlternateContent>
          </a:graphicData>
        </a:graphic>
      </p:graphicFrame>
      <p:graphicFrame>
        <p:nvGraphicFramePr>
          <p:cNvPr id="73740" name="Object 12"/>
          <p:cNvGraphicFramePr/>
          <p:nvPr/>
        </p:nvGraphicFramePr>
        <p:xfrm>
          <a:off x="561975" y="2276475"/>
          <a:ext cx="2619375" cy="469900"/>
        </p:xfrm>
        <a:graphic>
          <a:graphicData uri="http://schemas.openxmlformats.org/presentationml/2006/ole">
            <mc:AlternateContent xmlns:mc="http://schemas.openxmlformats.org/markup-compatibility/2006">
              <mc:Choice xmlns:v="urn:schemas-microsoft-com:vml" Requires="v">
                <p:oleObj spid="_x0000_s50233" name="" r:id="rId9" imgW="1129665" imgH="203200" progId="Equation.DSMT4">
                  <p:embed/>
                </p:oleObj>
              </mc:Choice>
              <mc:Fallback>
                <p:oleObj name="" r:id="rId9" imgW="1129665" imgH="203200" progId="Equation.DSMT4">
                  <p:embed/>
                  <p:pic>
                    <p:nvPicPr>
                      <p:cNvPr id="0" name="图片 3491"/>
                      <p:cNvPicPr/>
                      <p:nvPr/>
                    </p:nvPicPr>
                    <p:blipFill>
                      <a:blip r:embed="rId10"/>
                      <a:stretch>
                        <a:fillRect/>
                      </a:stretch>
                    </p:blipFill>
                    <p:spPr>
                      <a:xfrm>
                        <a:off x="561975" y="2276475"/>
                        <a:ext cx="2619375" cy="46990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3738"/>
                                        </p:tgtEl>
                                        <p:attrNameLst>
                                          <p:attrName>style.visibility</p:attrName>
                                        </p:attrNameLst>
                                      </p:cBhvr>
                                      <p:to>
                                        <p:strVal val="visible"/>
                                      </p:to>
                                    </p:set>
                                    <p:animEffect transition="in" filter="wipe(left)">
                                      <p:cBhvr>
                                        <p:cTn id="7" dur="500"/>
                                        <p:tgtEl>
                                          <p:spTgt spid="7373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3739"/>
                                        </p:tgtEl>
                                        <p:attrNameLst>
                                          <p:attrName>style.visibility</p:attrName>
                                        </p:attrNameLst>
                                      </p:cBhvr>
                                      <p:to>
                                        <p:strVal val="visible"/>
                                      </p:to>
                                    </p:set>
                                    <p:animEffect transition="in" filter="wipe(left)">
                                      <p:cBhvr>
                                        <p:cTn id="11" dur="500"/>
                                        <p:tgtEl>
                                          <p:spTgt spid="7373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3740"/>
                                        </p:tgtEl>
                                        <p:attrNameLst>
                                          <p:attrName>style.visibility</p:attrName>
                                        </p:attrNameLst>
                                      </p:cBhvr>
                                      <p:to>
                                        <p:strVal val="visible"/>
                                      </p:to>
                                    </p:set>
                                    <p:animEffect transition="in" filter="wipe(left)">
                                      <p:cBhvr>
                                        <p:cTn id="16" dur="500"/>
                                        <p:tgtEl>
                                          <p:spTgt spid="73740"/>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73733"/>
                                        </p:tgtEl>
                                        <p:attrNameLst>
                                          <p:attrName>style.visibility</p:attrName>
                                        </p:attrNameLst>
                                      </p:cBhvr>
                                      <p:to>
                                        <p:strVal val="visible"/>
                                      </p:to>
                                    </p:set>
                                    <p:animEffect transition="in" filter="wipe(up)">
                                      <p:cBhvr>
                                        <p:cTn id="20" dur="500"/>
                                        <p:tgtEl>
                                          <p:spTgt spid="7373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73734"/>
                                        </p:tgtEl>
                                        <p:attrNameLst>
                                          <p:attrName>style.visibility</p:attrName>
                                        </p:attrNameLst>
                                      </p:cBhvr>
                                      <p:to>
                                        <p:strVal val="visible"/>
                                      </p:to>
                                    </p:set>
                                    <p:animEffect transition="in" filter="wipe(left)">
                                      <p:cBhvr>
                                        <p:cTn id="25" dur="500"/>
                                        <p:tgtEl>
                                          <p:spTgt spid="73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4514"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95236" name="Object 4"/>
          <p:cNvGraphicFramePr/>
          <p:nvPr/>
        </p:nvGraphicFramePr>
        <p:xfrm>
          <a:off x="755650" y="1125538"/>
          <a:ext cx="2913063" cy="473075"/>
        </p:xfrm>
        <a:graphic>
          <a:graphicData uri="http://schemas.openxmlformats.org/presentationml/2006/ole">
            <mc:AlternateContent xmlns:mc="http://schemas.openxmlformats.org/markup-compatibility/2006">
              <mc:Choice xmlns:v="urn:schemas-microsoft-com:vml" Requires="v">
                <p:oleObj spid="_x0000_s51273" name="" r:id="rId1" imgW="1243330" imgH="203200" progId="Equation.DSMT4">
                  <p:embed/>
                </p:oleObj>
              </mc:Choice>
              <mc:Fallback>
                <p:oleObj name="" r:id="rId1" imgW="1243330" imgH="203200" progId="Equation.DSMT4">
                  <p:embed/>
                  <p:pic>
                    <p:nvPicPr>
                      <p:cNvPr id="0" name="图片 3502"/>
                      <p:cNvPicPr/>
                      <p:nvPr/>
                    </p:nvPicPr>
                    <p:blipFill>
                      <a:blip r:embed="rId2"/>
                      <a:stretch>
                        <a:fillRect/>
                      </a:stretch>
                    </p:blipFill>
                    <p:spPr>
                      <a:xfrm>
                        <a:off x="755650" y="1125538"/>
                        <a:ext cx="2913063" cy="473075"/>
                      </a:xfrm>
                      <a:prstGeom prst="rect">
                        <a:avLst/>
                      </a:prstGeom>
                      <a:noFill/>
                      <a:ln w="38100">
                        <a:noFill/>
                        <a:miter/>
                      </a:ln>
                    </p:spPr>
                  </p:pic>
                </p:oleObj>
              </mc:Fallback>
            </mc:AlternateContent>
          </a:graphicData>
        </a:graphic>
      </p:graphicFrame>
      <p:graphicFrame>
        <p:nvGraphicFramePr>
          <p:cNvPr id="95237" name="Object 5"/>
          <p:cNvGraphicFramePr/>
          <p:nvPr/>
        </p:nvGraphicFramePr>
        <p:xfrm>
          <a:off x="684213" y="1628775"/>
          <a:ext cx="6337300" cy="1060450"/>
        </p:xfrm>
        <a:graphic>
          <a:graphicData uri="http://schemas.openxmlformats.org/presentationml/2006/ole">
            <mc:AlternateContent xmlns:mc="http://schemas.openxmlformats.org/markup-compatibility/2006">
              <mc:Choice xmlns:v="urn:schemas-microsoft-com:vml" Requires="v">
                <p:oleObj spid="_x0000_s51274" name="" r:id="rId3" imgW="2806700" imgH="469900" progId="Equation.DSMT4">
                  <p:embed/>
                </p:oleObj>
              </mc:Choice>
              <mc:Fallback>
                <p:oleObj name="" r:id="rId3" imgW="2806700" imgH="469900" progId="Equation.DSMT4">
                  <p:embed/>
                  <p:pic>
                    <p:nvPicPr>
                      <p:cNvPr id="0" name="图片 3498"/>
                      <p:cNvPicPr/>
                      <p:nvPr/>
                    </p:nvPicPr>
                    <p:blipFill>
                      <a:blip r:embed="rId4"/>
                      <a:stretch>
                        <a:fillRect/>
                      </a:stretch>
                    </p:blipFill>
                    <p:spPr>
                      <a:xfrm>
                        <a:off x="684213" y="1628775"/>
                        <a:ext cx="6337300" cy="1060450"/>
                      </a:xfrm>
                      <a:prstGeom prst="rect">
                        <a:avLst/>
                      </a:prstGeom>
                      <a:noFill/>
                      <a:ln w="38100">
                        <a:noFill/>
                        <a:miter/>
                      </a:ln>
                    </p:spPr>
                  </p:pic>
                </p:oleObj>
              </mc:Fallback>
            </mc:AlternateContent>
          </a:graphicData>
        </a:graphic>
      </p:graphicFrame>
      <p:graphicFrame>
        <p:nvGraphicFramePr>
          <p:cNvPr id="95238" name="Object 6"/>
          <p:cNvGraphicFramePr/>
          <p:nvPr/>
        </p:nvGraphicFramePr>
        <p:xfrm>
          <a:off x="684213" y="2781300"/>
          <a:ext cx="4048125" cy="1062038"/>
        </p:xfrm>
        <a:graphic>
          <a:graphicData uri="http://schemas.openxmlformats.org/presentationml/2006/ole">
            <mc:AlternateContent xmlns:mc="http://schemas.openxmlformats.org/markup-compatibility/2006">
              <mc:Choice xmlns:v="urn:schemas-microsoft-com:vml" Requires="v">
                <p:oleObj spid="_x0000_s51275" name="" r:id="rId5" imgW="1790700" imgH="469900" progId="Equation.DSMT4">
                  <p:embed/>
                </p:oleObj>
              </mc:Choice>
              <mc:Fallback>
                <p:oleObj name="" r:id="rId5" imgW="1790700" imgH="469900" progId="Equation.DSMT4">
                  <p:embed/>
                  <p:pic>
                    <p:nvPicPr>
                      <p:cNvPr id="0" name="图片 3506"/>
                      <p:cNvPicPr/>
                      <p:nvPr/>
                    </p:nvPicPr>
                    <p:blipFill>
                      <a:blip r:embed="rId6"/>
                      <a:stretch>
                        <a:fillRect/>
                      </a:stretch>
                    </p:blipFill>
                    <p:spPr>
                      <a:xfrm>
                        <a:off x="684213" y="2781300"/>
                        <a:ext cx="4048125" cy="1062038"/>
                      </a:xfrm>
                      <a:prstGeom prst="rect">
                        <a:avLst/>
                      </a:prstGeom>
                      <a:noFill/>
                      <a:ln w="38100">
                        <a:noFill/>
                        <a:miter/>
                      </a:ln>
                    </p:spPr>
                  </p:pic>
                </p:oleObj>
              </mc:Fallback>
            </mc:AlternateContent>
          </a:graphicData>
        </a:graphic>
      </p:graphicFrame>
      <p:graphicFrame>
        <p:nvGraphicFramePr>
          <p:cNvPr id="95239" name="Object 7"/>
          <p:cNvGraphicFramePr/>
          <p:nvPr/>
        </p:nvGraphicFramePr>
        <p:xfrm>
          <a:off x="468313" y="44450"/>
          <a:ext cx="4133850" cy="1109663"/>
        </p:xfrm>
        <a:graphic>
          <a:graphicData uri="http://schemas.openxmlformats.org/presentationml/2006/ole">
            <mc:AlternateContent xmlns:mc="http://schemas.openxmlformats.org/markup-compatibility/2006">
              <mc:Choice xmlns:v="urn:schemas-microsoft-com:vml" Requires="v">
                <p:oleObj spid="_x0000_s51276" name="" r:id="rId7" imgW="1752600" imgH="469900" progId="Equation.DSMT4">
                  <p:embed/>
                </p:oleObj>
              </mc:Choice>
              <mc:Fallback>
                <p:oleObj name="" r:id="rId7" imgW="1752600" imgH="469900" progId="Equation.DSMT4">
                  <p:embed/>
                  <p:pic>
                    <p:nvPicPr>
                      <p:cNvPr id="0" name="图片 3504"/>
                      <p:cNvPicPr/>
                      <p:nvPr/>
                    </p:nvPicPr>
                    <p:blipFill>
                      <a:blip r:embed="rId8"/>
                      <a:stretch>
                        <a:fillRect/>
                      </a:stretch>
                    </p:blipFill>
                    <p:spPr>
                      <a:xfrm>
                        <a:off x="468313" y="44450"/>
                        <a:ext cx="4133850" cy="1109663"/>
                      </a:xfrm>
                      <a:prstGeom prst="rect">
                        <a:avLst/>
                      </a:prstGeom>
                      <a:noFill/>
                      <a:ln w="38100">
                        <a:noFill/>
                        <a:miter/>
                      </a:ln>
                    </p:spPr>
                  </p:pic>
                </p:oleObj>
              </mc:Fallback>
            </mc:AlternateContent>
          </a:graphicData>
        </a:graphic>
      </p:graphicFrame>
      <p:graphicFrame>
        <p:nvGraphicFramePr>
          <p:cNvPr id="95243" name="Object 11"/>
          <p:cNvGraphicFramePr/>
          <p:nvPr/>
        </p:nvGraphicFramePr>
        <p:xfrm>
          <a:off x="4932363" y="2636838"/>
          <a:ext cx="2970212" cy="1047750"/>
        </p:xfrm>
        <a:graphic>
          <a:graphicData uri="http://schemas.openxmlformats.org/presentationml/2006/ole">
            <mc:AlternateContent xmlns:mc="http://schemas.openxmlformats.org/markup-compatibility/2006">
              <mc:Choice xmlns:v="urn:schemas-microsoft-com:vml" Requires="v">
                <p:oleObj spid="_x0000_s51277" name="" r:id="rId9" imgW="1333500" imgH="469900" progId="Equation.DSMT4">
                  <p:embed/>
                </p:oleObj>
              </mc:Choice>
              <mc:Fallback>
                <p:oleObj name="" r:id="rId9" imgW="1333500" imgH="469900" progId="Equation.DSMT4">
                  <p:embed/>
                  <p:pic>
                    <p:nvPicPr>
                      <p:cNvPr id="0" name="图片 3494"/>
                      <p:cNvPicPr/>
                      <p:nvPr/>
                    </p:nvPicPr>
                    <p:blipFill>
                      <a:blip r:embed="rId10"/>
                      <a:stretch>
                        <a:fillRect/>
                      </a:stretch>
                    </p:blipFill>
                    <p:spPr>
                      <a:xfrm>
                        <a:off x="4932363" y="2636838"/>
                        <a:ext cx="2970212" cy="1047750"/>
                      </a:xfrm>
                      <a:prstGeom prst="rect">
                        <a:avLst/>
                      </a:prstGeom>
                      <a:noFill/>
                      <a:ln w="38100">
                        <a:noFill/>
                        <a:miter/>
                      </a:ln>
                    </p:spPr>
                  </p:pic>
                </p:oleObj>
              </mc:Fallback>
            </mc:AlternateContent>
          </a:graphicData>
        </a:graphic>
      </p:graphicFrame>
      <p:graphicFrame>
        <p:nvGraphicFramePr>
          <p:cNvPr id="95244" name="Object 12"/>
          <p:cNvGraphicFramePr/>
          <p:nvPr/>
        </p:nvGraphicFramePr>
        <p:xfrm>
          <a:off x="755650" y="3860800"/>
          <a:ext cx="4997450" cy="1120775"/>
        </p:xfrm>
        <a:graphic>
          <a:graphicData uri="http://schemas.openxmlformats.org/presentationml/2006/ole">
            <mc:AlternateContent xmlns:mc="http://schemas.openxmlformats.org/markup-compatibility/2006">
              <mc:Choice xmlns:v="urn:schemas-microsoft-com:vml" Requires="v">
                <p:oleObj spid="_x0000_s51278" name="" r:id="rId11" imgW="2208530" imgH="495300" progId="Equation.DSMT4">
                  <p:embed/>
                </p:oleObj>
              </mc:Choice>
              <mc:Fallback>
                <p:oleObj name="" r:id="rId11" imgW="2208530" imgH="495300" progId="Equation.DSMT4">
                  <p:embed/>
                  <p:pic>
                    <p:nvPicPr>
                      <p:cNvPr id="0" name="图片 3490"/>
                      <p:cNvPicPr/>
                      <p:nvPr/>
                    </p:nvPicPr>
                    <p:blipFill>
                      <a:blip r:embed="rId12"/>
                      <a:stretch>
                        <a:fillRect/>
                      </a:stretch>
                    </p:blipFill>
                    <p:spPr>
                      <a:xfrm>
                        <a:off x="755650" y="3860800"/>
                        <a:ext cx="4997450" cy="1120775"/>
                      </a:xfrm>
                      <a:prstGeom prst="rect">
                        <a:avLst/>
                      </a:prstGeom>
                      <a:noFill/>
                      <a:ln w="38100">
                        <a:noFill/>
                        <a:miter/>
                      </a:ln>
                    </p:spPr>
                  </p:pic>
                </p:oleObj>
              </mc:Fallback>
            </mc:AlternateContent>
          </a:graphicData>
        </a:graphic>
      </p:graphicFrame>
      <p:graphicFrame>
        <p:nvGraphicFramePr>
          <p:cNvPr id="95245" name="Object 13"/>
          <p:cNvGraphicFramePr/>
          <p:nvPr/>
        </p:nvGraphicFramePr>
        <p:xfrm>
          <a:off x="827088" y="5084763"/>
          <a:ext cx="3455987" cy="1031875"/>
        </p:xfrm>
        <a:graphic>
          <a:graphicData uri="http://schemas.openxmlformats.org/presentationml/2006/ole">
            <mc:AlternateContent xmlns:mc="http://schemas.openxmlformats.org/markup-compatibility/2006">
              <mc:Choice xmlns:v="urn:schemas-microsoft-com:vml" Requires="v">
                <p:oleObj spid="_x0000_s51279" name="" r:id="rId13" imgW="1574800" imgH="469900" progId="Equation.DSMT4">
                  <p:embed/>
                </p:oleObj>
              </mc:Choice>
              <mc:Fallback>
                <p:oleObj name="" r:id="rId13" imgW="1574800" imgH="469900" progId="Equation.DSMT4">
                  <p:embed/>
                  <p:pic>
                    <p:nvPicPr>
                      <p:cNvPr id="0" name="图片 3492"/>
                      <p:cNvPicPr/>
                      <p:nvPr/>
                    </p:nvPicPr>
                    <p:blipFill>
                      <a:blip r:embed="rId14"/>
                      <a:stretch>
                        <a:fillRect/>
                      </a:stretch>
                    </p:blipFill>
                    <p:spPr>
                      <a:xfrm>
                        <a:off x="827088" y="5084763"/>
                        <a:ext cx="3455987" cy="1031875"/>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5239"/>
                                        </p:tgtEl>
                                        <p:attrNameLst>
                                          <p:attrName>style.visibility</p:attrName>
                                        </p:attrNameLst>
                                      </p:cBhvr>
                                      <p:to>
                                        <p:strVal val="visible"/>
                                      </p:to>
                                    </p:set>
                                    <p:animEffect transition="in" filter="wipe(left)">
                                      <p:cBhvr>
                                        <p:cTn id="7" dur="500"/>
                                        <p:tgtEl>
                                          <p:spTgt spid="952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5236"/>
                                        </p:tgtEl>
                                        <p:attrNameLst>
                                          <p:attrName>style.visibility</p:attrName>
                                        </p:attrNameLst>
                                      </p:cBhvr>
                                      <p:to>
                                        <p:strVal val="visible"/>
                                      </p:to>
                                    </p:set>
                                    <p:animEffect transition="in" filter="wipe(left)">
                                      <p:cBhvr>
                                        <p:cTn id="12" dur="500"/>
                                        <p:tgtEl>
                                          <p:spTgt spid="952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5237"/>
                                        </p:tgtEl>
                                        <p:attrNameLst>
                                          <p:attrName>style.visibility</p:attrName>
                                        </p:attrNameLst>
                                      </p:cBhvr>
                                      <p:to>
                                        <p:strVal val="visible"/>
                                      </p:to>
                                    </p:set>
                                    <p:animEffect transition="in" filter="wipe(left)">
                                      <p:cBhvr>
                                        <p:cTn id="17" dur="500"/>
                                        <p:tgtEl>
                                          <p:spTgt spid="9523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5238"/>
                                        </p:tgtEl>
                                        <p:attrNameLst>
                                          <p:attrName>style.visibility</p:attrName>
                                        </p:attrNameLst>
                                      </p:cBhvr>
                                      <p:to>
                                        <p:strVal val="visible"/>
                                      </p:to>
                                    </p:set>
                                    <p:animEffect transition="in" filter="wipe(left)">
                                      <p:cBhvr>
                                        <p:cTn id="22" dur="500"/>
                                        <p:tgtEl>
                                          <p:spTgt spid="9523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5243"/>
                                        </p:tgtEl>
                                        <p:attrNameLst>
                                          <p:attrName>style.visibility</p:attrName>
                                        </p:attrNameLst>
                                      </p:cBhvr>
                                      <p:to>
                                        <p:strVal val="visible"/>
                                      </p:to>
                                    </p:set>
                                    <p:animEffect transition="in" filter="wipe(left)">
                                      <p:cBhvr>
                                        <p:cTn id="27" dur="500"/>
                                        <p:tgtEl>
                                          <p:spTgt spid="952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5244"/>
                                        </p:tgtEl>
                                        <p:attrNameLst>
                                          <p:attrName>style.visibility</p:attrName>
                                        </p:attrNameLst>
                                      </p:cBhvr>
                                      <p:to>
                                        <p:strVal val="visible"/>
                                      </p:to>
                                    </p:set>
                                    <p:animEffect transition="in" filter="wipe(left)">
                                      <p:cBhvr>
                                        <p:cTn id="32" dur="500"/>
                                        <p:tgtEl>
                                          <p:spTgt spid="9524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5245"/>
                                        </p:tgtEl>
                                        <p:attrNameLst>
                                          <p:attrName>style.visibility</p:attrName>
                                        </p:attrNameLst>
                                      </p:cBhvr>
                                      <p:to>
                                        <p:strVal val="visible"/>
                                      </p:to>
                                    </p:set>
                                    <p:animEffect transition="in" filter="wipe(left)">
                                      <p:cBhvr>
                                        <p:cTn id="37" dur="500"/>
                                        <p:tgtEl>
                                          <p:spTgt spid="95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5538"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99328" name="Object 1024"/>
          <p:cNvGraphicFramePr/>
          <p:nvPr/>
        </p:nvGraphicFramePr>
        <p:xfrm>
          <a:off x="468313" y="115888"/>
          <a:ext cx="4995862" cy="1109662"/>
        </p:xfrm>
        <a:graphic>
          <a:graphicData uri="http://schemas.openxmlformats.org/presentationml/2006/ole">
            <mc:AlternateContent xmlns:mc="http://schemas.openxmlformats.org/markup-compatibility/2006">
              <mc:Choice xmlns:v="urn:schemas-microsoft-com:vml" Requires="v">
                <p:oleObj spid="_x0000_s52267" name="" r:id="rId1" imgW="2171065" imgH="482600" progId="Equation.DSMT4">
                  <p:embed/>
                </p:oleObj>
              </mc:Choice>
              <mc:Fallback>
                <p:oleObj name="" r:id="rId1" imgW="2171065" imgH="482600" progId="Equation.DSMT4">
                  <p:embed/>
                  <p:pic>
                    <p:nvPicPr>
                      <p:cNvPr id="0" name="图片 3513"/>
                      <p:cNvPicPr/>
                      <p:nvPr/>
                    </p:nvPicPr>
                    <p:blipFill>
                      <a:blip r:embed="rId2"/>
                      <a:stretch>
                        <a:fillRect/>
                      </a:stretch>
                    </p:blipFill>
                    <p:spPr>
                      <a:xfrm>
                        <a:off x="468313" y="115888"/>
                        <a:ext cx="4995862" cy="1109662"/>
                      </a:xfrm>
                      <a:prstGeom prst="rect">
                        <a:avLst/>
                      </a:prstGeom>
                      <a:noFill/>
                      <a:ln w="38100">
                        <a:noFill/>
                        <a:miter/>
                      </a:ln>
                    </p:spPr>
                  </p:pic>
                </p:oleObj>
              </mc:Fallback>
            </mc:AlternateContent>
          </a:graphicData>
        </a:graphic>
      </p:graphicFrame>
      <p:graphicFrame>
        <p:nvGraphicFramePr>
          <p:cNvPr id="99329" name="Object 1025"/>
          <p:cNvGraphicFramePr/>
          <p:nvPr/>
        </p:nvGraphicFramePr>
        <p:xfrm>
          <a:off x="755650" y="1268413"/>
          <a:ext cx="5226050" cy="1039812"/>
        </p:xfrm>
        <a:graphic>
          <a:graphicData uri="http://schemas.openxmlformats.org/presentationml/2006/ole">
            <mc:AlternateContent xmlns:mc="http://schemas.openxmlformats.org/markup-compatibility/2006">
              <mc:Choice xmlns:v="urn:schemas-microsoft-com:vml" Requires="v">
                <p:oleObj spid="_x0000_s52268" name="" r:id="rId3" imgW="2362200" imgH="469900" progId="Equation.DSMT4">
                  <p:embed/>
                </p:oleObj>
              </mc:Choice>
              <mc:Fallback>
                <p:oleObj name="" r:id="rId3" imgW="2362200" imgH="469900" progId="Equation.DSMT4">
                  <p:embed/>
                  <p:pic>
                    <p:nvPicPr>
                      <p:cNvPr id="0" name="图片 3510"/>
                      <p:cNvPicPr/>
                      <p:nvPr/>
                    </p:nvPicPr>
                    <p:blipFill>
                      <a:blip r:embed="rId4"/>
                      <a:stretch>
                        <a:fillRect/>
                      </a:stretch>
                    </p:blipFill>
                    <p:spPr>
                      <a:xfrm>
                        <a:off x="755650" y="1268413"/>
                        <a:ext cx="5226050" cy="1039812"/>
                      </a:xfrm>
                      <a:prstGeom prst="rect">
                        <a:avLst/>
                      </a:prstGeom>
                      <a:noFill/>
                      <a:ln w="38100">
                        <a:noFill/>
                        <a:miter/>
                      </a:ln>
                    </p:spPr>
                  </p:pic>
                </p:oleObj>
              </mc:Fallback>
            </mc:AlternateContent>
          </a:graphicData>
        </a:graphic>
      </p:graphicFrame>
      <p:graphicFrame>
        <p:nvGraphicFramePr>
          <p:cNvPr id="99330" name="Object 1026"/>
          <p:cNvGraphicFramePr/>
          <p:nvPr/>
        </p:nvGraphicFramePr>
        <p:xfrm>
          <a:off x="1042988" y="2565400"/>
          <a:ext cx="3932237" cy="1066800"/>
        </p:xfrm>
        <a:graphic>
          <a:graphicData uri="http://schemas.openxmlformats.org/presentationml/2006/ole">
            <mc:AlternateContent xmlns:mc="http://schemas.openxmlformats.org/markup-compatibility/2006">
              <mc:Choice xmlns:v="urn:schemas-microsoft-com:vml" Requires="v">
                <p:oleObj spid="_x0000_s52269" name="" r:id="rId5" imgW="1777365" imgH="482600" progId="Equation.DSMT4">
                  <p:embed/>
                </p:oleObj>
              </mc:Choice>
              <mc:Fallback>
                <p:oleObj name="" r:id="rId5" imgW="1777365" imgH="482600" progId="Equation.DSMT4">
                  <p:embed/>
                  <p:pic>
                    <p:nvPicPr>
                      <p:cNvPr id="0" name="图片 3524"/>
                      <p:cNvPicPr/>
                      <p:nvPr/>
                    </p:nvPicPr>
                    <p:blipFill>
                      <a:blip r:embed="rId6"/>
                      <a:stretch>
                        <a:fillRect/>
                      </a:stretch>
                    </p:blipFill>
                    <p:spPr>
                      <a:xfrm>
                        <a:off x="1042988" y="2565400"/>
                        <a:ext cx="3932237" cy="1066800"/>
                      </a:xfrm>
                      <a:prstGeom prst="rect">
                        <a:avLst/>
                      </a:prstGeom>
                      <a:noFill/>
                      <a:ln w="38100">
                        <a:noFill/>
                        <a:miter/>
                      </a:ln>
                    </p:spPr>
                  </p:pic>
                </p:oleObj>
              </mc:Fallback>
            </mc:AlternateContent>
          </a:graphicData>
        </a:graphic>
      </p:graphicFrame>
      <p:graphicFrame>
        <p:nvGraphicFramePr>
          <p:cNvPr id="99331" name="Object 1027"/>
          <p:cNvGraphicFramePr/>
          <p:nvPr/>
        </p:nvGraphicFramePr>
        <p:xfrm>
          <a:off x="1042988" y="4005263"/>
          <a:ext cx="3454400" cy="1066800"/>
        </p:xfrm>
        <a:graphic>
          <a:graphicData uri="http://schemas.openxmlformats.org/presentationml/2006/ole">
            <mc:AlternateContent xmlns:mc="http://schemas.openxmlformats.org/markup-compatibility/2006">
              <mc:Choice xmlns:v="urn:schemas-microsoft-com:vml" Requires="v">
                <p:oleObj spid="_x0000_s52270" name="" r:id="rId7" imgW="1561465" imgH="482600" progId="Equation.DSMT4">
                  <p:embed/>
                </p:oleObj>
              </mc:Choice>
              <mc:Fallback>
                <p:oleObj name="" r:id="rId7" imgW="1561465" imgH="482600" progId="Equation.DSMT4">
                  <p:embed/>
                  <p:pic>
                    <p:nvPicPr>
                      <p:cNvPr id="0" name="图片 3522"/>
                      <p:cNvPicPr/>
                      <p:nvPr/>
                    </p:nvPicPr>
                    <p:blipFill>
                      <a:blip r:embed="rId8"/>
                      <a:stretch>
                        <a:fillRect/>
                      </a:stretch>
                    </p:blipFill>
                    <p:spPr>
                      <a:xfrm>
                        <a:off x="1042988" y="4005263"/>
                        <a:ext cx="3454400" cy="106680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9328"/>
                                        </p:tgtEl>
                                        <p:attrNameLst>
                                          <p:attrName>style.visibility</p:attrName>
                                        </p:attrNameLst>
                                      </p:cBhvr>
                                      <p:to>
                                        <p:strVal val="visible"/>
                                      </p:to>
                                    </p:set>
                                    <p:animEffect transition="in" filter="wipe(left)">
                                      <p:cBhvr>
                                        <p:cTn id="7" dur="500"/>
                                        <p:tgtEl>
                                          <p:spTgt spid="993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9329"/>
                                        </p:tgtEl>
                                        <p:attrNameLst>
                                          <p:attrName>style.visibility</p:attrName>
                                        </p:attrNameLst>
                                      </p:cBhvr>
                                      <p:to>
                                        <p:strVal val="visible"/>
                                      </p:to>
                                    </p:set>
                                    <p:animEffect transition="in" filter="wipe(left)">
                                      <p:cBhvr>
                                        <p:cTn id="12" dur="500"/>
                                        <p:tgtEl>
                                          <p:spTgt spid="993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9330"/>
                                        </p:tgtEl>
                                        <p:attrNameLst>
                                          <p:attrName>style.visibility</p:attrName>
                                        </p:attrNameLst>
                                      </p:cBhvr>
                                      <p:to>
                                        <p:strVal val="visible"/>
                                      </p:to>
                                    </p:set>
                                    <p:animEffect transition="in" filter="wipe(left)">
                                      <p:cBhvr>
                                        <p:cTn id="17" dur="500"/>
                                        <p:tgtEl>
                                          <p:spTgt spid="993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9331"/>
                                        </p:tgtEl>
                                        <p:attrNameLst>
                                          <p:attrName>style.visibility</p:attrName>
                                        </p:attrNameLst>
                                      </p:cBhvr>
                                      <p:to>
                                        <p:strVal val="visible"/>
                                      </p:to>
                                    </p:set>
                                    <p:animEffect transition="in" filter="wipe(left)">
                                      <p:cBhvr>
                                        <p:cTn id="22" dur="500"/>
                                        <p:tgtEl>
                                          <p:spTgt spid="99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6562"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00352" name="Object 1024"/>
          <p:cNvGraphicFramePr/>
          <p:nvPr/>
        </p:nvGraphicFramePr>
        <p:xfrm>
          <a:off x="1752600" y="1196975"/>
          <a:ext cx="4068763" cy="1144588"/>
        </p:xfrm>
        <a:graphic>
          <a:graphicData uri="http://schemas.openxmlformats.org/presentationml/2006/ole">
            <mc:AlternateContent xmlns:mc="http://schemas.openxmlformats.org/markup-compatibility/2006">
              <mc:Choice xmlns:v="urn:schemas-microsoft-com:vml" Requires="v">
                <p:oleObj spid="_x0000_s53301" name="" r:id="rId1" imgW="1713865" imgH="482600" progId="Equation.DSMT4">
                  <p:embed/>
                </p:oleObj>
              </mc:Choice>
              <mc:Fallback>
                <p:oleObj name="" r:id="rId1" imgW="1713865" imgH="482600" progId="Equation.DSMT4">
                  <p:embed/>
                  <p:pic>
                    <p:nvPicPr>
                      <p:cNvPr id="0" name="图片 3525"/>
                      <p:cNvPicPr/>
                      <p:nvPr/>
                    </p:nvPicPr>
                    <p:blipFill>
                      <a:blip r:embed="rId2"/>
                      <a:stretch>
                        <a:fillRect/>
                      </a:stretch>
                    </p:blipFill>
                    <p:spPr>
                      <a:xfrm>
                        <a:off x="1752600" y="1196975"/>
                        <a:ext cx="4068763" cy="1144588"/>
                      </a:xfrm>
                      <a:prstGeom prst="rect">
                        <a:avLst/>
                      </a:prstGeom>
                      <a:noFill/>
                      <a:ln w="38100">
                        <a:noFill/>
                        <a:miter/>
                      </a:ln>
                    </p:spPr>
                  </p:pic>
                </p:oleObj>
              </mc:Fallback>
            </mc:AlternateContent>
          </a:graphicData>
        </a:graphic>
      </p:graphicFrame>
      <p:graphicFrame>
        <p:nvGraphicFramePr>
          <p:cNvPr id="100353" name="Object 1025"/>
          <p:cNvGraphicFramePr/>
          <p:nvPr/>
        </p:nvGraphicFramePr>
        <p:xfrm>
          <a:off x="685800" y="115888"/>
          <a:ext cx="7142163" cy="1135062"/>
        </p:xfrm>
        <a:graphic>
          <a:graphicData uri="http://schemas.openxmlformats.org/presentationml/2006/ole">
            <mc:AlternateContent xmlns:mc="http://schemas.openxmlformats.org/markup-compatibility/2006">
              <mc:Choice xmlns:v="urn:schemas-microsoft-com:vml" Requires="v">
                <p:oleObj spid="_x0000_s53302" name="" r:id="rId3" imgW="3034030" imgH="482600" progId="Equation.DSMT4">
                  <p:embed/>
                </p:oleObj>
              </mc:Choice>
              <mc:Fallback>
                <p:oleObj name="" r:id="rId3" imgW="3034030" imgH="482600" progId="Equation.DSMT4">
                  <p:embed/>
                  <p:pic>
                    <p:nvPicPr>
                      <p:cNvPr id="0" name="图片 3523"/>
                      <p:cNvPicPr/>
                      <p:nvPr/>
                    </p:nvPicPr>
                    <p:blipFill>
                      <a:blip r:embed="rId4"/>
                      <a:stretch>
                        <a:fillRect/>
                      </a:stretch>
                    </p:blipFill>
                    <p:spPr>
                      <a:xfrm>
                        <a:off x="685800" y="115888"/>
                        <a:ext cx="7142163" cy="1135062"/>
                      </a:xfrm>
                      <a:prstGeom prst="rect">
                        <a:avLst/>
                      </a:prstGeom>
                      <a:noFill/>
                      <a:ln w="38100">
                        <a:noFill/>
                        <a:miter/>
                      </a:ln>
                    </p:spPr>
                  </p:pic>
                </p:oleObj>
              </mc:Fallback>
            </mc:AlternateContent>
          </a:graphicData>
        </a:graphic>
      </p:graphicFrame>
      <p:graphicFrame>
        <p:nvGraphicFramePr>
          <p:cNvPr id="100354" name="Object 1026"/>
          <p:cNvGraphicFramePr/>
          <p:nvPr/>
        </p:nvGraphicFramePr>
        <p:xfrm>
          <a:off x="990600" y="2752725"/>
          <a:ext cx="1779588" cy="1054100"/>
        </p:xfrm>
        <a:graphic>
          <a:graphicData uri="http://schemas.openxmlformats.org/presentationml/2006/ole">
            <mc:AlternateContent xmlns:mc="http://schemas.openxmlformats.org/markup-compatibility/2006">
              <mc:Choice xmlns:v="urn:schemas-microsoft-com:vml" Requires="v">
                <p:oleObj spid="_x0000_s53303" name="" r:id="rId5" imgW="748665" imgH="444500" progId="Equation.DSMT4">
                  <p:embed/>
                </p:oleObj>
              </mc:Choice>
              <mc:Fallback>
                <p:oleObj name="" r:id="rId5" imgW="748665" imgH="444500" progId="Equation.DSMT4">
                  <p:embed/>
                  <p:pic>
                    <p:nvPicPr>
                      <p:cNvPr id="0" name="图片 3521"/>
                      <p:cNvPicPr/>
                      <p:nvPr/>
                    </p:nvPicPr>
                    <p:blipFill>
                      <a:blip r:embed="rId6"/>
                      <a:stretch>
                        <a:fillRect/>
                      </a:stretch>
                    </p:blipFill>
                    <p:spPr>
                      <a:xfrm>
                        <a:off x="990600" y="2752725"/>
                        <a:ext cx="1779588" cy="1054100"/>
                      </a:xfrm>
                      <a:prstGeom prst="rect">
                        <a:avLst/>
                      </a:prstGeom>
                      <a:noFill/>
                      <a:ln w="38100">
                        <a:noFill/>
                        <a:miter/>
                      </a:ln>
                    </p:spPr>
                  </p:pic>
                </p:oleObj>
              </mc:Fallback>
            </mc:AlternateContent>
          </a:graphicData>
        </a:graphic>
      </p:graphicFrame>
      <p:graphicFrame>
        <p:nvGraphicFramePr>
          <p:cNvPr id="100355" name="Object 1027"/>
          <p:cNvGraphicFramePr/>
          <p:nvPr/>
        </p:nvGraphicFramePr>
        <p:xfrm>
          <a:off x="762000" y="4221163"/>
          <a:ext cx="6238875" cy="1114425"/>
        </p:xfrm>
        <a:graphic>
          <a:graphicData uri="http://schemas.openxmlformats.org/presentationml/2006/ole">
            <mc:AlternateContent xmlns:mc="http://schemas.openxmlformats.org/markup-compatibility/2006">
              <mc:Choice xmlns:v="urn:schemas-microsoft-com:vml" Requires="v">
                <p:oleObj spid="_x0000_s53304" name="" r:id="rId7" imgW="2628900" imgH="469900" progId="Equation.DSMT4">
                  <p:embed/>
                </p:oleObj>
              </mc:Choice>
              <mc:Fallback>
                <p:oleObj name="" r:id="rId7" imgW="2628900" imgH="469900" progId="Equation.DSMT4">
                  <p:embed/>
                  <p:pic>
                    <p:nvPicPr>
                      <p:cNvPr id="0" name="图片 3518"/>
                      <p:cNvPicPr/>
                      <p:nvPr/>
                    </p:nvPicPr>
                    <p:blipFill>
                      <a:blip r:embed="rId8"/>
                      <a:stretch>
                        <a:fillRect/>
                      </a:stretch>
                    </p:blipFill>
                    <p:spPr>
                      <a:xfrm>
                        <a:off x="762000" y="4221163"/>
                        <a:ext cx="6238875" cy="1114425"/>
                      </a:xfrm>
                      <a:prstGeom prst="rect">
                        <a:avLst/>
                      </a:prstGeom>
                      <a:noFill/>
                      <a:ln w="38100">
                        <a:noFill/>
                        <a:miter/>
                      </a:ln>
                    </p:spPr>
                  </p:pic>
                </p:oleObj>
              </mc:Fallback>
            </mc:AlternateContent>
          </a:graphicData>
        </a:graphic>
      </p:graphicFrame>
      <p:graphicFrame>
        <p:nvGraphicFramePr>
          <p:cNvPr id="2" name="对象 1"/>
          <p:cNvGraphicFramePr/>
          <p:nvPr/>
        </p:nvGraphicFramePr>
        <p:xfrm>
          <a:off x="2971800" y="2743200"/>
          <a:ext cx="4313238" cy="1144588"/>
        </p:xfrm>
        <a:graphic>
          <a:graphicData uri="http://schemas.openxmlformats.org/presentationml/2006/ole">
            <mc:AlternateContent xmlns:mc="http://schemas.openxmlformats.org/markup-compatibility/2006">
              <mc:Choice xmlns:v="urn:schemas-microsoft-com:vml" Requires="v">
                <p:oleObj spid="_x0000_s53305" name="" r:id="rId9" imgW="1816100" imgH="482600" progId="Equation.DSMT4">
                  <p:embed/>
                </p:oleObj>
              </mc:Choice>
              <mc:Fallback>
                <p:oleObj name="" r:id="rId9" imgW="1816100" imgH="482600" progId="Equation.DSMT4">
                  <p:embed/>
                  <p:pic>
                    <p:nvPicPr>
                      <p:cNvPr id="0" name="图片 3511"/>
                      <p:cNvPicPr/>
                      <p:nvPr/>
                    </p:nvPicPr>
                    <p:blipFill>
                      <a:blip r:embed="rId10"/>
                      <a:stretch>
                        <a:fillRect/>
                      </a:stretch>
                    </p:blipFill>
                    <p:spPr>
                      <a:xfrm>
                        <a:off x="2971800" y="2743200"/>
                        <a:ext cx="4313238" cy="1144588"/>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0353"/>
                                        </p:tgtEl>
                                        <p:attrNameLst>
                                          <p:attrName>style.visibility</p:attrName>
                                        </p:attrNameLst>
                                      </p:cBhvr>
                                      <p:to>
                                        <p:strVal val="visible"/>
                                      </p:to>
                                    </p:set>
                                    <p:animEffect transition="in" filter="wipe(left)">
                                      <p:cBhvr>
                                        <p:cTn id="7" dur="500"/>
                                        <p:tgtEl>
                                          <p:spTgt spid="1003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0352"/>
                                        </p:tgtEl>
                                        <p:attrNameLst>
                                          <p:attrName>style.visibility</p:attrName>
                                        </p:attrNameLst>
                                      </p:cBhvr>
                                      <p:to>
                                        <p:strVal val="visible"/>
                                      </p:to>
                                    </p:set>
                                    <p:animEffect transition="in" filter="wipe(left)">
                                      <p:cBhvr>
                                        <p:cTn id="12" dur="500"/>
                                        <p:tgtEl>
                                          <p:spTgt spid="1003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0354"/>
                                        </p:tgtEl>
                                        <p:attrNameLst>
                                          <p:attrName>style.visibility</p:attrName>
                                        </p:attrNameLst>
                                      </p:cBhvr>
                                      <p:to>
                                        <p:strVal val="visible"/>
                                      </p:to>
                                    </p:set>
                                    <p:animEffect transition="in" filter="wipe(left)">
                                      <p:cBhvr>
                                        <p:cTn id="17" dur="500"/>
                                        <p:tgtEl>
                                          <p:spTgt spid="1003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0355"/>
                                        </p:tgtEl>
                                        <p:attrNameLst>
                                          <p:attrName>style.visibility</p:attrName>
                                        </p:attrNameLst>
                                      </p:cBhvr>
                                      <p:to>
                                        <p:strVal val="visible"/>
                                      </p:to>
                                    </p:set>
                                    <p:animEffect transition="in" filter="wipe(left)">
                                      <p:cBhvr>
                                        <p:cTn id="27" dur="500"/>
                                        <p:tgtEl>
                                          <p:spTgt spid="100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67586"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96260" name="Object 4"/>
          <p:cNvGraphicFramePr/>
          <p:nvPr/>
        </p:nvGraphicFramePr>
        <p:xfrm>
          <a:off x="533400" y="609600"/>
          <a:ext cx="7448550" cy="3521075"/>
        </p:xfrm>
        <a:graphic>
          <a:graphicData uri="http://schemas.openxmlformats.org/presentationml/2006/ole">
            <mc:AlternateContent xmlns:mc="http://schemas.openxmlformats.org/markup-compatibility/2006">
              <mc:Choice xmlns:v="urn:schemas-microsoft-com:vml" Requires="v">
                <p:oleObj spid="_x0000_s54285" name="" r:id="rId1" imgW="3225800" imgH="1524000" progId="Equation.DSMT4">
                  <p:embed/>
                </p:oleObj>
              </mc:Choice>
              <mc:Fallback>
                <p:oleObj name="" r:id="rId1" imgW="3225800" imgH="1524000" progId="Equation.DSMT4">
                  <p:embed/>
                  <p:pic>
                    <p:nvPicPr>
                      <p:cNvPr id="0" name="图片 3514"/>
                      <p:cNvPicPr/>
                      <p:nvPr/>
                    </p:nvPicPr>
                    <p:blipFill>
                      <a:blip r:embed="rId2"/>
                      <a:stretch>
                        <a:fillRect/>
                      </a:stretch>
                    </p:blipFill>
                    <p:spPr>
                      <a:xfrm>
                        <a:off x="533400" y="609600"/>
                        <a:ext cx="7448550" cy="3521075"/>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96260"/>
                                        </p:tgtEl>
                                        <p:attrNameLst>
                                          <p:attrName>style.visibility</p:attrName>
                                        </p:attrNameLst>
                                      </p:cBhvr>
                                      <p:to>
                                        <p:strVal val="visible"/>
                                      </p:to>
                                    </p:set>
                                    <p:animEffect transition="in" filter="wedge">
                                      <p:cBhvr>
                                        <p:cTn id="7" dur="1000"/>
                                        <p:tgtEl>
                                          <p:spTgt spid="96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68610"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01376" name="Object 1024"/>
          <p:cNvGraphicFramePr/>
          <p:nvPr/>
        </p:nvGraphicFramePr>
        <p:xfrm>
          <a:off x="611188" y="2419350"/>
          <a:ext cx="3348037" cy="931863"/>
        </p:xfrm>
        <a:graphic>
          <a:graphicData uri="http://schemas.openxmlformats.org/presentationml/2006/ole">
            <mc:AlternateContent xmlns:mc="http://schemas.openxmlformats.org/markup-compatibility/2006">
              <mc:Choice xmlns:v="urn:schemas-microsoft-com:vml" Requires="v">
                <p:oleObj spid="_x0000_s55369" name="" r:id="rId1" imgW="1459230" imgH="405765" progId="Equation.DSMT4">
                  <p:embed/>
                </p:oleObj>
              </mc:Choice>
              <mc:Fallback>
                <p:oleObj name="" r:id="rId1" imgW="1459230" imgH="405765" progId="Equation.DSMT4">
                  <p:embed/>
                  <p:pic>
                    <p:nvPicPr>
                      <p:cNvPr id="0" name="图片 3519"/>
                      <p:cNvPicPr/>
                      <p:nvPr/>
                    </p:nvPicPr>
                    <p:blipFill>
                      <a:blip r:embed="rId2"/>
                      <a:stretch>
                        <a:fillRect/>
                      </a:stretch>
                    </p:blipFill>
                    <p:spPr>
                      <a:xfrm>
                        <a:off x="611188" y="2419350"/>
                        <a:ext cx="3348037" cy="931863"/>
                      </a:xfrm>
                      <a:prstGeom prst="rect">
                        <a:avLst/>
                      </a:prstGeom>
                      <a:noFill/>
                      <a:ln w="38100">
                        <a:noFill/>
                        <a:miter/>
                      </a:ln>
                    </p:spPr>
                  </p:pic>
                </p:oleObj>
              </mc:Fallback>
            </mc:AlternateContent>
          </a:graphicData>
        </a:graphic>
      </p:graphicFrame>
      <p:graphicFrame>
        <p:nvGraphicFramePr>
          <p:cNvPr id="101377" name="Object 1025"/>
          <p:cNvGraphicFramePr/>
          <p:nvPr/>
        </p:nvGraphicFramePr>
        <p:xfrm>
          <a:off x="1258888" y="684213"/>
          <a:ext cx="6985000" cy="915987"/>
        </p:xfrm>
        <a:graphic>
          <a:graphicData uri="http://schemas.openxmlformats.org/presentationml/2006/ole">
            <mc:AlternateContent xmlns:mc="http://schemas.openxmlformats.org/markup-compatibility/2006">
              <mc:Choice xmlns:v="urn:schemas-microsoft-com:vml" Requires="v">
                <p:oleObj spid="_x0000_s55370" name="" r:id="rId3" imgW="3096260" imgH="405765" progId="Equation.DSMT4">
                  <p:embed/>
                </p:oleObj>
              </mc:Choice>
              <mc:Fallback>
                <p:oleObj name="" r:id="rId3" imgW="3096260" imgH="405765" progId="Equation.DSMT4">
                  <p:embed/>
                  <p:pic>
                    <p:nvPicPr>
                      <p:cNvPr id="0" name="图片 3516"/>
                      <p:cNvPicPr/>
                      <p:nvPr/>
                    </p:nvPicPr>
                    <p:blipFill>
                      <a:blip r:embed="rId4"/>
                      <a:stretch>
                        <a:fillRect/>
                      </a:stretch>
                    </p:blipFill>
                    <p:spPr>
                      <a:xfrm>
                        <a:off x="1258888" y="684213"/>
                        <a:ext cx="6985000" cy="915987"/>
                      </a:xfrm>
                      <a:prstGeom prst="rect">
                        <a:avLst/>
                      </a:prstGeom>
                      <a:noFill/>
                      <a:ln w="38100">
                        <a:noFill/>
                        <a:miter/>
                      </a:ln>
                    </p:spPr>
                  </p:pic>
                </p:oleObj>
              </mc:Fallback>
            </mc:AlternateContent>
          </a:graphicData>
        </a:graphic>
      </p:graphicFrame>
      <p:graphicFrame>
        <p:nvGraphicFramePr>
          <p:cNvPr id="101378" name="Object 1026"/>
          <p:cNvGraphicFramePr/>
          <p:nvPr/>
        </p:nvGraphicFramePr>
        <p:xfrm>
          <a:off x="554038" y="1555750"/>
          <a:ext cx="4508500" cy="925513"/>
        </p:xfrm>
        <a:graphic>
          <a:graphicData uri="http://schemas.openxmlformats.org/presentationml/2006/ole">
            <mc:AlternateContent xmlns:mc="http://schemas.openxmlformats.org/markup-compatibility/2006">
              <mc:Choice xmlns:v="urn:schemas-microsoft-com:vml" Requires="v">
                <p:oleObj spid="_x0000_s55371" name="" r:id="rId5" imgW="1979295" imgH="405765" progId="Equation.DSMT4">
                  <p:embed/>
                </p:oleObj>
              </mc:Choice>
              <mc:Fallback>
                <p:oleObj name="" r:id="rId5" imgW="1979295" imgH="405765" progId="Equation.DSMT4">
                  <p:embed/>
                  <p:pic>
                    <p:nvPicPr>
                      <p:cNvPr id="0" name="图片 3515"/>
                      <p:cNvPicPr/>
                      <p:nvPr/>
                    </p:nvPicPr>
                    <p:blipFill>
                      <a:blip r:embed="rId6"/>
                      <a:stretch>
                        <a:fillRect/>
                      </a:stretch>
                    </p:blipFill>
                    <p:spPr>
                      <a:xfrm>
                        <a:off x="554038" y="1555750"/>
                        <a:ext cx="4508500" cy="925513"/>
                      </a:xfrm>
                      <a:prstGeom prst="rect">
                        <a:avLst/>
                      </a:prstGeom>
                      <a:noFill/>
                      <a:ln w="38100">
                        <a:noFill/>
                        <a:miter/>
                      </a:ln>
                    </p:spPr>
                  </p:pic>
                </p:oleObj>
              </mc:Fallback>
            </mc:AlternateContent>
          </a:graphicData>
        </a:graphic>
      </p:graphicFrame>
      <p:graphicFrame>
        <p:nvGraphicFramePr>
          <p:cNvPr id="101379" name="Object 1027"/>
          <p:cNvGraphicFramePr/>
          <p:nvPr/>
        </p:nvGraphicFramePr>
        <p:xfrm>
          <a:off x="5162550" y="1771650"/>
          <a:ext cx="3282950" cy="528638"/>
        </p:xfrm>
        <a:graphic>
          <a:graphicData uri="http://schemas.openxmlformats.org/presentationml/2006/ole">
            <mc:AlternateContent xmlns:mc="http://schemas.openxmlformats.org/markup-compatibility/2006">
              <mc:Choice xmlns:v="urn:schemas-microsoft-com:vml" Requires="v">
                <p:oleObj spid="_x0000_s55372" name="" r:id="rId7" imgW="1422400" imgH="228600" progId="Equation.DSMT4">
                  <p:embed/>
                </p:oleObj>
              </mc:Choice>
              <mc:Fallback>
                <p:oleObj name="" r:id="rId7" imgW="1422400" imgH="228600" progId="Equation.DSMT4">
                  <p:embed/>
                  <p:pic>
                    <p:nvPicPr>
                      <p:cNvPr id="0" name="图片 3508"/>
                      <p:cNvPicPr/>
                      <p:nvPr/>
                    </p:nvPicPr>
                    <p:blipFill>
                      <a:blip r:embed="rId8"/>
                      <a:stretch>
                        <a:fillRect/>
                      </a:stretch>
                    </p:blipFill>
                    <p:spPr>
                      <a:xfrm>
                        <a:off x="5162550" y="1771650"/>
                        <a:ext cx="3282950" cy="528638"/>
                      </a:xfrm>
                      <a:prstGeom prst="rect">
                        <a:avLst/>
                      </a:prstGeom>
                      <a:noFill/>
                      <a:ln w="38100">
                        <a:noFill/>
                        <a:miter/>
                      </a:ln>
                    </p:spPr>
                  </p:pic>
                </p:oleObj>
              </mc:Fallback>
            </mc:AlternateContent>
          </a:graphicData>
        </a:graphic>
      </p:graphicFrame>
      <p:graphicFrame>
        <p:nvGraphicFramePr>
          <p:cNvPr id="101380" name="Object 1028"/>
          <p:cNvGraphicFramePr/>
          <p:nvPr/>
        </p:nvGraphicFramePr>
        <p:xfrm>
          <a:off x="1042988" y="3427413"/>
          <a:ext cx="5976937" cy="1098550"/>
        </p:xfrm>
        <a:graphic>
          <a:graphicData uri="http://schemas.openxmlformats.org/presentationml/2006/ole">
            <mc:AlternateContent xmlns:mc="http://schemas.openxmlformats.org/markup-compatibility/2006">
              <mc:Choice xmlns:v="urn:schemas-microsoft-com:vml" Requires="v">
                <p:oleObj spid="_x0000_s55373" name="" r:id="rId9" imgW="2489200" imgH="457200" progId="Equation.DSMT4">
                  <p:embed/>
                </p:oleObj>
              </mc:Choice>
              <mc:Fallback>
                <p:oleObj name="" r:id="rId9" imgW="2489200" imgH="457200" progId="Equation.DSMT4">
                  <p:embed/>
                  <p:pic>
                    <p:nvPicPr>
                      <p:cNvPr id="0" name="图片 3520"/>
                      <p:cNvPicPr/>
                      <p:nvPr/>
                    </p:nvPicPr>
                    <p:blipFill>
                      <a:blip r:embed="rId10"/>
                      <a:stretch>
                        <a:fillRect/>
                      </a:stretch>
                    </p:blipFill>
                    <p:spPr>
                      <a:xfrm>
                        <a:off x="1042988" y="3427413"/>
                        <a:ext cx="5976937" cy="1098550"/>
                      </a:xfrm>
                      <a:prstGeom prst="rect">
                        <a:avLst/>
                      </a:prstGeom>
                      <a:noFill/>
                      <a:ln w="38100">
                        <a:noFill/>
                        <a:miter/>
                      </a:ln>
                    </p:spPr>
                  </p:pic>
                </p:oleObj>
              </mc:Fallback>
            </mc:AlternateContent>
          </a:graphicData>
        </a:graphic>
      </p:graphicFrame>
      <p:graphicFrame>
        <p:nvGraphicFramePr>
          <p:cNvPr id="101381" name="Object 1029"/>
          <p:cNvGraphicFramePr/>
          <p:nvPr/>
        </p:nvGraphicFramePr>
        <p:xfrm>
          <a:off x="323850" y="4651375"/>
          <a:ext cx="8636000" cy="596900"/>
        </p:xfrm>
        <a:graphic>
          <a:graphicData uri="http://schemas.openxmlformats.org/presentationml/2006/ole">
            <mc:AlternateContent xmlns:mc="http://schemas.openxmlformats.org/markup-compatibility/2006">
              <mc:Choice xmlns:v="urn:schemas-microsoft-com:vml" Requires="v">
                <p:oleObj spid="_x0000_s55374" name="" r:id="rId11" imgW="3491230" imgH="241300" progId="Equation.DSMT4">
                  <p:embed/>
                </p:oleObj>
              </mc:Choice>
              <mc:Fallback>
                <p:oleObj name="" r:id="rId11" imgW="3491230" imgH="241300" progId="Equation.DSMT4">
                  <p:embed/>
                  <p:pic>
                    <p:nvPicPr>
                      <p:cNvPr id="0" name="图片 3512"/>
                      <p:cNvPicPr/>
                      <p:nvPr/>
                    </p:nvPicPr>
                    <p:blipFill>
                      <a:blip r:embed="rId12"/>
                      <a:stretch>
                        <a:fillRect/>
                      </a:stretch>
                    </p:blipFill>
                    <p:spPr>
                      <a:xfrm>
                        <a:off x="323850" y="4651375"/>
                        <a:ext cx="8636000" cy="596900"/>
                      </a:xfrm>
                      <a:prstGeom prst="rect">
                        <a:avLst/>
                      </a:prstGeom>
                      <a:noFill/>
                      <a:ln w="38100">
                        <a:noFill/>
                        <a:miter/>
                      </a:ln>
                    </p:spPr>
                  </p:pic>
                </p:oleObj>
              </mc:Fallback>
            </mc:AlternateContent>
          </a:graphicData>
        </a:graphic>
      </p:graphicFrame>
      <p:graphicFrame>
        <p:nvGraphicFramePr>
          <p:cNvPr id="101382" name="Object 1030"/>
          <p:cNvGraphicFramePr/>
          <p:nvPr/>
        </p:nvGraphicFramePr>
        <p:xfrm>
          <a:off x="323850" y="5514975"/>
          <a:ext cx="7912100" cy="581025"/>
        </p:xfrm>
        <a:graphic>
          <a:graphicData uri="http://schemas.openxmlformats.org/presentationml/2006/ole">
            <mc:AlternateContent xmlns:mc="http://schemas.openxmlformats.org/markup-compatibility/2006">
              <mc:Choice xmlns:v="urn:schemas-microsoft-com:vml" Requires="v">
                <p:oleObj spid="_x0000_s55375" name="" r:id="rId13" imgW="3288030" imgH="241300" progId="Equation.DSMT4">
                  <p:embed/>
                </p:oleObj>
              </mc:Choice>
              <mc:Fallback>
                <p:oleObj name="" r:id="rId13" imgW="3288030" imgH="241300" progId="Equation.DSMT4">
                  <p:embed/>
                  <p:pic>
                    <p:nvPicPr>
                      <p:cNvPr id="0" name="图片 3517"/>
                      <p:cNvPicPr/>
                      <p:nvPr/>
                    </p:nvPicPr>
                    <p:blipFill>
                      <a:blip r:embed="rId14"/>
                      <a:stretch>
                        <a:fillRect/>
                      </a:stretch>
                    </p:blipFill>
                    <p:spPr>
                      <a:xfrm>
                        <a:off x="323850" y="5514975"/>
                        <a:ext cx="7912100" cy="581025"/>
                      </a:xfrm>
                      <a:prstGeom prst="rect">
                        <a:avLst/>
                      </a:prstGeom>
                      <a:noFill/>
                      <a:ln w="38100">
                        <a:noFill/>
                        <a:miter/>
                      </a:ln>
                    </p:spPr>
                  </p:pic>
                </p:oleObj>
              </mc:Fallback>
            </mc:AlternateContent>
          </a:graphicData>
        </a:graphic>
      </p:graphicFrame>
      <p:sp>
        <p:nvSpPr>
          <p:cNvPr id="68618" name="TextBox 9"/>
          <p:cNvSpPr txBox="1"/>
          <p:nvPr/>
        </p:nvSpPr>
        <p:spPr>
          <a:xfrm>
            <a:off x="304800" y="88900"/>
            <a:ext cx="3892550" cy="584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b="1" dirty="0">
                <a:solidFill>
                  <a:srgbClr val="0000FF"/>
                </a:solidFill>
              </a:rPr>
              <a:t>感兴趣的同学</a:t>
            </a:r>
            <a:r>
              <a:rPr lang="zh-CN" altLang="en-US" b="1" dirty="0">
                <a:solidFill>
                  <a:srgbClr val="FF0000"/>
                </a:solidFill>
              </a:rPr>
              <a:t>自学</a:t>
            </a:r>
            <a:r>
              <a:rPr lang="zh-CN" altLang="en-US" b="1" dirty="0">
                <a:solidFill>
                  <a:srgbClr val="0000FF"/>
                </a:solidFill>
              </a:rPr>
              <a:t>！</a:t>
            </a:r>
            <a:endParaRPr lang="zh-CN" altLang="en-US" b="1" dirty="0">
              <a:solidFill>
                <a:srgbClr val="0000FF"/>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01377"/>
                                        </p:tgtEl>
                                        <p:attrNameLst>
                                          <p:attrName>style.visibility</p:attrName>
                                        </p:attrNameLst>
                                      </p:cBhvr>
                                      <p:to>
                                        <p:strVal val="visible"/>
                                      </p:to>
                                    </p:set>
                                    <p:animEffect transition="in" filter="wipe(left)">
                                      <p:cBhvr>
                                        <p:cTn id="7" dur="500"/>
                                        <p:tgtEl>
                                          <p:spTgt spid="10137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1378"/>
                                        </p:tgtEl>
                                        <p:attrNameLst>
                                          <p:attrName>style.visibility</p:attrName>
                                        </p:attrNameLst>
                                      </p:cBhvr>
                                      <p:to>
                                        <p:strVal val="visible"/>
                                      </p:to>
                                    </p:set>
                                    <p:animEffect transition="in" filter="wipe(left)">
                                      <p:cBhvr>
                                        <p:cTn id="11" dur="500"/>
                                        <p:tgtEl>
                                          <p:spTgt spid="10137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01379"/>
                                        </p:tgtEl>
                                        <p:attrNameLst>
                                          <p:attrName>style.visibility</p:attrName>
                                        </p:attrNameLst>
                                      </p:cBhvr>
                                      <p:to>
                                        <p:strVal val="visible"/>
                                      </p:to>
                                    </p:set>
                                    <p:animEffect transition="in" filter="wipe(left)">
                                      <p:cBhvr>
                                        <p:cTn id="16" dur="500"/>
                                        <p:tgtEl>
                                          <p:spTgt spid="101379"/>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01376"/>
                                        </p:tgtEl>
                                        <p:attrNameLst>
                                          <p:attrName>style.visibility</p:attrName>
                                        </p:attrNameLst>
                                      </p:cBhvr>
                                      <p:to>
                                        <p:strVal val="visible"/>
                                      </p:to>
                                    </p:set>
                                    <p:animEffect transition="in" filter="wipe(left)">
                                      <p:cBhvr>
                                        <p:cTn id="20" dur="500"/>
                                        <p:tgtEl>
                                          <p:spTgt spid="10137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01380"/>
                                        </p:tgtEl>
                                        <p:attrNameLst>
                                          <p:attrName>style.visibility</p:attrName>
                                        </p:attrNameLst>
                                      </p:cBhvr>
                                      <p:to>
                                        <p:strVal val="visible"/>
                                      </p:to>
                                    </p:set>
                                    <p:animEffect transition="in" filter="wipe(left)">
                                      <p:cBhvr>
                                        <p:cTn id="25" dur="500"/>
                                        <p:tgtEl>
                                          <p:spTgt spid="10138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01381"/>
                                        </p:tgtEl>
                                        <p:attrNameLst>
                                          <p:attrName>style.visibility</p:attrName>
                                        </p:attrNameLst>
                                      </p:cBhvr>
                                      <p:to>
                                        <p:strVal val="visible"/>
                                      </p:to>
                                    </p:set>
                                    <p:animEffect transition="in" filter="wipe(left)">
                                      <p:cBhvr>
                                        <p:cTn id="30" dur="500"/>
                                        <p:tgtEl>
                                          <p:spTgt spid="10138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01382"/>
                                        </p:tgtEl>
                                        <p:attrNameLst>
                                          <p:attrName>style.visibility</p:attrName>
                                        </p:attrNameLst>
                                      </p:cBhvr>
                                      <p:to>
                                        <p:strVal val="visible"/>
                                      </p:to>
                                    </p:set>
                                    <p:animEffect transition="in" filter="wipe(left)">
                                      <p:cBhvr>
                                        <p:cTn id="35" dur="500"/>
                                        <p:tgtEl>
                                          <p:spTgt spid="101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69634"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28683" name="Object 11"/>
          <p:cNvGraphicFramePr/>
          <p:nvPr/>
        </p:nvGraphicFramePr>
        <p:xfrm>
          <a:off x="166688" y="188913"/>
          <a:ext cx="8726487" cy="939800"/>
        </p:xfrm>
        <a:graphic>
          <a:graphicData uri="http://schemas.openxmlformats.org/presentationml/2006/ole">
            <mc:AlternateContent xmlns:mc="http://schemas.openxmlformats.org/markup-compatibility/2006">
              <mc:Choice xmlns:v="urn:schemas-microsoft-com:vml" Requires="v">
                <p:oleObj spid="_x0000_s56383" name="" r:id="rId1" imgW="3768725" imgH="405765" progId="Equation.DSMT4">
                  <p:embed/>
                </p:oleObj>
              </mc:Choice>
              <mc:Fallback>
                <p:oleObj name="" r:id="rId1" imgW="3768725" imgH="405765" progId="Equation.DSMT4">
                  <p:embed/>
                  <p:pic>
                    <p:nvPicPr>
                      <p:cNvPr id="0" name="图片 3507"/>
                      <p:cNvPicPr/>
                      <p:nvPr/>
                    </p:nvPicPr>
                    <p:blipFill>
                      <a:blip r:embed="rId2"/>
                      <a:stretch>
                        <a:fillRect/>
                      </a:stretch>
                    </p:blipFill>
                    <p:spPr>
                      <a:xfrm>
                        <a:off x="166688" y="188913"/>
                        <a:ext cx="8726487" cy="939800"/>
                      </a:xfrm>
                      <a:prstGeom prst="rect">
                        <a:avLst/>
                      </a:prstGeom>
                      <a:noFill/>
                      <a:ln w="38100">
                        <a:noFill/>
                        <a:miter/>
                      </a:ln>
                    </p:spPr>
                  </p:pic>
                </p:oleObj>
              </mc:Fallback>
            </mc:AlternateContent>
          </a:graphicData>
        </a:graphic>
      </p:graphicFrame>
      <p:graphicFrame>
        <p:nvGraphicFramePr>
          <p:cNvPr id="28684" name="Object 12"/>
          <p:cNvGraphicFramePr/>
          <p:nvPr/>
        </p:nvGraphicFramePr>
        <p:xfrm>
          <a:off x="250825" y="1268413"/>
          <a:ext cx="5926138" cy="962025"/>
        </p:xfrm>
        <a:graphic>
          <a:graphicData uri="http://schemas.openxmlformats.org/presentationml/2006/ole">
            <mc:AlternateContent xmlns:mc="http://schemas.openxmlformats.org/markup-compatibility/2006">
              <mc:Choice xmlns:v="urn:schemas-microsoft-com:vml" Requires="v">
                <p:oleObj spid="_x0000_s56384" name="" r:id="rId3" imgW="2499995" imgH="405765" progId="Equation.DSMT4">
                  <p:embed/>
                </p:oleObj>
              </mc:Choice>
              <mc:Fallback>
                <p:oleObj name="" r:id="rId3" imgW="2499995" imgH="405765" progId="Equation.DSMT4">
                  <p:embed/>
                  <p:pic>
                    <p:nvPicPr>
                      <p:cNvPr id="0" name="图片 3532"/>
                      <p:cNvPicPr/>
                      <p:nvPr/>
                    </p:nvPicPr>
                    <p:blipFill>
                      <a:blip r:embed="rId4"/>
                      <a:stretch>
                        <a:fillRect/>
                      </a:stretch>
                    </p:blipFill>
                    <p:spPr>
                      <a:xfrm>
                        <a:off x="250825" y="1268413"/>
                        <a:ext cx="5926138" cy="962025"/>
                      </a:xfrm>
                      <a:prstGeom prst="rect">
                        <a:avLst/>
                      </a:prstGeom>
                      <a:noFill/>
                      <a:ln w="38100">
                        <a:noFill/>
                        <a:miter/>
                      </a:ln>
                    </p:spPr>
                  </p:pic>
                </p:oleObj>
              </mc:Fallback>
            </mc:AlternateContent>
          </a:graphicData>
        </a:graphic>
      </p:graphicFrame>
      <p:graphicFrame>
        <p:nvGraphicFramePr>
          <p:cNvPr id="28691" name="Object 19"/>
          <p:cNvGraphicFramePr/>
          <p:nvPr/>
        </p:nvGraphicFramePr>
        <p:xfrm>
          <a:off x="468313" y="2276475"/>
          <a:ext cx="5692775" cy="957263"/>
        </p:xfrm>
        <a:graphic>
          <a:graphicData uri="http://schemas.openxmlformats.org/presentationml/2006/ole">
            <mc:AlternateContent xmlns:mc="http://schemas.openxmlformats.org/markup-compatibility/2006">
              <mc:Choice xmlns:v="urn:schemas-microsoft-com:vml" Requires="v">
                <p:oleObj spid="_x0000_s56385" name="" r:id="rId5" imgW="2411095" imgH="405765" progId="Equation.DSMT4">
                  <p:embed/>
                </p:oleObj>
              </mc:Choice>
              <mc:Fallback>
                <p:oleObj name="" r:id="rId5" imgW="2411095" imgH="405765" progId="Equation.DSMT4">
                  <p:embed/>
                  <p:pic>
                    <p:nvPicPr>
                      <p:cNvPr id="0" name="图片 3528"/>
                      <p:cNvPicPr/>
                      <p:nvPr/>
                    </p:nvPicPr>
                    <p:blipFill>
                      <a:blip r:embed="rId6"/>
                      <a:stretch>
                        <a:fillRect/>
                      </a:stretch>
                    </p:blipFill>
                    <p:spPr>
                      <a:xfrm>
                        <a:off x="468313" y="2276475"/>
                        <a:ext cx="5692775" cy="957263"/>
                      </a:xfrm>
                      <a:prstGeom prst="rect">
                        <a:avLst/>
                      </a:prstGeom>
                      <a:noFill/>
                      <a:ln w="38100">
                        <a:noFill/>
                        <a:miter/>
                      </a:ln>
                    </p:spPr>
                  </p:pic>
                </p:oleObj>
              </mc:Fallback>
            </mc:AlternateContent>
          </a:graphicData>
        </a:graphic>
      </p:graphicFrame>
      <p:graphicFrame>
        <p:nvGraphicFramePr>
          <p:cNvPr id="28692" name="Object 20"/>
          <p:cNvGraphicFramePr/>
          <p:nvPr/>
        </p:nvGraphicFramePr>
        <p:xfrm>
          <a:off x="250825" y="3284538"/>
          <a:ext cx="8609013" cy="1069975"/>
        </p:xfrm>
        <a:graphic>
          <a:graphicData uri="http://schemas.openxmlformats.org/presentationml/2006/ole">
            <mc:AlternateContent xmlns:mc="http://schemas.openxmlformats.org/markup-compatibility/2006">
              <mc:Choice xmlns:v="urn:schemas-microsoft-com:vml" Requires="v">
                <p:oleObj spid="_x0000_s56386" name="" r:id="rId7" imgW="3580130" imgH="444500" progId="Equation.DSMT4">
                  <p:embed/>
                </p:oleObj>
              </mc:Choice>
              <mc:Fallback>
                <p:oleObj name="" r:id="rId7" imgW="3580130" imgH="444500" progId="Equation.DSMT4">
                  <p:embed/>
                  <p:pic>
                    <p:nvPicPr>
                      <p:cNvPr id="0" name="图片 3530"/>
                      <p:cNvPicPr/>
                      <p:nvPr/>
                    </p:nvPicPr>
                    <p:blipFill>
                      <a:blip r:embed="rId8"/>
                      <a:stretch>
                        <a:fillRect/>
                      </a:stretch>
                    </p:blipFill>
                    <p:spPr>
                      <a:xfrm>
                        <a:off x="250825" y="3284538"/>
                        <a:ext cx="8609013" cy="1069975"/>
                      </a:xfrm>
                      <a:prstGeom prst="rect">
                        <a:avLst/>
                      </a:prstGeom>
                      <a:noFill/>
                      <a:ln w="38100">
                        <a:noFill/>
                        <a:miter/>
                      </a:ln>
                    </p:spPr>
                  </p:pic>
                </p:oleObj>
              </mc:Fallback>
            </mc:AlternateContent>
          </a:graphicData>
        </a:graphic>
      </p:graphicFrame>
      <p:graphicFrame>
        <p:nvGraphicFramePr>
          <p:cNvPr id="28694" name="Object 22"/>
          <p:cNvGraphicFramePr/>
          <p:nvPr/>
        </p:nvGraphicFramePr>
        <p:xfrm>
          <a:off x="2339975" y="4221163"/>
          <a:ext cx="4159250" cy="1069975"/>
        </p:xfrm>
        <a:graphic>
          <a:graphicData uri="http://schemas.openxmlformats.org/presentationml/2006/ole">
            <mc:AlternateContent xmlns:mc="http://schemas.openxmlformats.org/markup-compatibility/2006">
              <mc:Choice xmlns:v="urn:schemas-microsoft-com:vml" Requires="v">
                <p:oleObj spid="_x0000_s56387" name="" r:id="rId9" imgW="1726565" imgH="444500" progId="Equation.DSMT4">
                  <p:embed/>
                </p:oleObj>
              </mc:Choice>
              <mc:Fallback>
                <p:oleObj name="" r:id="rId9" imgW="1726565" imgH="444500" progId="Equation.DSMT4">
                  <p:embed/>
                  <p:pic>
                    <p:nvPicPr>
                      <p:cNvPr id="0" name="图片 3531"/>
                      <p:cNvPicPr/>
                      <p:nvPr/>
                    </p:nvPicPr>
                    <p:blipFill>
                      <a:blip r:embed="rId10"/>
                      <a:stretch>
                        <a:fillRect/>
                      </a:stretch>
                    </p:blipFill>
                    <p:spPr>
                      <a:xfrm>
                        <a:off x="2339975" y="4221163"/>
                        <a:ext cx="4159250" cy="1069975"/>
                      </a:xfrm>
                      <a:prstGeom prst="rect">
                        <a:avLst/>
                      </a:prstGeom>
                      <a:noFill/>
                      <a:ln w="38100">
                        <a:noFill/>
                        <a:miter/>
                      </a:ln>
                    </p:spPr>
                  </p:pic>
                </p:oleObj>
              </mc:Fallback>
            </mc:AlternateContent>
          </a:graphicData>
        </a:graphic>
      </p:graphicFrame>
      <p:graphicFrame>
        <p:nvGraphicFramePr>
          <p:cNvPr id="28695" name="Object 23"/>
          <p:cNvGraphicFramePr/>
          <p:nvPr/>
        </p:nvGraphicFramePr>
        <p:xfrm>
          <a:off x="6443663" y="2492375"/>
          <a:ext cx="863600" cy="492125"/>
        </p:xfrm>
        <a:graphic>
          <a:graphicData uri="http://schemas.openxmlformats.org/presentationml/2006/ole">
            <mc:AlternateContent xmlns:mc="http://schemas.openxmlformats.org/markup-compatibility/2006">
              <mc:Choice xmlns:v="urn:schemas-microsoft-com:vml" Requires="v">
                <p:oleObj spid="_x0000_s56388" name="" r:id="rId11" imgW="355600" imgH="203200" progId="Equation.DSMT4">
                  <p:embed/>
                </p:oleObj>
              </mc:Choice>
              <mc:Fallback>
                <p:oleObj name="" r:id="rId11" imgW="355600" imgH="203200" progId="Equation.DSMT4">
                  <p:embed/>
                  <p:pic>
                    <p:nvPicPr>
                      <p:cNvPr id="0" name="图片 3527"/>
                      <p:cNvPicPr/>
                      <p:nvPr/>
                    </p:nvPicPr>
                    <p:blipFill>
                      <a:blip r:embed="rId12"/>
                      <a:stretch>
                        <a:fillRect/>
                      </a:stretch>
                    </p:blipFill>
                    <p:spPr>
                      <a:xfrm>
                        <a:off x="6443663" y="2492375"/>
                        <a:ext cx="863600" cy="492125"/>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8683"/>
                                        </p:tgtEl>
                                        <p:attrNameLst>
                                          <p:attrName>style.visibility</p:attrName>
                                        </p:attrNameLst>
                                      </p:cBhvr>
                                      <p:to>
                                        <p:strVal val="visible"/>
                                      </p:to>
                                    </p:set>
                                    <p:animEffect transition="in" filter="wipe(left)">
                                      <p:cBhvr>
                                        <p:cTn id="7" dur="500"/>
                                        <p:tgtEl>
                                          <p:spTgt spid="28683"/>
                                        </p:tgtEl>
                                      </p:cBhvr>
                                    </p:animEffect>
                                  </p:childTnLst>
                                </p:cTn>
                              </p:par>
                              <p:par>
                                <p:cTn id="8" presetID="22" presetClass="entr" presetSubtype="8" fill="hold" nodeType="withEffect">
                                  <p:stCondLst>
                                    <p:cond delay="0"/>
                                  </p:stCondLst>
                                  <p:childTnLst>
                                    <p:set>
                                      <p:cBhvr>
                                        <p:cTn id="9" dur="1" fill="hold">
                                          <p:stCondLst>
                                            <p:cond delay="0"/>
                                          </p:stCondLst>
                                        </p:cTn>
                                        <p:tgtEl>
                                          <p:spTgt spid="28684"/>
                                        </p:tgtEl>
                                        <p:attrNameLst>
                                          <p:attrName>style.visibility</p:attrName>
                                        </p:attrNameLst>
                                      </p:cBhvr>
                                      <p:to>
                                        <p:strVal val="visible"/>
                                      </p:to>
                                    </p:set>
                                    <p:animEffect transition="in" filter="wipe(left)">
                                      <p:cBhvr>
                                        <p:cTn id="10" dur="500"/>
                                        <p:tgtEl>
                                          <p:spTgt spid="28684"/>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28691"/>
                                        </p:tgtEl>
                                        <p:attrNameLst>
                                          <p:attrName>style.visibility</p:attrName>
                                        </p:attrNameLst>
                                      </p:cBhvr>
                                      <p:to>
                                        <p:strVal val="visible"/>
                                      </p:to>
                                    </p:set>
                                    <p:animEffect transition="in" filter="wipe(left)">
                                      <p:cBhvr>
                                        <p:cTn id="14" dur="500"/>
                                        <p:tgtEl>
                                          <p:spTgt spid="28691"/>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8695"/>
                                        </p:tgtEl>
                                        <p:attrNameLst>
                                          <p:attrName>style.visibility</p:attrName>
                                        </p:attrNameLst>
                                      </p:cBhvr>
                                      <p:to>
                                        <p:strVal val="visible"/>
                                      </p:to>
                                    </p:set>
                                    <p:animEffect transition="in" filter="wipe(left)">
                                      <p:cBhvr>
                                        <p:cTn id="19" dur="500"/>
                                        <p:tgtEl>
                                          <p:spTgt spid="28695"/>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28692"/>
                                        </p:tgtEl>
                                        <p:attrNameLst>
                                          <p:attrName>style.visibility</p:attrName>
                                        </p:attrNameLst>
                                      </p:cBhvr>
                                      <p:to>
                                        <p:strVal val="visible"/>
                                      </p:to>
                                    </p:set>
                                    <p:animEffect transition="in" filter="wipe(left)">
                                      <p:cBhvr>
                                        <p:cTn id="23" dur="500"/>
                                        <p:tgtEl>
                                          <p:spTgt spid="2869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8694"/>
                                        </p:tgtEl>
                                        <p:attrNameLst>
                                          <p:attrName>style.visibility</p:attrName>
                                        </p:attrNameLst>
                                      </p:cBhvr>
                                      <p:to>
                                        <p:strVal val="visible"/>
                                      </p:to>
                                    </p:set>
                                    <p:animEffect transition="in" filter="wipe(left)">
                                      <p:cBhvr>
                                        <p:cTn id="28" dur="500"/>
                                        <p:tgtEl>
                                          <p:spTgt spid="286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70658"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02400" name="Object 1024"/>
          <p:cNvGraphicFramePr/>
          <p:nvPr/>
        </p:nvGraphicFramePr>
        <p:xfrm>
          <a:off x="944563" y="620713"/>
          <a:ext cx="5453062" cy="1647825"/>
        </p:xfrm>
        <a:graphic>
          <a:graphicData uri="http://schemas.openxmlformats.org/presentationml/2006/ole">
            <mc:AlternateContent xmlns:mc="http://schemas.openxmlformats.org/markup-compatibility/2006">
              <mc:Choice xmlns:v="urn:schemas-microsoft-com:vml" Requires="v">
                <p:oleObj spid="_x0000_s57387" name="" r:id="rId1" imgW="2311400" imgH="698500" progId="Equation.DSMT4">
                  <p:embed/>
                </p:oleObj>
              </mc:Choice>
              <mc:Fallback>
                <p:oleObj name="" r:id="rId1" imgW="2311400" imgH="698500" progId="Equation.DSMT4">
                  <p:embed/>
                  <p:pic>
                    <p:nvPicPr>
                      <p:cNvPr id="0" name="图片 3526"/>
                      <p:cNvPicPr/>
                      <p:nvPr/>
                    </p:nvPicPr>
                    <p:blipFill>
                      <a:blip r:embed="rId2"/>
                      <a:stretch>
                        <a:fillRect/>
                      </a:stretch>
                    </p:blipFill>
                    <p:spPr>
                      <a:xfrm>
                        <a:off x="944563" y="620713"/>
                        <a:ext cx="5453062" cy="1647825"/>
                      </a:xfrm>
                      <a:prstGeom prst="rect">
                        <a:avLst/>
                      </a:prstGeom>
                      <a:noFill/>
                      <a:ln w="38100">
                        <a:noFill/>
                        <a:miter/>
                      </a:ln>
                    </p:spPr>
                  </p:pic>
                </p:oleObj>
              </mc:Fallback>
            </mc:AlternateContent>
          </a:graphicData>
        </a:graphic>
      </p:graphicFrame>
      <p:graphicFrame>
        <p:nvGraphicFramePr>
          <p:cNvPr id="102401" name="Object 1025"/>
          <p:cNvGraphicFramePr/>
          <p:nvPr/>
        </p:nvGraphicFramePr>
        <p:xfrm>
          <a:off x="885825" y="4292600"/>
          <a:ext cx="1658938" cy="482600"/>
        </p:xfrm>
        <a:graphic>
          <a:graphicData uri="http://schemas.openxmlformats.org/presentationml/2006/ole">
            <mc:AlternateContent xmlns:mc="http://schemas.openxmlformats.org/markup-compatibility/2006">
              <mc:Choice xmlns:v="urn:schemas-microsoft-com:vml" Requires="v">
                <p:oleObj spid="_x0000_s57388" name="" r:id="rId3" imgW="698500" imgH="203200" progId="Equation.DSMT4">
                  <p:embed/>
                </p:oleObj>
              </mc:Choice>
              <mc:Fallback>
                <p:oleObj name="" r:id="rId3" imgW="698500" imgH="203200" progId="Equation.DSMT4">
                  <p:embed/>
                  <p:pic>
                    <p:nvPicPr>
                      <p:cNvPr id="0" name="图片 3533"/>
                      <p:cNvPicPr/>
                      <p:nvPr/>
                    </p:nvPicPr>
                    <p:blipFill>
                      <a:blip r:embed="rId4"/>
                      <a:stretch>
                        <a:fillRect/>
                      </a:stretch>
                    </p:blipFill>
                    <p:spPr>
                      <a:xfrm>
                        <a:off x="885825" y="4292600"/>
                        <a:ext cx="1658938" cy="482600"/>
                      </a:xfrm>
                      <a:prstGeom prst="rect">
                        <a:avLst/>
                      </a:prstGeom>
                      <a:noFill/>
                      <a:ln w="38100">
                        <a:noFill/>
                        <a:miter/>
                      </a:ln>
                    </p:spPr>
                  </p:pic>
                </p:oleObj>
              </mc:Fallback>
            </mc:AlternateContent>
          </a:graphicData>
        </a:graphic>
      </p:graphicFrame>
      <p:graphicFrame>
        <p:nvGraphicFramePr>
          <p:cNvPr id="102402" name="Object 1026"/>
          <p:cNvGraphicFramePr/>
          <p:nvPr/>
        </p:nvGraphicFramePr>
        <p:xfrm>
          <a:off x="900113" y="2708275"/>
          <a:ext cx="2881312" cy="1111250"/>
        </p:xfrm>
        <a:graphic>
          <a:graphicData uri="http://schemas.openxmlformats.org/presentationml/2006/ole">
            <mc:AlternateContent xmlns:mc="http://schemas.openxmlformats.org/markup-compatibility/2006">
              <mc:Choice xmlns:v="urn:schemas-microsoft-com:vml" Requires="v">
                <p:oleObj spid="_x0000_s57389" name="" r:id="rId5" imgW="1219200" imgH="469900" progId="Equation.DSMT4">
                  <p:embed/>
                </p:oleObj>
              </mc:Choice>
              <mc:Fallback>
                <p:oleObj name="" r:id="rId5" imgW="1219200" imgH="469900" progId="Equation.DSMT4">
                  <p:embed/>
                  <p:pic>
                    <p:nvPicPr>
                      <p:cNvPr id="0" name="图片 3538"/>
                      <p:cNvPicPr/>
                      <p:nvPr/>
                    </p:nvPicPr>
                    <p:blipFill>
                      <a:blip r:embed="rId6"/>
                      <a:stretch>
                        <a:fillRect/>
                      </a:stretch>
                    </p:blipFill>
                    <p:spPr>
                      <a:xfrm>
                        <a:off x="900113" y="2708275"/>
                        <a:ext cx="2881312" cy="1111250"/>
                      </a:xfrm>
                      <a:prstGeom prst="rect">
                        <a:avLst/>
                      </a:prstGeom>
                      <a:noFill/>
                      <a:ln w="38100">
                        <a:noFill/>
                        <a:miter/>
                      </a:ln>
                    </p:spPr>
                  </p:pic>
                </p:oleObj>
              </mc:Fallback>
            </mc:AlternateContent>
          </a:graphicData>
        </a:graphic>
      </p:graphicFrame>
      <p:graphicFrame>
        <p:nvGraphicFramePr>
          <p:cNvPr id="102403" name="Object 1027"/>
          <p:cNvGraphicFramePr/>
          <p:nvPr/>
        </p:nvGraphicFramePr>
        <p:xfrm>
          <a:off x="4067175" y="2708275"/>
          <a:ext cx="2743200" cy="1166813"/>
        </p:xfrm>
        <a:graphic>
          <a:graphicData uri="http://schemas.openxmlformats.org/presentationml/2006/ole">
            <mc:AlternateContent xmlns:mc="http://schemas.openxmlformats.org/markup-compatibility/2006">
              <mc:Choice xmlns:v="urn:schemas-microsoft-com:vml" Requires="v">
                <p:oleObj spid="_x0000_s57390" name="" r:id="rId7" imgW="1104900" imgH="469900" progId="Equation.DSMT4">
                  <p:embed/>
                </p:oleObj>
              </mc:Choice>
              <mc:Fallback>
                <p:oleObj name="" r:id="rId7" imgW="1104900" imgH="469900" progId="Equation.DSMT4">
                  <p:embed/>
                  <p:pic>
                    <p:nvPicPr>
                      <p:cNvPr id="0" name="图片 3529"/>
                      <p:cNvPicPr/>
                      <p:nvPr/>
                    </p:nvPicPr>
                    <p:blipFill>
                      <a:blip r:embed="rId8"/>
                      <a:stretch>
                        <a:fillRect/>
                      </a:stretch>
                    </p:blipFill>
                    <p:spPr>
                      <a:xfrm>
                        <a:off x="4067175" y="2708275"/>
                        <a:ext cx="2743200" cy="1166813"/>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2400"/>
                                        </p:tgtEl>
                                        <p:attrNameLst>
                                          <p:attrName>style.visibility</p:attrName>
                                        </p:attrNameLst>
                                      </p:cBhvr>
                                      <p:to>
                                        <p:strVal val="visible"/>
                                      </p:to>
                                    </p:set>
                                    <p:animEffect transition="in" filter="wipe(left)">
                                      <p:cBhvr>
                                        <p:cTn id="7" dur="500"/>
                                        <p:tgtEl>
                                          <p:spTgt spid="10240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402"/>
                                        </p:tgtEl>
                                        <p:attrNameLst>
                                          <p:attrName>style.visibility</p:attrName>
                                        </p:attrNameLst>
                                      </p:cBhvr>
                                      <p:to>
                                        <p:strVal val="visible"/>
                                      </p:to>
                                    </p:set>
                                    <p:animEffect transition="in" filter="wipe(left)">
                                      <p:cBhvr>
                                        <p:cTn id="12" dur="500"/>
                                        <p:tgtEl>
                                          <p:spTgt spid="10240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403"/>
                                        </p:tgtEl>
                                        <p:attrNameLst>
                                          <p:attrName>style.visibility</p:attrName>
                                        </p:attrNameLst>
                                      </p:cBhvr>
                                      <p:to>
                                        <p:strVal val="visible"/>
                                      </p:to>
                                    </p:set>
                                    <p:animEffect transition="in" filter="wipe(left)">
                                      <p:cBhvr>
                                        <p:cTn id="17" dur="500"/>
                                        <p:tgtEl>
                                          <p:spTgt spid="10240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2401"/>
                                        </p:tgtEl>
                                        <p:attrNameLst>
                                          <p:attrName>style.visibility</p:attrName>
                                        </p:attrNameLst>
                                      </p:cBhvr>
                                      <p:to>
                                        <p:strVal val="visible"/>
                                      </p:to>
                                    </p:set>
                                    <p:animEffect transition="in" filter="wipe(left)">
                                      <p:cBhvr>
                                        <p:cTn id="22" dur="500"/>
                                        <p:tgtEl>
                                          <p:spTgt spid="1024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1682"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03424" name="Object 0"/>
          <p:cNvGraphicFramePr/>
          <p:nvPr/>
        </p:nvGraphicFramePr>
        <p:xfrm>
          <a:off x="761842" y="380683"/>
          <a:ext cx="6936105" cy="3223260"/>
        </p:xfrm>
        <a:graphic>
          <a:graphicData uri="http://schemas.openxmlformats.org/presentationml/2006/ole">
            <mc:AlternateContent xmlns:mc="http://schemas.openxmlformats.org/markup-compatibility/2006">
              <mc:Choice xmlns:v="urn:schemas-microsoft-com:vml" Requires="v">
                <p:oleObj spid="_x0000_s58381" name="" r:id="rId1" imgW="2895600" imgH="1346200" progId="Equation.DSMT4">
                  <p:embed/>
                </p:oleObj>
              </mc:Choice>
              <mc:Fallback>
                <p:oleObj name="" r:id="rId1" imgW="2895600" imgH="1346200" progId="Equation.DSMT4">
                  <p:embed/>
                  <p:pic>
                    <p:nvPicPr>
                      <p:cNvPr id="0" name="图片 3534"/>
                      <p:cNvPicPr/>
                      <p:nvPr/>
                    </p:nvPicPr>
                    <p:blipFill>
                      <a:blip r:embed="rId2"/>
                      <a:stretch>
                        <a:fillRect/>
                      </a:stretch>
                    </p:blipFill>
                    <p:spPr>
                      <a:xfrm>
                        <a:off x="761842" y="380683"/>
                        <a:ext cx="6936105" cy="322326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103424"/>
                                        </p:tgtEl>
                                        <p:attrNameLst>
                                          <p:attrName>style.visibility</p:attrName>
                                        </p:attrNameLst>
                                      </p:cBhvr>
                                      <p:to>
                                        <p:strVal val="visible"/>
                                      </p:to>
                                    </p:set>
                                    <p:animEffect transition="in" filter="wedge">
                                      <p:cBhvr>
                                        <p:cTn id="7" dur="1000"/>
                                        <p:tgtEl>
                                          <p:spTgt spid="103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2706"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98310" name="Object 6"/>
          <p:cNvGraphicFramePr/>
          <p:nvPr/>
        </p:nvGraphicFramePr>
        <p:xfrm>
          <a:off x="152400" y="304800"/>
          <a:ext cx="8767763" cy="1682750"/>
        </p:xfrm>
        <a:graphic>
          <a:graphicData uri="http://schemas.openxmlformats.org/presentationml/2006/ole">
            <mc:AlternateContent xmlns:mc="http://schemas.openxmlformats.org/markup-compatibility/2006">
              <mc:Choice xmlns:v="urn:schemas-microsoft-com:vml" Requires="v">
                <p:oleObj spid="_x0000_s59425" name="" r:id="rId1" imgW="3708400" imgH="711200" progId="Equation.DSMT4">
                  <p:embed/>
                </p:oleObj>
              </mc:Choice>
              <mc:Fallback>
                <p:oleObj name="" r:id="rId1" imgW="3708400" imgH="711200" progId="Equation.DSMT4">
                  <p:embed/>
                  <p:pic>
                    <p:nvPicPr>
                      <p:cNvPr id="0" name="图片 3535"/>
                      <p:cNvPicPr/>
                      <p:nvPr/>
                    </p:nvPicPr>
                    <p:blipFill>
                      <a:blip r:embed="rId2"/>
                      <a:stretch>
                        <a:fillRect/>
                      </a:stretch>
                    </p:blipFill>
                    <p:spPr>
                      <a:xfrm>
                        <a:off x="152400" y="304800"/>
                        <a:ext cx="8767763" cy="1682750"/>
                      </a:xfrm>
                      <a:prstGeom prst="rect">
                        <a:avLst/>
                      </a:prstGeom>
                      <a:noFill/>
                      <a:ln w="38100">
                        <a:noFill/>
                        <a:miter/>
                      </a:ln>
                    </p:spPr>
                  </p:pic>
                </p:oleObj>
              </mc:Fallback>
            </mc:AlternateContent>
          </a:graphicData>
        </a:graphic>
      </p:graphicFrame>
      <p:graphicFrame>
        <p:nvGraphicFramePr>
          <p:cNvPr id="2" name="对象 1"/>
          <p:cNvGraphicFramePr/>
          <p:nvPr/>
        </p:nvGraphicFramePr>
        <p:xfrm>
          <a:off x="2438400" y="2286000"/>
          <a:ext cx="3302000" cy="1111250"/>
        </p:xfrm>
        <a:graphic>
          <a:graphicData uri="http://schemas.openxmlformats.org/presentationml/2006/ole">
            <mc:AlternateContent xmlns:mc="http://schemas.openxmlformats.org/markup-compatibility/2006">
              <mc:Choice xmlns:v="urn:schemas-microsoft-com:vml" Requires="v">
                <p:oleObj spid="_x0000_s59426" name="" r:id="rId3" imgW="1397000" imgH="469900" progId="Equation.DSMT4">
                  <p:embed/>
                </p:oleObj>
              </mc:Choice>
              <mc:Fallback>
                <p:oleObj name="" r:id="rId3" imgW="1397000" imgH="469900" progId="Equation.DSMT4">
                  <p:embed/>
                  <p:pic>
                    <p:nvPicPr>
                      <p:cNvPr id="0" name="图片 3536"/>
                      <p:cNvPicPr/>
                      <p:nvPr/>
                    </p:nvPicPr>
                    <p:blipFill>
                      <a:blip r:embed="rId4"/>
                      <a:stretch>
                        <a:fillRect/>
                      </a:stretch>
                    </p:blipFill>
                    <p:spPr>
                      <a:xfrm>
                        <a:off x="2438400" y="2286000"/>
                        <a:ext cx="3302000" cy="1111250"/>
                      </a:xfrm>
                      <a:prstGeom prst="rect">
                        <a:avLst/>
                      </a:prstGeom>
                      <a:noFill/>
                      <a:ln w="38100">
                        <a:noFill/>
                        <a:miter/>
                      </a:ln>
                    </p:spPr>
                  </p:pic>
                </p:oleObj>
              </mc:Fallback>
            </mc:AlternateContent>
          </a:graphicData>
        </a:graphic>
      </p:graphicFrame>
      <p:graphicFrame>
        <p:nvGraphicFramePr>
          <p:cNvPr id="4" name="对象 3"/>
          <p:cNvGraphicFramePr/>
          <p:nvPr/>
        </p:nvGraphicFramePr>
        <p:xfrm>
          <a:off x="1447800" y="4114800"/>
          <a:ext cx="5140325" cy="1103313"/>
        </p:xfrm>
        <a:graphic>
          <a:graphicData uri="http://schemas.openxmlformats.org/presentationml/2006/ole">
            <mc:AlternateContent xmlns:mc="http://schemas.openxmlformats.org/markup-compatibility/2006">
              <mc:Choice xmlns:v="urn:schemas-microsoft-com:vml" Requires="v">
                <p:oleObj spid="_x0000_s59427" name="" r:id="rId5" imgW="2070100" imgH="444500" progId="Equation.DSMT4">
                  <p:embed/>
                </p:oleObj>
              </mc:Choice>
              <mc:Fallback>
                <p:oleObj name="" r:id="rId5" imgW="2070100" imgH="444500" progId="Equation.DSMT4">
                  <p:embed/>
                  <p:pic>
                    <p:nvPicPr>
                      <p:cNvPr id="0" name="图片 3537"/>
                      <p:cNvPicPr/>
                      <p:nvPr/>
                    </p:nvPicPr>
                    <p:blipFill>
                      <a:blip r:embed="rId6"/>
                      <a:stretch>
                        <a:fillRect/>
                      </a:stretch>
                    </p:blipFill>
                    <p:spPr>
                      <a:xfrm>
                        <a:off x="1447800" y="4114800"/>
                        <a:ext cx="5140325" cy="1103313"/>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98310"/>
                                        </p:tgtEl>
                                        <p:attrNameLst>
                                          <p:attrName>style.visibility</p:attrName>
                                        </p:attrNameLst>
                                      </p:cBhvr>
                                      <p:to>
                                        <p:strVal val="visible"/>
                                      </p:to>
                                    </p:set>
                                    <p:animEffect transition="in" filter="strips(downRight)">
                                      <p:cBhvr>
                                        <p:cTn id="7" dur="500"/>
                                        <p:tgtEl>
                                          <p:spTgt spid="9831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3730" name="内容占位符 2"/>
          <p:cNvSpPr>
            <a:spLocks noGrp="1"/>
          </p:cNvSpPr>
          <p:nvPr>
            <p:ph idx="1"/>
          </p:nvPr>
        </p:nvSpPr>
        <p:spPr>
          <a:xfrm>
            <a:off x="457200" y="350838"/>
            <a:ext cx="8229600" cy="868362"/>
          </a:xfrm>
        </p:spPr>
        <p:txBody>
          <a:bodyPr vert="horz" wrap="square" lIns="91440" tIns="45720" rIns="91440" bIns="45720" anchor="t" anchorCtr="0"/>
          <a:lstStyle/>
          <a:p>
            <a:pPr marL="0" indent="0">
              <a:buNone/>
            </a:pPr>
            <a:r>
              <a:rPr lang="zh-CN" altLang="en-US" sz="2800" b="1" dirty="0">
                <a:solidFill>
                  <a:srgbClr val="00B0F0"/>
                </a:solidFill>
                <a:latin typeface="Times New Roman" panose="02020603050405020304" pitchFamily="18" charset="0"/>
              </a:rPr>
              <a:t>例</a:t>
            </a:r>
            <a:r>
              <a:rPr lang="en-US" altLang="zh-CN" sz="2800" b="1" dirty="0">
                <a:solidFill>
                  <a:srgbClr val="00B0F0"/>
                </a:solidFill>
                <a:latin typeface="Times New Roman" panose="02020603050405020304" pitchFamily="18" charset="0"/>
              </a:rPr>
              <a:t>3.2.3  </a:t>
            </a:r>
            <a:r>
              <a:rPr lang="zh-CN" altLang="en-US" sz="2800" b="1" dirty="0">
                <a:latin typeface="Times New Roman" panose="02020603050405020304" pitchFamily="18" charset="0"/>
              </a:rPr>
              <a:t>计算          。</a:t>
            </a:r>
            <a:endParaRPr lang="en-US" altLang="zh-CN" sz="2800" b="1" dirty="0"/>
          </a:p>
        </p:txBody>
      </p:sp>
      <p:graphicFrame>
        <p:nvGraphicFramePr>
          <p:cNvPr id="73731" name="对象 3"/>
          <p:cNvGraphicFramePr>
            <a:graphicFrameLocks noChangeAspect="1"/>
          </p:cNvGraphicFramePr>
          <p:nvPr/>
        </p:nvGraphicFramePr>
        <p:xfrm>
          <a:off x="2667000" y="228600"/>
          <a:ext cx="696913" cy="760413"/>
        </p:xfrm>
        <a:graphic>
          <a:graphicData uri="http://schemas.openxmlformats.org/presentationml/2006/ole">
            <mc:AlternateContent xmlns:mc="http://schemas.openxmlformats.org/markup-compatibility/2006">
              <mc:Choice xmlns:v="urn:schemas-microsoft-com:vml" Requires="v">
                <p:oleObj spid="_x0000_s60429" name="" r:id="rId1" imgW="353060" imgH="384810" progId="Equation.Ribbit">
                  <p:embed/>
                </p:oleObj>
              </mc:Choice>
              <mc:Fallback>
                <p:oleObj name="" r:id="rId1" imgW="353060" imgH="384810" progId="Equation.Ribbit">
                  <p:embed/>
                  <p:pic>
                    <p:nvPicPr>
                      <p:cNvPr id="0" name="图片 3426"/>
                      <p:cNvPicPr/>
                      <p:nvPr/>
                    </p:nvPicPr>
                    <p:blipFill>
                      <a:blip r:embed="rId2"/>
                      <a:stretch>
                        <a:fillRect/>
                      </a:stretch>
                    </p:blipFill>
                    <p:spPr>
                      <a:xfrm>
                        <a:off x="2667000" y="228600"/>
                        <a:ext cx="696913" cy="760413"/>
                      </a:xfrm>
                      <a:prstGeom prst="rect">
                        <a:avLst/>
                      </a:prstGeom>
                      <a:noFill/>
                      <a:ln w="38100">
                        <a:noFill/>
                        <a:miter/>
                      </a:ln>
                    </p:spPr>
                  </p:pic>
                </p:oleObj>
              </mc:Fallback>
            </mc:AlternateContent>
          </a:graphicData>
        </a:graphic>
      </p:graphicFrame>
      <p:sp>
        <p:nvSpPr>
          <p:cNvPr id="10" name="内容占位符 2"/>
          <p:cNvSpPr txBox="1"/>
          <p:nvPr/>
        </p:nvSpPr>
        <p:spPr bwMode="auto">
          <a:xfrm>
            <a:off x="381000" y="12192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zh-CN" sz="2800" b="1" i="0" u="none" strike="noStrike" kern="0" cap="none" spc="0" normalizeH="0" baseline="0" noProof="0" dirty="0">
                <a:ln>
                  <a:noFill/>
                </a:ln>
                <a:solidFill>
                  <a:schemeClr val="tx1"/>
                </a:solidFill>
                <a:effectLst/>
                <a:uLnTx/>
                <a:uFillTx/>
                <a:latin typeface="+mn-lt"/>
                <a:ea typeface="+mn-ea"/>
                <a:cs typeface="+mn-cs"/>
              </a:rPr>
              <a:t>解：根据定理</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3.2.6</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，有</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
        <p:nvSpPr>
          <p:cNvPr id="11" name="内容占位符 2"/>
          <p:cNvSpPr txBox="1"/>
          <p:nvPr/>
        </p:nvSpPr>
        <p:spPr bwMode="auto">
          <a:xfrm>
            <a:off x="381000" y="434340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            </a:t>
            </a:r>
            <a:r>
              <a:rPr kumimoji="0" lang="zh-CN" altLang="zh-CN" sz="2800" b="1" i="0" u="none" strike="noStrike" kern="0" cap="none" spc="0" normalizeH="0" baseline="0" noProof="0" dirty="0">
                <a:ln>
                  <a:noFill/>
                </a:ln>
                <a:solidFill>
                  <a:schemeClr val="tx1"/>
                </a:solidFill>
                <a:effectLst/>
                <a:uLnTx/>
                <a:uFillTx/>
                <a:latin typeface="+mn-lt"/>
                <a:ea typeface="+mn-ea"/>
                <a:cs typeface="+mn-cs"/>
              </a:rPr>
              <a:t>因此，</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3</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是模</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19</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的二次非剩余。</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
        <p:nvSpPr>
          <p:cNvPr id="73734"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pic>
        <p:nvPicPr>
          <p:cNvPr id="72714" name="Picture 10"/>
          <p:cNvPicPr>
            <a:picLocks noChangeAspect="1"/>
          </p:cNvPicPr>
          <p:nvPr/>
        </p:nvPicPr>
        <p:blipFill>
          <a:blip r:embed="rId3"/>
          <a:srcRect r="77364" b="61765"/>
          <a:stretch>
            <a:fillRect/>
          </a:stretch>
        </p:blipFill>
        <p:spPr>
          <a:xfrm>
            <a:off x="2133600" y="1800225"/>
            <a:ext cx="866775" cy="742950"/>
          </a:xfrm>
          <a:prstGeom prst="rect">
            <a:avLst/>
          </a:prstGeom>
          <a:noFill/>
          <a:ln w="9525">
            <a:noFill/>
          </a:ln>
        </p:spPr>
      </p:pic>
      <p:pic>
        <p:nvPicPr>
          <p:cNvPr id="12" name="Picture 10"/>
          <p:cNvPicPr>
            <a:picLocks noChangeAspect="1"/>
          </p:cNvPicPr>
          <p:nvPr/>
        </p:nvPicPr>
        <p:blipFill>
          <a:blip r:embed="rId3"/>
          <a:srcRect t="38971" r="3854"/>
          <a:stretch>
            <a:fillRect/>
          </a:stretch>
        </p:blipFill>
        <p:spPr>
          <a:xfrm>
            <a:off x="2133600" y="2547938"/>
            <a:ext cx="3681413" cy="1185862"/>
          </a:xfrm>
          <a:prstGeom prst="rect">
            <a:avLst/>
          </a:prstGeom>
          <a:noFill/>
          <a:ln w="9525">
            <a:noFill/>
          </a:ln>
        </p:spPr>
      </p:pic>
      <p:pic>
        <p:nvPicPr>
          <p:cNvPr id="9" name="Picture 10"/>
          <p:cNvPicPr>
            <a:picLocks noChangeAspect="1"/>
          </p:cNvPicPr>
          <p:nvPr/>
        </p:nvPicPr>
        <p:blipFill>
          <a:blip r:embed="rId3"/>
          <a:srcRect l="24875" b="61765"/>
          <a:stretch>
            <a:fillRect/>
          </a:stretch>
        </p:blipFill>
        <p:spPr>
          <a:xfrm>
            <a:off x="2971800" y="1800225"/>
            <a:ext cx="2876550" cy="7429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2714"/>
                                        </p:tgtEl>
                                        <p:attrNameLst>
                                          <p:attrName>style.visibility</p:attrName>
                                        </p:attrNameLst>
                                      </p:cBhvr>
                                      <p:to>
                                        <p:strVal val="visible"/>
                                      </p:to>
                                    </p:set>
                                    <p:anim calcmode="lin" valueType="num">
                                      <p:cBhvr additive="base">
                                        <p:cTn id="13" dur="500" fill="hold"/>
                                        <p:tgtEl>
                                          <p:spTgt spid="72714"/>
                                        </p:tgtEl>
                                        <p:attrNameLst>
                                          <p:attrName>ppt_x</p:attrName>
                                        </p:attrNameLst>
                                      </p:cBhvr>
                                      <p:tavLst>
                                        <p:tav tm="0">
                                          <p:val>
                                            <p:strVal val="#ppt_x"/>
                                          </p:val>
                                        </p:tav>
                                        <p:tav tm="100000">
                                          <p:val>
                                            <p:strVal val="#ppt_x"/>
                                          </p:val>
                                        </p:tav>
                                      </p:tavLst>
                                    </p:anim>
                                    <p:anim calcmode="lin" valueType="num">
                                      <p:cBhvr additive="base">
                                        <p:cTn id="14" dur="500" fill="hold"/>
                                        <p:tgtEl>
                                          <p:spTgt spid="727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7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4754" name="内容占位符 2"/>
          <p:cNvSpPr>
            <a:spLocks noGrp="1"/>
          </p:cNvSpPr>
          <p:nvPr>
            <p:ph idx="1"/>
          </p:nvPr>
        </p:nvSpPr>
        <p:spPr>
          <a:xfrm>
            <a:off x="304800" y="223838"/>
            <a:ext cx="8305800" cy="766762"/>
          </a:xfrm>
        </p:spPr>
        <p:txBody>
          <a:bodyPr vert="horz" wrap="square" lIns="91440" tIns="45720" rIns="91440" bIns="45720" anchor="t" anchorCtr="0"/>
          <a:lstStyle/>
          <a:p>
            <a:pPr marL="0" indent="0">
              <a:buNone/>
            </a:pPr>
            <a:r>
              <a:rPr lang="zh-CN" altLang="en-US" sz="2800" b="1" dirty="0">
                <a:solidFill>
                  <a:srgbClr val="00B0F0"/>
                </a:solidFill>
              </a:rPr>
              <a:t>例</a:t>
            </a:r>
            <a:r>
              <a:rPr lang="en-US" altLang="zh-CN" sz="2800" b="1" dirty="0">
                <a:solidFill>
                  <a:srgbClr val="00B0F0"/>
                </a:solidFill>
              </a:rPr>
              <a:t>3.2.4  </a:t>
            </a:r>
            <a:r>
              <a:rPr lang="zh-CN" altLang="en-US" sz="2800" b="1" dirty="0"/>
              <a:t>判断同余方程                            是否有解。</a:t>
            </a:r>
            <a:endParaRPr lang="zh-CN" altLang="en-US" sz="2800" b="1" dirty="0"/>
          </a:p>
        </p:txBody>
      </p:sp>
      <p:graphicFrame>
        <p:nvGraphicFramePr>
          <p:cNvPr id="74755" name="对象 3"/>
          <p:cNvGraphicFramePr>
            <a:graphicFrameLocks noChangeAspect="1"/>
          </p:cNvGraphicFramePr>
          <p:nvPr/>
        </p:nvGraphicFramePr>
        <p:xfrm>
          <a:off x="3962400" y="228600"/>
          <a:ext cx="2622550" cy="457200"/>
        </p:xfrm>
        <a:graphic>
          <a:graphicData uri="http://schemas.openxmlformats.org/presentationml/2006/ole">
            <mc:AlternateContent xmlns:mc="http://schemas.openxmlformats.org/markup-compatibility/2006">
              <mc:Choice xmlns:v="urn:schemas-microsoft-com:vml" Requires="v">
                <p:oleObj spid="_x0000_s61453" name="" r:id="rId1" imgW="1106170" imgH="194310" progId="Equation.Ribbit">
                  <p:embed/>
                </p:oleObj>
              </mc:Choice>
              <mc:Fallback>
                <p:oleObj name="" r:id="rId1" imgW="1106170" imgH="194310" progId="Equation.Ribbit">
                  <p:embed/>
                  <p:pic>
                    <p:nvPicPr>
                      <p:cNvPr id="0" name="图片 3425"/>
                      <p:cNvPicPr/>
                      <p:nvPr/>
                    </p:nvPicPr>
                    <p:blipFill>
                      <a:blip r:embed="rId2"/>
                      <a:stretch>
                        <a:fillRect/>
                      </a:stretch>
                    </p:blipFill>
                    <p:spPr>
                      <a:xfrm>
                        <a:off x="3962400" y="228600"/>
                        <a:ext cx="2622550" cy="457200"/>
                      </a:xfrm>
                      <a:prstGeom prst="rect">
                        <a:avLst/>
                      </a:prstGeom>
                      <a:noFill/>
                      <a:ln w="38100">
                        <a:noFill/>
                        <a:miter/>
                      </a:ln>
                    </p:spPr>
                  </p:pic>
                </p:oleObj>
              </mc:Fallback>
            </mc:AlternateContent>
          </a:graphicData>
        </a:graphic>
      </p:graphicFrame>
      <p:sp>
        <p:nvSpPr>
          <p:cNvPr id="8" name="内容占位符 2"/>
          <p:cNvSpPr txBox="1"/>
          <p:nvPr/>
        </p:nvSpPr>
        <p:spPr bwMode="auto">
          <a:xfrm>
            <a:off x="414338" y="9144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解：因为</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227</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是素数，根据定理</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3.2.6</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有</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
        <p:nvSpPr>
          <p:cNvPr id="9" name="内容占位符 2"/>
          <p:cNvSpPr txBox="1"/>
          <p:nvPr/>
        </p:nvSpPr>
        <p:spPr bwMode="auto">
          <a:xfrm>
            <a:off x="381000" y="51816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0" cap="none" spc="0" normalizeH="0" baseline="0" noProof="0" dirty="0">
                <a:ln>
                  <a:noFill/>
                </a:ln>
                <a:solidFill>
                  <a:schemeClr val="tx1"/>
                </a:solidFill>
                <a:effectLst/>
                <a:uLnTx/>
                <a:uFillTx/>
                <a:latin typeface="仿宋" panose="02010609060101010101" pitchFamily="49" charset="-122"/>
                <a:ea typeface="+mn-ea"/>
                <a:cs typeface="+mn-cs"/>
              </a:rPr>
              <a:t>     </a:t>
            </a:r>
            <a:r>
              <a:rPr kumimoji="0" lang="zh-CN" altLang="zh-CN" sz="2800" b="1" i="0" u="none" strike="noStrike" kern="0" cap="none" spc="0" normalizeH="0" baseline="0" noProof="0" dirty="0">
                <a:ln>
                  <a:noFill/>
                </a:ln>
                <a:solidFill>
                  <a:schemeClr val="tx1"/>
                </a:solidFill>
                <a:effectLst/>
                <a:uLnTx/>
                <a:uFillTx/>
                <a:latin typeface="仿宋" panose="02010609060101010101" pitchFamily="49" charset="-122"/>
                <a:ea typeface="+mn-ea"/>
                <a:cs typeface="+mn-cs"/>
              </a:rPr>
              <a:t>所以同余</a:t>
            </a:r>
            <a:r>
              <a:rPr kumimoji="0" lang="zh-CN" altLang="en-US" sz="2800" b="1" i="0" u="none" strike="noStrike" kern="0" cap="none" spc="0" normalizeH="0" baseline="0" noProof="0" dirty="0">
                <a:ln>
                  <a:noFill/>
                </a:ln>
                <a:solidFill>
                  <a:schemeClr val="tx1"/>
                </a:solidFill>
                <a:effectLst/>
                <a:uLnTx/>
                <a:uFillTx/>
                <a:latin typeface="仿宋" panose="02010609060101010101" pitchFamily="49" charset="-122"/>
                <a:ea typeface="+mn-ea"/>
                <a:cs typeface="+mn-cs"/>
              </a:rPr>
              <a:t>方程</a:t>
            </a:r>
            <a:r>
              <a:rPr kumimoji="0" lang="zh-CN" altLang="zh-CN" sz="2800" b="1" i="0" u="none" strike="noStrike" kern="0" cap="none" spc="0" normalizeH="0" baseline="0" noProof="0" dirty="0">
                <a:ln>
                  <a:noFill/>
                </a:ln>
                <a:solidFill>
                  <a:schemeClr val="tx1"/>
                </a:solidFill>
                <a:effectLst/>
                <a:uLnTx/>
                <a:uFillTx/>
                <a:latin typeface="仿宋" panose="02010609060101010101" pitchFamily="49" charset="-122"/>
                <a:ea typeface="+mn-ea"/>
                <a:cs typeface="+mn-cs"/>
              </a:rPr>
              <a:t>有解。</a:t>
            </a:r>
            <a:endParaRPr kumimoji="0" lang="zh-CN" altLang="zh-CN" sz="2800" b="1" i="0" u="none" strike="noStrike" kern="0" cap="none" spc="0" normalizeH="0" baseline="0" noProof="0" dirty="0">
              <a:ln>
                <a:noFill/>
              </a:ln>
              <a:solidFill>
                <a:schemeClr val="tx1"/>
              </a:solidFill>
              <a:effectLst/>
              <a:uLnTx/>
              <a:uFillTx/>
              <a:latin typeface="仿宋" panose="02010609060101010101" pitchFamily="49" charset="-122"/>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
        <p:nvSpPr>
          <p:cNvPr id="74758"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pic>
        <p:nvPicPr>
          <p:cNvPr id="73737" name="Picture 9" descr="C:\Users\lLenovo\AppData\Roaming\Tencent\Users\562228809\QQ\WinTemp\RichOle\1233WUZ1HK8Y%TARG`H_`IH.png"/>
          <p:cNvPicPr>
            <a:picLocks noChangeAspect="1"/>
          </p:cNvPicPr>
          <p:nvPr/>
        </p:nvPicPr>
        <p:blipFill>
          <a:blip r:embed="rId3"/>
          <a:srcRect r="78111" b="77274"/>
          <a:stretch>
            <a:fillRect/>
          </a:stretch>
        </p:blipFill>
        <p:spPr>
          <a:xfrm>
            <a:off x="1371600" y="1524000"/>
            <a:ext cx="914400" cy="762000"/>
          </a:xfrm>
          <a:prstGeom prst="rect">
            <a:avLst/>
          </a:prstGeom>
          <a:noFill/>
          <a:ln w="9525">
            <a:noFill/>
          </a:ln>
        </p:spPr>
      </p:pic>
      <p:pic>
        <p:nvPicPr>
          <p:cNvPr id="10" name="Picture 9" descr="C:\Users\lLenovo\AppData\Roaming\Tencent\Users\562228809\QQ\WinTemp\RichOle\1233WUZ1HK8Y%TARG`H_`IH.png"/>
          <p:cNvPicPr>
            <a:picLocks noChangeAspect="1"/>
          </p:cNvPicPr>
          <p:nvPr/>
        </p:nvPicPr>
        <p:blipFill>
          <a:blip r:embed="rId3"/>
          <a:srcRect l="22772" b="77274"/>
          <a:stretch>
            <a:fillRect/>
          </a:stretch>
        </p:blipFill>
        <p:spPr>
          <a:xfrm>
            <a:off x="2286000" y="1524000"/>
            <a:ext cx="3225800" cy="762000"/>
          </a:xfrm>
          <a:prstGeom prst="rect">
            <a:avLst/>
          </a:prstGeom>
          <a:noFill/>
          <a:ln w="9525">
            <a:noFill/>
          </a:ln>
        </p:spPr>
      </p:pic>
      <p:pic>
        <p:nvPicPr>
          <p:cNvPr id="11" name="Picture 9" descr="C:\Users\lLenovo\AppData\Roaming\Tencent\Users\562228809\QQ\WinTemp\RichOle\1233WUZ1HK8Y%TARG`H_`IH.png"/>
          <p:cNvPicPr>
            <a:picLocks noChangeAspect="1"/>
          </p:cNvPicPr>
          <p:nvPr/>
        </p:nvPicPr>
        <p:blipFill>
          <a:blip r:embed="rId3"/>
          <a:srcRect l="22772" t="22159" b="54404"/>
          <a:stretch>
            <a:fillRect/>
          </a:stretch>
        </p:blipFill>
        <p:spPr>
          <a:xfrm>
            <a:off x="2286000" y="2286000"/>
            <a:ext cx="3225800" cy="785813"/>
          </a:xfrm>
          <a:prstGeom prst="rect">
            <a:avLst/>
          </a:prstGeom>
          <a:noFill/>
          <a:ln w="9525">
            <a:noFill/>
          </a:ln>
        </p:spPr>
      </p:pic>
      <p:pic>
        <p:nvPicPr>
          <p:cNvPr id="12" name="Picture 9" descr="C:\Users\lLenovo\AppData\Roaming\Tencent\Users\562228809\QQ\WinTemp\RichOle\1233WUZ1HK8Y%TARG`H_`IH.png"/>
          <p:cNvPicPr>
            <a:picLocks noChangeAspect="1"/>
          </p:cNvPicPr>
          <p:nvPr/>
        </p:nvPicPr>
        <p:blipFill>
          <a:blip r:embed="rId3"/>
          <a:srcRect l="22772" t="45171"/>
          <a:stretch>
            <a:fillRect/>
          </a:stretch>
        </p:blipFill>
        <p:spPr>
          <a:xfrm>
            <a:off x="2286000" y="3048000"/>
            <a:ext cx="3225800" cy="18383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3737"/>
                                        </p:tgtEl>
                                        <p:attrNameLst>
                                          <p:attrName>style.visibility</p:attrName>
                                        </p:attrNameLst>
                                      </p:cBhvr>
                                      <p:to>
                                        <p:strVal val="visible"/>
                                      </p:to>
                                    </p:set>
                                    <p:anim calcmode="lin" valueType="num">
                                      <p:cBhvr additive="base">
                                        <p:cTn id="13" dur="500" fill="hold"/>
                                        <p:tgtEl>
                                          <p:spTgt spid="73737"/>
                                        </p:tgtEl>
                                        <p:attrNameLst>
                                          <p:attrName>ppt_x</p:attrName>
                                        </p:attrNameLst>
                                      </p:cBhvr>
                                      <p:tavLst>
                                        <p:tav tm="0">
                                          <p:val>
                                            <p:strVal val="#ppt_x"/>
                                          </p:val>
                                        </p:tav>
                                        <p:tav tm="100000">
                                          <p:val>
                                            <p:strVal val="#ppt_x"/>
                                          </p:val>
                                        </p:tav>
                                      </p:tavLst>
                                    </p:anim>
                                    <p:anim calcmode="lin" valueType="num">
                                      <p:cBhvr additive="base">
                                        <p:cTn id="14" dur="500" fill="hold"/>
                                        <p:tgtEl>
                                          <p:spTgt spid="7373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7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5778"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75779" name="Object 1024"/>
          <p:cNvGraphicFramePr/>
          <p:nvPr/>
        </p:nvGraphicFramePr>
        <p:xfrm>
          <a:off x="400050" y="12700"/>
          <a:ext cx="114300" cy="177800"/>
        </p:xfrm>
        <a:graphic>
          <a:graphicData uri="http://schemas.openxmlformats.org/presentationml/2006/ole">
            <mc:AlternateContent xmlns:mc="http://schemas.openxmlformats.org/markup-compatibility/2006">
              <mc:Choice xmlns:v="urn:schemas-microsoft-com:vml" Requires="v">
                <p:oleObj spid="_x0000_s62577" name="" r:id="rId1" imgW="114300" imgH="177800" progId="Equation.DSMT4">
                  <p:embed/>
                </p:oleObj>
              </mc:Choice>
              <mc:Fallback>
                <p:oleObj name="" r:id="rId1" imgW="114300" imgH="177800" progId="Equation.DSMT4">
                  <p:embed/>
                  <p:pic>
                    <p:nvPicPr>
                      <p:cNvPr id="0" name="图片 3427"/>
                      <p:cNvPicPr/>
                      <p:nvPr/>
                    </p:nvPicPr>
                    <p:blipFill>
                      <a:blip r:embed="rId2"/>
                      <a:stretch>
                        <a:fillRect/>
                      </a:stretch>
                    </p:blipFill>
                    <p:spPr>
                      <a:xfrm>
                        <a:off x="400050" y="12700"/>
                        <a:ext cx="114300" cy="177800"/>
                      </a:xfrm>
                      <a:prstGeom prst="rect">
                        <a:avLst/>
                      </a:prstGeom>
                      <a:noFill/>
                      <a:ln w="38100">
                        <a:noFill/>
                        <a:miter/>
                      </a:ln>
                    </p:spPr>
                  </p:pic>
                </p:oleObj>
              </mc:Fallback>
            </mc:AlternateContent>
          </a:graphicData>
        </a:graphic>
      </p:graphicFrame>
      <p:graphicFrame>
        <p:nvGraphicFramePr>
          <p:cNvPr id="109569" name="Object 1025"/>
          <p:cNvGraphicFramePr/>
          <p:nvPr/>
        </p:nvGraphicFramePr>
        <p:xfrm>
          <a:off x="277813" y="228600"/>
          <a:ext cx="7997825" cy="473075"/>
        </p:xfrm>
        <a:graphic>
          <a:graphicData uri="http://schemas.openxmlformats.org/presentationml/2006/ole">
            <mc:AlternateContent xmlns:mc="http://schemas.openxmlformats.org/markup-compatibility/2006">
              <mc:Choice xmlns:v="urn:schemas-microsoft-com:vml" Requires="v">
                <p:oleObj spid="_x0000_s62578" name="" r:id="rId3" imgW="3441700" imgH="203200" progId="Equation.DSMT4">
                  <p:embed/>
                </p:oleObj>
              </mc:Choice>
              <mc:Fallback>
                <p:oleObj name="" r:id="rId3" imgW="3441700" imgH="203200" progId="Equation.DSMT4">
                  <p:embed/>
                  <p:pic>
                    <p:nvPicPr>
                      <p:cNvPr id="0" name="图片 3432"/>
                      <p:cNvPicPr/>
                      <p:nvPr/>
                    </p:nvPicPr>
                    <p:blipFill>
                      <a:blip r:embed="rId4"/>
                      <a:stretch>
                        <a:fillRect/>
                      </a:stretch>
                    </p:blipFill>
                    <p:spPr>
                      <a:xfrm>
                        <a:off x="277813" y="228600"/>
                        <a:ext cx="7997825" cy="473075"/>
                      </a:xfrm>
                      <a:prstGeom prst="rect">
                        <a:avLst/>
                      </a:prstGeom>
                      <a:noFill/>
                      <a:ln w="38100">
                        <a:noFill/>
                        <a:miter/>
                      </a:ln>
                    </p:spPr>
                  </p:pic>
                </p:oleObj>
              </mc:Fallback>
            </mc:AlternateContent>
          </a:graphicData>
        </a:graphic>
      </p:graphicFrame>
      <p:graphicFrame>
        <p:nvGraphicFramePr>
          <p:cNvPr id="109570" name="Object 1026"/>
          <p:cNvGraphicFramePr/>
          <p:nvPr/>
        </p:nvGraphicFramePr>
        <p:xfrm>
          <a:off x="2438400" y="990600"/>
          <a:ext cx="4495800" cy="1146175"/>
        </p:xfrm>
        <a:graphic>
          <a:graphicData uri="http://schemas.openxmlformats.org/presentationml/2006/ole">
            <mc:AlternateContent xmlns:mc="http://schemas.openxmlformats.org/markup-compatibility/2006">
              <mc:Choice xmlns:v="urn:schemas-microsoft-com:vml" Requires="v">
                <p:oleObj spid="_x0000_s62579" name="" r:id="rId5" imgW="1891665" imgH="482600" progId="Equation.DSMT4">
                  <p:embed/>
                </p:oleObj>
              </mc:Choice>
              <mc:Fallback>
                <p:oleObj name="" r:id="rId5" imgW="1891665" imgH="482600" progId="Equation.DSMT4">
                  <p:embed/>
                  <p:pic>
                    <p:nvPicPr>
                      <p:cNvPr id="0" name="图片 3429"/>
                      <p:cNvPicPr/>
                      <p:nvPr/>
                    </p:nvPicPr>
                    <p:blipFill>
                      <a:blip r:embed="rId6"/>
                      <a:stretch>
                        <a:fillRect/>
                      </a:stretch>
                    </p:blipFill>
                    <p:spPr>
                      <a:xfrm>
                        <a:off x="2438400" y="990600"/>
                        <a:ext cx="4495800" cy="1146175"/>
                      </a:xfrm>
                      <a:prstGeom prst="rect">
                        <a:avLst/>
                      </a:prstGeom>
                      <a:noFill/>
                      <a:ln w="38100">
                        <a:noFill/>
                        <a:miter/>
                      </a:ln>
                    </p:spPr>
                  </p:pic>
                </p:oleObj>
              </mc:Fallback>
            </mc:AlternateContent>
          </a:graphicData>
        </a:graphic>
      </p:graphicFrame>
      <p:graphicFrame>
        <p:nvGraphicFramePr>
          <p:cNvPr id="109571" name="Object 1027"/>
          <p:cNvGraphicFramePr/>
          <p:nvPr/>
        </p:nvGraphicFramePr>
        <p:xfrm>
          <a:off x="1116013" y="836613"/>
          <a:ext cx="1182687" cy="512762"/>
        </p:xfrm>
        <a:graphic>
          <a:graphicData uri="http://schemas.openxmlformats.org/presentationml/2006/ole">
            <mc:AlternateContent xmlns:mc="http://schemas.openxmlformats.org/markup-compatibility/2006">
              <mc:Choice xmlns:v="urn:schemas-microsoft-com:vml" Requires="v">
                <p:oleObj spid="_x0000_s62580" name="" r:id="rId7" imgW="469265" imgH="203200" progId="Equation.DSMT4">
                  <p:embed/>
                </p:oleObj>
              </mc:Choice>
              <mc:Fallback>
                <p:oleObj name="" r:id="rId7" imgW="469265" imgH="203200" progId="Equation.DSMT4">
                  <p:embed/>
                  <p:pic>
                    <p:nvPicPr>
                      <p:cNvPr id="0" name="图片 3428"/>
                      <p:cNvPicPr/>
                      <p:nvPr/>
                    </p:nvPicPr>
                    <p:blipFill>
                      <a:blip r:embed="rId8"/>
                      <a:stretch>
                        <a:fillRect/>
                      </a:stretch>
                    </p:blipFill>
                    <p:spPr>
                      <a:xfrm>
                        <a:off x="1116013" y="836613"/>
                        <a:ext cx="1182687" cy="512762"/>
                      </a:xfrm>
                      <a:prstGeom prst="rect">
                        <a:avLst/>
                      </a:prstGeom>
                      <a:noFill/>
                      <a:ln w="38100">
                        <a:noFill/>
                        <a:miter/>
                      </a:ln>
                    </p:spPr>
                  </p:pic>
                </p:oleObj>
              </mc:Fallback>
            </mc:AlternateContent>
          </a:graphicData>
        </a:graphic>
      </p:graphicFrame>
      <p:graphicFrame>
        <p:nvGraphicFramePr>
          <p:cNvPr id="109572" name="Object 1028"/>
          <p:cNvGraphicFramePr/>
          <p:nvPr/>
        </p:nvGraphicFramePr>
        <p:xfrm>
          <a:off x="611188" y="2286000"/>
          <a:ext cx="4187825" cy="490538"/>
        </p:xfrm>
        <a:graphic>
          <a:graphicData uri="http://schemas.openxmlformats.org/presentationml/2006/ole">
            <mc:AlternateContent xmlns:mc="http://schemas.openxmlformats.org/markup-compatibility/2006">
              <mc:Choice xmlns:v="urn:schemas-microsoft-com:vml" Requires="v">
                <p:oleObj spid="_x0000_s62581" name="" r:id="rId9" imgW="1738630" imgH="203200" progId="Equation.DSMT4">
                  <p:embed/>
                </p:oleObj>
              </mc:Choice>
              <mc:Fallback>
                <p:oleObj name="" r:id="rId9" imgW="1738630" imgH="203200" progId="Equation.DSMT4">
                  <p:embed/>
                  <p:pic>
                    <p:nvPicPr>
                      <p:cNvPr id="0" name="图片 3430"/>
                      <p:cNvPicPr/>
                      <p:nvPr/>
                    </p:nvPicPr>
                    <p:blipFill>
                      <a:blip r:embed="rId10"/>
                      <a:stretch>
                        <a:fillRect/>
                      </a:stretch>
                    </p:blipFill>
                    <p:spPr>
                      <a:xfrm>
                        <a:off x="611188" y="2286000"/>
                        <a:ext cx="4187825" cy="490538"/>
                      </a:xfrm>
                      <a:prstGeom prst="rect">
                        <a:avLst/>
                      </a:prstGeom>
                      <a:noFill/>
                      <a:ln w="38100">
                        <a:noFill/>
                        <a:miter/>
                      </a:ln>
                    </p:spPr>
                  </p:pic>
                </p:oleObj>
              </mc:Fallback>
            </mc:AlternateContent>
          </a:graphicData>
        </a:graphic>
      </p:graphicFrame>
      <p:graphicFrame>
        <p:nvGraphicFramePr>
          <p:cNvPr id="109573" name="Object 1029"/>
          <p:cNvGraphicFramePr/>
          <p:nvPr/>
        </p:nvGraphicFramePr>
        <p:xfrm>
          <a:off x="1635125" y="2857500"/>
          <a:ext cx="3784600" cy="1092200"/>
        </p:xfrm>
        <a:graphic>
          <a:graphicData uri="http://schemas.openxmlformats.org/presentationml/2006/ole">
            <mc:AlternateContent xmlns:mc="http://schemas.openxmlformats.org/markup-compatibility/2006">
              <mc:Choice xmlns:v="urn:schemas-microsoft-com:vml" Requires="v">
                <p:oleObj spid="_x0000_s62582" name="" r:id="rId11" imgW="1536065" imgH="444500" progId="Equation.DSMT4">
                  <p:embed/>
                </p:oleObj>
              </mc:Choice>
              <mc:Fallback>
                <p:oleObj name="" r:id="rId11" imgW="1536065" imgH="444500" progId="Equation.DSMT4">
                  <p:embed/>
                  <p:pic>
                    <p:nvPicPr>
                      <p:cNvPr id="0" name="图片 3431"/>
                      <p:cNvPicPr/>
                      <p:nvPr/>
                    </p:nvPicPr>
                    <p:blipFill>
                      <a:blip r:embed="rId12"/>
                      <a:stretch>
                        <a:fillRect/>
                      </a:stretch>
                    </p:blipFill>
                    <p:spPr>
                      <a:xfrm>
                        <a:off x="1635125" y="2857500"/>
                        <a:ext cx="3784600" cy="1092200"/>
                      </a:xfrm>
                      <a:prstGeom prst="rect">
                        <a:avLst/>
                      </a:prstGeom>
                      <a:noFill/>
                      <a:ln w="38100">
                        <a:noFill/>
                        <a:miter/>
                      </a:ln>
                    </p:spPr>
                  </p:pic>
                </p:oleObj>
              </mc:Fallback>
            </mc:AlternateContent>
          </a:graphicData>
        </a:graphic>
      </p:graphicFrame>
      <p:graphicFrame>
        <p:nvGraphicFramePr>
          <p:cNvPr id="109574" name="Object 1030"/>
          <p:cNvGraphicFramePr/>
          <p:nvPr/>
        </p:nvGraphicFramePr>
        <p:xfrm>
          <a:off x="2484438" y="3971925"/>
          <a:ext cx="1511300" cy="868363"/>
        </p:xfrm>
        <a:graphic>
          <a:graphicData uri="http://schemas.openxmlformats.org/presentationml/2006/ole">
            <mc:AlternateContent xmlns:mc="http://schemas.openxmlformats.org/markup-compatibility/2006">
              <mc:Choice xmlns:v="urn:schemas-microsoft-com:vml" Requires="v">
                <p:oleObj spid="_x0000_s62583" name="" r:id="rId13" imgW="596900" imgH="342900" progId="Equation.DSMT4">
                  <p:embed/>
                </p:oleObj>
              </mc:Choice>
              <mc:Fallback>
                <p:oleObj name="" r:id="rId13" imgW="596900" imgH="342900" progId="Equation.DSMT4">
                  <p:embed/>
                  <p:pic>
                    <p:nvPicPr>
                      <p:cNvPr id="0" name="图片 3433"/>
                      <p:cNvPicPr/>
                      <p:nvPr/>
                    </p:nvPicPr>
                    <p:blipFill>
                      <a:blip r:embed="rId14"/>
                      <a:stretch>
                        <a:fillRect/>
                      </a:stretch>
                    </p:blipFill>
                    <p:spPr>
                      <a:xfrm>
                        <a:off x="2484438" y="3971925"/>
                        <a:ext cx="1511300" cy="868363"/>
                      </a:xfrm>
                      <a:prstGeom prst="rect">
                        <a:avLst/>
                      </a:prstGeom>
                      <a:noFill/>
                      <a:ln w="38100">
                        <a:noFill/>
                        <a:miter/>
                      </a:ln>
                    </p:spPr>
                  </p:pic>
                </p:oleObj>
              </mc:Fallback>
            </mc:AlternateContent>
          </a:graphicData>
        </a:graphic>
      </p:graphicFrame>
      <p:graphicFrame>
        <p:nvGraphicFramePr>
          <p:cNvPr id="109575" name="Object 1031"/>
          <p:cNvGraphicFramePr/>
          <p:nvPr/>
        </p:nvGraphicFramePr>
        <p:xfrm>
          <a:off x="5435600" y="2819400"/>
          <a:ext cx="1223963" cy="1098550"/>
        </p:xfrm>
        <a:graphic>
          <a:graphicData uri="http://schemas.openxmlformats.org/presentationml/2006/ole">
            <mc:AlternateContent xmlns:mc="http://schemas.openxmlformats.org/markup-compatibility/2006">
              <mc:Choice xmlns:v="urn:schemas-microsoft-com:vml" Requires="v">
                <p:oleObj spid="_x0000_s62584" name="" r:id="rId15" imgW="495300" imgH="444500" progId="Equation.DSMT4">
                  <p:embed/>
                </p:oleObj>
              </mc:Choice>
              <mc:Fallback>
                <p:oleObj name="" r:id="rId15" imgW="495300" imgH="444500" progId="Equation.DSMT4">
                  <p:embed/>
                  <p:pic>
                    <p:nvPicPr>
                      <p:cNvPr id="0" name="图片 3437"/>
                      <p:cNvPicPr/>
                      <p:nvPr/>
                    </p:nvPicPr>
                    <p:blipFill>
                      <a:blip r:embed="rId16"/>
                      <a:stretch>
                        <a:fillRect/>
                      </a:stretch>
                    </p:blipFill>
                    <p:spPr>
                      <a:xfrm>
                        <a:off x="5435600" y="2819400"/>
                        <a:ext cx="1223963" cy="1098550"/>
                      </a:xfrm>
                      <a:prstGeom prst="rect">
                        <a:avLst/>
                      </a:prstGeom>
                      <a:noFill/>
                      <a:ln w="38100">
                        <a:noFill/>
                        <a:miter/>
                      </a:ln>
                    </p:spPr>
                  </p:pic>
                </p:oleObj>
              </mc:Fallback>
            </mc:AlternateContent>
          </a:graphicData>
        </a:graphic>
      </p:graphicFrame>
      <p:graphicFrame>
        <p:nvGraphicFramePr>
          <p:cNvPr id="109576" name="Object 1032"/>
          <p:cNvGraphicFramePr/>
          <p:nvPr/>
        </p:nvGraphicFramePr>
        <p:xfrm>
          <a:off x="6659563" y="2819400"/>
          <a:ext cx="1296987" cy="1135063"/>
        </p:xfrm>
        <a:graphic>
          <a:graphicData uri="http://schemas.openxmlformats.org/presentationml/2006/ole">
            <mc:AlternateContent xmlns:mc="http://schemas.openxmlformats.org/markup-compatibility/2006">
              <mc:Choice xmlns:v="urn:schemas-microsoft-com:vml" Requires="v">
                <p:oleObj spid="_x0000_s62585" name="" r:id="rId17" imgW="508000" imgH="444500" progId="Equation.DSMT4">
                  <p:embed/>
                </p:oleObj>
              </mc:Choice>
              <mc:Fallback>
                <p:oleObj name="" r:id="rId17" imgW="508000" imgH="444500" progId="Equation.DSMT4">
                  <p:embed/>
                  <p:pic>
                    <p:nvPicPr>
                      <p:cNvPr id="0" name="图片 3438"/>
                      <p:cNvPicPr/>
                      <p:nvPr/>
                    </p:nvPicPr>
                    <p:blipFill>
                      <a:blip r:embed="rId18"/>
                      <a:stretch>
                        <a:fillRect/>
                      </a:stretch>
                    </p:blipFill>
                    <p:spPr>
                      <a:xfrm>
                        <a:off x="6659563" y="2819400"/>
                        <a:ext cx="1296987" cy="1135063"/>
                      </a:xfrm>
                      <a:prstGeom prst="rect">
                        <a:avLst/>
                      </a:prstGeom>
                      <a:noFill/>
                      <a:ln w="38100">
                        <a:noFill/>
                        <a:miter/>
                      </a:ln>
                    </p:spPr>
                  </p:pic>
                </p:oleObj>
              </mc:Fallback>
            </mc:AlternateContent>
          </a:graphicData>
        </a:graphic>
      </p:graphicFrame>
      <p:graphicFrame>
        <p:nvGraphicFramePr>
          <p:cNvPr id="109577" name="Object 1033"/>
          <p:cNvGraphicFramePr/>
          <p:nvPr/>
        </p:nvGraphicFramePr>
        <p:xfrm>
          <a:off x="3995738" y="4330700"/>
          <a:ext cx="863600" cy="431800"/>
        </p:xfrm>
        <a:graphic>
          <a:graphicData uri="http://schemas.openxmlformats.org/presentationml/2006/ole">
            <mc:AlternateContent xmlns:mc="http://schemas.openxmlformats.org/markup-compatibility/2006">
              <mc:Choice xmlns:v="urn:schemas-microsoft-com:vml" Requires="v">
                <p:oleObj spid="_x0000_s62586" name="" r:id="rId19" imgW="329565" imgH="165100" progId="Equation.DSMT4">
                  <p:embed/>
                </p:oleObj>
              </mc:Choice>
              <mc:Fallback>
                <p:oleObj name="" r:id="rId19" imgW="329565" imgH="165100" progId="Equation.DSMT4">
                  <p:embed/>
                  <p:pic>
                    <p:nvPicPr>
                      <p:cNvPr id="0" name="图片 3436"/>
                      <p:cNvPicPr/>
                      <p:nvPr/>
                    </p:nvPicPr>
                    <p:blipFill>
                      <a:blip r:embed="rId20"/>
                      <a:stretch>
                        <a:fillRect/>
                      </a:stretch>
                    </p:blipFill>
                    <p:spPr>
                      <a:xfrm>
                        <a:off x="3995738" y="4330700"/>
                        <a:ext cx="863600" cy="431800"/>
                      </a:xfrm>
                      <a:prstGeom prst="rect">
                        <a:avLst/>
                      </a:prstGeom>
                      <a:noFill/>
                      <a:ln w="38100">
                        <a:noFill/>
                        <a:miter/>
                      </a:ln>
                    </p:spPr>
                  </p:pic>
                </p:oleObj>
              </mc:Fallback>
            </mc:AlternateContent>
          </a:graphicData>
        </a:graphic>
      </p:graphicFrame>
      <p:graphicFrame>
        <p:nvGraphicFramePr>
          <p:cNvPr id="109578" name="Object 1034"/>
          <p:cNvGraphicFramePr/>
          <p:nvPr/>
        </p:nvGraphicFramePr>
        <p:xfrm>
          <a:off x="755650" y="4953000"/>
          <a:ext cx="4554538" cy="490538"/>
        </p:xfrm>
        <a:graphic>
          <a:graphicData uri="http://schemas.openxmlformats.org/presentationml/2006/ole">
            <mc:AlternateContent xmlns:mc="http://schemas.openxmlformats.org/markup-compatibility/2006">
              <mc:Choice xmlns:v="urn:schemas-microsoft-com:vml" Requires="v">
                <p:oleObj spid="_x0000_s62587" name="" r:id="rId21" imgW="1890395" imgH="203200" progId="Equation.DSMT4">
                  <p:embed/>
                </p:oleObj>
              </mc:Choice>
              <mc:Fallback>
                <p:oleObj name="" r:id="rId21" imgW="1890395" imgH="203200" progId="Equation.DSMT4">
                  <p:embed/>
                  <p:pic>
                    <p:nvPicPr>
                      <p:cNvPr id="0" name="图片 3445"/>
                      <p:cNvPicPr/>
                      <p:nvPr/>
                    </p:nvPicPr>
                    <p:blipFill>
                      <a:blip r:embed="rId22"/>
                      <a:stretch>
                        <a:fillRect/>
                      </a:stretch>
                    </p:blipFill>
                    <p:spPr>
                      <a:xfrm>
                        <a:off x="755650" y="4953000"/>
                        <a:ext cx="4554538" cy="490538"/>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9569"/>
                                        </p:tgtEl>
                                        <p:attrNameLst>
                                          <p:attrName>style.visibility</p:attrName>
                                        </p:attrNameLst>
                                      </p:cBhvr>
                                      <p:to>
                                        <p:strVal val="visible"/>
                                      </p:to>
                                    </p:set>
                                    <p:animEffect transition="in" filter="wipe(left)">
                                      <p:cBhvr>
                                        <p:cTn id="7" dur="500"/>
                                        <p:tgtEl>
                                          <p:spTgt spid="1095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9571"/>
                                        </p:tgtEl>
                                        <p:attrNameLst>
                                          <p:attrName>style.visibility</p:attrName>
                                        </p:attrNameLst>
                                      </p:cBhvr>
                                      <p:to>
                                        <p:strVal val="visible"/>
                                      </p:to>
                                    </p:set>
                                    <p:animEffect transition="in" filter="wipe(left)">
                                      <p:cBhvr>
                                        <p:cTn id="12" dur="500"/>
                                        <p:tgtEl>
                                          <p:spTgt spid="109571"/>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09570"/>
                                        </p:tgtEl>
                                        <p:attrNameLst>
                                          <p:attrName>style.visibility</p:attrName>
                                        </p:attrNameLst>
                                      </p:cBhvr>
                                      <p:to>
                                        <p:strVal val="visible"/>
                                      </p:to>
                                    </p:set>
                                    <p:animEffect transition="in" filter="wipe(left)">
                                      <p:cBhvr>
                                        <p:cTn id="16" dur="500"/>
                                        <p:tgtEl>
                                          <p:spTgt spid="10957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9572"/>
                                        </p:tgtEl>
                                        <p:attrNameLst>
                                          <p:attrName>style.visibility</p:attrName>
                                        </p:attrNameLst>
                                      </p:cBhvr>
                                      <p:to>
                                        <p:strVal val="visible"/>
                                      </p:to>
                                    </p:set>
                                    <p:animEffect transition="in" filter="wipe(left)">
                                      <p:cBhvr>
                                        <p:cTn id="21" dur="500"/>
                                        <p:tgtEl>
                                          <p:spTgt spid="109572"/>
                                        </p:tgtEl>
                                      </p:cBhvr>
                                    </p:animEffect>
                                  </p:childTnLst>
                                </p:cTn>
                              </p:par>
                            </p:childTnLst>
                          </p:cTn>
                        </p:par>
                      </p:childTnLst>
                    </p:cTn>
                  </p:par>
                  <p:par>
                    <p:cTn id="22" fill="hold">
                      <p:stCondLst>
                        <p:cond delay="indefinite"/>
                      </p:stCondLst>
                      <p:childTnLst>
                        <p:par>
                          <p:cTn id="23" fill="hold">
                            <p:stCondLst>
                              <p:cond delay="0"/>
                            </p:stCondLst>
                            <p:childTnLst>
                              <p:par>
                                <p:cTn id="24" presetID="23" presetClass="entr" presetSubtype="16" fill="hold" nodeType="clickEffect">
                                  <p:stCondLst>
                                    <p:cond delay="0"/>
                                  </p:stCondLst>
                                  <p:childTnLst>
                                    <p:set>
                                      <p:cBhvr>
                                        <p:cTn id="25" dur="1" fill="hold">
                                          <p:stCondLst>
                                            <p:cond delay="0"/>
                                          </p:stCondLst>
                                        </p:cTn>
                                        <p:tgtEl>
                                          <p:spTgt spid="109573"/>
                                        </p:tgtEl>
                                        <p:attrNameLst>
                                          <p:attrName>style.visibility</p:attrName>
                                        </p:attrNameLst>
                                      </p:cBhvr>
                                      <p:to>
                                        <p:strVal val="visible"/>
                                      </p:to>
                                    </p:set>
                                    <p:anim calcmode="lin" valueType="num">
                                      <p:cBhvr>
                                        <p:cTn id="26" dur="500" fill="hold"/>
                                        <p:tgtEl>
                                          <p:spTgt spid="109573"/>
                                        </p:tgtEl>
                                        <p:attrNameLst>
                                          <p:attrName>ppt_w</p:attrName>
                                        </p:attrNameLst>
                                      </p:cBhvr>
                                      <p:tavLst>
                                        <p:tav tm="0">
                                          <p:val>
                                            <p:fltVal val="0"/>
                                          </p:val>
                                        </p:tav>
                                        <p:tav tm="100000">
                                          <p:val>
                                            <p:strVal val="#ppt_w"/>
                                          </p:val>
                                        </p:tav>
                                      </p:tavLst>
                                    </p:anim>
                                    <p:anim calcmode="lin" valueType="num">
                                      <p:cBhvr>
                                        <p:cTn id="27" dur="500" fill="hold"/>
                                        <p:tgtEl>
                                          <p:spTgt spid="109573"/>
                                        </p:tgtEl>
                                        <p:attrNameLst>
                                          <p:attrName>ppt_h</p:attrName>
                                        </p:attrNameLst>
                                      </p:cBhvr>
                                      <p:tavLst>
                                        <p:tav tm="0">
                                          <p:val>
                                            <p:fltVal val="0"/>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9575"/>
                                        </p:tgtEl>
                                        <p:attrNameLst>
                                          <p:attrName>style.visibility</p:attrName>
                                        </p:attrNameLst>
                                      </p:cBhvr>
                                      <p:to>
                                        <p:strVal val="visible"/>
                                      </p:to>
                                    </p:set>
                                    <p:animEffect transition="in" filter="wipe(left)">
                                      <p:cBhvr>
                                        <p:cTn id="32" dur="500"/>
                                        <p:tgtEl>
                                          <p:spTgt spid="10957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9576"/>
                                        </p:tgtEl>
                                        <p:attrNameLst>
                                          <p:attrName>style.visibility</p:attrName>
                                        </p:attrNameLst>
                                      </p:cBhvr>
                                      <p:to>
                                        <p:strVal val="visible"/>
                                      </p:to>
                                    </p:set>
                                    <p:animEffect transition="in" filter="wipe(left)">
                                      <p:cBhvr>
                                        <p:cTn id="37" dur="500"/>
                                        <p:tgtEl>
                                          <p:spTgt spid="10957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9574"/>
                                        </p:tgtEl>
                                        <p:attrNameLst>
                                          <p:attrName>style.visibility</p:attrName>
                                        </p:attrNameLst>
                                      </p:cBhvr>
                                      <p:to>
                                        <p:strVal val="visible"/>
                                      </p:to>
                                    </p:set>
                                    <p:animEffect transition="in" filter="wipe(left)">
                                      <p:cBhvr>
                                        <p:cTn id="42" dur="500"/>
                                        <p:tgtEl>
                                          <p:spTgt spid="10957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09577"/>
                                        </p:tgtEl>
                                        <p:attrNameLst>
                                          <p:attrName>style.visibility</p:attrName>
                                        </p:attrNameLst>
                                      </p:cBhvr>
                                      <p:to>
                                        <p:strVal val="visible"/>
                                      </p:to>
                                    </p:set>
                                    <p:animEffect transition="in" filter="wipe(left)">
                                      <p:cBhvr>
                                        <p:cTn id="47" dur="500"/>
                                        <p:tgtEl>
                                          <p:spTgt spid="10957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09578"/>
                                        </p:tgtEl>
                                        <p:attrNameLst>
                                          <p:attrName>style.visibility</p:attrName>
                                        </p:attrNameLst>
                                      </p:cBhvr>
                                      <p:to>
                                        <p:strVal val="visible"/>
                                      </p:to>
                                    </p:set>
                                    <p:animEffect transition="in" filter="wipe(left)">
                                      <p:cBhvr>
                                        <p:cTn id="52" dur="500"/>
                                        <p:tgtEl>
                                          <p:spTgt spid="109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6802"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10592" name="Object 0"/>
          <p:cNvGraphicFramePr/>
          <p:nvPr/>
        </p:nvGraphicFramePr>
        <p:xfrm>
          <a:off x="808038" y="44450"/>
          <a:ext cx="7381875" cy="561975"/>
        </p:xfrm>
        <a:graphic>
          <a:graphicData uri="http://schemas.openxmlformats.org/presentationml/2006/ole">
            <mc:AlternateContent xmlns:mc="http://schemas.openxmlformats.org/markup-compatibility/2006">
              <mc:Choice xmlns:v="urn:schemas-microsoft-com:vml" Requires="v">
                <p:oleObj spid="_x0000_s63611" name="" r:id="rId1" imgW="2997200" imgH="228600" progId="Equation.DSMT4">
                  <p:embed/>
                </p:oleObj>
              </mc:Choice>
              <mc:Fallback>
                <p:oleObj name="" r:id="rId1" imgW="2997200" imgH="228600" progId="Equation.DSMT4">
                  <p:embed/>
                  <p:pic>
                    <p:nvPicPr>
                      <p:cNvPr id="0" name="图片 3441"/>
                      <p:cNvPicPr/>
                      <p:nvPr/>
                    </p:nvPicPr>
                    <p:blipFill>
                      <a:blip r:embed="rId2"/>
                      <a:stretch>
                        <a:fillRect/>
                      </a:stretch>
                    </p:blipFill>
                    <p:spPr>
                      <a:xfrm>
                        <a:off x="808038" y="44450"/>
                        <a:ext cx="7381875" cy="561975"/>
                      </a:xfrm>
                      <a:prstGeom prst="rect">
                        <a:avLst/>
                      </a:prstGeom>
                      <a:noFill/>
                      <a:ln w="38100">
                        <a:noFill/>
                        <a:miter/>
                      </a:ln>
                    </p:spPr>
                  </p:pic>
                </p:oleObj>
              </mc:Fallback>
            </mc:AlternateContent>
          </a:graphicData>
        </a:graphic>
      </p:graphicFrame>
      <p:graphicFrame>
        <p:nvGraphicFramePr>
          <p:cNvPr id="110593" name="Object 1"/>
          <p:cNvGraphicFramePr/>
          <p:nvPr/>
        </p:nvGraphicFramePr>
        <p:xfrm>
          <a:off x="5795963" y="1268413"/>
          <a:ext cx="2843212" cy="1117600"/>
        </p:xfrm>
        <a:graphic>
          <a:graphicData uri="http://schemas.openxmlformats.org/presentationml/2006/ole">
            <mc:AlternateContent xmlns:mc="http://schemas.openxmlformats.org/markup-compatibility/2006">
              <mc:Choice xmlns:v="urn:schemas-microsoft-com:vml" Requires="v">
                <p:oleObj spid="_x0000_s63612" name="" r:id="rId3" imgW="1129665" imgH="444500" progId="Equation.DSMT4">
                  <p:embed/>
                </p:oleObj>
              </mc:Choice>
              <mc:Fallback>
                <p:oleObj name="" r:id="rId3" imgW="1129665" imgH="444500" progId="Equation.DSMT4">
                  <p:embed/>
                  <p:pic>
                    <p:nvPicPr>
                      <p:cNvPr id="0" name="图片 3442"/>
                      <p:cNvPicPr/>
                      <p:nvPr/>
                    </p:nvPicPr>
                    <p:blipFill>
                      <a:blip r:embed="rId4"/>
                      <a:stretch>
                        <a:fillRect/>
                      </a:stretch>
                    </p:blipFill>
                    <p:spPr>
                      <a:xfrm>
                        <a:off x="5795963" y="1268413"/>
                        <a:ext cx="2843212" cy="1117600"/>
                      </a:xfrm>
                      <a:prstGeom prst="rect">
                        <a:avLst/>
                      </a:prstGeom>
                      <a:noFill/>
                      <a:ln w="38100">
                        <a:noFill/>
                        <a:miter/>
                      </a:ln>
                    </p:spPr>
                  </p:pic>
                </p:oleObj>
              </mc:Fallback>
            </mc:AlternateContent>
          </a:graphicData>
        </a:graphic>
      </p:graphicFrame>
      <p:graphicFrame>
        <p:nvGraphicFramePr>
          <p:cNvPr id="110594" name="Object 2"/>
          <p:cNvGraphicFramePr/>
          <p:nvPr/>
        </p:nvGraphicFramePr>
        <p:xfrm>
          <a:off x="682625" y="692150"/>
          <a:ext cx="2901950" cy="493713"/>
        </p:xfrm>
        <a:graphic>
          <a:graphicData uri="http://schemas.openxmlformats.org/presentationml/2006/ole">
            <mc:AlternateContent xmlns:mc="http://schemas.openxmlformats.org/markup-compatibility/2006">
              <mc:Choice xmlns:v="urn:schemas-microsoft-com:vml" Requires="v">
                <p:oleObj spid="_x0000_s63613" name="" r:id="rId5" imgW="1192530" imgH="203200" progId="Equation.DSMT4">
                  <p:embed/>
                </p:oleObj>
              </mc:Choice>
              <mc:Fallback>
                <p:oleObj name="" r:id="rId5" imgW="1192530" imgH="203200" progId="Equation.DSMT4">
                  <p:embed/>
                  <p:pic>
                    <p:nvPicPr>
                      <p:cNvPr id="0" name="图片 3451"/>
                      <p:cNvPicPr/>
                      <p:nvPr/>
                    </p:nvPicPr>
                    <p:blipFill>
                      <a:blip r:embed="rId6"/>
                      <a:stretch>
                        <a:fillRect/>
                      </a:stretch>
                    </p:blipFill>
                    <p:spPr>
                      <a:xfrm>
                        <a:off x="682625" y="692150"/>
                        <a:ext cx="2901950" cy="493713"/>
                      </a:xfrm>
                      <a:prstGeom prst="rect">
                        <a:avLst/>
                      </a:prstGeom>
                      <a:noFill/>
                      <a:ln w="38100">
                        <a:noFill/>
                        <a:miter/>
                      </a:ln>
                    </p:spPr>
                  </p:pic>
                </p:oleObj>
              </mc:Fallback>
            </mc:AlternateContent>
          </a:graphicData>
        </a:graphic>
      </p:graphicFrame>
      <p:graphicFrame>
        <p:nvGraphicFramePr>
          <p:cNvPr id="110595" name="Object 3"/>
          <p:cNvGraphicFramePr/>
          <p:nvPr/>
        </p:nvGraphicFramePr>
        <p:xfrm>
          <a:off x="323850" y="1339850"/>
          <a:ext cx="2520950" cy="1076325"/>
        </p:xfrm>
        <a:graphic>
          <a:graphicData uri="http://schemas.openxmlformats.org/presentationml/2006/ole">
            <mc:AlternateContent xmlns:mc="http://schemas.openxmlformats.org/markup-compatibility/2006">
              <mc:Choice xmlns:v="urn:schemas-microsoft-com:vml" Requires="v">
                <p:oleObj spid="_x0000_s63614" name="" r:id="rId7" imgW="1040765" imgH="444500" progId="Equation.DSMT4">
                  <p:embed/>
                </p:oleObj>
              </mc:Choice>
              <mc:Fallback>
                <p:oleObj name="" r:id="rId7" imgW="1040765" imgH="444500" progId="Equation.DSMT4">
                  <p:embed/>
                  <p:pic>
                    <p:nvPicPr>
                      <p:cNvPr id="0" name="图片 3448"/>
                      <p:cNvPicPr/>
                      <p:nvPr/>
                    </p:nvPicPr>
                    <p:blipFill>
                      <a:blip r:embed="rId8"/>
                      <a:stretch>
                        <a:fillRect/>
                      </a:stretch>
                    </p:blipFill>
                    <p:spPr>
                      <a:xfrm>
                        <a:off x="323850" y="1339850"/>
                        <a:ext cx="2520950" cy="1076325"/>
                      </a:xfrm>
                      <a:prstGeom prst="rect">
                        <a:avLst/>
                      </a:prstGeom>
                      <a:noFill/>
                      <a:ln w="38100">
                        <a:noFill/>
                        <a:miter/>
                      </a:ln>
                    </p:spPr>
                  </p:pic>
                </p:oleObj>
              </mc:Fallback>
            </mc:AlternateContent>
          </a:graphicData>
        </a:graphic>
      </p:graphicFrame>
      <p:graphicFrame>
        <p:nvGraphicFramePr>
          <p:cNvPr id="110596" name="Object 4"/>
          <p:cNvGraphicFramePr/>
          <p:nvPr/>
        </p:nvGraphicFramePr>
        <p:xfrm>
          <a:off x="2843213" y="1268413"/>
          <a:ext cx="3024187" cy="1160462"/>
        </p:xfrm>
        <a:graphic>
          <a:graphicData uri="http://schemas.openxmlformats.org/presentationml/2006/ole">
            <mc:AlternateContent xmlns:mc="http://schemas.openxmlformats.org/markup-compatibility/2006">
              <mc:Choice xmlns:v="urn:schemas-microsoft-com:vml" Requires="v">
                <p:oleObj spid="_x0000_s63615" name="" r:id="rId9" imgW="1256665" imgH="482600" progId="Equation.DSMT4">
                  <p:embed/>
                </p:oleObj>
              </mc:Choice>
              <mc:Fallback>
                <p:oleObj name="" r:id="rId9" imgW="1256665" imgH="482600" progId="Equation.DSMT4">
                  <p:embed/>
                  <p:pic>
                    <p:nvPicPr>
                      <p:cNvPr id="0" name="图片 3457"/>
                      <p:cNvPicPr/>
                      <p:nvPr/>
                    </p:nvPicPr>
                    <p:blipFill>
                      <a:blip r:embed="rId10"/>
                      <a:stretch>
                        <a:fillRect/>
                      </a:stretch>
                    </p:blipFill>
                    <p:spPr>
                      <a:xfrm>
                        <a:off x="2843213" y="1268413"/>
                        <a:ext cx="3024187" cy="1160462"/>
                      </a:xfrm>
                      <a:prstGeom prst="rect">
                        <a:avLst/>
                      </a:prstGeom>
                      <a:noFill/>
                      <a:ln w="38100">
                        <a:noFill/>
                        <a:miter/>
                      </a:ln>
                    </p:spPr>
                  </p:pic>
                </p:oleObj>
              </mc:Fallback>
            </mc:AlternateContent>
          </a:graphicData>
        </a:graphic>
      </p:graphicFrame>
      <p:graphicFrame>
        <p:nvGraphicFramePr>
          <p:cNvPr id="110597" name="Object 5"/>
          <p:cNvGraphicFramePr/>
          <p:nvPr/>
        </p:nvGraphicFramePr>
        <p:xfrm>
          <a:off x="539750" y="3716338"/>
          <a:ext cx="4392613" cy="1138237"/>
        </p:xfrm>
        <a:graphic>
          <a:graphicData uri="http://schemas.openxmlformats.org/presentationml/2006/ole">
            <mc:AlternateContent xmlns:mc="http://schemas.openxmlformats.org/markup-compatibility/2006">
              <mc:Choice xmlns:v="urn:schemas-microsoft-com:vml" Requires="v">
                <p:oleObj spid="_x0000_s63616" name="" r:id="rId11" imgW="1765300" imgH="457200" progId="Equation.DSMT4">
                  <p:embed/>
                </p:oleObj>
              </mc:Choice>
              <mc:Fallback>
                <p:oleObj name="" r:id="rId11" imgW="1765300" imgH="457200" progId="Equation.DSMT4">
                  <p:embed/>
                  <p:pic>
                    <p:nvPicPr>
                      <p:cNvPr id="0" name="图片 3446"/>
                      <p:cNvPicPr/>
                      <p:nvPr/>
                    </p:nvPicPr>
                    <p:blipFill>
                      <a:blip r:embed="rId12"/>
                      <a:stretch>
                        <a:fillRect/>
                      </a:stretch>
                    </p:blipFill>
                    <p:spPr>
                      <a:xfrm>
                        <a:off x="539750" y="3716338"/>
                        <a:ext cx="4392613" cy="1138237"/>
                      </a:xfrm>
                      <a:prstGeom prst="rect">
                        <a:avLst/>
                      </a:prstGeom>
                      <a:noFill/>
                      <a:ln w="38100">
                        <a:noFill/>
                        <a:miter/>
                      </a:ln>
                    </p:spPr>
                  </p:pic>
                </p:oleObj>
              </mc:Fallback>
            </mc:AlternateContent>
          </a:graphicData>
        </a:graphic>
      </p:graphicFrame>
      <p:graphicFrame>
        <p:nvGraphicFramePr>
          <p:cNvPr id="110598" name="Object 6"/>
          <p:cNvGraphicFramePr/>
          <p:nvPr/>
        </p:nvGraphicFramePr>
        <p:xfrm>
          <a:off x="395288" y="2492375"/>
          <a:ext cx="3455987" cy="1173163"/>
        </p:xfrm>
        <a:graphic>
          <a:graphicData uri="http://schemas.openxmlformats.org/presentationml/2006/ole">
            <mc:AlternateContent xmlns:mc="http://schemas.openxmlformats.org/markup-compatibility/2006">
              <mc:Choice xmlns:v="urn:schemas-microsoft-com:vml" Requires="v">
                <p:oleObj spid="_x0000_s63617" name="" r:id="rId13" imgW="1384300" imgH="469900" progId="Equation.DSMT4">
                  <p:embed/>
                </p:oleObj>
              </mc:Choice>
              <mc:Fallback>
                <p:oleObj name="" r:id="rId13" imgW="1384300" imgH="469900" progId="Equation.DSMT4">
                  <p:embed/>
                  <p:pic>
                    <p:nvPicPr>
                      <p:cNvPr id="0" name="图片 3440"/>
                      <p:cNvPicPr/>
                      <p:nvPr/>
                    </p:nvPicPr>
                    <p:blipFill>
                      <a:blip r:embed="rId14"/>
                      <a:stretch>
                        <a:fillRect/>
                      </a:stretch>
                    </p:blipFill>
                    <p:spPr>
                      <a:xfrm>
                        <a:off x="395288" y="2492375"/>
                        <a:ext cx="3455987" cy="1173163"/>
                      </a:xfrm>
                      <a:prstGeom prst="rect">
                        <a:avLst/>
                      </a:prstGeom>
                      <a:noFill/>
                      <a:ln w="38100">
                        <a:noFill/>
                        <a:miter/>
                      </a:ln>
                    </p:spPr>
                  </p:pic>
                </p:oleObj>
              </mc:Fallback>
            </mc:AlternateContent>
          </a:graphicData>
        </a:graphic>
      </p:graphicFrame>
      <p:graphicFrame>
        <p:nvGraphicFramePr>
          <p:cNvPr id="110599" name="Object 7"/>
          <p:cNvGraphicFramePr/>
          <p:nvPr/>
        </p:nvGraphicFramePr>
        <p:xfrm>
          <a:off x="3851275" y="2852738"/>
          <a:ext cx="885825" cy="442912"/>
        </p:xfrm>
        <a:graphic>
          <a:graphicData uri="http://schemas.openxmlformats.org/presentationml/2006/ole">
            <mc:AlternateContent xmlns:mc="http://schemas.openxmlformats.org/markup-compatibility/2006">
              <mc:Choice xmlns:v="urn:schemas-microsoft-com:vml" Requires="v">
                <p:oleObj spid="_x0000_s63618" name="" r:id="rId15" imgW="329565" imgH="165100" progId="Equation.DSMT4">
                  <p:embed/>
                </p:oleObj>
              </mc:Choice>
              <mc:Fallback>
                <p:oleObj name="" r:id="rId15" imgW="329565" imgH="165100" progId="Equation.DSMT4">
                  <p:embed/>
                  <p:pic>
                    <p:nvPicPr>
                      <p:cNvPr id="0" name="图片 3455"/>
                      <p:cNvPicPr/>
                      <p:nvPr/>
                    </p:nvPicPr>
                    <p:blipFill>
                      <a:blip r:embed="rId16"/>
                      <a:stretch>
                        <a:fillRect/>
                      </a:stretch>
                    </p:blipFill>
                    <p:spPr>
                      <a:xfrm>
                        <a:off x="3851275" y="2852738"/>
                        <a:ext cx="885825" cy="442912"/>
                      </a:xfrm>
                      <a:prstGeom prst="rect">
                        <a:avLst/>
                      </a:prstGeom>
                      <a:noFill/>
                      <a:ln w="38100">
                        <a:noFill/>
                        <a:miter/>
                      </a:ln>
                    </p:spPr>
                  </p:pic>
                </p:oleObj>
              </mc:Fallback>
            </mc:AlternateContent>
          </a:graphicData>
        </a:graphic>
      </p:graphicFrame>
      <p:graphicFrame>
        <p:nvGraphicFramePr>
          <p:cNvPr id="110600" name="Object 8"/>
          <p:cNvGraphicFramePr/>
          <p:nvPr/>
        </p:nvGraphicFramePr>
        <p:xfrm>
          <a:off x="4932363" y="3787775"/>
          <a:ext cx="1047750" cy="1079500"/>
        </p:xfrm>
        <a:graphic>
          <a:graphicData uri="http://schemas.openxmlformats.org/presentationml/2006/ole">
            <mc:AlternateContent xmlns:mc="http://schemas.openxmlformats.org/markup-compatibility/2006">
              <mc:Choice xmlns:v="urn:schemas-microsoft-com:vml" Requires="v">
                <p:oleObj spid="_x0000_s63619" name="" r:id="rId17" imgW="431800" imgH="444500" progId="Equation.DSMT4">
                  <p:embed/>
                </p:oleObj>
              </mc:Choice>
              <mc:Fallback>
                <p:oleObj name="" r:id="rId17" imgW="431800" imgH="444500" progId="Equation.DSMT4">
                  <p:embed/>
                  <p:pic>
                    <p:nvPicPr>
                      <p:cNvPr id="0" name="图片 3439"/>
                      <p:cNvPicPr/>
                      <p:nvPr/>
                    </p:nvPicPr>
                    <p:blipFill>
                      <a:blip r:embed="rId18"/>
                      <a:stretch>
                        <a:fillRect/>
                      </a:stretch>
                    </p:blipFill>
                    <p:spPr>
                      <a:xfrm>
                        <a:off x="4932363" y="3787775"/>
                        <a:ext cx="1047750" cy="1079500"/>
                      </a:xfrm>
                      <a:prstGeom prst="rect">
                        <a:avLst/>
                      </a:prstGeom>
                      <a:noFill/>
                      <a:ln w="38100">
                        <a:noFill/>
                        <a:miter/>
                      </a:ln>
                    </p:spPr>
                  </p:pic>
                </p:oleObj>
              </mc:Fallback>
            </mc:AlternateContent>
          </a:graphicData>
        </a:graphic>
      </p:graphicFrame>
      <p:graphicFrame>
        <p:nvGraphicFramePr>
          <p:cNvPr id="110601" name="Object 9"/>
          <p:cNvGraphicFramePr/>
          <p:nvPr/>
        </p:nvGraphicFramePr>
        <p:xfrm>
          <a:off x="6011863" y="3716338"/>
          <a:ext cx="2441575" cy="889000"/>
        </p:xfrm>
        <a:graphic>
          <a:graphicData uri="http://schemas.openxmlformats.org/presentationml/2006/ole">
            <mc:AlternateContent xmlns:mc="http://schemas.openxmlformats.org/markup-compatibility/2006">
              <mc:Choice xmlns:v="urn:schemas-microsoft-com:vml" Requires="v">
                <p:oleObj spid="_x0000_s63620" name="" r:id="rId19" imgW="977265" imgH="355600" progId="Equation.DSMT4">
                  <p:embed/>
                </p:oleObj>
              </mc:Choice>
              <mc:Fallback>
                <p:oleObj name="" r:id="rId19" imgW="977265" imgH="355600" progId="Equation.DSMT4">
                  <p:embed/>
                  <p:pic>
                    <p:nvPicPr>
                      <p:cNvPr id="0" name="图片 3447"/>
                      <p:cNvPicPr/>
                      <p:nvPr/>
                    </p:nvPicPr>
                    <p:blipFill>
                      <a:blip r:embed="rId20"/>
                      <a:stretch>
                        <a:fillRect/>
                      </a:stretch>
                    </p:blipFill>
                    <p:spPr>
                      <a:xfrm>
                        <a:off x="6011863" y="3716338"/>
                        <a:ext cx="2441575" cy="889000"/>
                      </a:xfrm>
                      <a:prstGeom prst="rect">
                        <a:avLst/>
                      </a:prstGeom>
                      <a:noFill/>
                      <a:ln w="38100">
                        <a:noFill/>
                        <a:miter/>
                      </a:ln>
                    </p:spPr>
                  </p:pic>
                </p:oleObj>
              </mc:Fallback>
            </mc:AlternateContent>
          </a:graphicData>
        </a:graphic>
      </p:graphicFrame>
      <p:graphicFrame>
        <p:nvGraphicFramePr>
          <p:cNvPr id="110602" name="Object 10"/>
          <p:cNvGraphicFramePr/>
          <p:nvPr/>
        </p:nvGraphicFramePr>
        <p:xfrm>
          <a:off x="466725" y="4940300"/>
          <a:ext cx="3384550" cy="1057275"/>
        </p:xfrm>
        <a:graphic>
          <a:graphicData uri="http://schemas.openxmlformats.org/presentationml/2006/ole">
            <mc:AlternateContent xmlns:mc="http://schemas.openxmlformats.org/markup-compatibility/2006">
              <mc:Choice xmlns:v="urn:schemas-microsoft-com:vml" Requires="v">
                <p:oleObj spid="_x0000_s63621" name="" r:id="rId21" imgW="1421765" imgH="444500" progId="Equation.DSMT4">
                  <p:embed/>
                </p:oleObj>
              </mc:Choice>
              <mc:Fallback>
                <p:oleObj name="" r:id="rId21" imgW="1421765" imgH="444500" progId="Equation.DSMT4">
                  <p:embed/>
                  <p:pic>
                    <p:nvPicPr>
                      <p:cNvPr id="0" name="图片 3456"/>
                      <p:cNvPicPr/>
                      <p:nvPr/>
                    </p:nvPicPr>
                    <p:blipFill>
                      <a:blip r:embed="rId22"/>
                      <a:stretch>
                        <a:fillRect/>
                      </a:stretch>
                    </p:blipFill>
                    <p:spPr>
                      <a:xfrm>
                        <a:off x="466725" y="4940300"/>
                        <a:ext cx="3384550" cy="1057275"/>
                      </a:xfrm>
                      <a:prstGeom prst="rect">
                        <a:avLst/>
                      </a:prstGeom>
                      <a:noFill/>
                      <a:ln w="38100">
                        <a:noFill/>
                        <a:miter/>
                      </a:ln>
                    </p:spPr>
                  </p:pic>
                </p:oleObj>
              </mc:Fallback>
            </mc:AlternateContent>
          </a:graphicData>
        </a:graphic>
      </p:graphicFrame>
      <p:graphicFrame>
        <p:nvGraphicFramePr>
          <p:cNvPr id="110603" name="Object 11"/>
          <p:cNvGraphicFramePr/>
          <p:nvPr/>
        </p:nvGraphicFramePr>
        <p:xfrm>
          <a:off x="4427538" y="5229225"/>
          <a:ext cx="3132137" cy="485775"/>
        </p:xfrm>
        <a:graphic>
          <a:graphicData uri="http://schemas.openxmlformats.org/presentationml/2006/ole">
            <mc:AlternateContent xmlns:mc="http://schemas.openxmlformats.org/markup-compatibility/2006">
              <mc:Choice xmlns:v="urn:schemas-microsoft-com:vml" Requires="v">
                <p:oleObj spid="_x0000_s63622" name="" r:id="rId23" imgW="1306830" imgH="203200" progId="Equation.DSMT4">
                  <p:embed/>
                </p:oleObj>
              </mc:Choice>
              <mc:Fallback>
                <p:oleObj name="" r:id="rId23" imgW="1306830" imgH="203200" progId="Equation.DSMT4">
                  <p:embed/>
                  <p:pic>
                    <p:nvPicPr>
                      <p:cNvPr id="0" name="图片 3443"/>
                      <p:cNvPicPr/>
                      <p:nvPr/>
                    </p:nvPicPr>
                    <p:blipFill>
                      <a:blip r:embed="rId24"/>
                      <a:stretch>
                        <a:fillRect/>
                      </a:stretch>
                    </p:blipFill>
                    <p:spPr>
                      <a:xfrm>
                        <a:off x="4427538" y="5229225"/>
                        <a:ext cx="3132137" cy="485775"/>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0592"/>
                                        </p:tgtEl>
                                        <p:attrNameLst>
                                          <p:attrName>style.visibility</p:attrName>
                                        </p:attrNameLst>
                                      </p:cBhvr>
                                      <p:to>
                                        <p:strVal val="visible"/>
                                      </p:to>
                                    </p:set>
                                    <p:animEffect transition="in" filter="wipe(left)">
                                      <p:cBhvr>
                                        <p:cTn id="7" dur="500"/>
                                        <p:tgtEl>
                                          <p:spTgt spid="1105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0594"/>
                                        </p:tgtEl>
                                        <p:attrNameLst>
                                          <p:attrName>style.visibility</p:attrName>
                                        </p:attrNameLst>
                                      </p:cBhvr>
                                      <p:to>
                                        <p:strVal val="visible"/>
                                      </p:to>
                                    </p:set>
                                    <p:animEffect transition="in" filter="wipe(left)">
                                      <p:cBhvr>
                                        <p:cTn id="12" dur="500"/>
                                        <p:tgtEl>
                                          <p:spTgt spid="1105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0595"/>
                                        </p:tgtEl>
                                        <p:attrNameLst>
                                          <p:attrName>style.visibility</p:attrName>
                                        </p:attrNameLst>
                                      </p:cBhvr>
                                      <p:to>
                                        <p:strVal val="visible"/>
                                      </p:to>
                                    </p:set>
                                    <p:animEffect transition="in" filter="wipe(left)">
                                      <p:cBhvr>
                                        <p:cTn id="17" dur="500"/>
                                        <p:tgtEl>
                                          <p:spTgt spid="11059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0596"/>
                                        </p:tgtEl>
                                        <p:attrNameLst>
                                          <p:attrName>style.visibility</p:attrName>
                                        </p:attrNameLst>
                                      </p:cBhvr>
                                      <p:to>
                                        <p:strVal val="visible"/>
                                      </p:to>
                                    </p:set>
                                    <p:animEffect transition="in" filter="wipe(left)">
                                      <p:cBhvr>
                                        <p:cTn id="22" dur="500"/>
                                        <p:tgtEl>
                                          <p:spTgt spid="11059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0593"/>
                                        </p:tgtEl>
                                        <p:attrNameLst>
                                          <p:attrName>style.visibility</p:attrName>
                                        </p:attrNameLst>
                                      </p:cBhvr>
                                      <p:to>
                                        <p:strVal val="visible"/>
                                      </p:to>
                                    </p:set>
                                    <p:animEffect transition="in" filter="wipe(left)">
                                      <p:cBhvr>
                                        <p:cTn id="27" dur="500"/>
                                        <p:tgtEl>
                                          <p:spTgt spid="11059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0598"/>
                                        </p:tgtEl>
                                        <p:attrNameLst>
                                          <p:attrName>style.visibility</p:attrName>
                                        </p:attrNameLst>
                                      </p:cBhvr>
                                      <p:to>
                                        <p:strVal val="visible"/>
                                      </p:to>
                                    </p:set>
                                    <p:animEffect transition="in" filter="wipe(left)">
                                      <p:cBhvr>
                                        <p:cTn id="32" dur="500"/>
                                        <p:tgtEl>
                                          <p:spTgt spid="11059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0599"/>
                                        </p:tgtEl>
                                        <p:attrNameLst>
                                          <p:attrName>style.visibility</p:attrName>
                                        </p:attrNameLst>
                                      </p:cBhvr>
                                      <p:to>
                                        <p:strVal val="visible"/>
                                      </p:to>
                                    </p:set>
                                    <p:animEffect transition="in" filter="wipe(left)">
                                      <p:cBhvr>
                                        <p:cTn id="37" dur="500"/>
                                        <p:tgtEl>
                                          <p:spTgt spid="11059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0597"/>
                                        </p:tgtEl>
                                        <p:attrNameLst>
                                          <p:attrName>style.visibility</p:attrName>
                                        </p:attrNameLst>
                                      </p:cBhvr>
                                      <p:to>
                                        <p:strVal val="visible"/>
                                      </p:to>
                                    </p:set>
                                    <p:animEffect transition="in" filter="wipe(left)">
                                      <p:cBhvr>
                                        <p:cTn id="42" dur="500"/>
                                        <p:tgtEl>
                                          <p:spTgt spid="11059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0600"/>
                                        </p:tgtEl>
                                        <p:attrNameLst>
                                          <p:attrName>style.visibility</p:attrName>
                                        </p:attrNameLst>
                                      </p:cBhvr>
                                      <p:to>
                                        <p:strVal val="visible"/>
                                      </p:to>
                                    </p:set>
                                    <p:animEffect transition="in" filter="wipe(left)">
                                      <p:cBhvr>
                                        <p:cTn id="47" dur="500"/>
                                        <p:tgtEl>
                                          <p:spTgt spid="11060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10601"/>
                                        </p:tgtEl>
                                        <p:attrNameLst>
                                          <p:attrName>style.visibility</p:attrName>
                                        </p:attrNameLst>
                                      </p:cBhvr>
                                      <p:to>
                                        <p:strVal val="visible"/>
                                      </p:to>
                                    </p:set>
                                    <p:animEffect transition="in" filter="wipe(left)">
                                      <p:cBhvr>
                                        <p:cTn id="52" dur="500"/>
                                        <p:tgtEl>
                                          <p:spTgt spid="11060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10602"/>
                                        </p:tgtEl>
                                        <p:attrNameLst>
                                          <p:attrName>style.visibility</p:attrName>
                                        </p:attrNameLst>
                                      </p:cBhvr>
                                      <p:to>
                                        <p:strVal val="visible"/>
                                      </p:to>
                                    </p:set>
                                    <p:animEffect transition="in" filter="wipe(left)">
                                      <p:cBhvr>
                                        <p:cTn id="57" dur="500"/>
                                        <p:tgtEl>
                                          <p:spTgt spid="11060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10603"/>
                                        </p:tgtEl>
                                        <p:attrNameLst>
                                          <p:attrName>style.visibility</p:attrName>
                                        </p:attrNameLst>
                                      </p:cBhvr>
                                      <p:to>
                                        <p:strVal val="visible"/>
                                      </p:to>
                                    </p:set>
                                    <p:animEffect transition="in" filter="wipe(left)">
                                      <p:cBhvr>
                                        <p:cTn id="62" dur="500"/>
                                        <p:tgtEl>
                                          <p:spTgt spid="110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7826"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21513" name="Object 9"/>
          <p:cNvGraphicFramePr/>
          <p:nvPr/>
        </p:nvGraphicFramePr>
        <p:xfrm>
          <a:off x="357188" y="188913"/>
          <a:ext cx="8405812" cy="1063625"/>
        </p:xfrm>
        <a:graphic>
          <a:graphicData uri="http://schemas.openxmlformats.org/presentationml/2006/ole">
            <mc:AlternateContent xmlns:mc="http://schemas.openxmlformats.org/markup-compatibility/2006">
              <mc:Choice xmlns:v="urn:schemas-microsoft-com:vml" Requires="v">
                <p:oleObj spid="_x0000_s64565" name="" r:id="rId1" imgW="3619500" imgH="457200" progId="Equation.DSMT4">
                  <p:embed/>
                </p:oleObj>
              </mc:Choice>
              <mc:Fallback>
                <p:oleObj name="" r:id="rId1" imgW="3619500" imgH="457200" progId="Equation.DSMT4">
                  <p:embed/>
                  <p:pic>
                    <p:nvPicPr>
                      <p:cNvPr id="0" name="图片 3444"/>
                      <p:cNvPicPr/>
                      <p:nvPr/>
                    </p:nvPicPr>
                    <p:blipFill>
                      <a:blip r:embed="rId2"/>
                      <a:stretch>
                        <a:fillRect/>
                      </a:stretch>
                    </p:blipFill>
                    <p:spPr>
                      <a:xfrm>
                        <a:off x="357188" y="188913"/>
                        <a:ext cx="8405812" cy="1063625"/>
                      </a:xfrm>
                      <a:prstGeom prst="rect">
                        <a:avLst/>
                      </a:prstGeom>
                      <a:noFill/>
                      <a:ln w="38100">
                        <a:noFill/>
                        <a:miter/>
                      </a:ln>
                    </p:spPr>
                  </p:pic>
                </p:oleObj>
              </mc:Fallback>
            </mc:AlternateContent>
          </a:graphicData>
        </a:graphic>
      </p:graphicFrame>
      <p:graphicFrame>
        <p:nvGraphicFramePr>
          <p:cNvPr id="21514" name="Object 10"/>
          <p:cNvGraphicFramePr/>
          <p:nvPr/>
        </p:nvGraphicFramePr>
        <p:xfrm>
          <a:off x="985838" y="1339850"/>
          <a:ext cx="6864350" cy="1636713"/>
        </p:xfrm>
        <a:graphic>
          <a:graphicData uri="http://schemas.openxmlformats.org/presentationml/2006/ole">
            <mc:AlternateContent xmlns:mc="http://schemas.openxmlformats.org/markup-compatibility/2006">
              <mc:Choice xmlns:v="urn:schemas-microsoft-com:vml" Requires="v">
                <p:oleObj spid="_x0000_s64566" name="" r:id="rId3" imgW="3035300" imgH="723900" progId="Equation.DSMT4">
                  <p:embed/>
                </p:oleObj>
              </mc:Choice>
              <mc:Fallback>
                <p:oleObj name="" r:id="rId3" imgW="3035300" imgH="723900" progId="Equation.DSMT4">
                  <p:embed/>
                  <p:pic>
                    <p:nvPicPr>
                      <p:cNvPr id="0" name="图片 3435"/>
                      <p:cNvPicPr/>
                      <p:nvPr/>
                    </p:nvPicPr>
                    <p:blipFill>
                      <a:blip r:embed="rId4"/>
                      <a:stretch>
                        <a:fillRect/>
                      </a:stretch>
                    </p:blipFill>
                    <p:spPr>
                      <a:xfrm>
                        <a:off x="985838" y="1339850"/>
                        <a:ext cx="6864350" cy="1636713"/>
                      </a:xfrm>
                      <a:prstGeom prst="rect">
                        <a:avLst/>
                      </a:prstGeom>
                      <a:noFill/>
                      <a:ln w="38100">
                        <a:noFill/>
                        <a:miter/>
                      </a:ln>
                    </p:spPr>
                  </p:pic>
                </p:oleObj>
              </mc:Fallback>
            </mc:AlternateContent>
          </a:graphicData>
        </a:graphic>
      </p:graphicFrame>
      <p:graphicFrame>
        <p:nvGraphicFramePr>
          <p:cNvPr id="21515" name="Object 11"/>
          <p:cNvGraphicFramePr/>
          <p:nvPr/>
        </p:nvGraphicFramePr>
        <p:xfrm>
          <a:off x="539750" y="3140075"/>
          <a:ext cx="3455988" cy="1074738"/>
        </p:xfrm>
        <a:graphic>
          <a:graphicData uri="http://schemas.openxmlformats.org/presentationml/2006/ole">
            <mc:AlternateContent xmlns:mc="http://schemas.openxmlformats.org/markup-compatibility/2006">
              <mc:Choice xmlns:v="urn:schemas-microsoft-com:vml" Requires="v">
                <p:oleObj spid="_x0000_s64567" name="" r:id="rId5" imgW="1473200" imgH="457200" progId="Equation.DSMT4">
                  <p:embed/>
                </p:oleObj>
              </mc:Choice>
              <mc:Fallback>
                <p:oleObj name="" r:id="rId5" imgW="1473200" imgH="457200" progId="Equation.DSMT4">
                  <p:embed/>
                  <p:pic>
                    <p:nvPicPr>
                      <p:cNvPr id="0" name="图片 3449"/>
                      <p:cNvPicPr/>
                      <p:nvPr/>
                    </p:nvPicPr>
                    <p:blipFill>
                      <a:blip r:embed="rId6"/>
                      <a:stretch>
                        <a:fillRect/>
                      </a:stretch>
                    </p:blipFill>
                    <p:spPr>
                      <a:xfrm>
                        <a:off x="539750" y="3140075"/>
                        <a:ext cx="3455988" cy="1074738"/>
                      </a:xfrm>
                      <a:prstGeom prst="rect">
                        <a:avLst/>
                      </a:prstGeom>
                      <a:noFill/>
                      <a:ln w="38100">
                        <a:noFill/>
                        <a:miter/>
                      </a:ln>
                    </p:spPr>
                  </p:pic>
                </p:oleObj>
              </mc:Fallback>
            </mc:AlternateContent>
          </a:graphicData>
        </a:graphic>
      </p:graphicFrame>
      <p:graphicFrame>
        <p:nvGraphicFramePr>
          <p:cNvPr id="21516" name="Object 12"/>
          <p:cNvGraphicFramePr/>
          <p:nvPr/>
        </p:nvGraphicFramePr>
        <p:xfrm>
          <a:off x="484188" y="4437063"/>
          <a:ext cx="8278812" cy="501650"/>
        </p:xfrm>
        <a:graphic>
          <a:graphicData uri="http://schemas.openxmlformats.org/presentationml/2006/ole">
            <mc:AlternateContent xmlns:mc="http://schemas.openxmlformats.org/markup-compatibility/2006">
              <mc:Choice xmlns:v="urn:schemas-microsoft-com:vml" Requires="v">
                <p:oleObj spid="_x0000_s64568" name="" r:id="rId7" imgW="3352800" imgH="203200" progId="Equation.DSMT4">
                  <p:embed/>
                </p:oleObj>
              </mc:Choice>
              <mc:Fallback>
                <p:oleObj name="" r:id="rId7" imgW="3352800" imgH="203200" progId="Equation.DSMT4">
                  <p:embed/>
                  <p:pic>
                    <p:nvPicPr>
                      <p:cNvPr id="0" name="图片 3454"/>
                      <p:cNvPicPr/>
                      <p:nvPr/>
                    </p:nvPicPr>
                    <p:blipFill>
                      <a:blip r:embed="rId8"/>
                      <a:stretch>
                        <a:fillRect/>
                      </a:stretch>
                    </p:blipFill>
                    <p:spPr>
                      <a:xfrm>
                        <a:off x="484188" y="4437063"/>
                        <a:ext cx="8278812" cy="501650"/>
                      </a:xfrm>
                      <a:prstGeom prst="rect">
                        <a:avLst/>
                      </a:prstGeom>
                      <a:noFill/>
                      <a:ln w="38100">
                        <a:noFill/>
                        <a:miter/>
                      </a:ln>
                    </p:spPr>
                  </p:pic>
                </p:oleObj>
              </mc:Fallback>
            </mc:AlternateContent>
          </a:graphicData>
        </a:graphic>
      </p:graphicFrame>
      <p:graphicFrame>
        <p:nvGraphicFramePr>
          <p:cNvPr id="21517" name="Object 13"/>
          <p:cNvGraphicFramePr/>
          <p:nvPr/>
        </p:nvGraphicFramePr>
        <p:xfrm>
          <a:off x="3851275" y="3140075"/>
          <a:ext cx="3187700" cy="1092200"/>
        </p:xfrm>
        <a:graphic>
          <a:graphicData uri="http://schemas.openxmlformats.org/presentationml/2006/ole">
            <mc:AlternateContent xmlns:mc="http://schemas.openxmlformats.org/markup-compatibility/2006">
              <mc:Choice xmlns:v="urn:schemas-microsoft-com:vml" Requires="v">
                <p:oleObj spid="_x0000_s64569" name="" r:id="rId9" imgW="1333500" imgH="457200" progId="Equation.DSMT4">
                  <p:embed/>
                </p:oleObj>
              </mc:Choice>
              <mc:Fallback>
                <p:oleObj name="" r:id="rId9" imgW="1333500" imgH="457200" progId="Equation.DSMT4">
                  <p:embed/>
                  <p:pic>
                    <p:nvPicPr>
                      <p:cNvPr id="0" name="图片 3450"/>
                      <p:cNvPicPr/>
                      <p:nvPr/>
                    </p:nvPicPr>
                    <p:blipFill>
                      <a:blip r:embed="rId10"/>
                      <a:stretch>
                        <a:fillRect/>
                      </a:stretch>
                    </p:blipFill>
                    <p:spPr>
                      <a:xfrm>
                        <a:off x="3851275" y="3140075"/>
                        <a:ext cx="3187700" cy="109220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1513"/>
                                        </p:tgtEl>
                                        <p:attrNameLst>
                                          <p:attrName>style.visibility</p:attrName>
                                        </p:attrNameLst>
                                      </p:cBhvr>
                                      <p:to>
                                        <p:strVal val="visible"/>
                                      </p:to>
                                    </p:set>
                                    <p:anim calcmode="lin" valueType="num">
                                      <p:cBhvr>
                                        <p:cTn id="7" dur="500" fill="hold"/>
                                        <p:tgtEl>
                                          <p:spTgt spid="21513"/>
                                        </p:tgtEl>
                                        <p:attrNameLst>
                                          <p:attrName>ppt_w</p:attrName>
                                        </p:attrNameLst>
                                      </p:cBhvr>
                                      <p:tavLst>
                                        <p:tav tm="0">
                                          <p:val>
                                            <p:fltVal val="0"/>
                                          </p:val>
                                        </p:tav>
                                        <p:tav tm="100000">
                                          <p:val>
                                            <p:strVal val="#ppt_w"/>
                                          </p:val>
                                        </p:tav>
                                      </p:tavLst>
                                    </p:anim>
                                    <p:anim calcmode="lin" valueType="num">
                                      <p:cBhvr>
                                        <p:cTn id="8" dur="500" fill="hold"/>
                                        <p:tgtEl>
                                          <p:spTgt spid="2151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1514"/>
                                        </p:tgtEl>
                                        <p:attrNameLst>
                                          <p:attrName>style.visibility</p:attrName>
                                        </p:attrNameLst>
                                      </p:cBhvr>
                                      <p:to>
                                        <p:strVal val="visible"/>
                                      </p:to>
                                    </p:set>
                                    <p:animEffect transition="in" filter="wipe(up)">
                                      <p:cBhvr>
                                        <p:cTn id="13" dur="500"/>
                                        <p:tgtEl>
                                          <p:spTgt spid="2151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1515"/>
                                        </p:tgtEl>
                                        <p:attrNameLst>
                                          <p:attrName>style.visibility</p:attrName>
                                        </p:attrNameLst>
                                      </p:cBhvr>
                                      <p:to>
                                        <p:strVal val="visible"/>
                                      </p:to>
                                    </p:set>
                                    <p:animEffect transition="in" filter="wipe(left)">
                                      <p:cBhvr>
                                        <p:cTn id="18" dur="500"/>
                                        <p:tgtEl>
                                          <p:spTgt spid="215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1517"/>
                                        </p:tgtEl>
                                        <p:attrNameLst>
                                          <p:attrName>style.visibility</p:attrName>
                                        </p:attrNameLst>
                                      </p:cBhvr>
                                      <p:to>
                                        <p:strVal val="visible"/>
                                      </p:to>
                                    </p:set>
                                    <p:animEffect transition="in" filter="wipe(left)">
                                      <p:cBhvr>
                                        <p:cTn id="23" dur="500"/>
                                        <p:tgtEl>
                                          <p:spTgt spid="215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1516"/>
                                        </p:tgtEl>
                                        <p:attrNameLst>
                                          <p:attrName>style.visibility</p:attrName>
                                        </p:attrNameLst>
                                      </p:cBhvr>
                                      <p:to>
                                        <p:strVal val="visible"/>
                                      </p:to>
                                    </p:set>
                                    <p:animEffect transition="in" filter="wipe(left)">
                                      <p:cBhvr>
                                        <p:cTn id="28" dur="500"/>
                                        <p:tgtEl>
                                          <p:spTgt spid="21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8850" name="灯片编号占位符 3"/>
          <p:cNvSpPr txBox="1">
            <a:spLocks noGrp="1"/>
          </p:cNvSpPr>
          <p:nvPr>
            <p:ph type="sldNum" sz="quarter" idx="12"/>
          </p:nvPr>
        </p:nvSpPr>
        <p:spPr>
          <a:xfrm>
            <a:off x="6553200" y="5727700"/>
            <a:ext cx="1905000" cy="457200"/>
          </a:xfrm>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11616" name="Object 1024"/>
          <p:cNvGraphicFramePr/>
          <p:nvPr/>
        </p:nvGraphicFramePr>
        <p:xfrm>
          <a:off x="915988" y="69850"/>
          <a:ext cx="6592887" cy="479425"/>
        </p:xfrm>
        <a:graphic>
          <a:graphicData uri="http://schemas.openxmlformats.org/presentationml/2006/ole">
            <mc:AlternateContent xmlns:mc="http://schemas.openxmlformats.org/markup-compatibility/2006">
              <mc:Choice xmlns:v="urn:schemas-microsoft-com:vml" Requires="v">
                <p:oleObj spid="_x0000_s65679" name="" r:id="rId1" imgW="2794000" imgH="203200" progId="Equation.DSMT4">
                  <p:embed/>
                </p:oleObj>
              </mc:Choice>
              <mc:Fallback>
                <p:oleObj name="" r:id="rId1" imgW="2794000" imgH="203200" progId="Equation.DSMT4">
                  <p:embed/>
                  <p:pic>
                    <p:nvPicPr>
                      <p:cNvPr id="0" name="图片 3452"/>
                      <p:cNvPicPr/>
                      <p:nvPr/>
                    </p:nvPicPr>
                    <p:blipFill>
                      <a:blip r:embed="rId2"/>
                      <a:stretch>
                        <a:fillRect/>
                      </a:stretch>
                    </p:blipFill>
                    <p:spPr>
                      <a:xfrm>
                        <a:off x="915988" y="69850"/>
                        <a:ext cx="6592887" cy="479425"/>
                      </a:xfrm>
                      <a:prstGeom prst="rect">
                        <a:avLst/>
                      </a:prstGeom>
                      <a:noFill/>
                      <a:ln w="38100">
                        <a:noFill/>
                        <a:miter/>
                      </a:ln>
                    </p:spPr>
                  </p:pic>
                </p:oleObj>
              </mc:Fallback>
            </mc:AlternateContent>
          </a:graphicData>
        </a:graphic>
      </p:graphicFrame>
      <p:graphicFrame>
        <p:nvGraphicFramePr>
          <p:cNvPr id="111617" name="Object 1025"/>
          <p:cNvGraphicFramePr/>
          <p:nvPr/>
        </p:nvGraphicFramePr>
        <p:xfrm>
          <a:off x="2916238" y="1484313"/>
          <a:ext cx="3060700" cy="523875"/>
        </p:xfrm>
        <a:graphic>
          <a:graphicData uri="http://schemas.openxmlformats.org/presentationml/2006/ole">
            <mc:AlternateContent xmlns:mc="http://schemas.openxmlformats.org/markup-compatibility/2006">
              <mc:Choice xmlns:v="urn:schemas-microsoft-com:vml" Requires="v">
                <p:oleObj spid="_x0000_s65680" name="" r:id="rId3" imgW="1409065" imgH="241300" progId="Equation.DSMT4">
                  <p:embed/>
                </p:oleObj>
              </mc:Choice>
              <mc:Fallback>
                <p:oleObj name="" r:id="rId3" imgW="1409065" imgH="241300" progId="Equation.DSMT4">
                  <p:embed/>
                  <p:pic>
                    <p:nvPicPr>
                      <p:cNvPr id="0" name="图片 3464"/>
                      <p:cNvPicPr/>
                      <p:nvPr/>
                    </p:nvPicPr>
                    <p:blipFill>
                      <a:blip r:embed="rId4"/>
                      <a:stretch>
                        <a:fillRect/>
                      </a:stretch>
                    </p:blipFill>
                    <p:spPr>
                      <a:xfrm>
                        <a:off x="2916238" y="1484313"/>
                        <a:ext cx="3060700" cy="523875"/>
                      </a:xfrm>
                      <a:prstGeom prst="rect">
                        <a:avLst/>
                      </a:prstGeom>
                      <a:noFill/>
                      <a:ln w="38100">
                        <a:noFill/>
                        <a:miter/>
                      </a:ln>
                    </p:spPr>
                  </p:pic>
                </p:oleObj>
              </mc:Fallback>
            </mc:AlternateContent>
          </a:graphicData>
        </a:graphic>
      </p:graphicFrame>
      <p:graphicFrame>
        <p:nvGraphicFramePr>
          <p:cNvPr id="111618" name="Object 1026"/>
          <p:cNvGraphicFramePr/>
          <p:nvPr/>
        </p:nvGraphicFramePr>
        <p:xfrm>
          <a:off x="1116013" y="549275"/>
          <a:ext cx="7378700" cy="463550"/>
        </p:xfrm>
        <a:graphic>
          <a:graphicData uri="http://schemas.openxmlformats.org/presentationml/2006/ole">
            <mc:AlternateContent xmlns:mc="http://schemas.openxmlformats.org/markup-compatibility/2006">
              <mc:Choice xmlns:v="urn:schemas-microsoft-com:vml" Requires="v">
                <p:oleObj spid="_x0000_s65681" name="" r:id="rId5" imgW="3223260" imgH="203200" progId="Equation.DSMT4">
                  <p:embed/>
                </p:oleObj>
              </mc:Choice>
              <mc:Fallback>
                <p:oleObj name="" r:id="rId5" imgW="3223260" imgH="203200" progId="Equation.DSMT4">
                  <p:embed/>
                  <p:pic>
                    <p:nvPicPr>
                      <p:cNvPr id="0" name="图片 3469"/>
                      <p:cNvPicPr/>
                      <p:nvPr/>
                    </p:nvPicPr>
                    <p:blipFill>
                      <a:blip r:embed="rId6"/>
                      <a:stretch>
                        <a:fillRect/>
                      </a:stretch>
                    </p:blipFill>
                    <p:spPr>
                      <a:xfrm>
                        <a:off x="1116013" y="549275"/>
                        <a:ext cx="7378700" cy="463550"/>
                      </a:xfrm>
                      <a:prstGeom prst="rect">
                        <a:avLst/>
                      </a:prstGeom>
                      <a:noFill/>
                      <a:ln w="38100">
                        <a:noFill/>
                        <a:miter/>
                      </a:ln>
                    </p:spPr>
                  </p:pic>
                </p:oleObj>
              </mc:Fallback>
            </mc:AlternateContent>
          </a:graphicData>
        </a:graphic>
      </p:graphicFrame>
      <p:graphicFrame>
        <p:nvGraphicFramePr>
          <p:cNvPr id="111619" name="Object 1027"/>
          <p:cNvGraphicFramePr/>
          <p:nvPr/>
        </p:nvGraphicFramePr>
        <p:xfrm>
          <a:off x="685800" y="990600"/>
          <a:ext cx="5287963" cy="508000"/>
        </p:xfrm>
        <a:graphic>
          <a:graphicData uri="http://schemas.openxmlformats.org/presentationml/2006/ole">
            <mc:AlternateContent xmlns:mc="http://schemas.openxmlformats.org/markup-compatibility/2006">
              <mc:Choice xmlns:v="urn:schemas-microsoft-com:vml" Requires="v">
                <p:oleObj spid="_x0000_s65682" name="" r:id="rId7" imgW="2374900" imgH="228600" progId="Equation.DSMT4">
                  <p:embed/>
                </p:oleObj>
              </mc:Choice>
              <mc:Fallback>
                <p:oleObj name="" r:id="rId7" imgW="2374900" imgH="228600" progId="Equation.DSMT4">
                  <p:embed/>
                  <p:pic>
                    <p:nvPicPr>
                      <p:cNvPr id="0" name="图片 3459"/>
                      <p:cNvPicPr/>
                      <p:nvPr/>
                    </p:nvPicPr>
                    <p:blipFill>
                      <a:blip r:embed="rId8"/>
                      <a:stretch>
                        <a:fillRect/>
                      </a:stretch>
                    </p:blipFill>
                    <p:spPr>
                      <a:xfrm>
                        <a:off x="685800" y="990600"/>
                        <a:ext cx="5287963" cy="508000"/>
                      </a:xfrm>
                      <a:prstGeom prst="rect">
                        <a:avLst/>
                      </a:prstGeom>
                      <a:noFill/>
                      <a:ln w="38100">
                        <a:noFill/>
                        <a:miter/>
                      </a:ln>
                    </p:spPr>
                  </p:pic>
                </p:oleObj>
              </mc:Fallback>
            </mc:AlternateContent>
          </a:graphicData>
        </a:graphic>
      </p:graphicFrame>
      <p:graphicFrame>
        <p:nvGraphicFramePr>
          <p:cNvPr id="111621" name="Object 1029"/>
          <p:cNvGraphicFramePr/>
          <p:nvPr/>
        </p:nvGraphicFramePr>
        <p:xfrm>
          <a:off x="611188" y="5716588"/>
          <a:ext cx="4840287" cy="520700"/>
        </p:xfrm>
        <a:graphic>
          <a:graphicData uri="http://schemas.openxmlformats.org/presentationml/2006/ole">
            <mc:AlternateContent xmlns:mc="http://schemas.openxmlformats.org/markup-compatibility/2006">
              <mc:Choice xmlns:v="urn:schemas-microsoft-com:vml" Requires="v">
                <p:oleObj spid="_x0000_s65683" name="" r:id="rId9" imgW="2120900" imgH="228600" progId="Equation.DSMT4">
                  <p:embed/>
                </p:oleObj>
              </mc:Choice>
              <mc:Fallback>
                <p:oleObj name="" r:id="rId9" imgW="2120900" imgH="228600" progId="Equation.DSMT4">
                  <p:embed/>
                  <p:pic>
                    <p:nvPicPr>
                      <p:cNvPr id="0" name="图片 3466"/>
                      <p:cNvPicPr/>
                      <p:nvPr/>
                    </p:nvPicPr>
                    <p:blipFill>
                      <a:blip r:embed="rId10"/>
                      <a:stretch>
                        <a:fillRect/>
                      </a:stretch>
                    </p:blipFill>
                    <p:spPr>
                      <a:xfrm>
                        <a:off x="611188" y="5716588"/>
                        <a:ext cx="4840287" cy="520700"/>
                      </a:xfrm>
                      <a:prstGeom prst="rect">
                        <a:avLst/>
                      </a:prstGeom>
                      <a:noFill/>
                      <a:ln w="38100">
                        <a:noFill/>
                        <a:miter/>
                      </a:ln>
                    </p:spPr>
                  </p:pic>
                </p:oleObj>
              </mc:Fallback>
            </mc:AlternateContent>
          </a:graphicData>
        </a:graphic>
      </p:graphicFrame>
      <p:graphicFrame>
        <p:nvGraphicFramePr>
          <p:cNvPr id="111622" name="Object 1030"/>
          <p:cNvGraphicFramePr/>
          <p:nvPr/>
        </p:nvGraphicFramePr>
        <p:xfrm>
          <a:off x="4140200" y="1987550"/>
          <a:ext cx="3887788" cy="542925"/>
        </p:xfrm>
        <a:graphic>
          <a:graphicData uri="http://schemas.openxmlformats.org/presentationml/2006/ole">
            <mc:AlternateContent xmlns:mc="http://schemas.openxmlformats.org/markup-compatibility/2006">
              <mc:Choice xmlns:v="urn:schemas-microsoft-com:vml" Requires="v">
                <p:oleObj spid="_x0000_s65684" name="" r:id="rId11" imgW="1638300" imgH="228600" progId="Equation.DSMT4">
                  <p:embed/>
                </p:oleObj>
              </mc:Choice>
              <mc:Fallback>
                <p:oleObj name="" r:id="rId11" imgW="1638300" imgH="228600" progId="Equation.DSMT4">
                  <p:embed/>
                  <p:pic>
                    <p:nvPicPr>
                      <p:cNvPr id="0" name="图片 3476"/>
                      <p:cNvPicPr/>
                      <p:nvPr/>
                    </p:nvPicPr>
                    <p:blipFill>
                      <a:blip r:embed="rId12"/>
                      <a:stretch>
                        <a:fillRect/>
                      </a:stretch>
                    </p:blipFill>
                    <p:spPr>
                      <a:xfrm>
                        <a:off x="4140200" y="1987550"/>
                        <a:ext cx="3887788" cy="542925"/>
                      </a:xfrm>
                      <a:prstGeom prst="rect">
                        <a:avLst/>
                      </a:prstGeom>
                      <a:noFill/>
                      <a:ln w="38100">
                        <a:noFill/>
                        <a:miter/>
                      </a:ln>
                    </p:spPr>
                  </p:pic>
                </p:oleObj>
              </mc:Fallback>
            </mc:AlternateContent>
          </a:graphicData>
        </a:graphic>
      </p:graphicFrame>
      <p:graphicFrame>
        <p:nvGraphicFramePr>
          <p:cNvPr id="111623" name="Object 1031"/>
          <p:cNvGraphicFramePr/>
          <p:nvPr/>
        </p:nvGraphicFramePr>
        <p:xfrm>
          <a:off x="611188" y="2635250"/>
          <a:ext cx="2232025" cy="493713"/>
        </p:xfrm>
        <a:graphic>
          <a:graphicData uri="http://schemas.openxmlformats.org/presentationml/2006/ole">
            <mc:AlternateContent xmlns:mc="http://schemas.openxmlformats.org/markup-compatibility/2006">
              <mc:Choice xmlns:v="urn:schemas-microsoft-com:vml" Requires="v">
                <p:oleObj spid="_x0000_s65685" name="" r:id="rId13" imgW="976630" imgH="215900" progId="Equation.DSMT4">
                  <p:embed/>
                </p:oleObj>
              </mc:Choice>
              <mc:Fallback>
                <p:oleObj name="" r:id="rId13" imgW="976630" imgH="215900" progId="Equation.DSMT4">
                  <p:embed/>
                  <p:pic>
                    <p:nvPicPr>
                      <p:cNvPr id="0" name="图片 3474"/>
                      <p:cNvPicPr/>
                      <p:nvPr/>
                    </p:nvPicPr>
                    <p:blipFill>
                      <a:blip r:embed="rId14"/>
                      <a:stretch>
                        <a:fillRect/>
                      </a:stretch>
                    </p:blipFill>
                    <p:spPr>
                      <a:xfrm>
                        <a:off x="611188" y="2635250"/>
                        <a:ext cx="2232025" cy="493713"/>
                      </a:xfrm>
                      <a:prstGeom prst="rect">
                        <a:avLst/>
                      </a:prstGeom>
                      <a:noFill/>
                      <a:ln w="38100">
                        <a:noFill/>
                        <a:miter/>
                      </a:ln>
                    </p:spPr>
                  </p:pic>
                </p:oleObj>
              </mc:Fallback>
            </mc:AlternateContent>
          </a:graphicData>
        </a:graphic>
      </p:graphicFrame>
      <p:graphicFrame>
        <p:nvGraphicFramePr>
          <p:cNvPr id="111624" name="Object 1032"/>
          <p:cNvGraphicFramePr/>
          <p:nvPr/>
        </p:nvGraphicFramePr>
        <p:xfrm>
          <a:off x="2916238" y="2635250"/>
          <a:ext cx="4176712" cy="500063"/>
        </p:xfrm>
        <a:graphic>
          <a:graphicData uri="http://schemas.openxmlformats.org/presentationml/2006/ole">
            <mc:AlternateContent xmlns:mc="http://schemas.openxmlformats.org/markup-compatibility/2006">
              <mc:Choice xmlns:v="urn:schemas-microsoft-com:vml" Requires="v">
                <p:oleObj spid="_x0000_s65686" name="" r:id="rId15" imgW="1800860" imgH="215900" progId="Equation.DSMT4">
                  <p:embed/>
                </p:oleObj>
              </mc:Choice>
              <mc:Fallback>
                <p:oleObj name="" r:id="rId15" imgW="1800860" imgH="215900" progId="Equation.DSMT4">
                  <p:embed/>
                  <p:pic>
                    <p:nvPicPr>
                      <p:cNvPr id="0" name="图片 3475"/>
                      <p:cNvPicPr/>
                      <p:nvPr/>
                    </p:nvPicPr>
                    <p:blipFill>
                      <a:blip r:embed="rId16"/>
                      <a:stretch>
                        <a:fillRect/>
                      </a:stretch>
                    </p:blipFill>
                    <p:spPr>
                      <a:xfrm>
                        <a:off x="2916238" y="2635250"/>
                        <a:ext cx="4176712" cy="500063"/>
                      </a:xfrm>
                      <a:prstGeom prst="rect">
                        <a:avLst/>
                      </a:prstGeom>
                      <a:noFill/>
                      <a:ln w="38100">
                        <a:noFill/>
                        <a:miter/>
                      </a:ln>
                    </p:spPr>
                  </p:pic>
                </p:oleObj>
              </mc:Fallback>
            </mc:AlternateContent>
          </a:graphicData>
        </a:graphic>
      </p:graphicFrame>
      <p:graphicFrame>
        <p:nvGraphicFramePr>
          <p:cNvPr id="111625" name="Object 1033"/>
          <p:cNvGraphicFramePr/>
          <p:nvPr/>
        </p:nvGraphicFramePr>
        <p:xfrm>
          <a:off x="7019925" y="2635250"/>
          <a:ext cx="461963" cy="433388"/>
        </p:xfrm>
        <a:graphic>
          <a:graphicData uri="http://schemas.openxmlformats.org/presentationml/2006/ole">
            <mc:AlternateContent xmlns:mc="http://schemas.openxmlformats.org/markup-compatibility/2006">
              <mc:Choice xmlns:v="urn:schemas-microsoft-com:vml" Requires="v">
                <p:oleObj spid="_x0000_s65687" name="" r:id="rId17" imgW="203200" imgH="190500" progId="Equation.DSMT4">
                  <p:embed/>
                </p:oleObj>
              </mc:Choice>
              <mc:Fallback>
                <p:oleObj name="" r:id="rId17" imgW="203200" imgH="190500" progId="Equation.DSMT4">
                  <p:embed/>
                  <p:pic>
                    <p:nvPicPr>
                      <p:cNvPr id="0" name="图片 3477"/>
                      <p:cNvPicPr/>
                      <p:nvPr/>
                    </p:nvPicPr>
                    <p:blipFill>
                      <a:blip r:embed="rId18"/>
                      <a:stretch>
                        <a:fillRect/>
                      </a:stretch>
                    </p:blipFill>
                    <p:spPr>
                      <a:xfrm>
                        <a:off x="7019925" y="2635250"/>
                        <a:ext cx="461963" cy="433388"/>
                      </a:xfrm>
                      <a:prstGeom prst="rect">
                        <a:avLst/>
                      </a:prstGeom>
                      <a:noFill/>
                      <a:ln w="38100">
                        <a:noFill/>
                        <a:miter/>
                      </a:ln>
                    </p:spPr>
                  </p:pic>
                </p:oleObj>
              </mc:Fallback>
            </mc:AlternateContent>
          </a:graphicData>
        </a:graphic>
      </p:graphicFrame>
      <p:graphicFrame>
        <p:nvGraphicFramePr>
          <p:cNvPr id="111626" name="Object 1034"/>
          <p:cNvGraphicFramePr/>
          <p:nvPr/>
        </p:nvGraphicFramePr>
        <p:xfrm>
          <a:off x="900113" y="3140075"/>
          <a:ext cx="5076825" cy="835025"/>
        </p:xfrm>
        <a:graphic>
          <a:graphicData uri="http://schemas.openxmlformats.org/presentationml/2006/ole">
            <mc:AlternateContent xmlns:mc="http://schemas.openxmlformats.org/markup-compatibility/2006">
              <mc:Choice xmlns:v="urn:schemas-microsoft-com:vml" Requires="v">
                <p:oleObj spid="_x0000_s65688" name="" r:id="rId19" imgW="2564130" imgH="482600" progId="Equation.DSMT4">
                  <p:embed/>
                </p:oleObj>
              </mc:Choice>
              <mc:Fallback>
                <p:oleObj name="" r:id="rId19" imgW="2564130" imgH="482600" progId="Equation.DSMT4">
                  <p:embed/>
                  <p:pic>
                    <p:nvPicPr>
                      <p:cNvPr id="0" name="图片 3463"/>
                      <p:cNvPicPr/>
                      <p:nvPr/>
                    </p:nvPicPr>
                    <p:blipFill>
                      <a:blip r:embed="rId20"/>
                      <a:stretch>
                        <a:fillRect/>
                      </a:stretch>
                    </p:blipFill>
                    <p:spPr>
                      <a:xfrm>
                        <a:off x="900113" y="3140075"/>
                        <a:ext cx="5076825" cy="835025"/>
                      </a:xfrm>
                      <a:prstGeom prst="rect">
                        <a:avLst/>
                      </a:prstGeom>
                      <a:noFill/>
                      <a:ln w="38100">
                        <a:noFill/>
                        <a:miter/>
                      </a:ln>
                    </p:spPr>
                  </p:pic>
                </p:oleObj>
              </mc:Fallback>
            </mc:AlternateContent>
          </a:graphicData>
        </a:graphic>
      </p:graphicFrame>
      <p:graphicFrame>
        <p:nvGraphicFramePr>
          <p:cNvPr id="111627" name="Object 1035"/>
          <p:cNvGraphicFramePr/>
          <p:nvPr/>
        </p:nvGraphicFramePr>
        <p:xfrm>
          <a:off x="539750" y="4205288"/>
          <a:ext cx="3600450" cy="498475"/>
        </p:xfrm>
        <a:graphic>
          <a:graphicData uri="http://schemas.openxmlformats.org/presentationml/2006/ole">
            <mc:AlternateContent xmlns:mc="http://schemas.openxmlformats.org/markup-compatibility/2006">
              <mc:Choice xmlns:v="urn:schemas-microsoft-com:vml" Requires="v">
                <p:oleObj spid="_x0000_s65689" name="" r:id="rId21" imgW="1560195" imgH="215900" progId="Equation.DSMT4">
                  <p:embed/>
                </p:oleObj>
              </mc:Choice>
              <mc:Fallback>
                <p:oleObj name="" r:id="rId21" imgW="1560195" imgH="215900" progId="Equation.DSMT4">
                  <p:embed/>
                  <p:pic>
                    <p:nvPicPr>
                      <p:cNvPr id="0" name="图片 3478"/>
                      <p:cNvPicPr/>
                      <p:nvPr/>
                    </p:nvPicPr>
                    <p:blipFill>
                      <a:blip r:embed="rId22"/>
                      <a:stretch>
                        <a:fillRect/>
                      </a:stretch>
                    </p:blipFill>
                    <p:spPr>
                      <a:xfrm>
                        <a:off x="539750" y="4205288"/>
                        <a:ext cx="3600450" cy="498475"/>
                      </a:xfrm>
                      <a:prstGeom prst="rect">
                        <a:avLst/>
                      </a:prstGeom>
                      <a:noFill/>
                      <a:ln w="38100">
                        <a:noFill/>
                        <a:miter/>
                      </a:ln>
                    </p:spPr>
                  </p:pic>
                </p:oleObj>
              </mc:Fallback>
            </mc:AlternateContent>
          </a:graphicData>
        </a:graphic>
      </p:graphicFrame>
      <p:graphicFrame>
        <p:nvGraphicFramePr>
          <p:cNvPr id="111628" name="Object 1036"/>
          <p:cNvGraphicFramePr/>
          <p:nvPr/>
        </p:nvGraphicFramePr>
        <p:xfrm>
          <a:off x="4140200" y="4033838"/>
          <a:ext cx="4479925" cy="835025"/>
        </p:xfrm>
        <a:graphic>
          <a:graphicData uri="http://schemas.openxmlformats.org/presentationml/2006/ole">
            <mc:AlternateContent xmlns:mc="http://schemas.openxmlformats.org/markup-compatibility/2006">
              <mc:Choice xmlns:v="urn:schemas-microsoft-com:vml" Requires="v">
                <p:oleObj spid="_x0000_s65690" name="" r:id="rId23" imgW="2171700" imgH="469900" progId="Equation.DSMT4">
                  <p:embed/>
                </p:oleObj>
              </mc:Choice>
              <mc:Fallback>
                <p:oleObj name="" r:id="rId23" imgW="2171700" imgH="469900" progId="Equation.DSMT4">
                  <p:embed/>
                  <p:pic>
                    <p:nvPicPr>
                      <p:cNvPr id="0" name="图片 3470"/>
                      <p:cNvPicPr/>
                      <p:nvPr/>
                    </p:nvPicPr>
                    <p:blipFill>
                      <a:blip r:embed="rId24"/>
                      <a:stretch>
                        <a:fillRect/>
                      </a:stretch>
                    </p:blipFill>
                    <p:spPr>
                      <a:xfrm>
                        <a:off x="4140200" y="4033838"/>
                        <a:ext cx="4479925" cy="835025"/>
                      </a:xfrm>
                      <a:prstGeom prst="rect">
                        <a:avLst/>
                      </a:prstGeom>
                      <a:noFill/>
                      <a:ln w="38100">
                        <a:noFill/>
                        <a:miter/>
                      </a:ln>
                    </p:spPr>
                  </p:pic>
                </p:oleObj>
              </mc:Fallback>
            </mc:AlternateContent>
          </a:graphicData>
        </a:graphic>
      </p:graphicFrame>
      <p:graphicFrame>
        <p:nvGraphicFramePr>
          <p:cNvPr id="111629" name="Object 1037"/>
          <p:cNvGraphicFramePr/>
          <p:nvPr/>
        </p:nvGraphicFramePr>
        <p:xfrm>
          <a:off x="539750" y="5068888"/>
          <a:ext cx="4899025" cy="493712"/>
        </p:xfrm>
        <a:graphic>
          <a:graphicData uri="http://schemas.openxmlformats.org/presentationml/2006/ole">
            <mc:AlternateContent xmlns:mc="http://schemas.openxmlformats.org/markup-compatibility/2006">
              <mc:Choice xmlns:v="urn:schemas-microsoft-com:vml" Requires="v">
                <p:oleObj spid="_x0000_s65691" name="" r:id="rId25" imgW="2143760" imgH="215900" progId="Equation.DSMT4">
                  <p:embed/>
                </p:oleObj>
              </mc:Choice>
              <mc:Fallback>
                <p:oleObj name="" r:id="rId25" imgW="2143760" imgH="215900" progId="Equation.DSMT4">
                  <p:embed/>
                  <p:pic>
                    <p:nvPicPr>
                      <p:cNvPr id="0" name="图片 3465"/>
                      <p:cNvPicPr/>
                      <p:nvPr/>
                    </p:nvPicPr>
                    <p:blipFill>
                      <a:blip r:embed="rId26"/>
                      <a:stretch>
                        <a:fillRect/>
                      </a:stretch>
                    </p:blipFill>
                    <p:spPr>
                      <a:xfrm>
                        <a:off x="539750" y="5068888"/>
                        <a:ext cx="4899025" cy="493712"/>
                      </a:xfrm>
                      <a:prstGeom prst="rect">
                        <a:avLst/>
                      </a:prstGeom>
                      <a:noFill/>
                      <a:ln w="38100">
                        <a:noFill/>
                        <a:miter/>
                      </a:ln>
                    </p:spPr>
                  </p:pic>
                </p:oleObj>
              </mc:Fallback>
            </mc:AlternateContent>
          </a:graphicData>
        </a:graphic>
      </p:graphicFrame>
      <p:graphicFrame>
        <p:nvGraphicFramePr>
          <p:cNvPr id="111630" name="Object 1038"/>
          <p:cNvGraphicFramePr/>
          <p:nvPr/>
        </p:nvGraphicFramePr>
        <p:xfrm>
          <a:off x="611188" y="1987550"/>
          <a:ext cx="3467100" cy="482600"/>
        </p:xfrm>
        <a:graphic>
          <a:graphicData uri="http://schemas.openxmlformats.org/presentationml/2006/ole">
            <mc:AlternateContent xmlns:mc="http://schemas.openxmlformats.org/markup-compatibility/2006">
              <mc:Choice xmlns:v="urn:schemas-microsoft-com:vml" Requires="v">
                <p:oleObj spid="_x0000_s65692" name="" r:id="rId27" imgW="1459230" imgH="203200" progId="Equation.DSMT4">
                  <p:embed/>
                </p:oleObj>
              </mc:Choice>
              <mc:Fallback>
                <p:oleObj name="" r:id="rId27" imgW="1459230" imgH="203200" progId="Equation.DSMT4">
                  <p:embed/>
                  <p:pic>
                    <p:nvPicPr>
                      <p:cNvPr id="0" name="图片 3458"/>
                      <p:cNvPicPr/>
                      <p:nvPr/>
                    </p:nvPicPr>
                    <p:blipFill>
                      <a:blip r:embed="rId28"/>
                      <a:stretch>
                        <a:fillRect/>
                      </a:stretch>
                    </p:blipFill>
                    <p:spPr>
                      <a:xfrm>
                        <a:off x="611188" y="1987550"/>
                        <a:ext cx="3467100" cy="48260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1616"/>
                                        </p:tgtEl>
                                        <p:attrNameLst>
                                          <p:attrName>style.visibility</p:attrName>
                                        </p:attrNameLst>
                                      </p:cBhvr>
                                      <p:to>
                                        <p:strVal val="visible"/>
                                      </p:to>
                                    </p:set>
                                    <p:animEffect transition="in" filter="wipe(left)">
                                      <p:cBhvr>
                                        <p:cTn id="7" dur="500"/>
                                        <p:tgtEl>
                                          <p:spTgt spid="1116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1618"/>
                                        </p:tgtEl>
                                        <p:attrNameLst>
                                          <p:attrName>style.visibility</p:attrName>
                                        </p:attrNameLst>
                                      </p:cBhvr>
                                      <p:to>
                                        <p:strVal val="visible"/>
                                      </p:to>
                                    </p:set>
                                    <p:animEffect transition="in" filter="wipe(left)">
                                      <p:cBhvr>
                                        <p:cTn id="12" dur="500"/>
                                        <p:tgtEl>
                                          <p:spTgt spid="1116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1619"/>
                                        </p:tgtEl>
                                        <p:attrNameLst>
                                          <p:attrName>style.visibility</p:attrName>
                                        </p:attrNameLst>
                                      </p:cBhvr>
                                      <p:to>
                                        <p:strVal val="visible"/>
                                      </p:to>
                                    </p:set>
                                    <p:animEffect transition="in" filter="wipe(left)">
                                      <p:cBhvr>
                                        <p:cTn id="17" dur="500"/>
                                        <p:tgtEl>
                                          <p:spTgt spid="111619"/>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11617"/>
                                        </p:tgtEl>
                                        <p:attrNameLst>
                                          <p:attrName>style.visibility</p:attrName>
                                        </p:attrNameLst>
                                      </p:cBhvr>
                                      <p:to>
                                        <p:strVal val="visible"/>
                                      </p:to>
                                    </p:set>
                                    <p:animEffect transition="in" filter="wipe(left)">
                                      <p:cBhvr>
                                        <p:cTn id="21" dur="500"/>
                                        <p:tgtEl>
                                          <p:spTgt spid="1116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11630"/>
                                        </p:tgtEl>
                                        <p:attrNameLst>
                                          <p:attrName>style.visibility</p:attrName>
                                        </p:attrNameLst>
                                      </p:cBhvr>
                                      <p:to>
                                        <p:strVal val="visible"/>
                                      </p:to>
                                    </p:set>
                                    <p:animEffect transition="in" filter="wipe(left)">
                                      <p:cBhvr>
                                        <p:cTn id="26" dur="500"/>
                                        <p:tgtEl>
                                          <p:spTgt spid="11163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11622"/>
                                        </p:tgtEl>
                                        <p:attrNameLst>
                                          <p:attrName>style.visibility</p:attrName>
                                        </p:attrNameLst>
                                      </p:cBhvr>
                                      <p:to>
                                        <p:strVal val="visible"/>
                                      </p:to>
                                    </p:set>
                                    <p:animEffect transition="in" filter="wipe(left)">
                                      <p:cBhvr>
                                        <p:cTn id="31" dur="500"/>
                                        <p:tgtEl>
                                          <p:spTgt spid="11162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11623"/>
                                        </p:tgtEl>
                                        <p:attrNameLst>
                                          <p:attrName>style.visibility</p:attrName>
                                        </p:attrNameLst>
                                      </p:cBhvr>
                                      <p:to>
                                        <p:strVal val="visible"/>
                                      </p:to>
                                    </p:set>
                                    <p:animEffect transition="in" filter="wipe(left)">
                                      <p:cBhvr>
                                        <p:cTn id="36" dur="500"/>
                                        <p:tgtEl>
                                          <p:spTgt spid="11162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11624"/>
                                        </p:tgtEl>
                                        <p:attrNameLst>
                                          <p:attrName>style.visibility</p:attrName>
                                        </p:attrNameLst>
                                      </p:cBhvr>
                                      <p:to>
                                        <p:strVal val="visible"/>
                                      </p:to>
                                    </p:set>
                                    <p:animEffect transition="in" filter="wipe(left)">
                                      <p:cBhvr>
                                        <p:cTn id="41" dur="500"/>
                                        <p:tgtEl>
                                          <p:spTgt spid="11162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11625"/>
                                        </p:tgtEl>
                                        <p:attrNameLst>
                                          <p:attrName>style.visibility</p:attrName>
                                        </p:attrNameLst>
                                      </p:cBhvr>
                                      <p:to>
                                        <p:strVal val="visible"/>
                                      </p:to>
                                    </p:set>
                                    <p:animEffect transition="in" filter="wipe(left)">
                                      <p:cBhvr>
                                        <p:cTn id="46" dur="500"/>
                                        <p:tgtEl>
                                          <p:spTgt spid="111625"/>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111626"/>
                                        </p:tgtEl>
                                        <p:attrNameLst>
                                          <p:attrName>style.visibility</p:attrName>
                                        </p:attrNameLst>
                                      </p:cBhvr>
                                      <p:to>
                                        <p:strVal val="visible"/>
                                      </p:to>
                                    </p:set>
                                    <p:animEffect transition="in" filter="wipe(left)">
                                      <p:cBhvr>
                                        <p:cTn id="50" dur="500"/>
                                        <p:tgtEl>
                                          <p:spTgt spid="11162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11627"/>
                                        </p:tgtEl>
                                        <p:attrNameLst>
                                          <p:attrName>style.visibility</p:attrName>
                                        </p:attrNameLst>
                                      </p:cBhvr>
                                      <p:to>
                                        <p:strVal val="visible"/>
                                      </p:to>
                                    </p:set>
                                    <p:animEffect transition="in" filter="wipe(left)">
                                      <p:cBhvr>
                                        <p:cTn id="55" dur="500"/>
                                        <p:tgtEl>
                                          <p:spTgt spid="111627"/>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11628"/>
                                        </p:tgtEl>
                                        <p:attrNameLst>
                                          <p:attrName>style.visibility</p:attrName>
                                        </p:attrNameLst>
                                      </p:cBhvr>
                                      <p:to>
                                        <p:strVal val="visible"/>
                                      </p:to>
                                    </p:set>
                                    <p:animEffect transition="in" filter="wipe(left)">
                                      <p:cBhvr>
                                        <p:cTn id="60" dur="500"/>
                                        <p:tgtEl>
                                          <p:spTgt spid="111628"/>
                                        </p:tgtEl>
                                      </p:cBhvr>
                                    </p:animEffec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111629"/>
                                        </p:tgtEl>
                                        <p:attrNameLst>
                                          <p:attrName>style.visibility</p:attrName>
                                        </p:attrNameLst>
                                      </p:cBhvr>
                                      <p:to>
                                        <p:strVal val="visible"/>
                                      </p:to>
                                    </p:set>
                                    <p:animEffect transition="in" filter="wipe(left)">
                                      <p:cBhvr>
                                        <p:cTn id="64" dur="500"/>
                                        <p:tgtEl>
                                          <p:spTgt spid="11162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11621"/>
                                        </p:tgtEl>
                                        <p:attrNameLst>
                                          <p:attrName>style.visibility</p:attrName>
                                        </p:attrNameLst>
                                      </p:cBhvr>
                                      <p:to>
                                        <p:strVal val="visible"/>
                                      </p:to>
                                    </p:set>
                                    <p:animEffect transition="in" filter="wipe(left)">
                                      <p:cBhvr>
                                        <p:cTn id="69" dur="500"/>
                                        <p:tgtEl>
                                          <p:spTgt spid="111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9874" name="灯片编号占位符 4"/>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zh-CN" sz="1400" dirty="0"/>
            </a:fld>
            <a:endParaRPr lang="zh-CN" altLang="zh-CN" sz="1400" dirty="0"/>
          </a:p>
        </p:txBody>
      </p:sp>
      <p:sp>
        <p:nvSpPr>
          <p:cNvPr id="4100" name="Rectangle 4"/>
          <p:cNvSpPr>
            <a:spLocks noGrp="1"/>
          </p:cNvSpPr>
          <p:nvPr>
            <p:ph type="title"/>
          </p:nvPr>
        </p:nvSpPr>
        <p:spPr>
          <a:xfrm>
            <a:off x="457200" y="0"/>
            <a:ext cx="8229600" cy="533400"/>
          </a:xfrm>
        </p:spPr>
        <p:txBody>
          <a:bodyPr vert="horz" wrap="square" lIns="91440" tIns="45720" rIns="91440" bIns="45720" anchor="ctr" anchorCtr="0"/>
          <a:lstStyle/>
          <a:p>
            <a:pPr algn="l" eaLnBrk="1" hangingPunct="1"/>
            <a:r>
              <a:rPr lang="zh-CN" altLang="en-US" sz="3200" b="1" dirty="0">
                <a:solidFill>
                  <a:srgbClr val="FF00FF"/>
                </a:solidFill>
                <a:latin typeface="宋体" pitchFamily="2" charset="-122"/>
              </a:rPr>
              <a:t>雅可比符号</a:t>
            </a:r>
            <a:endParaRPr lang="zh-CN" altLang="en-US" sz="3200" b="1" dirty="0">
              <a:solidFill>
                <a:srgbClr val="FF00FF"/>
              </a:solidFill>
              <a:latin typeface="宋体" pitchFamily="2" charset="-122"/>
            </a:endParaRPr>
          </a:p>
        </p:txBody>
      </p:sp>
      <p:graphicFrame>
        <p:nvGraphicFramePr>
          <p:cNvPr id="4101" name="Object 5"/>
          <p:cNvGraphicFramePr/>
          <p:nvPr/>
        </p:nvGraphicFramePr>
        <p:xfrm>
          <a:off x="76200" y="404813"/>
          <a:ext cx="8943975" cy="2109787"/>
        </p:xfrm>
        <a:graphic>
          <a:graphicData uri="http://schemas.openxmlformats.org/presentationml/2006/ole">
            <mc:AlternateContent xmlns:mc="http://schemas.openxmlformats.org/markup-compatibility/2006">
              <mc:Choice xmlns:v="urn:schemas-microsoft-com:vml" Requires="v">
                <p:oleObj spid="_x0000_s66603" name="" r:id="rId1" imgW="3835400" imgH="1181100" progId="Equation.DSMT4">
                  <p:embed/>
                </p:oleObj>
              </mc:Choice>
              <mc:Fallback>
                <p:oleObj name="" r:id="rId1" imgW="3835400" imgH="1181100" progId="Equation.DSMT4">
                  <p:embed/>
                  <p:pic>
                    <p:nvPicPr>
                      <p:cNvPr id="0" name="图片 3467"/>
                      <p:cNvPicPr/>
                      <p:nvPr/>
                    </p:nvPicPr>
                    <p:blipFill>
                      <a:blip r:embed="rId2"/>
                      <a:stretch>
                        <a:fillRect/>
                      </a:stretch>
                    </p:blipFill>
                    <p:spPr>
                      <a:xfrm>
                        <a:off x="76200" y="404813"/>
                        <a:ext cx="8943975" cy="2109787"/>
                      </a:xfrm>
                      <a:prstGeom prst="rect">
                        <a:avLst/>
                      </a:prstGeom>
                      <a:noFill/>
                      <a:ln w="38100">
                        <a:noFill/>
                        <a:miter/>
                      </a:ln>
                    </p:spPr>
                  </p:pic>
                </p:oleObj>
              </mc:Fallback>
            </mc:AlternateContent>
          </a:graphicData>
        </a:graphic>
      </p:graphicFrame>
      <p:graphicFrame>
        <p:nvGraphicFramePr>
          <p:cNvPr id="4102" name="Object 6"/>
          <p:cNvGraphicFramePr/>
          <p:nvPr/>
        </p:nvGraphicFramePr>
        <p:xfrm>
          <a:off x="517525" y="2568575"/>
          <a:ext cx="7559675" cy="1927225"/>
        </p:xfrm>
        <a:graphic>
          <a:graphicData uri="http://schemas.openxmlformats.org/presentationml/2006/ole">
            <mc:AlternateContent xmlns:mc="http://schemas.openxmlformats.org/markup-compatibility/2006">
              <mc:Choice xmlns:v="urn:schemas-microsoft-com:vml" Requires="v">
                <p:oleObj spid="_x0000_s66604" name="" r:id="rId3" imgW="3505200" imgH="965200" progId="Equation.DSMT4">
                  <p:embed/>
                </p:oleObj>
              </mc:Choice>
              <mc:Fallback>
                <p:oleObj name="" r:id="rId3" imgW="3505200" imgH="965200" progId="Equation.DSMT4">
                  <p:embed/>
                  <p:pic>
                    <p:nvPicPr>
                      <p:cNvPr id="0" name="图片 3460"/>
                      <p:cNvPicPr/>
                      <p:nvPr/>
                    </p:nvPicPr>
                    <p:blipFill>
                      <a:blip r:embed="rId4"/>
                      <a:stretch>
                        <a:fillRect/>
                      </a:stretch>
                    </p:blipFill>
                    <p:spPr>
                      <a:xfrm>
                        <a:off x="517525" y="2568575"/>
                        <a:ext cx="7559675" cy="1927225"/>
                      </a:xfrm>
                      <a:prstGeom prst="rect">
                        <a:avLst/>
                      </a:prstGeom>
                      <a:noFill/>
                      <a:ln w="38100">
                        <a:noFill/>
                        <a:miter/>
                      </a:ln>
                    </p:spPr>
                  </p:pic>
                </p:oleObj>
              </mc:Fallback>
            </mc:AlternateContent>
          </a:graphicData>
        </a:graphic>
      </p:graphicFrame>
      <p:graphicFrame>
        <p:nvGraphicFramePr>
          <p:cNvPr id="4103" name="Object 7"/>
          <p:cNvGraphicFramePr/>
          <p:nvPr/>
        </p:nvGraphicFramePr>
        <p:xfrm>
          <a:off x="701675" y="5454650"/>
          <a:ext cx="5089525" cy="946150"/>
        </p:xfrm>
        <a:graphic>
          <a:graphicData uri="http://schemas.openxmlformats.org/presentationml/2006/ole">
            <mc:AlternateContent xmlns:mc="http://schemas.openxmlformats.org/markup-compatibility/2006">
              <mc:Choice xmlns:v="urn:schemas-microsoft-com:vml" Requires="v">
                <p:oleObj spid="_x0000_s66605" name="" r:id="rId5" imgW="2235200" imgH="469900" progId="Equation.DSMT4">
                  <p:embed/>
                </p:oleObj>
              </mc:Choice>
              <mc:Fallback>
                <p:oleObj name="" r:id="rId5" imgW="2235200" imgH="469900" progId="Equation.DSMT4">
                  <p:embed/>
                  <p:pic>
                    <p:nvPicPr>
                      <p:cNvPr id="0" name="图片 3468"/>
                      <p:cNvPicPr/>
                      <p:nvPr/>
                    </p:nvPicPr>
                    <p:blipFill>
                      <a:blip r:embed="rId6"/>
                      <a:stretch>
                        <a:fillRect/>
                      </a:stretch>
                    </p:blipFill>
                    <p:spPr>
                      <a:xfrm>
                        <a:off x="701675" y="5454650"/>
                        <a:ext cx="5089525" cy="946150"/>
                      </a:xfrm>
                      <a:prstGeom prst="rect">
                        <a:avLst/>
                      </a:prstGeom>
                      <a:noFill/>
                      <a:ln w="38100">
                        <a:noFill/>
                        <a:miter/>
                      </a:ln>
                    </p:spPr>
                  </p:pic>
                </p:oleObj>
              </mc:Fallback>
            </mc:AlternateContent>
          </a:graphicData>
        </a:graphic>
      </p:graphicFrame>
      <p:graphicFrame>
        <p:nvGraphicFramePr>
          <p:cNvPr id="4104" name="Object 8"/>
          <p:cNvGraphicFramePr/>
          <p:nvPr/>
        </p:nvGraphicFramePr>
        <p:xfrm>
          <a:off x="717550" y="4468813"/>
          <a:ext cx="4768850" cy="941387"/>
        </p:xfrm>
        <a:graphic>
          <a:graphicData uri="http://schemas.openxmlformats.org/presentationml/2006/ole">
            <mc:AlternateContent xmlns:mc="http://schemas.openxmlformats.org/markup-compatibility/2006">
              <mc:Choice xmlns:v="urn:schemas-microsoft-com:vml" Requires="v">
                <p:oleObj spid="_x0000_s66606" name="" r:id="rId7" imgW="2158365" imgH="482600" progId="Equation.DSMT4">
                  <p:embed/>
                </p:oleObj>
              </mc:Choice>
              <mc:Fallback>
                <p:oleObj name="" r:id="rId7" imgW="2158365" imgH="482600" progId="Equation.DSMT4">
                  <p:embed/>
                  <p:pic>
                    <p:nvPicPr>
                      <p:cNvPr id="0" name="图片 3471"/>
                      <p:cNvPicPr/>
                      <p:nvPr/>
                    </p:nvPicPr>
                    <p:blipFill>
                      <a:blip r:embed="rId8"/>
                      <a:stretch>
                        <a:fillRect/>
                      </a:stretch>
                    </p:blipFill>
                    <p:spPr>
                      <a:xfrm>
                        <a:off x="717550" y="4468813"/>
                        <a:ext cx="4768850" cy="941387"/>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00"/>
                                        </p:tgtEl>
                                        <p:attrNameLst>
                                          <p:attrName>style.visibility</p:attrName>
                                        </p:attrNameLst>
                                      </p:cBhvr>
                                      <p:to>
                                        <p:strVal val="visible"/>
                                      </p:to>
                                    </p:set>
                                    <p:animEffect transition="in" filter="wipe(left)">
                                      <p:cBhvr>
                                        <p:cTn id="7" dur="500"/>
                                        <p:tgtEl>
                                          <p:spTgt spid="410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101"/>
                                        </p:tgtEl>
                                        <p:attrNameLst>
                                          <p:attrName>style.visibility</p:attrName>
                                        </p:attrNameLst>
                                      </p:cBhvr>
                                      <p:to>
                                        <p:strVal val="visible"/>
                                      </p:to>
                                    </p:set>
                                    <p:animEffect transition="in" filter="wipe(left)">
                                      <p:cBhvr>
                                        <p:cTn id="12" dur="500"/>
                                        <p:tgtEl>
                                          <p:spTgt spid="4101"/>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4102"/>
                                        </p:tgtEl>
                                        <p:attrNameLst>
                                          <p:attrName>style.visibility</p:attrName>
                                        </p:attrNameLst>
                                      </p:cBhvr>
                                      <p:to>
                                        <p:strVal val="visible"/>
                                      </p:to>
                                    </p:set>
                                    <p:animEffect transition="in" filter="wedge">
                                      <p:cBhvr>
                                        <p:cTn id="17" dur="1000"/>
                                        <p:tgtEl>
                                          <p:spTgt spid="410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104"/>
                                        </p:tgtEl>
                                        <p:attrNameLst>
                                          <p:attrName>style.visibility</p:attrName>
                                        </p:attrNameLst>
                                      </p:cBhvr>
                                      <p:to>
                                        <p:strVal val="visible"/>
                                      </p:to>
                                    </p:set>
                                    <p:animEffect transition="in" filter="wipe(left)">
                                      <p:cBhvr>
                                        <p:cTn id="22" dur="500"/>
                                        <p:tgtEl>
                                          <p:spTgt spid="410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103"/>
                                        </p:tgtEl>
                                        <p:attrNameLst>
                                          <p:attrName>style.visibility</p:attrName>
                                        </p:attrNameLst>
                                      </p:cBhvr>
                                      <p:to>
                                        <p:strVal val="visible"/>
                                      </p:to>
                                    </p:set>
                                    <p:animEffect transition="in" filter="wipe(left)">
                                      <p:cBhvr>
                                        <p:cTn id="27" dur="500"/>
                                        <p:tgtEl>
                                          <p:spTgt spid="4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p:bldLst>
  </p:timing>
</p:sld>
</file>

<file path=ppt/slides/slide7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0898"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zh-CN" sz="1400" dirty="0"/>
            </a:fld>
            <a:endParaRPr lang="zh-CN" altLang="zh-CN" sz="1400" dirty="0"/>
          </a:p>
        </p:txBody>
      </p:sp>
      <p:graphicFrame>
        <p:nvGraphicFramePr>
          <p:cNvPr id="6148" name="Object 4"/>
          <p:cNvGraphicFramePr/>
          <p:nvPr/>
        </p:nvGraphicFramePr>
        <p:xfrm>
          <a:off x="533400" y="152400"/>
          <a:ext cx="6553200" cy="519113"/>
        </p:xfrm>
        <a:graphic>
          <a:graphicData uri="http://schemas.openxmlformats.org/presentationml/2006/ole">
            <mc:AlternateContent xmlns:mc="http://schemas.openxmlformats.org/markup-compatibility/2006">
              <mc:Choice xmlns:v="urn:schemas-microsoft-com:vml" Requires="v">
                <p:oleObj spid="_x0000_s67627" name="" r:id="rId1" imgW="2713990" imgH="215900" progId="Equation.DSMT4">
                  <p:embed/>
                </p:oleObj>
              </mc:Choice>
              <mc:Fallback>
                <p:oleObj name="" r:id="rId1" imgW="2713990" imgH="215900" progId="Equation.DSMT4">
                  <p:embed/>
                  <p:pic>
                    <p:nvPicPr>
                      <p:cNvPr id="0" name="图片 3461"/>
                      <p:cNvPicPr/>
                      <p:nvPr/>
                    </p:nvPicPr>
                    <p:blipFill>
                      <a:blip r:embed="rId2"/>
                      <a:stretch>
                        <a:fillRect/>
                      </a:stretch>
                    </p:blipFill>
                    <p:spPr>
                      <a:xfrm>
                        <a:off x="533400" y="152400"/>
                        <a:ext cx="6553200" cy="519113"/>
                      </a:xfrm>
                      <a:prstGeom prst="rect">
                        <a:avLst/>
                      </a:prstGeom>
                      <a:noFill/>
                      <a:ln w="38100">
                        <a:noFill/>
                        <a:miter/>
                      </a:ln>
                    </p:spPr>
                  </p:pic>
                </p:oleObj>
              </mc:Fallback>
            </mc:AlternateContent>
          </a:graphicData>
        </a:graphic>
      </p:graphicFrame>
      <p:graphicFrame>
        <p:nvGraphicFramePr>
          <p:cNvPr id="6149" name="Object 5"/>
          <p:cNvGraphicFramePr/>
          <p:nvPr/>
        </p:nvGraphicFramePr>
        <p:xfrm>
          <a:off x="1141413" y="762000"/>
          <a:ext cx="7364412" cy="1573213"/>
        </p:xfrm>
        <a:graphic>
          <a:graphicData uri="http://schemas.openxmlformats.org/presentationml/2006/ole">
            <mc:AlternateContent xmlns:mc="http://schemas.openxmlformats.org/markup-compatibility/2006">
              <mc:Choice xmlns:v="urn:schemas-microsoft-com:vml" Requires="v">
                <p:oleObj spid="_x0000_s67628" name="" r:id="rId3" imgW="3149600" imgH="673100" progId="Equation.DSMT4">
                  <p:embed/>
                </p:oleObj>
              </mc:Choice>
              <mc:Fallback>
                <p:oleObj name="" r:id="rId3" imgW="3149600" imgH="673100" progId="Equation.DSMT4">
                  <p:embed/>
                  <p:pic>
                    <p:nvPicPr>
                      <p:cNvPr id="0" name="图片 3472"/>
                      <p:cNvPicPr/>
                      <p:nvPr/>
                    </p:nvPicPr>
                    <p:blipFill>
                      <a:blip r:embed="rId4"/>
                      <a:stretch>
                        <a:fillRect/>
                      </a:stretch>
                    </p:blipFill>
                    <p:spPr>
                      <a:xfrm>
                        <a:off x="1141413" y="762000"/>
                        <a:ext cx="7364412" cy="1573213"/>
                      </a:xfrm>
                      <a:prstGeom prst="rect">
                        <a:avLst/>
                      </a:prstGeom>
                      <a:noFill/>
                      <a:ln w="38100">
                        <a:noFill/>
                        <a:miter/>
                      </a:ln>
                    </p:spPr>
                  </p:pic>
                </p:oleObj>
              </mc:Fallback>
            </mc:AlternateContent>
          </a:graphicData>
        </a:graphic>
      </p:graphicFrame>
      <p:graphicFrame>
        <p:nvGraphicFramePr>
          <p:cNvPr id="6150" name="Object 6"/>
          <p:cNvGraphicFramePr/>
          <p:nvPr/>
        </p:nvGraphicFramePr>
        <p:xfrm>
          <a:off x="228600" y="2362200"/>
          <a:ext cx="8351838" cy="1674813"/>
        </p:xfrm>
        <a:graphic>
          <a:graphicData uri="http://schemas.openxmlformats.org/presentationml/2006/ole">
            <mc:AlternateContent xmlns:mc="http://schemas.openxmlformats.org/markup-compatibility/2006">
              <mc:Choice xmlns:v="urn:schemas-microsoft-com:vml" Requires="v">
                <p:oleObj spid="_x0000_s67629" name="" r:id="rId5" imgW="3415030" imgH="711200" progId="Equation.DSMT4">
                  <p:embed/>
                </p:oleObj>
              </mc:Choice>
              <mc:Fallback>
                <p:oleObj name="" r:id="rId5" imgW="3415030" imgH="711200" progId="Equation.DSMT4">
                  <p:embed/>
                  <p:pic>
                    <p:nvPicPr>
                      <p:cNvPr id="0" name="图片 3462"/>
                      <p:cNvPicPr/>
                      <p:nvPr/>
                    </p:nvPicPr>
                    <p:blipFill>
                      <a:blip r:embed="rId6"/>
                      <a:stretch>
                        <a:fillRect/>
                      </a:stretch>
                    </p:blipFill>
                    <p:spPr>
                      <a:xfrm>
                        <a:off x="228600" y="2362200"/>
                        <a:ext cx="8351838" cy="1674813"/>
                      </a:xfrm>
                      <a:prstGeom prst="rect">
                        <a:avLst/>
                      </a:prstGeom>
                      <a:noFill/>
                      <a:ln w="38100">
                        <a:noFill/>
                        <a:miter/>
                      </a:ln>
                    </p:spPr>
                  </p:pic>
                </p:oleObj>
              </mc:Fallback>
            </mc:AlternateContent>
          </a:graphicData>
        </a:graphic>
      </p:graphicFrame>
      <p:graphicFrame>
        <p:nvGraphicFramePr>
          <p:cNvPr id="6151" name="Object 7"/>
          <p:cNvGraphicFramePr/>
          <p:nvPr/>
        </p:nvGraphicFramePr>
        <p:xfrm>
          <a:off x="547688" y="4114800"/>
          <a:ext cx="8137525" cy="1614488"/>
        </p:xfrm>
        <a:graphic>
          <a:graphicData uri="http://schemas.openxmlformats.org/presentationml/2006/ole">
            <mc:AlternateContent xmlns:mc="http://schemas.openxmlformats.org/markup-compatibility/2006">
              <mc:Choice xmlns:v="urn:schemas-microsoft-com:vml" Requires="v">
                <p:oleObj spid="_x0000_s67630" name="" r:id="rId7" imgW="3454400" imgH="685800" progId="Equation.DSMT4">
                  <p:embed/>
                </p:oleObj>
              </mc:Choice>
              <mc:Fallback>
                <p:oleObj name="" r:id="rId7" imgW="3454400" imgH="685800" progId="Equation.DSMT4">
                  <p:embed/>
                  <p:pic>
                    <p:nvPicPr>
                      <p:cNvPr id="0" name="图片 3473"/>
                      <p:cNvPicPr/>
                      <p:nvPr/>
                    </p:nvPicPr>
                    <p:blipFill>
                      <a:blip r:embed="rId8"/>
                      <a:stretch>
                        <a:fillRect/>
                      </a:stretch>
                    </p:blipFill>
                    <p:spPr>
                      <a:xfrm>
                        <a:off x="547688" y="4114800"/>
                        <a:ext cx="8137525" cy="1614488"/>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wipe(left)">
                                      <p:cBhvr>
                                        <p:cTn id="7" dur="500"/>
                                        <p:tgtEl>
                                          <p:spTgt spid="61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149"/>
                                        </p:tgtEl>
                                        <p:attrNameLst>
                                          <p:attrName>style.visibility</p:attrName>
                                        </p:attrNameLst>
                                      </p:cBhvr>
                                      <p:to>
                                        <p:strVal val="visible"/>
                                      </p:to>
                                    </p:set>
                                    <p:animEffect transition="in" filter="wipe(up)">
                                      <p:cBhvr>
                                        <p:cTn id="12" dur="500"/>
                                        <p:tgtEl>
                                          <p:spTgt spid="6149"/>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6150"/>
                                        </p:tgtEl>
                                        <p:attrNameLst>
                                          <p:attrName>style.visibility</p:attrName>
                                        </p:attrNameLst>
                                      </p:cBhvr>
                                      <p:to>
                                        <p:strVal val="visible"/>
                                      </p:to>
                                    </p:set>
                                    <p:animEffect transition="in" filter="diamond(in)">
                                      <p:cBhvr>
                                        <p:cTn id="17" dur="500"/>
                                        <p:tgtEl>
                                          <p:spTgt spid="6150"/>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6151"/>
                                        </p:tgtEl>
                                        <p:attrNameLst>
                                          <p:attrName>style.visibility</p:attrName>
                                        </p:attrNameLst>
                                      </p:cBhvr>
                                      <p:to>
                                        <p:strVal val="visible"/>
                                      </p:to>
                                    </p:set>
                                    <p:animEffect transition="in" filter="circle(in)">
                                      <p:cBhvr>
                                        <p:cTn id="22" dur="500"/>
                                        <p:tgtEl>
                                          <p:spTgt spid="6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1922"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zh-CN" sz="1400" dirty="0"/>
            </a:fld>
            <a:endParaRPr lang="zh-CN" altLang="zh-CN" sz="1400" dirty="0"/>
          </a:p>
        </p:txBody>
      </p:sp>
      <p:graphicFrame>
        <p:nvGraphicFramePr>
          <p:cNvPr id="7172" name="Object 4"/>
          <p:cNvGraphicFramePr/>
          <p:nvPr/>
        </p:nvGraphicFramePr>
        <p:xfrm>
          <a:off x="3886200" y="2030413"/>
          <a:ext cx="2667000" cy="809625"/>
        </p:xfrm>
        <a:graphic>
          <a:graphicData uri="http://schemas.openxmlformats.org/presentationml/2006/ole">
            <mc:AlternateContent xmlns:mc="http://schemas.openxmlformats.org/markup-compatibility/2006">
              <mc:Choice xmlns:v="urn:schemas-microsoft-com:vml" Requires="v">
                <p:oleObj spid="_x0000_s68691" name="" r:id="rId1" imgW="1129665" imgH="342900" progId="Equation.DSMT4">
                  <p:embed/>
                </p:oleObj>
              </mc:Choice>
              <mc:Fallback>
                <p:oleObj name="" r:id="rId1" imgW="1129665" imgH="342900" progId="Equation.DSMT4">
                  <p:embed/>
                  <p:pic>
                    <p:nvPicPr>
                      <p:cNvPr id="0" name="图片 3495"/>
                      <p:cNvPicPr/>
                      <p:nvPr/>
                    </p:nvPicPr>
                    <p:blipFill>
                      <a:blip r:embed="rId2"/>
                      <a:stretch>
                        <a:fillRect/>
                      </a:stretch>
                    </p:blipFill>
                    <p:spPr>
                      <a:xfrm>
                        <a:off x="3886200" y="2030413"/>
                        <a:ext cx="2667000" cy="809625"/>
                      </a:xfrm>
                      <a:prstGeom prst="rect">
                        <a:avLst/>
                      </a:prstGeom>
                      <a:noFill/>
                      <a:ln w="38100">
                        <a:noFill/>
                        <a:miter/>
                      </a:ln>
                    </p:spPr>
                  </p:pic>
                </p:oleObj>
              </mc:Fallback>
            </mc:AlternateContent>
          </a:graphicData>
        </a:graphic>
      </p:graphicFrame>
      <p:graphicFrame>
        <p:nvGraphicFramePr>
          <p:cNvPr id="7173" name="Object 5"/>
          <p:cNvGraphicFramePr/>
          <p:nvPr/>
        </p:nvGraphicFramePr>
        <p:xfrm>
          <a:off x="854075" y="76200"/>
          <a:ext cx="3778250" cy="504825"/>
        </p:xfrm>
        <a:graphic>
          <a:graphicData uri="http://schemas.openxmlformats.org/presentationml/2006/ole">
            <mc:AlternateContent xmlns:mc="http://schemas.openxmlformats.org/markup-compatibility/2006">
              <mc:Choice xmlns:v="urn:schemas-microsoft-com:vml" Requires="v">
                <p:oleObj spid="_x0000_s68692" name="" r:id="rId3" imgW="1522730" imgH="203200" progId="Equation.DSMT4">
                  <p:embed/>
                </p:oleObj>
              </mc:Choice>
              <mc:Fallback>
                <p:oleObj name="" r:id="rId3" imgW="1522730" imgH="203200" progId="Equation.DSMT4">
                  <p:embed/>
                  <p:pic>
                    <p:nvPicPr>
                      <p:cNvPr id="0" name="图片 3434"/>
                      <p:cNvPicPr/>
                      <p:nvPr/>
                    </p:nvPicPr>
                    <p:blipFill>
                      <a:blip r:embed="rId4"/>
                      <a:stretch>
                        <a:fillRect/>
                      </a:stretch>
                    </p:blipFill>
                    <p:spPr>
                      <a:xfrm>
                        <a:off x="854075" y="76200"/>
                        <a:ext cx="3778250" cy="504825"/>
                      </a:xfrm>
                      <a:prstGeom prst="rect">
                        <a:avLst/>
                      </a:prstGeom>
                      <a:noFill/>
                      <a:ln w="38100">
                        <a:noFill/>
                        <a:miter/>
                      </a:ln>
                    </p:spPr>
                  </p:pic>
                </p:oleObj>
              </mc:Fallback>
            </mc:AlternateContent>
          </a:graphicData>
        </a:graphic>
      </p:graphicFrame>
      <p:graphicFrame>
        <p:nvGraphicFramePr>
          <p:cNvPr id="7174" name="Object 6"/>
          <p:cNvGraphicFramePr/>
          <p:nvPr/>
        </p:nvGraphicFramePr>
        <p:xfrm>
          <a:off x="762000" y="762000"/>
          <a:ext cx="2941638" cy="1084263"/>
        </p:xfrm>
        <a:graphic>
          <a:graphicData uri="http://schemas.openxmlformats.org/presentationml/2006/ole">
            <mc:AlternateContent xmlns:mc="http://schemas.openxmlformats.org/markup-compatibility/2006">
              <mc:Choice xmlns:v="urn:schemas-microsoft-com:vml" Requires="v">
                <p:oleObj spid="_x0000_s68693" name="" r:id="rId5" imgW="1205865" imgH="444500" progId="Equation.DSMT4">
                  <p:embed/>
                </p:oleObj>
              </mc:Choice>
              <mc:Fallback>
                <p:oleObj name="" r:id="rId5" imgW="1205865" imgH="444500" progId="Equation.DSMT4">
                  <p:embed/>
                  <p:pic>
                    <p:nvPicPr>
                      <p:cNvPr id="0" name="图片 3483"/>
                      <p:cNvPicPr/>
                      <p:nvPr/>
                    </p:nvPicPr>
                    <p:blipFill>
                      <a:blip r:embed="rId6"/>
                      <a:stretch>
                        <a:fillRect/>
                      </a:stretch>
                    </p:blipFill>
                    <p:spPr>
                      <a:xfrm>
                        <a:off x="762000" y="762000"/>
                        <a:ext cx="2941638" cy="1084263"/>
                      </a:xfrm>
                      <a:prstGeom prst="rect">
                        <a:avLst/>
                      </a:prstGeom>
                      <a:noFill/>
                      <a:ln w="38100">
                        <a:noFill/>
                        <a:miter/>
                      </a:ln>
                    </p:spPr>
                  </p:pic>
                </p:oleObj>
              </mc:Fallback>
            </mc:AlternateContent>
          </a:graphicData>
        </a:graphic>
      </p:graphicFrame>
      <p:graphicFrame>
        <p:nvGraphicFramePr>
          <p:cNvPr id="7175" name="Object 7"/>
          <p:cNvGraphicFramePr/>
          <p:nvPr/>
        </p:nvGraphicFramePr>
        <p:xfrm>
          <a:off x="3671888" y="776288"/>
          <a:ext cx="5075237" cy="1082675"/>
        </p:xfrm>
        <a:graphic>
          <a:graphicData uri="http://schemas.openxmlformats.org/presentationml/2006/ole">
            <mc:AlternateContent xmlns:mc="http://schemas.openxmlformats.org/markup-compatibility/2006">
              <mc:Choice xmlns:v="urn:schemas-microsoft-com:vml" Requires="v">
                <p:oleObj spid="_x0000_s68694" name="" r:id="rId7" imgW="2082165" imgH="444500" progId="Equation.DSMT4">
                  <p:embed/>
                </p:oleObj>
              </mc:Choice>
              <mc:Fallback>
                <p:oleObj name="" r:id="rId7" imgW="2082165" imgH="444500" progId="Equation.DSMT4">
                  <p:embed/>
                  <p:pic>
                    <p:nvPicPr>
                      <p:cNvPr id="0" name="图片 3453"/>
                      <p:cNvPicPr/>
                      <p:nvPr/>
                    </p:nvPicPr>
                    <p:blipFill>
                      <a:blip r:embed="rId8"/>
                      <a:stretch>
                        <a:fillRect/>
                      </a:stretch>
                    </p:blipFill>
                    <p:spPr>
                      <a:xfrm>
                        <a:off x="3671888" y="776288"/>
                        <a:ext cx="5075237" cy="1082675"/>
                      </a:xfrm>
                      <a:prstGeom prst="rect">
                        <a:avLst/>
                      </a:prstGeom>
                      <a:noFill/>
                      <a:ln w="38100">
                        <a:noFill/>
                        <a:miter/>
                      </a:ln>
                    </p:spPr>
                  </p:pic>
                </p:oleObj>
              </mc:Fallback>
            </mc:AlternateContent>
          </a:graphicData>
        </a:graphic>
      </p:graphicFrame>
      <p:graphicFrame>
        <p:nvGraphicFramePr>
          <p:cNvPr id="7176" name="Object 8"/>
          <p:cNvGraphicFramePr/>
          <p:nvPr/>
        </p:nvGraphicFramePr>
        <p:xfrm>
          <a:off x="1828800" y="2030413"/>
          <a:ext cx="2057400" cy="1014412"/>
        </p:xfrm>
        <a:graphic>
          <a:graphicData uri="http://schemas.openxmlformats.org/presentationml/2006/ole">
            <mc:AlternateContent xmlns:mc="http://schemas.openxmlformats.org/markup-compatibility/2006">
              <mc:Choice xmlns:v="urn:schemas-microsoft-com:vml" Requires="v">
                <p:oleObj spid="_x0000_s68695" name="" r:id="rId9" imgW="901065" imgH="444500" progId="Equation.DSMT4">
                  <p:embed/>
                </p:oleObj>
              </mc:Choice>
              <mc:Fallback>
                <p:oleObj name="" r:id="rId9" imgW="901065" imgH="444500" progId="Equation.DSMT4">
                  <p:embed/>
                  <p:pic>
                    <p:nvPicPr>
                      <p:cNvPr id="0" name="图片 3509"/>
                      <p:cNvPicPr/>
                      <p:nvPr/>
                    </p:nvPicPr>
                    <p:blipFill>
                      <a:blip r:embed="rId10"/>
                      <a:stretch>
                        <a:fillRect/>
                      </a:stretch>
                    </p:blipFill>
                    <p:spPr>
                      <a:xfrm>
                        <a:off x="1828800" y="2030413"/>
                        <a:ext cx="2057400" cy="1014412"/>
                      </a:xfrm>
                      <a:prstGeom prst="rect">
                        <a:avLst/>
                      </a:prstGeom>
                      <a:noFill/>
                      <a:ln w="38100">
                        <a:noFill/>
                        <a:miter/>
                      </a:ln>
                    </p:spPr>
                  </p:pic>
                </p:oleObj>
              </mc:Fallback>
            </mc:AlternateContent>
          </a:graphicData>
        </a:graphic>
      </p:graphicFrame>
      <p:graphicFrame>
        <p:nvGraphicFramePr>
          <p:cNvPr id="7177" name="Object 9"/>
          <p:cNvGraphicFramePr/>
          <p:nvPr/>
        </p:nvGraphicFramePr>
        <p:xfrm>
          <a:off x="838200" y="3706813"/>
          <a:ext cx="5181600" cy="561975"/>
        </p:xfrm>
        <a:graphic>
          <a:graphicData uri="http://schemas.openxmlformats.org/presentationml/2006/ole">
            <mc:AlternateContent xmlns:mc="http://schemas.openxmlformats.org/markup-compatibility/2006">
              <mc:Choice xmlns:v="urn:schemas-microsoft-com:vml" Requires="v">
                <p:oleObj spid="_x0000_s68696" name="" r:id="rId11" imgW="2108200" imgH="228600" progId="Equation.DSMT4">
                  <p:embed/>
                </p:oleObj>
              </mc:Choice>
              <mc:Fallback>
                <p:oleObj name="" r:id="rId11" imgW="2108200" imgH="228600" progId="Equation.DSMT4">
                  <p:embed/>
                  <p:pic>
                    <p:nvPicPr>
                      <p:cNvPr id="0" name="图片 3130"/>
                      <p:cNvPicPr/>
                      <p:nvPr/>
                    </p:nvPicPr>
                    <p:blipFill>
                      <a:blip r:embed="rId12"/>
                      <a:stretch>
                        <a:fillRect/>
                      </a:stretch>
                    </p:blipFill>
                    <p:spPr>
                      <a:xfrm>
                        <a:off x="838200" y="3706813"/>
                        <a:ext cx="5181600" cy="561975"/>
                      </a:xfrm>
                      <a:prstGeom prst="rect">
                        <a:avLst/>
                      </a:prstGeom>
                      <a:noFill/>
                      <a:ln w="38100">
                        <a:noFill/>
                        <a:miter/>
                      </a:ln>
                    </p:spPr>
                  </p:pic>
                </p:oleObj>
              </mc:Fallback>
            </mc:AlternateContent>
          </a:graphicData>
        </a:graphic>
      </p:graphicFrame>
      <p:graphicFrame>
        <p:nvGraphicFramePr>
          <p:cNvPr id="7178" name="Object 10"/>
          <p:cNvGraphicFramePr/>
          <p:nvPr/>
        </p:nvGraphicFramePr>
        <p:xfrm>
          <a:off x="482600" y="3124200"/>
          <a:ext cx="4597400" cy="563563"/>
        </p:xfrm>
        <a:graphic>
          <a:graphicData uri="http://schemas.openxmlformats.org/presentationml/2006/ole">
            <mc:AlternateContent xmlns:mc="http://schemas.openxmlformats.org/markup-compatibility/2006">
              <mc:Choice xmlns:v="urn:schemas-microsoft-com:vml" Requires="v">
                <p:oleObj spid="_x0000_s68697" name="" r:id="rId13" imgW="1866900" imgH="228600" progId="Equation.DSMT4">
                  <p:embed/>
                </p:oleObj>
              </mc:Choice>
              <mc:Fallback>
                <p:oleObj name="" r:id="rId13" imgW="1866900" imgH="228600" progId="Equation.DSMT4">
                  <p:embed/>
                  <p:pic>
                    <p:nvPicPr>
                      <p:cNvPr id="0" name="图片 3132"/>
                      <p:cNvPicPr/>
                      <p:nvPr/>
                    </p:nvPicPr>
                    <p:blipFill>
                      <a:blip r:embed="rId14"/>
                      <a:stretch>
                        <a:fillRect/>
                      </a:stretch>
                    </p:blipFill>
                    <p:spPr>
                      <a:xfrm>
                        <a:off x="482600" y="3124200"/>
                        <a:ext cx="4597400" cy="563563"/>
                      </a:xfrm>
                      <a:prstGeom prst="rect">
                        <a:avLst/>
                      </a:prstGeom>
                      <a:noFill/>
                      <a:ln w="38100">
                        <a:noFill/>
                        <a:miter/>
                      </a:ln>
                    </p:spPr>
                  </p:pic>
                </p:oleObj>
              </mc:Fallback>
            </mc:AlternateContent>
          </a:graphicData>
        </a:graphic>
      </p:graphicFrame>
      <p:graphicFrame>
        <p:nvGraphicFramePr>
          <p:cNvPr id="7179" name="Object 11"/>
          <p:cNvGraphicFramePr/>
          <p:nvPr/>
        </p:nvGraphicFramePr>
        <p:xfrm>
          <a:off x="2971800" y="4316413"/>
          <a:ext cx="2590800" cy="1093787"/>
        </p:xfrm>
        <a:graphic>
          <a:graphicData uri="http://schemas.openxmlformats.org/presentationml/2006/ole">
            <mc:AlternateContent xmlns:mc="http://schemas.openxmlformats.org/markup-compatibility/2006">
              <mc:Choice xmlns:v="urn:schemas-microsoft-com:vml" Requires="v">
                <p:oleObj spid="_x0000_s68698" name="" r:id="rId15" imgW="1142365" imgH="482600" progId="Equation.DSMT4">
                  <p:embed/>
                </p:oleObj>
              </mc:Choice>
              <mc:Fallback>
                <p:oleObj name="" r:id="rId15" imgW="1142365" imgH="482600" progId="Equation.DSMT4">
                  <p:embed/>
                  <p:pic>
                    <p:nvPicPr>
                      <p:cNvPr id="0" name="图片 3121"/>
                      <p:cNvPicPr/>
                      <p:nvPr/>
                    </p:nvPicPr>
                    <p:blipFill>
                      <a:blip r:embed="rId16"/>
                      <a:stretch>
                        <a:fillRect/>
                      </a:stretch>
                    </p:blipFill>
                    <p:spPr>
                      <a:xfrm>
                        <a:off x="2971800" y="4316413"/>
                        <a:ext cx="2590800" cy="1093787"/>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173"/>
                                        </p:tgtEl>
                                        <p:attrNameLst>
                                          <p:attrName>style.visibility</p:attrName>
                                        </p:attrNameLst>
                                      </p:cBhvr>
                                      <p:to>
                                        <p:strVal val="visible"/>
                                      </p:to>
                                    </p:set>
                                    <p:animEffect transition="in" filter="wipe(left)">
                                      <p:cBhvr>
                                        <p:cTn id="7" dur="500"/>
                                        <p:tgtEl>
                                          <p:spTgt spid="71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174"/>
                                        </p:tgtEl>
                                        <p:attrNameLst>
                                          <p:attrName>style.visibility</p:attrName>
                                        </p:attrNameLst>
                                      </p:cBhvr>
                                      <p:to>
                                        <p:strVal val="visible"/>
                                      </p:to>
                                    </p:set>
                                    <p:animEffect transition="in" filter="wipe(left)">
                                      <p:cBhvr>
                                        <p:cTn id="12" dur="500"/>
                                        <p:tgtEl>
                                          <p:spTgt spid="71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175"/>
                                        </p:tgtEl>
                                        <p:attrNameLst>
                                          <p:attrName>style.visibility</p:attrName>
                                        </p:attrNameLst>
                                      </p:cBhvr>
                                      <p:to>
                                        <p:strVal val="visible"/>
                                      </p:to>
                                    </p:set>
                                    <p:animEffect transition="in" filter="wipe(left)">
                                      <p:cBhvr>
                                        <p:cTn id="17" dur="500"/>
                                        <p:tgtEl>
                                          <p:spTgt spid="717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176"/>
                                        </p:tgtEl>
                                        <p:attrNameLst>
                                          <p:attrName>style.visibility</p:attrName>
                                        </p:attrNameLst>
                                      </p:cBhvr>
                                      <p:to>
                                        <p:strVal val="visible"/>
                                      </p:to>
                                    </p:set>
                                    <p:animEffect transition="in" filter="wipe(left)">
                                      <p:cBhvr>
                                        <p:cTn id="22" dur="500"/>
                                        <p:tgtEl>
                                          <p:spTgt spid="717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172"/>
                                        </p:tgtEl>
                                        <p:attrNameLst>
                                          <p:attrName>style.visibility</p:attrName>
                                        </p:attrNameLst>
                                      </p:cBhvr>
                                      <p:to>
                                        <p:strVal val="visible"/>
                                      </p:to>
                                    </p:set>
                                    <p:animEffect transition="in" filter="wipe(left)">
                                      <p:cBhvr>
                                        <p:cTn id="27" dur="500"/>
                                        <p:tgtEl>
                                          <p:spTgt spid="717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178"/>
                                        </p:tgtEl>
                                        <p:attrNameLst>
                                          <p:attrName>style.visibility</p:attrName>
                                        </p:attrNameLst>
                                      </p:cBhvr>
                                      <p:to>
                                        <p:strVal val="visible"/>
                                      </p:to>
                                    </p:set>
                                    <p:animEffect transition="in" filter="wipe(left)">
                                      <p:cBhvr>
                                        <p:cTn id="32" dur="500"/>
                                        <p:tgtEl>
                                          <p:spTgt spid="717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177"/>
                                        </p:tgtEl>
                                        <p:attrNameLst>
                                          <p:attrName>style.visibility</p:attrName>
                                        </p:attrNameLst>
                                      </p:cBhvr>
                                      <p:to>
                                        <p:strVal val="visible"/>
                                      </p:to>
                                    </p:set>
                                    <p:animEffect transition="in" filter="wipe(left)">
                                      <p:cBhvr>
                                        <p:cTn id="37" dur="500"/>
                                        <p:tgtEl>
                                          <p:spTgt spid="717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179"/>
                                        </p:tgtEl>
                                        <p:attrNameLst>
                                          <p:attrName>style.visibility</p:attrName>
                                        </p:attrNameLst>
                                      </p:cBhvr>
                                      <p:to>
                                        <p:strVal val="visible"/>
                                      </p:to>
                                    </p:set>
                                    <p:animEffect transition="in" filter="wipe(left)">
                                      <p:cBhvr>
                                        <p:cTn id="42" dur="500"/>
                                        <p:tgtEl>
                                          <p:spTgt spid="7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2946"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zh-CN" sz="1400" dirty="0"/>
            </a:fld>
            <a:endParaRPr lang="zh-CN" altLang="zh-CN" sz="1400" dirty="0"/>
          </a:p>
        </p:txBody>
      </p:sp>
      <p:graphicFrame>
        <p:nvGraphicFramePr>
          <p:cNvPr id="32777" name="Object 9"/>
          <p:cNvGraphicFramePr/>
          <p:nvPr/>
        </p:nvGraphicFramePr>
        <p:xfrm>
          <a:off x="685800" y="-26987"/>
          <a:ext cx="2590800" cy="1093787"/>
        </p:xfrm>
        <a:graphic>
          <a:graphicData uri="http://schemas.openxmlformats.org/presentationml/2006/ole">
            <mc:AlternateContent xmlns:mc="http://schemas.openxmlformats.org/markup-compatibility/2006">
              <mc:Choice xmlns:v="urn:schemas-microsoft-com:vml" Requires="v">
                <p:oleObj spid="_x0000_s69735" name="" r:id="rId1" imgW="1142365" imgH="482600" progId="Equation.DSMT4">
                  <p:embed/>
                </p:oleObj>
              </mc:Choice>
              <mc:Fallback>
                <p:oleObj name="" r:id="rId1" imgW="1142365" imgH="482600" progId="Equation.DSMT4">
                  <p:embed/>
                  <p:pic>
                    <p:nvPicPr>
                      <p:cNvPr id="0" name="图片 3127"/>
                      <p:cNvPicPr/>
                      <p:nvPr/>
                    </p:nvPicPr>
                    <p:blipFill>
                      <a:blip r:embed="rId2"/>
                      <a:stretch>
                        <a:fillRect/>
                      </a:stretch>
                    </p:blipFill>
                    <p:spPr>
                      <a:xfrm>
                        <a:off x="685800" y="-26987"/>
                        <a:ext cx="2590800" cy="1093787"/>
                      </a:xfrm>
                      <a:prstGeom prst="rect">
                        <a:avLst/>
                      </a:prstGeom>
                      <a:noFill/>
                      <a:ln w="38100">
                        <a:noFill/>
                        <a:miter/>
                      </a:ln>
                    </p:spPr>
                  </p:pic>
                </p:oleObj>
              </mc:Fallback>
            </mc:AlternateContent>
          </a:graphicData>
        </a:graphic>
      </p:graphicFrame>
      <p:graphicFrame>
        <p:nvGraphicFramePr>
          <p:cNvPr id="32778" name="Object 10"/>
          <p:cNvGraphicFramePr/>
          <p:nvPr/>
        </p:nvGraphicFramePr>
        <p:xfrm>
          <a:off x="715963" y="990600"/>
          <a:ext cx="6569075" cy="1046163"/>
        </p:xfrm>
        <a:graphic>
          <a:graphicData uri="http://schemas.openxmlformats.org/presentationml/2006/ole">
            <mc:AlternateContent xmlns:mc="http://schemas.openxmlformats.org/markup-compatibility/2006">
              <mc:Choice xmlns:v="urn:schemas-microsoft-com:vml" Requires="v">
                <p:oleObj spid="_x0000_s69736" name="" r:id="rId3" imgW="2792730" imgH="444500" progId="Equation.DSMT4">
                  <p:embed/>
                </p:oleObj>
              </mc:Choice>
              <mc:Fallback>
                <p:oleObj name="" r:id="rId3" imgW="2792730" imgH="444500" progId="Equation.DSMT4">
                  <p:embed/>
                  <p:pic>
                    <p:nvPicPr>
                      <p:cNvPr id="0" name="图片 3125"/>
                      <p:cNvPicPr/>
                      <p:nvPr/>
                    </p:nvPicPr>
                    <p:blipFill>
                      <a:blip r:embed="rId4"/>
                      <a:stretch>
                        <a:fillRect/>
                      </a:stretch>
                    </p:blipFill>
                    <p:spPr>
                      <a:xfrm>
                        <a:off x="715963" y="990600"/>
                        <a:ext cx="6569075" cy="1046163"/>
                      </a:xfrm>
                      <a:prstGeom prst="rect">
                        <a:avLst/>
                      </a:prstGeom>
                      <a:noFill/>
                      <a:ln w="38100">
                        <a:noFill/>
                        <a:miter/>
                      </a:ln>
                    </p:spPr>
                  </p:pic>
                </p:oleObj>
              </mc:Fallback>
            </mc:AlternateContent>
          </a:graphicData>
        </a:graphic>
      </p:graphicFrame>
      <p:graphicFrame>
        <p:nvGraphicFramePr>
          <p:cNvPr id="32779" name="Object 11"/>
          <p:cNvGraphicFramePr/>
          <p:nvPr/>
        </p:nvGraphicFramePr>
        <p:xfrm>
          <a:off x="1828800" y="1828800"/>
          <a:ext cx="2784475" cy="563563"/>
        </p:xfrm>
        <a:graphic>
          <a:graphicData uri="http://schemas.openxmlformats.org/presentationml/2006/ole">
            <mc:AlternateContent xmlns:mc="http://schemas.openxmlformats.org/markup-compatibility/2006">
              <mc:Choice xmlns:v="urn:schemas-microsoft-com:vml" Requires="v">
                <p:oleObj spid="_x0000_s69737" name="" r:id="rId5" imgW="1129665" imgH="228600" progId="Equation.DSMT4">
                  <p:embed/>
                </p:oleObj>
              </mc:Choice>
              <mc:Fallback>
                <p:oleObj name="" r:id="rId5" imgW="1129665" imgH="228600" progId="Equation.DSMT4">
                  <p:embed/>
                  <p:pic>
                    <p:nvPicPr>
                      <p:cNvPr id="0" name="图片 3118"/>
                      <p:cNvPicPr/>
                      <p:nvPr/>
                    </p:nvPicPr>
                    <p:blipFill>
                      <a:blip r:embed="rId6"/>
                      <a:stretch>
                        <a:fillRect/>
                      </a:stretch>
                    </p:blipFill>
                    <p:spPr>
                      <a:xfrm>
                        <a:off x="1828800" y="1828800"/>
                        <a:ext cx="2784475" cy="563563"/>
                      </a:xfrm>
                      <a:prstGeom prst="rect">
                        <a:avLst/>
                      </a:prstGeom>
                      <a:noFill/>
                      <a:ln w="38100">
                        <a:noFill/>
                        <a:miter/>
                      </a:ln>
                    </p:spPr>
                  </p:pic>
                </p:oleObj>
              </mc:Fallback>
            </mc:AlternateContent>
          </a:graphicData>
        </a:graphic>
      </p:graphicFrame>
      <p:graphicFrame>
        <p:nvGraphicFramePr>
          <p:cNvPr id="32780" name="Object 12"/>
          <p:cNvGraphicFramePr/>
          <p:nvPr/>
        </p:nvGraphicFramePr>
        <p:xfrm>
          <a:off x="5241925" y="1905000"/>
          <a:ext cx="984250" cy="508000"/>
        </p:xfrm>
        <a:graphic>
          <a:graphicData uri="http://schemas.openxmlformats.org/presentationml/2006/ole">
            <mc:AlternateContent xmlns:mc="http://schemas.openxmlformats.org/markup-compatibility/2006">
              <mc:Choice xmlns:v="urn:schemas-microsoft-com:vml" Requires="v">
                <p:oleObj spid="_x0000_s69738" name="" r:id="rId7" imgW="393065" imgH="203200" progId="Equation.DSMT4">
                  <p:embed/>
                </p:oleObj>
              </mc:Choice>
              <mc:Fallback>
                <p:oleObj name="" r:id="rId7" imgW="393065" imgH="203200" progId="Equation.DSMT4">
                  <p:embed/>
                  <p:pic>
                    <p:nvPicPr>
                      <p:cNvPr id="0" name="图片 3120"/>
                      <p:cNvPicPr/>
                      <p:nvPr/>
                    </p:nvPicPr>
                    <p:blipFill>
                      <a:blip r:embed="rId8"/>
                      <a:stretch>
                        <a:fillRect/>
                      </a:stretch>
                    </p:blipFill>
                    <p:spPr>
                      <a:xfrm>
                        <a:off x="5241925" y="1905000"/>
                        <a:ext cx="984250" cy="508000"/>
                      </a:xfrm>
                      <a:prstGeom prst="rect">
                        <a:avLst/>
                      </a:prstGeom>
                      <a:noFill/>
                      <a:ln w="38100">
                        <a:noFill/>
                        <a:miter/>
                      </a:ln>
                    </p:spPr>
                  </p:pic>
                </p:oleObj>
              </mc:Fallback>
            </mc:AlternateContent>
          </a:graphicData>
        </a:graphic>
      </p:graphicFrame>
      <p:graphicFrame>
        <p:nvGraphicFramePr>
          <p:cNvPr id="32781" name="Object 13"/>
          <p:cNvGraphicFramePr/>
          <p:nvPr/>
        </p:nvGraphicFramePr>
        <p:xfrm>
          <a:off x="639763" y="2362200"/>
          <a:ext cx="7940675" cy="1630363"/>
        </p:xfrm>
        <a:graphic>
          <a:graphicData uri="http://schemas.openxmlformats.org/presentationml/2006/ole">
            <mc:AlternateContent xmlns:mc="http://schemas.openxmlformats.org/markup-compatibility/2006">
              <mc:Choice xmlns:v="urn:schemas-microsoft-com:vml" Requires="v">
                <p:oleObj spid="_x0000_s69739" name="" r:id="rId9" imgW="3340100" imgH="685800" progId="Equation.DSMT4">
                  <p:embed/>
                </p:oleObj>
              </mc:Choice>
              <mc:Fallback>
                <p:oleObj name="" r:id="rId9" imgW="3340100" imgH="685800" progId="Equation.DSMT4">
                  <p:embed/>
                  <p:pic>
                    <p:nvPicPr>
                      <p:cNvPr id="0" name="图片 3124"/>
                      <p:cNvPicPr/>
                      <p:nvPr/>
                    </p:nvPicPr>
                    <p:blipFill>
                      <a:blip r:embed="rId10"/>
                      <a:stretch>
                        <a:fillRect/>
                      </a:stretch>
                    </p:blipFill>
                    <p:spPr>
                      <a:xfrm>
                        <a:off x="639763" y="2362200"/>
                        <a:ext cx="7940675" cy="1630363"/>
                      </a:xfrm>
                      <a:prstGeom prst="rect">
                        <a:avLst/>
                      </a:prstGeom>
                      <a:noFill/>
                      <a:ln w="38100">
                        <a:noFill/>
                        <a:miter/>
                      </a:ln>
                    </p:spPr>
                  </p:pic>
                </p:oleObj>
              </mc:Fallback>
            </mc:AlternateContent>
          </a:graphicData>
        </a:graphic>
      </p:graphicFrame>
      <p:graphicFrame>
        <p:nvGraphicFramePr>
          <p:cNvPr id="32782" name="Object 14"/>
          <p:cNvGraphicFramePr/>
          <p:nvPr/>
        </p:nvGraphicFramePr>
        <p:xfrm>
          <a:off x="533400" y="5334000"/>
          <a:ext cx="3962400" cy="563563"/>
        </p:xfrm>
        <a:graphic>
          <a:graphicData uri="http://schemas.openxmlformats.org/presentationml/2006/ole">
            <mc:AlternateContent xmlns:mc="http://schemas.openxmlformats.org/markup-compatibility/2006">
              <mc:Choice xmlns:v="urn:schemas-microsoft-com:vml" Requires="v">
                <p:oleObj spid="_x0000_s69740" name="" r:id="rId11" imgW="1701165" imgH="241300" progId="Equation.DSMT4">
                  <p:embed/>
                </p:oleObj>
              </mc:Choice>
              <mc:Fallback>
                <p:oleObj name="" r:id="rId11" imgW="1701165" imgH="241300" progId="Equation.DSMT4">
                  <p:embed/>
                  <p:pic>
                    <p:nvPicPr>
                      <p:cNvPr id="0" name="图片 3129"/>
                      <p:cNvPicPr/>
                      <p:nvPr/>
                    </p:nvPicPr>
                    <p:blipFill>
                      <a:blip r:embed="rId12"/>
                      <a:stretch>
                        <a:fillRect/>
                      </a:stretch>
                    </p:blipFill>
                    <p:spPr>
                      <a:xfrm>
                        <a:off x="533400" y="5334000"/>
                        <a:ext cx="3962400" cy="563563"/>
                      </a:xfrm>
                      <a:prstGeom prst="rect">
                        <a:avLst/>
                      </a:prstGeom>
                      <a:noFill/>
                      <a:ln w="38100">
                        <a:noFill/>
                        <a:miter/>
                      </a:ln>
                    </p:spPr>
                  </p:pic>
                </p:oleObj>
              </mc:Fallback>
            </mc:AlternateContent>
          </a:graphicData>
        </a:graphic>
      </p:graphicFrame>
      <p:graphicFrame>
        <p:nvGraphicFramePr>
          <p:cNvPr id="32783" name="Object 15"/>
          <p:cNvGraphicFramePr/>
          <p:nvPr/>
        </p:nvGraphicFramePr>
        <p:xfrm>
          <a:off x="609600" y="4038600"/>
          <a:ext cx="4068763" cy="1128713"/>
        </p:xfrm>
        <a:graphic>
          <a:graphicData uri="http://schemas.openxmlformats.org/presentationml/2006/ole">
            <mc:AlternateContent xmlns:mc="http://schemas.openxmlformats.org/markup-compatibility/2006">
              <mc:Choice xmlns:v="urn:schemas-microsoft-com:vml" Requires="v">
                <p:oleObj spid="_x0000_s69741" name="" r:id="rId13" imgW="1739265" imgH="482600" progId="Equation.DSMT4">
                  <p:embed/>
                </p:oleObj>
              </mc:Choice>
              <mc:Fallback>
                <p:oleObj name="" r:id="rId13" imgW="1739265" imgH="482600" progId="Equation.DSMT4">
                  <p:embed/>
                  <p:pic>
                    <p:nvPicPr>
                      <p:cNvPr id="0" name="图片 3131"/>
                      <p:cNvPicPr/>
                      <p:nvPr/>
                    </p:nvPicPr>
                    <p:blipFill>
                      <a:blip r:embed="rId14"/>
                      <a:stretch>
                        <a:fillRect/>
                      </a:stretch>
                    </p:blipFill>
                    <p:spPr>
                      <a:xfrm>
                        <a:off x="609600" y="4038600"/>
                        <a:ext cx="4068763" cy="1128713"/>
                      </a:xfrm>
                      <a:prstGeom prst="rect">
                        <a:avLst/>
                      </a:prstGeom>
                      <a:noFill/>
                      <a:ln w="38100">
                        <a:noFill/>
                        <a:miter/>
                      </a:ln>
                    </p:spPr>
                  </p:pic>
                </p:oleObj>
              </mc:Fallback>
            </mc:AlternateContent>
          </a:graphicData>
        </a:graphic>
      </p:graphicFrame>
      <p:graphicFrame>
        <p:nvGraphicFramePr>
          <p:cNvPr id="32784" name="Object 16"/>
          <p:cNvGraphicFramePr/>
          <p:nvPr/>
        </p:nvGraphicFramePr>
        <p:xfrm>
          <a:off x="4648200" y="5334000"/>
          <a:ext cx="3810000" cy="515938"/>
        </p:xfrm>
        <a:graphic>
          <a:graphicData uri="http://schemas.openxmlformats.org/presentationml/2006/ole">
            <mc:AlternateContent xmlns:mc="http://schemas.openxmlformats.org/markup-compatibility/2006">
              <mc:Choice xmlns:v="urn:schemas-microsoft-com:vml" Requires="v">
                <p:oleObj spid="_x0000_s69742" name="" r:id="rId15" imgW="1689100" imgH="228600" progId="Equation.DSMT4">
                  <p:embed/>
                </p:oleObj>
              </mc:Choice>
              <mc:Fallback>
                <p:oleObj name="" r:id="rId15" imgW="1689100" imgH="228600" progId="Equation.DSMT4">
                  <p:embed/>
                  <p:pic>
                    <p:nvPicPr>
                      <p:cNvPr id="0" name="图片 3123"/>
                      <p:cNvPicPr/>
                      <p:nvPr/>
                    </p:nvPicPr>
                    <p:blipFill>
                      <a:blip r:embed="rId16"/>
                      <a:stretch>
                        <a:fillRect/>
                      </a:stretch>
                    </p:blipFill>
                    <p:spPr>
                      <a:xfrm>
                        <a:off x="4648200" y="5334000"/>
                        <a:ext cx="3810000" cy="515938"/>
                      </a:xfrm>
                      <a:prstGeom prst="rect">
                        <a:avLst/>
                      </a:prstGeom>
                      <a:noFill/>
                      <a:ln w="38100">
                        <a:noFill/>
                        <a:miter/>
                      </a:ln>
                    </p:spPr>
                  </p:pic>
                </p:oleObj>
              </mc:Fallback>
            </mc:AlternateContent>
          </a:graphicData>
        </a:graphic>
      </p:graphicFrame>
      <p:graphicFrame>
        <p:nvGraphicFramePr>
          <p:cNvPr id="32785" name="Object 17"/>
          <p:cNvGraphicFramePr/>
          <p:nvPr/>
        </p:nvGraphicFramePr>
        <p:xfrm>
          <a:off x="4495800" y="3505200"/>
          <a:ext cx="1543050" cy="484188"/>
        </p:xfrm>
        <a:graphic>
          <a:graphicData uri="http://schemas.openxmlformats.org/presentationml/2006/ole">
            <mc:AlternateContent xmlns:mc="http://schemas.openxmlformats.org/markup-compatibility/2006">
              <mc:Choice xmlns:v="urn:schemas-microsoft-com:vml" Requires="v">
                <p:oleObj spid="_x0000_s69743" name="" r:id="rId17" imgW="647065" imgH="203200" progId="Equation.DSMT4">
                  <p:embed/>
                </p:oleObj>
              </mc:Choice>
              <mc:Fallback>
                <p:oleObj name="" r:id="rId17" imgW="647065" imgH="203200" progId="Equation.DSMT4">
                  <p:embed/>
                  <p:pic>
                    <p:nvPicPr>
                      <p:cNvPr id="0" name="图片 3126"/>
                      <p:cNvPicPr/>
                      <p:nvPr/>
                    </p:nvPicPr>
                    <p:blipFill>
                      <a:blip r:embed="rId18"/>
                      <a:stretch>
                        <a:fillRect/>
                      </a:stretch>
                    </p:blipFill>
                    <p:spPr>
                      <a:xfrm>
                        <a:off x="4495800" y="3505200"/>
                        <a:ext cx="1543050" cy="484188"/>
                      </a:xfrm>
                      <a:prstGeom prst="rect">
                        <a:avLst/>
                      </a:prstGeom>
                      <a:noFill/>
                      <a:ln w="38100">
                        <a:noFill/>
                        <a:miter/>
                      </a:ln>
                    </p:spPr>
                  </p:pic>
                </p:oleObj>
              </mc:Fallback>
            </mc:AlternateContent>
          </a:graphicData>
        </a:graphic>
      </p:graphicFrame>
      <p:graphicFrame>
        <p:nvGraphicFramePr>
          <p:cNvPr id="32786" name="Object 18"/>
          <p:cNvGraphicFramePr/>
          <p:nvPr/>
        </p:nvGraphicFramePr>
        <p:xfrm>
          <a:off x="4800600" y="4038600"/>
          <a:ext cx="3886200" cy="1119188"/>
        </p:xfrm>
        <a:graphic>
          <a:graphicData uri="http://schemas.openxmlformats.org/presentationml/2006/ole">
            <mc:AlternateContent xmlns:mc="http://schemas.openxmlformats.org/markup-compatibility/2006">
              <mc:Choice xmlns:v="urn:schemas-microsoft-com:vml" Requires="v">
                <p:oleObj spid="_x0000_s69744" name="" r:id="rId19" imgW="1675765" imgH="482600" progId="Equation.DSMT4">
                  <p:embed/>
                </p:oleObj>
              </mc:Choice>
              <mc:Fallback>
                <p:oleObj name="" r:id="rId19" imgW="1675765" imgH="482600" progId="Equation.DSMT4">
                  <p:embed/>
                  <p:pic>
                    <p:nvPicPr>
                      <p:cNvPr id="0" name="图片 3119"/>
                      <p:cNvPicPr/>
                      <p:nvPr/>
                    </p:nvPicPr>
                    <p:blipFill>
                      <a:blip r:embed="rId20"/>
                      <a:stretch>
                        <a:fillRect/>
                      </a:stretch>
                    </p:blipFill>
                    <p:spPr>
                      <a:xfrm>
                        <a:off x="4800600" y="4038600"/>
                        <a:ext cx="3886200" cy="1119188"/>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2777"/>
                                        </p:tgtEl>
                                        <p:attrNameLst>
                                          <p:attrName>style.visibility</p:attrName>
                                        </p:attrNameLst>
                                      </p:cBhvr>
                                      <p:to>
                                        <p:strVal val="visible"/>
                                      </p:to>
                                    </p:set>
                                    <p:animEffect transition="in" filter="wipe(left)">
                                      <p:cBhvr>
                                        <p:cTn id="7" dur="500"/>
                                        <p:tgtEl>
                                          <p:spTgt spid="3277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2778"/>
                                        </p:tgtEl>
                                        <p:attrNameLst>
                                          <p:attrName>style.visibility</p:attrName>
                                        </p:attrNameLst>
                                      </p:cBhvr>
                                      <p:to>
                                        <p:strVal val="visible"/>
                                      </p:to>
                                    </p:set>
                                    <p:animEffect transition="in" filter="wipe(left)">
                                      <p:cBhvr>
                                        <p:cTn id="11" dur="500"/>
                                        <p:tgtEl>
                                          <p:spTgt spid="3277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2779"/>
                                        </p:tgtEl>
                                        <p:attrNameLst>
                                          <p:attrName>style.visibility</p:attrName>
                                        </p:attrNameLst>
                                      </p:cBhvr>
                                      <p:to>
                                        <p:strVal val="visible"/>
                                      </p:to>
                                    </p:set>
                                    <p:animEffect transition="in" filter="wipe(left)">
                                      <p:cBhvr>
                                        <p:cTn id="16" dur="500"/>
                                        <p:tgtEl>
                                          <p:spTgt spid="32779"/>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32780"/>
                                        </p:tgtEl>
                                        <p:attrNameLst>
                                          <p:attrName>style.visibility</p:attrName>
                                        </p:attrNameLst>
                                      </p:cBhvr>
                                      <p:to>
                                        <p:strVal val="visible"/>
                                      </p:to>
                                    </p:set>
                                    <p:animEffect transition="in" filter="wipe(left)">
                                      <p:cBhvr>
                                        <p:cTn id="20" dur="500"/>
                                        <p:tgtEl>
                                          <p:spTgt spid="32780"/>
                                        </p:tgtEl>
                                      </p:cBhvr>
                                    </p:animEffect>
                                  </p:childTnLst>
                                </p:cTn>
                              </p:par>
                            </p:childTnLst>
                          </p:cTn>
                        </p:par>
                        <p:par>
                          <p:cTn id="21" fill="hold">
                            <p:stCondLst>
                              <p:cond delay="1000"/>
                            </p:stCondLst>
                            <p:childTnLst>
                              <p:par>
                                <p:cTn id="22" presetID="22" presetClass="entr" presetSubtype="4" fill="hold" nodeType="afterEffect">
                                  <p:stCondLst>
                                    <p:cond delay="0"/>
                                  </p:stCondLst>
                                  <p:childTnLst>
                                    <p:set>
                                      <p:cBhvr>
                                        <p:cTn id="23" dur="1" fill="hold">
                                          <p:stCondLst>
                                            <p:cond delay="0"/>
                                          </p:stCondLst>
                                        </p:cTn>
                                        <p:tgtEl>
                                          <p:spTgt spid="32781"/>
                                        </p:tgtEl>
                                        <p:attrNameLst>
                                          <p:attrName>style.visibility</p:attrName>
                                        </p:attrNameLst>
                                      </p:cBhvr>
                                      <p:to>
                                        <p:strVal val="visible"/>
                                      </p:to>
                                    </p:set>
                                    <p:animEffect transition="in" filter="wipe(down)">
                                      <p:cBhvr>
                                        <p:cTn id="24" dur="500"/>
                                        <p:tgtEl>
                                          <p:spTgt spid="3278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2785"/>
                                        </p:tgtEl>
                                        <p:attrNameLst>
                                          <p:attrName>style.visibility</p:attrName>
                                        </p:attrNameLst>
                                      </p:cBhvr>
                                      <p:to>
                                        <p:strVal val="visible"/>
                                      </p:to>
                                    </p:set>
                                    <p:animEffect transition="in" filter="wipe(left)">
                                      <p:cBhvr>
                                        <p:cTn id="29" dur="500"/>
                                        <p:tgtEl>
                                          <p:spTgt spid="3278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2783"/>
                                        </p:tgtEl>
                                        <p:attrNameLst>
                                          <p:attrName>style.visibility</p:attrName>
                                        </p:attrNameLst>
                                      </p:cBhvr>
                                      <p:to>
                                        <p:strVal val="visible"/>
                                      </p:to>
                                    </p:set>
                                    <p:animEffect transition="in" filter="wipe(left)">
                                      <p:cBhvr>
                                        <p:cTn id="34" dur="500"/>
                                        <p:tgtEl>
                                          <p:spTgt spid="3278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2786"/>
                                        </p:tgtEl>
                                        <p:attrNameLst>
                                          <p:attrName>style.visibility</p:attrName>
                                        </p:attrNameLst>
                                      </p:cBhvr>
                                      <p:to>
                                        <p:strVal val="visible"/>
                                      </p:to>
                                    </p:set>
                                    <p:animEffect transition="in" filter="wipe(left)">
                                      <p:cBhvr>
                                        <p:cTn id="39" dur="500"/>
                                        <p:tgtEl>
                                          <p:spTgt spid="3278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2782"/>
                                        </p:tgtEl>
                                        <p:attrNameLst>
                                          <p:attrName>style.visibility</p:attrName>
                                        </p:attrNameLst>
                                      </p:cBhvr>
                                      <p:to>
                                        <p:strVal val="visible"/>
                                      </p:to>
                                    </p:set>
                                    <p:animEffect transition="in" filter="wipe(left)">
                                      <p:cBhvr>
                                        <p:cTn id="44" dur="500"/>
                                        <p:tgtEl>
                                          <p:spTgt spid="3278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32784"/>
                                        </p:tgtEl>
                                        <p:attrNameLst>
                                          <p:attrName>style.visibility</p:attrName>
                                        </p:attrNameLst>
                                      </p:cBhvr>
                                      <p:to>
                                        <p:strVal val="visible"/>
                                      </p:to>
                                    </p:set>
                                    <p:animEffect transition="in" filter="wipe(left)">
                                      <p:cBhvr>
                                        <p:cTn id="49" dur="500"/>
                                        <p:tgtEl>
                                          <p:spTgt spid="327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3970"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zh-CN" sz="1400" dirty="0"/>
            </a:fld>
            <a:endParaRPr lang="zh-CN" altLang="zh-CN" sz="1400" dirty="0"/>
          </a:p>
        </p:txBody>
      </p:sp>
      <p:graphicFrame>
        <p:nvGraphicFramePr>
          <p:cNvPr id="9221" name="Object 5"/>
          <p:cNvGraphicFramePr/>
          <p:nvPr/>
        </p:nvGraphicFramePr>
        <p:xfrm>
          <a:off x="609600" y="76200"/>
          <a:ext cx="6858000" cy="512763"/>
        </p:xfrm>
        <a:graphic>
          <a:graphicData uri="http://schemas.openxmlformats.org/presentationml/2006/ole">
            <mc:AlternateContent xmlns:mc="http://schemas.openxmlformats.org/markup-compatibility/2006">
              <mc:Choice xmlns:v="urn:schemas-microsoft-com:vml" Requires="v">
                <p:oleObj spid="_x0000_s70669" name="" r:id="rId1" imgW="2715260" imgH="203200" progId="Equation.DSMT4">
                  <p:embed/>
                </p:oleObj>
              </mc:Choice>
              <mc:Fallback>
                <p:oleObj name="" r:id="rId1" imgW="2715260" imgH="203200" progId="Equation.DSMT4">
                  <p:embed/>
                  <p:pic>
                    <p:nvPicPr>
                      <p:cNvPr id="0" name="图片 3128"/>
                      <p:cNvPicPr/>
                      <p:nvPr/>
                    </p:nvPicPr>
                    <p:blipFill>
                      <a:blip r:embed="rId2"/>
                      <a:stretch>
                        <a:fillRect/>
                      </a:stretch>
                    </p:blipFill>
                    <p:spPr>
                      <a:xfrm>
                        <a:off x="609600" y="76200"/>
                        <a:ext cx="6858000" cy="512763"/>
                      </a:xfrm>
                      <a:prstGeom prst="rect">
                        <a:avLst/>
                      </a:prstGeom>
                      <a:noFill/>
                      <a:ln w="38100">
                        <a:noFill/>
                        <a:miter/>
                      </a:ln>
                    </p:spPr>
                  </p:pic>
                </p:oleObj>
              </mc:Fallback>
            </mc:AlternateContent>
          </a:graphicData>
        </a:graphic>
      </p:graphicFrame>
      <p:pic>
        <p:nvPicPr>
          <p:cNvPr id="83972" name="Picture 2"/>
          <p:cNvPicPr>
            <a:picLocks noChangeAspect="1"/>
          </p:cNvPicPr>
          <p:nvPr/>
        </p:nvPicPr>
        <p:blipFill>
          <a:blip r:embed="rId3"/>
          <a:stretch>
            <a:fillRect/>
          </a:stretch>
        </p:blipFill>
        <p:spPr>
          <a:xfrm>
            <a:off x="76200" y="609600"/>
            <a:ext cx="8909050" cy="5562600"/>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221"/>
                                        </p:tgtEl>
                                        <p:attrNameLst>
                                          <p:attrName>style.visibility</p:attrName>
                                        </p:attrNameLst>
                                      </p:cBhvr>
                                      <p:to>
                                        <p:strVal val="visible"/>
                                      </p:to>
                                    </p:set>
                                    <p:animEffect transition="in" filter="wipe(left)">
                                      <p:cBhvr>
                                        <p:cTn id="7" dur="500"/>
                                        <p:tgtEl>
                                          <p:spTgt spid="9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84994"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zh-CN" sz="1400" dirty="0"/>
            </a:fld>
            <a:endParaRPr lang="zh-CN" altLang="zh-CN" sz="1400" dirty="0"/>
          </a:p>
        </p:txBody>
      </p:sp>
      <p:pic>
        <p:nvPicPr>
          <p:cNvPr id="84995" name="Picture 2"/>
          <p:cNvPicPr>
            <a:picLocks noChangeAspect="1"/>
          </p:cNvPicPr>
          <p:nvPr/>
        </p:nvPicPr>
        <p:blipFill>
          <a:blip r:embed="rId1"/>
          <a:stretch>
            <a:fillRect/>
          </a:stretch>
        </p:blipFill>
        <p:spPr>
          <a:xfrm>
            <a:off x="58738" y="152400"/>
            <a:ext cx="9085262" cy="6096000"/>
          </a:xfrm>
          <a:prstGeom prst="rect">
            <a:avLst/>
          </a:prstGeom>
          <a:noFill/>
          <a:ln w="9525">
            <a:noFill/>
          </a:ln>
        </p:spPr>
      </p:pic>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6018"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zh-CN" sz="1400" dirty="0"/>
            </a:fld>
            <a:endParaRPr lang="zh-CN" altLang="zh-CN" sz="1400" dirty="0"/>
          </a:p>
        </p:txBody>
      </p:sp>
      <p:graphicFrame>
        <p:nvGraphicFramePr>
          <p:cNvPr id="14340" name="Object 4"/>
          <p:cNvGraphicFramePr/>
          <p:nvPr/>
        </p:nvGraphicFramePr>
        <p:xfrm>
          <a:off x="800100" y="76200"/>
          <a:ext cx="4421188" cy="3797300"/>
        </p:xfrm>
        <a:graphic>
          <a:graphicData uri="http://schemas.openxmlformats.org/presentationml/2006/ole">
            <mc:AlternateContent xmlns:mc="http://schemas.openxmlformats.org/markup-compatibility/2006">
              <mc:Choice xmlns:v="urn:schemas-microsoft-com:vml" Requires="v">
                <p:oleObj spid="_x0000_s71693" name="" r:id="rId1" imgW="1892300" imgH="1625600" progId="Equation.DSMT4">
                  <p:embed/>
                </p:oleObj>
              </mc:Choice>
              <mc:Fallback>
                <p:oleObj name="" r:id="rId1" imgW="1892300" imgH="1625600" progId="Equation.DSMT4">
                  <p:embed/>
                  <p:pic>
                    <p:nvPicPr>
                      <p:cNvPr id="0" name="图片 3122"/>
                      <p:cNvPicPr/>
                      <p:nvPr/>
                    </p:nvPicPr>
                    <p:blipFill>
                      <a:blip r:embed="rId2"/>
                      <a:stretch>
                        <a:fillRect/>
                      </a:stretch>
                    </p:blipFill>
                    <p:spPr>
                      <a:xfrm>
                        <a:off x="800100" y="76200"/>
                        <a:ext cx="4421188" cy="379730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wedge">
                                      <p:cBhvr>
                                        <p:cTn id="7" dur="1000"/>
                                        <p:tgtEl>
                                          <p:spTgt spid="1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7042"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zh-CN" sz="1400" dirty="0"/>
            </a:fld>
            <a:endParaRPr lang="zh-CN" altLang="zh-CN" sz="1400" dirty="0"/>
          </a:p>
        </p:txBody>
      </p:sp>
      <p:graphicFrame>
        <p:nvGraphicFramePr>
          <p:cNvPr id="38912" name="Object 0"/>
          <p:cNvGraphicFramePr/>
          <p:nvPr/>
        </p:nvGraphicFramePr>
        <p:xfrm>
          <a:off x="838200" y="1828800"/>
          <a:ext cx="6556375" cy="1733550"/>
        </p:xfrm>
        <a:graphic>
          <a:graphicData uri="http://schemas.openxmlformats.org/presentationml/2006/ole">
            <mc:AlternateContent xmlns:mc="http://schemas.openxmlformats.org/markup-compatibility/2006">
              <mc:Choice xmlns:v="urn:schemas-microsoft-com:vml" Requires="v">
                <p:oleObj spid="_x0000_s72717" name="" r:id="rId1" imgW="2641600" imgH="698500" progId="Equation.DSMT4">
                  <p:embed/>
                </p:oleObj>
              </mc:Choice>
              <mc:Fallback>
                <p:oleObj name="" r:id="rId1" imgW="2641600" imgH="698500" progId="Equation.DSMT4">
                  <p:embed/>
                  <p:pic>
                    <p:nvPicPr>
                      <p:cNvPr id="0" name="图片 3150"/>
                      <p:cNvPicPr/>
                      <p:nvPr/>
                    </p:nvPicPr>
                    <p:blipFill>
                      <a:blip r:embed="rId2"/>
                      <a:stretch>
                        <a:fillRect/>
                      </a:stretch>
                    </p:blipFill>
                    <p:spPr>
                      <a:xfrm>
                        <a:off x="838200" y="1828800"/>
                        <a:ext cx="6556375" cy="173355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8912"/>
                                        </p:tgtEl>
                                        <p:attrNameLst>
                                          <p:attrName>style.visibility</p:attrName>
                                        </p:attrNameLst>
                                      </p:cBhvr>
                                      <p:to>
                                        <p:strVal val="visible"/>
                                      </p:to>
                                    </p:set>
                                    <p:anim calcmode="lin" valueType="num">
                                      <p:cBhvr>
                                        <p:cTn id="7" dur="500" fill="hold"/>
                                        <p:tgtEl>
                                          <p:spTgt spid="38912"/>
                                        </p:tgtEl>
                                        <p:attrNameLst>
                                          <p:attrName>ppt_w</p:attrName>
                                        </p:attrNameLst>
                                      </p:cBhvr>
                                      <p:tavLst>
                                        <p:tav tm="0">
                                          <p:val>
                                            <p:fltVal val="0"/>
                                          </p:val>
                                        </p:tav>
                                        <p:tav tm="100000">
                                          <p:val>
                                            <p:strVal val="#ppt_w"/>
                                          </p:val>
                                        </p:tav>
                                      </p:tavLst>
                                    </p:anim>
                                    <p:anim calcmode="lin" valueType="num">
                                      <p:cBhvr>
                                        <p:cTn id="8" dur="500" fill="hold"/>
                                        <p:tgtEl>
                                          <p:spTgt spid="38912"/>
                                        </p:tgtEl>
                                        <p:attrNameLst>
                                          <p:attrName>ppt_h</p:attrName>
                                        </p:attrNameLst>
                                      </p:cBhvr>
                                      <p:tavLst>
                                        <p:tav tm="0">
                                          <p:val>
                                            <p:fltVal val="0"/>
                                          </p:val>
                                        </p:tav>
                                        <p:tav tm="100000">
                                          <p:val>
                                            <p:strVal val="#ppt_h"/>
                                          </p:val>
                                        </p:tav>
                                      </p:tavLst>
                                    </p:anim>
                                    <p:animEffect transition="in" filter="fade">
                                      <p:cBhvr>
                                        <p:cTn id="9" dur="500"/>
                                        <p:tgtEl>
                                          <p:spTgt spid="38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8066"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zh-CN" sz="1400" dirty="0"/>
            </a:fld>
            <a:endParaRPr lang="zh-CN" altLang="zh-CN" sz="1400" dirty="0"/>
          </a:p>
        </p:txBody>
      </p:sp>
      <p:graphicFrame>
        <p:nvGraphicFramePr>
          <p:cNvPr id="19461" name="Object 5"/>
          <p:cNvGraphicFramePr/>
          <p:nvPr/>
        </p:nvGraphicFramePr>
        <p:xfrm>
          <a:off x="838200" y="1524000"/>
          <a:ext cx="1905000" cy="1020763"/>
        </p:xfrm>
        <a:graphic>
          <a:graphicData uri="http://schemas.openxmlformats.org/presentationml/2006/ole">
            <mc:AlternateContent xmlns:mc="http://schemas.openxmlformats.org/markup-compatibility/2006">
              <mc:Choice xmlns:v="urn:schemas-microsoft-com:vml" Requires="v">
                <p:oleObj spid="_x0000_s73821" name="" r:id="rId1" imgW="876300" imgH="469900" progId="Equation.DSMT4">
                  <p:embed/>
                </p:oleObj>
              </mc:Choice>
              <mc:Fallback>
                <p:oleObj name="" r:id="rId1" imgW="876300" imgH="469900" progId="Equation.DSMT4">
                  <p:embed/>
                  <p:pic>
                    <p:nvPicPr>
                      <p:cNvPr id="0" name="图片 3149"/>
                      <p:cNvPicPr/>
                      <p:nvPr/>
                    </p:nvPicPr>
                    <p:blipFill>
                      <a:blip r:embed="rId2"/>
                      <a:stretch>
                        <a:fillRect/>
                      </a:stretch>
                    </p:blipFill>
                    <p:spPr>
                      <a:xfrm>
                        <a:off x="838200" y="1524000"/>
                        <a:ext cx="1905000" cy="1020763"/>
                      </a:xfrm>
                      <a:prstGeom prst="rect">
                        <a:avLst/>
                      </a:prstGeom>
                      <a:noFill/>
                      <a:ln w="38100">
                        <a:noFill/>
                        <a:miter/>
                      </a:ln>
                    </p:spPr>
                  </p:pic>
                </p:oleObj>
              </mc:Fallback>
            </mc:AlternateContent>
          </a:graphicData>
        </a:graphic>
      </p:graphicFrame>
      <p:graphicFrame>
        <p:nvGraphicFramePr>
          <p:cNvPr id="19462" name="Object 6"/>
          <p:cNvGraphicFramePr/>
          <p:nvPr/>
        </p:nvGraphicFramePr>
        <p:xfrm>
          <a:off x="762000" y="2590800"/>
          <a:ext cx="3078163" cy="1128713"/>
        </p:xfrm>
        <a:graphic>
          <a:graphicData uri="http://schemas.openxmlformats.org/presentationml/2006/ole">
            <mc:AlternateContent xmlns:mc="http://schemas.openxmlformats.org/markup-compatibility/2006">
              <mc:Choice xmlns:v="urn:schemas-microsoft-com:vml" Requires="v">
                <p:oleObj spid="_x0000_s73822" name="" r:id="rId3" imgW="1282700" imgH="469900" progId="Equation.DSMT4">
                  <p:embed/>
                </p:oleObj>
              </mc:Choice>
              <mc:Fallback>
                <p:oleObj name="" r:id="rId3" imgW="1282700" imgH="469900" progId="Equation.DSMT4">
                  <p:embed/>
                  <p:pic>
                    <p:nvPicPr>
                      <p:cNvPr id="0" name="图片 3146"/>
                      <p:cNvPicPr/>
                      <p:nvPr/>
                    </p:nvPicPr>
                    <p:blipFill>
                      <a:blip r:embed="rId4"/>
                      <a:stretch>
                        <a:fillRect/>
                      </a:stretch>
                    </p:blipFill>
                    <p:spPr>
                      <a:xfrm>
                        <a:off x="762000" y="2590800"/>
                        <a:ext cx="3078163" cy="1128713"/>
                      </a:xfrm>
                      <a:prstGeom prst="rect">
                        <a:avLst/>
                      </a:prstGeom>
                      <a:noFill/>
                      <a:ln w="38100">
                        <a:noFill/>
                        <a:miter/>
                      </a:ln>
                    </p:spPr>
                  </p:pic>
                </p:oleObj>
              </mc:Fallback>
            </mc:AlternateContent>
          </a:graphicData>
        </a:graphic>
      </p:graphicFrame>
      <p:graphicFrame>
        <p:nvGraphicFramePr>
          <p:cNvPr id="19463" name="Object 7"/>
          <p:cNvGraphicFramePr/>
          <p:nvPr/>
        </p:nvGraphicFramePr>
        <p:xfrm>
          <a:off x="762000" y="3886200"/>
          <a:ext cx="3429000" cy="1793875"/>
        </p:xfrm>
        <a:graphic>
          <a:graphicData uri="http://schemas.openxmlformats.org/presentationml/2006/ole">
            <mc:AlternateContent xmlns:mc="http://schemas.openxmlformats.org/markup-compatibility/2006">
              <mc:Choice xmlns:v="urn:schemas-microsoft-com:vml" Requires="v">
                <p:oleObj spid="_x0000_s73823" name="" r:id="rId5" imgW="1358265" imgH="711200" progId="Equation.DSMT4">
                  <p:embed/>
                </p:oleObj>
              </mc:Choice>
              <mc:Fallback>
                <p:oleObj name="" r:id="rId5" imgW="1358265" imgH="711200" progId="Equation.DSMT4">
                  <p:embed/>
                  <p:pic>
                    <p:nvPicPr>
                      <p:cNvPr id="0" name="图片 3137"/>
                      <p:cNvPicPr/>
                      <p:nvPr/>
                    </p:nvPicPr>
                    <p:blipFill>
                      <a:blip r:embed="rId6"/>
                      <a:stretch>
                        <a:fillRect/>
                      </a:stretch>
                    </p:blipFill>
                    <p:spPr>
                      <a:xfrm>
                        <a:off x="762000" y="3886200"/>
                        <a:ext cx="3429000" cy="1793875"/>
                      </a:xfrm>
                      <a:prstGeom prst="rect">
                        <a:avLst/>
                      </a:prstGeom>
                      <a:noFill/>
                      <a:ln w="38100">
                        <a:noFill/>
                        <a:miter/>
                      </a:ln>
                    </p:spPr>
                  </p:pic>
                </p:oleObj>
              </mc:Fallback>
            </mc:AlternateContent>
          </a:graphicData>
        </a:graphic>
      </p:graphicFrame>
      <p:graphicFrame>
        <p:nvGraphicFramePr>
          <p:cNvPr id="19464" name="Object 8"/>
          <p:cNvGraphicFramePr/>
          <p:nvPr/>
        </p:nvGraphicFramePr>
        <p:xfrm>
          <a:off x="4876800" y="3886200"/>
          <a:ext cx="2743200" cy="1657350"/>
        </p:xfrm>
        <a:graphic>
          <a:graphicData uri="http://schemas.openxmlformats.org/presentationml/2006/ole">
            <mc:AlternateContent xmlns:mc="http://schemas.openxmlformats.org/markup-compatibility/2006">
              <mc:Choice xmlns:v="urn:schemas-microsoft-com:vml" Requires="v">
                <p:oleObj spid="_x0000_s73824" name="" r:id="rId7" imgW="1155700" imgH="698500" progId="Equation.DSMT4">
                  <p:embed/>
                </p:oleObj>
              </mc:Choice>
              <mc:Fallback>
                <p:oleObj name="" r:id="rId7" imgW="1155700" imgH="698500" progId="Equation.DSMT4">
                  <p:embed/>
                  <p:pic>
                    <p:nvPicPr>
                      <p:cNvPr id="0" name="图片 3148"/>
                      <p:cNvPicPr/>
                      <p:nvPr/>
                    </p:nvPicPr>
                    <p:blipFill>
                      <a:blip r:embed="rId8"/>
                      <a:stretch>
                        <a:fillRect/>
                      </a:stretch>
                    </p:blipFill>
                    <p:spPr>
                      <a:xfrm>
                        <a:off x="4876800" y="3886200"/>
                        <a:ext cx="2743200" cy="1657350"/>
                      </a:xfrm>
                      <a:prstGeom prst="rect">
                        <a:avLst/>
                      </a:prstGeom>
                      <a:noFill/>
                      <a:ln w="38100">
                        <a:noFill/>
                        <a:miter/>
                      </a:ln>
                    </p:spPr>
                  </p:pic>
                </p:oleObj>
              </mc:Fallback>
            </mc:AlternateContent>
          </a:graphicData>
        </a:graphic>
      </p:graphicFrame>
      <p:graphicFrame>
        <p:nvGraphicFramePr>
          <p:cNvPr id="19465" name="Object 9"/>
          <p:cNvGraphicFramePr/>
          <p:nvPr/>
        </p:nvGraphicFramePr>
        <p:xfrm>
          <a:off x="4953000" y="1524000"/>
          <a:ext cx="1524000" cy="1089025"/>
        </p:xfrm>
        <a:graphic>
          <a:graphicData uri="http://schemas.openxmlformats.org/presentationml/2006/ole">
            <mc:AlternateContent xmlns:mc="http://schemas.openxmlformats.org/markup-compatibility/2006">
              <mc:Choice xmlns:v="urn:schemas-microsoft-com:vml" Requires="v">
                <p:oleObj spid="_x0000_s73825" name="" r:id="rId9" imgW="622300" imgH="444500" progId="Equation.DSMT4">
                  <p:embed/>
                </p:oleObj>
              </mc:Choice>
              <mc:Fallback>
                <p:oleObj name="" r:id="rId9" imgW="622300" imgH="444500" progId="Equation.DSMT4">
                  <p:embed/>
                  <p:pic>
                    <p:nvPicPr>
                      <p:cNvPr id="0" name="图片 3133"/>
                      <p:cNvPicPr/>
                      <p:nvPr/>
                    </p:nvPicPr>
                    <p:blipFill>
                      <a:blip r:embed="rId10"/>
                      <a:stretch>
                        <a:fillRect/>
                      </a:stretch>
                    </p:blipFill>
                    <p:spPr>
                      <a:xfrm>
                        <a:off x="4953000" y="1524000"/>
                        <a:ext cx="1524000" cy="1089025"/>
                      </a:xfrm>
                      <a:prstGeom prst="rect">
                        <a:avLst/>
                      </a:prstGeom>
                      <a:noFill/>
                      <a:ln w="38100">
                        <a:noFill/>
                        <a:miter/>
                      </a:ln>
                    </p:spPr>
                  </p:pic>
                </p:oleObj>
              </mc:Fallback>
            </mc:AlternateContent>
          </a:graphicData>
        </a:graphic>
      </p:graphicFrame>
      <p:graphicFrame>
        <p:nvGraphicFramePr>
          <p:cNvPr id="19466" name="Object 10"/>
          <p:cNvGraphicFramePr/>
          <p:nvPr/>
        </p:nvGraphicFramePr>
        <p:xfrm>
          <a:off x="4876800" y="2667000"/>
          <a:ext cx="2459038" cy="1120775"/>
        </p:xfrm>
        <a:graphic>
          <a:graphicData uri="http://schemas.openxmlformats.org/presentationml/2006/ole">
            <mc:AlternateContent xmlns:mc="http://schemas.openxmlformats.org/markup-compatibility/2006">
              <mc:Choice xmlns:v="urn:schemas-microsoft-com:vml" Requires="v">
                <p:oleObj spid="_x0000_s73826" name="" r:id="rId11" imgW="1002665" imgH="457200" progId="Equation.DSMT4">
                  <p:embed/>
                </p:oleObj>
              </mc:Choice>
              <mc:Fallback>
                <p:oleObj name="" r:id="rId11" imgW="1002665" imgH="457200" progId="Equation.DSMT4">
                  <p:embed/>
                  <p:pic>
                    <p:nvPicPr>
                      <p:cNvPr id="0" name="图片 3141"/>
                      <p:cNvPicPr/>
                      <p:nvPr/>
                    </p:nvPicPr>
                    <p:blipFill>
                      <a:blip r:embed="rId12"/>
                      <a:stretch>
                        <a:fillRect/>
                      </a:stretch>
                    </p:blipFill>
                    <p:spPr>
                      <a:xfrm>
                        <a:off x="4876800" y="2667000"/>
                        <a:ext cx="2459038" cy="1120775"/>
                      </a:xfrm>
                      <a:prstGeom prst="rect">
                        <a:avLst/>
                      </a:prstGeom>
                      <a:noFill/>
                      <a:ln w="38100">
                        <a:noFill/>
                        <a:miter/>
                      </a:ln>
                    </p:spPr>
                  </p:pic>
                </p:oleObj>
              </mc:Fallback>
            </mc:AlternateContent>
          </a:graphicData>
        </a:graphic>
      </p:graphicFrame>
      <p:graphicFrame>
        <p:nvGraphicFramePr>
          <p:cNvPr id="19469" name="Object 13"/>
          <p:cNvGraphicFramePr/>
          <p:nvPr/>
        </p:nvGraphicFramePr>
        <p:xfrm>
          <a:off x="838200" y="914400"/>
          <a:ext cx="2057400" cy="514350"/>
        </p:xfrm>
        <a:graphic>
          <a:graphicData uri="http://schemas.openxmlformats.org/presentationml/2006/ole">
            <mc:AlternateContent xmlns:mc="http://schemas.openxmlformats.org/markup-compatibility/2006">
              <mc:Choice xmlns:v="urn:schemas-microsoft-com:vml" Requires="v">
                <p:oleObj spid="_x0000_s73827" name="" r:id="rId13" imgW="812165" imgH="203200" progId="Equation.DSMT4">
                  <p:embed/>
                </p:oleObj>
              </mc:Choice>
              <mc:Fallback>
                <p:oleObj name="" r:id="rId13" imgW="812165" imgH="203200" progId="Equation.DSMT4">
                  <p:embed/>
                  <p:pic>
                    <p:nvPicPr>
                      <p:cNvPr id="0" name="图片 3136"/>
                      <p:cNvPicPr/>
                      <p:nvPr/>
                    </p:nvPicPr>
                    <p:blipFill>
                      <a:blip r:embed="rId14"/>
                      <a:stretch>
                        <a:fillRect/>
                      </a:stretch>
                    </p:blipFill>
                    <p:spPr>
                      <a:xfrm>
                        <a:off x="838200" y="914400"/>
                        <a:ext cx="2057400" cy="514350"/>
                      </a:xfrm>
                      <a:prstGeom prst="rect">
                        <a:avLst/>
                      </a:prstGeom>
                      <a:noFill/>
                      <a:ln w="38100">
                        <a:noFill/>
                        <a:miter/>
                      </a:ln>
                    </p:spPr>
                  </p:pic>
                </p:oleObj>
              </mc:Fallback>
            </mc:AlternateContent>
          </a:graphicData>
        </a:graphic>
      </p:graphicFrame>
      <p:graphicFrame>
        <p:nvGraphicFramePr>
          <p:cNvPr id="19470" name="Object 14"/>
          <p:cNvGraphicFramePr/>
          <p:nvPr/>
        </p:nvGraphicFramePr>
        <p:xfrm>
          <a:off x="4800600" y="914400"/>
          <a:ext cx="1981200" cy="495300"/>
        </p:xfrm>
        <a:graphic>
          <a:graphicData uri="http://schemas.openxmlformats.org/presentationml/2006/ole">
            <mc:AlternateContent xmlns:mc="http://schemas.openxmlformats.org/markup-compatibility/2006">
              <mc:Choice xmlns:v="urn:schemas-microsoft-com:vml" Requires="v">
                <p:oleObj spid="_x0000_s73828" name="" r:id="rId15" imgW="812165" imgH="203200" progId="Equation.DSMT4">
                  <p:embed/>
                </p:oleObj>
              </mc:Choice>
              <mc:Fallback>
                <p:oleObj name="" r:id="rId15" imgW="812165" imgH="203200" progId="Equation.DSMT4">
                  <p:embed/>
                  <p:pic>
                    <p:nvPicPr>
                      <p:cNvPr id="0" name="图片 3134"/>
                      <p:cNvPicPr/>
                      <p:nvPr/>
                    </p:nvPicPr>
                    <p:blipFill>
                      <a:blip r:embed="rId16"/>
                      <a:stretch>
                        <a:fillRect/>
                      </a:stretch>
                    </p:blipFill>
                    <p:spPr>
                      <a:xfrm>
                        <a:off x="4800600" y="914400"/>
                        <a:ext cx="1981200" cy="495300"/>
                      </a:xfrm>
                      <a:prstGeom prst="rect">
                        <a:avLst/>
                      </a:prstGeom>
                      <a:noFill/>
                      <a:ln w="38100">
                        <a:noFill/>
                        <a:miter/>
                      </a:ln>
                    </p:spPr>
                  </p:pic>
                </p:oleObj>
              </mc:Fallback>
            </mc:AlternateContent>
          </a:graphicData>
        </a:graphic>
      </p:graphicFrame>
      <p:graphicFrame>
        <p:nvGraphicFramePr>
          <p:cNvPr id="19471" name="Object 15"/>
          <p:cNvGraphicFramePr/>
          <p:nvPr/>
        </p:nvGraphicFramePr>
        <p:xfrm>
          <a:off x="1676400" y="304800"/>
          <a:ext cx="5208588" cy="514350"/>
        </p:xfrm>
        <a:graphic>
          <a:graphicData uri="http://schemas.openxmlformats.org/presentationml/2006/ole">
            <mc:AlternateContent xmlns:mc="http://schemas.openxmlformats.org/markup-compatibility/2006">
              <mc:Choice xmlns:v="urn:schemas-microsoft-com:vml" Requires="v">
                <p:oleObj spid="_x0000_s73829" name="" r:id="rId17" imgW="2055495" imgH="203200" progId="Equation.DSMT4">
                  <p:embed/>
                </p:oleObj>
              </mc:Choice>
              <mc:Fallback>
                <p:oleObj name="" r:id="rId17" imgW="2055495" imgH="203200" progId="Equation.DSMT4">
                  <p:embed/>
                  <p:pic>
                    <p:nvPicPr>
                      <p:cNvPr id="0" name="图片 3135"/>
                      <p:cNvPicPr/>
                      <p:nvPr/>
                    </p:nvPicPr>
                    <p:blipFill>
                      <a:blip r:embed="rId18"/>
                      <a:stretch>
                        <a:fillRect/>
                      </a:stretch>
                    </p:blipFill>
                    <p:spPr>
                      <a:xfrm>
                        <a:off x="1676400" y="304800"/>
                        <a:ext cx="5208588" cy="514350"/>
                      </a:xfrm>
                      <a:prstGeom prst="rect">
                        <a:avLst/>
                      </a:prstGeom>
                      <a:noFill/>
                      <a:ln w="38100">
                        <a:noFill/>
                        <a:miter/>
                      </a:ln>
                    </p:spPr>
                  </p:pic>
                </p:oleObj>
              </mc:Fallback>
            </mc:AlternateContent>
          </a:graphicData>
        </a:graphic>
      </p:graphicFrame>
      <p:sp>
        <p:nvSpPr>
          <p:cNvPr id="19473" name="Line 17"/>
          <p:cNvSpPr/>
          <p:nvPr/>
        </p:nvSpPr>
        <p:spPr>
          <a:xfrm>
            <a:off x="3886200" y="3200400"/>
            <a:ext cx="685800" cy="0"/>
          </a:xfrm>
          <a:prstGeom prst="line">
            <a:avLst/>
          </a:prstGeom>
          <a:ln w="28575" cap="flat" cmpd="sng">
            <a:solidFill>
              <a:srgbClr val="0000FF"/>
            </a:solidFill>
            <a:prstDash val="solid"/>
            <a:headEnd type="triangle" w="med" len="med"/>
            <a:tailEnd type="triangle" w="med" len="med"/>
          </a:ln>
        </p:spPr>
      </p:sp>
      <p:sp>
        <p:nvSpPr>
          <p:cNvPr id="19474" name="Line 18"/>
          <p:cNvSpPr/>
          <p:nvPr/>
        </p:nvSpPr>
        <p:spPr>
          <a:xfrm>
            <a:off x="3810000" y="2057400"/>
            <a:ext cx="685800" cy="0"/>
          </a:xfrm>
          <a:prstGeom prst="line">
            <a:avLst/>
          </a:prstGeom>
          <a:ln w="28575" cap="flat" cmpd="sng">
            <a:solidFill>
              <a:srgbClr val="0000FF"/>
            </a:solidFill>
            <a:prstDash val="solid"/>
            <a:headEnd type="triangle" w="med" len="med"/>
            <a:tailEnd type="triangle" w="med" len="med"/>
          </a:ln>
        </p:spPr>
      </p:sp>
      <p:sp>
        <p:nvSpPr>
          <p:cNvPr id="19475" name="Line 19"/>
          <p:cNvSpPr/>
          <p:nvPr/>
        </p:nvSpPr>
        <p:spPr>
          <a:xfrm>
            <a:off x="4191000" y="4191000"/>
            <a:ext cx="685800" cy="0"/>
          </a:xfrm>
          <a:prstGeom prst="line">
            <a:avLst/>
          </a:prstGeom>
          <a:ln w="28575" cap="flat" cmpd="sng">
            <a:solidFill>
              <a:srgbClr val="0000FF"/>
            </a:solidFill>
            <a:prstDash val="solid"/>
            <a:headEnd type="triangle" w="med" len="med"/>
            <a:tailEnd type="triangle" w="med" len="med"/>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9471"/>
                                        </p:tgtEl>
                                        <p:attrNameLst>
                                          <p:attrName>style.visibility</p:attrName>
                                        </p:attrNameLst>
                                      </p:cBhvr>
                                      <p:to>
                                        <p:strVal val="visible"/>
                                      </p:to>
                                    </p:set>
                                    <p:animEffect transition="in" filter="wipe(left)">
                                      <p:cBhvr>
                                        <p:cTn id="7" dur="500"/>
                                        <p:tgtEl>
                                          <p:spTgt spid="194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469"/>
                                        </p:tgtEl>
                                        <p:attrNameLst>
                                          <p:attrName>style.visibility</p:attrName>
                                        </p:attrNameLst>
                                      </p:cBhvr>
                                      <p:to>
                                        <p:strVal val="visible"/>
                                      </p:to>
                                    </p:set>
                                    <p:animEffect transition="in" filter="wipe(left)">
                                      <p:cBhvr>
                                        <p:cTn id="12" dur="500"/>
                                        <p:tgtEl>
                                          <p:spTgt spid="194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470"/>
                                        </p:tgtEl>
                                        <p:attrNameLst>
                                          <p:attrName>style.visibility</p:attrName>
                                        </p:attrNameLst>
                                      </p:cBhvr>
                                      <p:to>
                                        <p:strVal val="visible"/>
                                      </p:to>
                                    </p:set>
                                    <p:animEffect transition="in" filter="wipe(left)">
                                      <p:cBhvr>
                                        <p:cTn id="17" dur="500"/>
                                        <p:tgtEl>
                                          <p:spTgt spid="194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9461"/>
                                        </p:tgtEl>
                                        <p:attrNameLst>
                                          <p:attrName>style.visibility</p:attrName>
                                        </p:attrNameLst>
                                      </p:cBhvr>
                                      <p:to>
                                        <p:strVal val="visible"/>
                                      </p:to>
                                    </p:set>
                                    <p:animEffect transition="in" filter="wipe(left)">
                                      <p:cBhvr>
                                        <p:cTn id="22" dur="500"/>
                                        <p:tgtEl>
                                          <p:spTgt spid="1946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474"/>
                                        </p:tgtEl>
                                        <p:attrNameLst>
                                          <p:attrName>style.visibility</p:attrName>
                                        </p:attrNameLst>
                                      </p:cBhvr>
                                      <p:to>
                                        <p:strVal val="visible"/>
                                      </p:to>
                                    </p:set>
                                    <p:animEffect transition="in" filter="wipe(left)">
                                      <p:cBhvr>
                                        <p:cTn id="27" dur="500"/>
                                        <p:tgtEl>
                                          <p:spTgt spid="19474"/>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19465"/>
                                        </p:tgtEl>
                                        <p:attrNameLst>
                                          <p:attrName>style.visibility</p:attrName>
                                        </p:attrNameLst>
                                      </p:cBhvr>
                                      <p:to>
                                        <p:strVal val="visible"/>
                                      </p:to>
                                    </p:set>
                                    <p:animEffect transition="in" filter="wipe(left)">
                                      <p:cBhvr>
                                        <p:cTn id="31" dur="500"/>
                                        <p:tgtEl>
                                          <p:spTgt spid="1946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9462"/>
                                        </p:tgtEl>
                                        <p:attrNameLst>
                                          <p:attrName>style.visibility</p:attrName>
                                        </p:attrNameLst>
                                      </p:cBhvr>
                                      <p:to>
                                        <p:strVal val="visible"/>
                                      </p:to>
                                    </p:set>
                                    <p:animEffect transition="in" filter="wipe(left)">
                                      <p:cBhvr>
                                        <p:cTn id="36" dur="500"/>
                                        <p:tgtEl>
                                          <p:spTgt spid="1946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9473"/>
                                        </p:tgtEl>
                                        <p:attrNameLst>
                                          <p:attrName>style.visibility</p:attrName>
                                        </p:attrNameLst>
                                      </p:cBhvr>
                                      <p:to>
                                        <p:strVal val="visible"/>
                                      </p:to>
                                    </p:set>
                                    <p:animEffect transition="in" filter="wipe(left)">
                                      <p:cBhvr>
                                        <p:cTn id="41" dur="500"/>
                                        <p:tgtEl>
                                          <p:spTgt spid="19473"/>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19466"/>
                                        </p:tgtEl>
                                        <p:attrNameLst>
                                          <p:attrName>style.visibility</p:attrName>
                                        </p:attrNameLst>
                                      </p:cBhvr>
                                      <p:to>
                                        <p:strVal val="visible"/>
                                      </p:to>
                                    </p:set>
                                    <p:animEffect transition="in" filter="wipe(left)">
                                      <p:cBhvr>
                                        <p:cTn id="45" dur="500"/>
                                        <p:tgtEl>
                                          <p:spTgt spid="1946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19463"/>
                                        </p:tgtEl>
                                        <p:attrNameLst>
                                          <p:attrName>style.visibility</p:attrName>
                                        </p:attrNameLst>
                                      </p:cBhvr>
                                      <p:to>
                                        <p:strVal val="visible"/>
                                      </p:to>
                                    </p:set>
                                    <p:animEffect transition="in" filter="wipe(up)">
                                      <p:cBhvr>
                                        <p:cTn id="50" dur="500"/>
                                        <p:tgtEl>
                                          <p:spTgt spid="1946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9475"/>
                                        </p:tgtEl>
                                        <p:attrNameLst>
                                          <p:attrName>style.visibility</p:attrName>
                                        </p:attrNameLst>
                                      </p:cBhvr>
                                      <p:to>
                                        <p:strVal val="visible"/>
                                      </p:to>
                                    </p:set>
                                    <p:animEffect transition="in" filter="wipe(left)">
                                      <p:cBhvr>
                                        <p:cTn id="55" dur="500"/>
                                        <p:tgtEl>
                                          <p:spTgt spid="19475"/>
                                        </p:tgtEl>
                                      </p:cBhvr>
                                    </p:animEffect>
                                  </p:childTnLst>
                                </p:cTn>
                              </p:par>
                            </p:childTnLst>
                          </p:cTn>
                        </p:par>
                        <p:par>
                          <p:cTn id="56" fill="hold">
                            <p:stCondLst>
                              <p:cond delay="500"/>
                            </p:stCondLst>
                            <p:childTnLst>
                              <p:par>
                                <p:cTn id="57" presetID="22" presetClass="entr" presetSubtype="1" fill="hold" nodeType="afterEffect">
                                  <p:stCondLst>
                                    <p:cond delay="0"/>
                                  </p:stCondLst>
                                  <p:childTnLst>
                                    <p:set>
                                      <p:cBhvr>
                                        <p:cTn id="58" dur="1" fill="hold">
                                          <p:stCondLst>
                                            <p:cond delay="0"/>
                                          </p:stCondLst>
                                        </p:cTn>
                                        <p:tgtEl>
                                          <p:spTgt spid="19464"/>
                                        </p:tgtEl>
                                        <p:attrNameLst>
                                          <p:attrName>style.visibility</p:attrName>
                                        </p:attrNameLst>
                                      </p:cBhvr>
                                      <p:to>
                                        <p:strVal val="visible"/>
                                      </p:to>
                                    </p:set>
                                    <p:animEffect transition="in" filter="wipe(up)">
                                      <p:cBhvr>
                                        <p:cTn id="59" dur="500"/>
                                        <p:tgtEl>
                                          <p:spTgt spid="19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9090"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zh-CN" sz="1400" dirty="0"/>
            </a:fld>
            <a:endParaRPr lang="zh-CN" altLang="zh-CN" sz="1400" dirty="0"/>
          </a:p>
        </p:txBody>
      </p:sp>
      <p:graphicFrame>
        <p:nvGraphicFramePr>
          <p:cNvPr id="20484" name="Object 4"/>
          <p:cNvGraphicFramePr/>
          <p:nvPr/>
        </p:nvGraphicFramePr>
        <p:xfrm>
          <a:off x="5029200" y="3276600"/>
          <a:ext cx="2438400" cy="1128713"/>
        </p:xfrm>
        <a:graphic>
          <a:graphicData uri="http://schemas.openxmlformats.org/presentationml/2006/ole">
            <mc:AlternateContent xmlns:mc="http://schemas.openxmlformats.org/markup-compatibility/2006">
              <mc:Choice xmlns:v="urn:schemas-microsoft-com:vml" Requires="v">
                <p:oleObj spid="_x0000_s74835" name="" r:id="rId1" imgW="1016000" imgH="469900" progId="Equation.DSMT4">
                  <p:embed/>
                </p:oleObj>
              </mc:Choice>
              <mc:Fallback>
                <p:oleObj name="" r:id="rId1" imgW="1016000" imgH="469900" progId="Equation.DSMT4">
                  <p:embed/>
                  <p:pic>
                    <p:nvPicPr>
                      <p:cNvPr id="0" name="图片 3138"/>
                      <p:cNvPicPr/>
                      <p:nvPr/>
                    </p:nvPicPr>
                    <p:blipFill>
                      <a:blip r:embed="rId2"/>
                      <a:stretch>
                        <a:fillRect/>
                      </a:stretch>
                    </p:blipFill>
                    <p:spPr>
                      <a:xfrm>
                        <a:off x="5029200" y="3276600"/>
                        <a:ext cx="2438400" cy="1128713"/>
                      </a:xfrm>
                      <a:prstGeom prst="rect">
                        <a:avLst/>
                      </a:prstGeom>
                      <a:noFill/>
                      <a:ln w="38100">
                        <a:noFill/>
                        <a:miter/>
                      </a:ln>
                    </p:spPr>
                  </p:pic>
                </p:oleObj>
              </mc:Fallback>
            </mc:AlternateContent>
          </a:graphicData>
        </a:graphic>
      </p:graphicFrame>
      <p:graphicFrame>
        <p:nvGraphicFramePr>
          <p:cNvPr id="20486" name="Object 6"/>
          <p:cNvGraphicFramePr/>
          <p:nvPr/>
        </p:nvGraphicFramePr>
        <p:xfrm>
          <a:off x="609600" y="1447800"/>
          <a:ext cx="2590800" cy="1709738"/>
        </p:xfrm>
        <a:graphic>
          <a:graphicData uri="http://schemas.openxmlformats.org/presentationml/2006/ole">
            <mc:AlternateContent xmlns:mc="http://schemas.openxmlformats.org/markup-compatibility/2006">
              <mc:Choice xmlns:v="urn:schemas-microsoft-com:vml" Requires="v">
                <p:oleObj spid="_x0000_s74836" name="" r:id="rId3" imgW="1078865" imgH="711200" progId="Equation.DSMT4">
                  <p:embed/>
                </p:oleObj>
              </mc:Choice>
              <mc:Fallback>
                <p:oleObj name="" r:id="rId3" imgW="1078865" imgH="711200" progId="Equation.DSMT4">
                  <p:embed/>
                  <p:pic>
                    <p:nvPicPr>
                      <p:cNvPr id="0" name="图片 3139"/>
                      <p:cNvPicPr/>
                      <p:nvPr/>
                    </p:nvPicPr>
                    <p:blipFill>
                      <a:blip r:embed="rId4"/>
                      <a:stretch>
                        <a:fillRect/>
                      </a:stretch>
                    </p:blipFill>
                    <p:spPr>
                      <a:xfrm>
                        <a:off x="609600" y="1447800"/>
                        <a:ext cx="2590800" cy="1709738"/>
                      </a:xfrm>
                      <a:prstGeom prst="rect">
                        <a:avLst/>
                      </a:prstGeom>
                      <a:noFill/>
                      <a:ln w="38100">
                        <a:noFill/>
                        <a:miter/>
                      </a:ln>
                    </p:spPr>
                  </p:pic>
                </p:oleObj>
              </mc:Fallback>
            </mc:AlternateContent>
          </a:graphicData>
        </a:graphic>
      </p:graphicFrame>
      <p:graphicFrame>
        <p:nvGraphicFramePr>
          <p:cNvPr id="20487" name="Object 7"/>
          <p:cNvGraphicFramePr/>
          <p:nvPr/>
        </p:nvGraphicFramePr>
        <p:xfrm>
          <a:off x="5029200" y="1447800"/>
          <a:ext cx="1981200" cy="1682750"/>
        </p:xfrm>
        <a:graphic>
          <a:graphicData uri="http://schemas.openxmlformats.org/presentationml/2006/ole">
            <mc:AlternateContent xmlns:mc="http://schemas.openxmlformats.org/markup-compatibility/2006">
              <mc:Choice xmlns:v="urn:schemas-microsoft-com:vml" Requires="v">
                <p:oleObj spid="_x0000_s74837" name="" r:id="rId5" imgW="837565" imgH="711200" progId="Equation.DSMT4">
                  <p:embed/>
                </p:oleObj>
              </mc:Choice>
              <mc:Fallback>
                <p:oleObj name="" r:id="rId5" imgW="837565" imgH="711200" progId="Equation.DSMT4">
                  <p:embed/>
                  <p:pic>
                    <p:nvPicPr>
                      <p:cNvPr id="0" name="图片 3145"/>
                      <p:cNvPicPr/>
                      <p:nvPr/>
                    </p:nvPicPr>
                    <p:blipFill>
                      <a:blip r:embed="rId6"/>
                      <a:stretch>
                        <a:fillRect/>
                      </a:stretch>
                    </p:blipFill>
                    <p:spPr>
                      <a:xfrm>
                        <a:off x="5029200" y="1447800"/>
                        <a:ext cx="1981200" cy="1682750"/>
                      </a:xfrm>
                      <a:prstGeom prst="rect">
                        <a:avLst/>
                      </a:prstGeom>
                      <a:noFill/>
                      <a:ln w="38100">
                        <a:noFill/>
                        <a:miter/>
                      </a:ln>
                    </p:spPr>
                  </p:pic>
                </p:oleObj>
              </mc:Fallback>
            </mc:AlternateContent>
          </a:graphicData>
        </a:graphic>
      </p:graphicFrame>
      <p:graphicFrame>
        <p:nvGraphicFramePr>
          <p:cNvPr id="20488" name="Object 8"/>
          <p:cNvGraphicFramePr/>
          <p:nvPr/>
        </p:nvGraphicFramePr>
        <p:xfrm>
          <a:off x="609600" y="3352800"/>
          <a:ext cx="3352800" cy="1190625"/>
        </p:xfrm>
        <a:graphic>
          <a:graphicData uri="http://schemas.openxmlformats.org/presentationml/2006/ole">
            <mc:AlternateContent xmlns:mc="http://schemas.openxmlformats.org/markup-compatibility/2006">
              <mc:Choice xmlns:v="urn:schemas-microsoft-com:vml" Requires="v">
                <p:oleObj spid="_x0000_s74838" name="" r:id="rId7" imgW="1358265" imgH="482600" progId="Equation.DSMT4">
                  <p:embed/>
                </p:oleObj>
              </mc:Choice>
              <mc:Fallback>
                <p:oleObj name="" r:id="rId7" imgW="1358265" imgH="482600" progId="Equation.DSMT4">
                  <p:embed/>
                  <p:pic>
                    <p:nvPicPr>
                      <p:cNvPr id="0" name="图片 3140"/>
                      <p:cNvPicPr/>
                      <p:nvPr/>
                    </p:nvPicPr>
                    <p:blipFill>
                      <a:blip r:embed="rId8"/>
                      <a:stretch>
                        <a:fillRect/>
                      </a:stretch>
                    </p:blipFill>
                    <p:spPr>
                      <a:xfrm>
                        <a:off x="609600" y="3352800"/>
                        <a:ext cx="3352800" cy="1190625"/>
                      </a:xfrm>
                      <a:prstGeom prst="rect">
                        <a:avLst/>
                      </a:prstGeom>
                      <a:noFill/>
                      <a:ln w="38100">
                        <a:noFill/>
                        <a:miter/>
                      </a:ln>
                    </p:spPr>
                  </p:pic>
                </p:oleObj>
              </mc:Fallback>
            </mc:AlternateContent>
          </a:graphicData>
        </a:graphic>
      </p:graphicFrame>
      <p:graphicFrame>
        <p:nvGraphicFramePr>
          <p:cNvPr id="20489" name="Object 9"/>
          <p:cNvGraphicFramePr/>
          <p:nvPr/>
        </p:nvGraphicFramePr>
        <p:xfrm>
          <a:off x="4876800" y="4572000"/>
          <a:ext cx="3657600" cy="1071563"/>
        </p:xfrm>
        <a:graphic>
          <a:graphicData uri="http://schemas.openxmlformats.org/presentationml/2006/ole">
            <mc:AlternateContent xmlns:mc="http://schemas.openxmlformats.org/markup-compatibility/2006">
              <mc:Choice xmlns:v="urn:schemas-microsoft-com:vml" Requires="v">
                <p:oleObj spid="_x0000_s74839" name="" r:id="rId9" imgW="1562100" imgH="457200" progId="Equation.DSMT4">
                  <p:embed/>
                </p:oleObj>
              </mc:Choice>
              <mc:Fallback>
                <p:oleObj name="" r:id="rId9" imgW="1562100" imgH="457200" progId="Equation.DSMT4">
                  <p:embed/>
                  <p:pic>
                    <p:nvPicPr>
                      <p:cNvPr id="0" name="图片 3142"/>
                      <p:cNvPicPr/>
                      <p:nvPr/>
                    </p:nvPicPr>
                    <p:blipFill>
                      <a:blip r:embed="rId10"/>
                      <a:stretch>
                        <a:fillRect/>
                      </a:stretch>
                    </p:blipFill>
                    <p:spPr>
                      <a:xfrm>
                        <a:off x="4876800" y="4572000"/>
                        <a:ext cx="3657600" cy="1071563"/>
                      </a:xfrm>
                      <a:prstGeom prst="rect">
                        <a:avLst/>
                      </a:prstGeom>
                      <a:noFill/>
                      <a:ln w="38100">
                        <a:noFill/>
                        <a:miter/>
                      </a:ln>
                    </p:spPr>
                  </p:pic>
                </p:oleObj>
              </mc:Fallback>
            </mc:AlternateContent>
          </a:graphicData>
        </a:graphic>
      </p:graphicFrame>
      <p:graphicFrame>
        <p:nvGraphicFramePr>
          <p:cNvPr id="20490" name="Object 10"/>
          <p:cNvGraphicFramePr/>
          <p:nvPr/>
        </p:nvGraphicFramePr>
        <p:xfrm>
          <a:off x="609600" y="4648200"/>
          <a:ext cx="3733800" cy="1054100"/>
        </p:xfrm>
        <a:graphic>
          <a:graphicData uri="http://schemas.openxmlformats.org/presentationml/2006/ole">
            <mc:AlternateContent xmlns:mc="http://schemas.openxmlformats.org/markup-compatibility/2006">
              <mc:Choice xmlns:v="urn:schemas-microsoft-com:vml" Requires="v">
                <p:oleObj spid="_x0000_s74840" name="" r:id="rId11" imgW="1663700" imgH="469900" progId="Equation.DSMT4">
                  <p:embed/>
                </p:oleObj>
              </mc:Choice>
              <mc:Fallback>
                <p:oleObj name="" r:id="rId11" imgW="1663700" imgH="469900" progId="Equation.DSMT4">
                  <p:embed/>
                  <p:pic>
                    <p:nvPicPr>
                      <p:cNvPr id="0" name="图片 3143"/>
                      <p:cNvPicPr/>
                      <p:nvPr/>
                    </p:nvPicPr>
                    <p:blipFill>
                      <a:blip r:embed="rId12"/>
                      <a:stretch>
                        <a:fillRect/>
                      </a:stretch>
                    </p:blipFill>
                    <p:spPr>
                      <a:xfrm>
                        <a:off x="609600" y="4648200"/>
                        <a:ext cx="3733800" cy="1054100"/>
                      </a:xfrm>
                      <a:prstGeom prst="rect">
                        <a:avLst/>
                      </a:prstGeom>
                      <a:noFill/>
                      <a:ln w="38100">
                        <a:noFill/>
                        <a:miter/>
                      </a:ln>
                    </p:spPr>
                  </p:pic>
                </p:oleObj>
              </mc:Fallback>
            </mc:AlternateContent>
          </a:graphicData>
        </a:graphic>
      </p:graphicFrame>
      <p:graphicFrame>
        <p:nvGraphicFramePr>
          <p:cNvPr id="20491" name="Object 11"/>
          <p:cNvGraphicFramePr/>
          <p:nvPr/>
        </p:nvGraphicFramePr>
        <p:xfrm>
          <a:off x="4876800" y="152400"/>
          <a:ext cx="2895600" cy="1090613"/>
        </p:xfrm>
        <a:graphic>
          <a:graphicData uri="http://schemas.openxmlformats.org/presentationml/2006/ole">
            <mc:AlternateContent xmlns:mc="http://schemas.openxmlformats.org/markup-compatibility/2006">
              <mc:Choice xmlns:v="urn:schemas-microsoft-com:vml" Requires="v">
                <p:oleObj spid="_x0000_s74841" name="" r:id="rId13" imgW="1180465" imgH="444500" progId="Equation.DSMT4">
                  <p:embed/>
                </p:oleObj>
              </mc:Choice>
              <mc:Fallback>
                <p:oleObj name="" r:id="rId13" imgW="1180465" imgH="444500" progId="Equation.DSMT4">
                  <p:embed/>
                  <p:pic>
                    <p:nvPicPr>
                      <p:cNvPr id="0" name="图片 3144"/>
                      <p:cNvPicPr/>
                      <p:nvPr/>
                    </p:nvPicPr>
                    <p:blipFill>
                      <a:blip r:embed="rId14"/>
                      <a:stretch>
                        <a:fillRect/>
                      </a:stretch>
                    </p:blipFill>
                    <p:spPr>
                      <a:xfrm>
                        <a:off x="4876800" y="152400"/>
                        <a:ext cx="2895600" cy="1090613"/>
                      </a:xfrm>
                      <a:prstGeom prst="rect">
                        <a:avLst/>
                      </a:prstGeom>
                      <a:noFill/>
                      <a:ln w="38100">
                        <a:noFill/>
                        <a:miter/>
                      </a:ln>
                    </p:spPr>
                  </p:pic>
                </p:oleObj>
              </mc:Fallback>
            </mc:AlternateContent>
          </a:graphicData>
        </a:graphic>
      </p:graphicFrame>
      <p:graphicFrame>
        <p:nvGraphicFramePr>
          <p:cNvPr id="20492" name="Object 12"/>
          <p:cNvGraphicFramePr/>
          <p:nvPr/>
        </p:nvGraphicFramePr>
        <p:xfrm>
          <a:off x="609600" y="152400"/>
          <a:ext cx="3276600" cy="1122363"/>
        </p:xfrm>
        <a:graphic>
          <a:graphicData uri="http://schemas.openxmlformats.org/presentationml/2006/ole">
            <mc:AlternateContent xmlns:mc="http://schemas.openxmlformats.org/markup-compatibility/2006">
              <mc:Choice xmlns:v="urn:schemas-microsoft-com:vml" Requires="v">
                <p:oleObj spid="_x0000_s74842" name="" r:id="rId15" imgW="1371600" imgH="469900" progId="Equation.DSMT4">
                  <p:embed/>
                </p:oleObj>
              </mc:Choice>
              <mc:Fallback>
                <p:oleObj name="" r:id="rId15" imgW="1371600" imgH="469900" progId="Equation.DSMT4">
                  <p:embed/>
                  <p:pic>
                    <p:nvPicPr>
                      <p:cNvPr id="0" name="图片 3147"/>
                      <p:cNvPicPr/>
                      <p:nvPr/>
                    </p:nvPicPr>
                    <p:blipFill>
                      <a:blip r:embed="rId16"/>
                      <a:stretch>
                        <a:fillRect/>
                      </a:stretch>
                    </p:blipFill>
                    <p:spPr>
                      <a:xfrm>
                        <a:off x="609600" y="152400"/>
                        <a:ext cx="3276600" cy="1122363"/>
                      </a:xfrm>
                      <a:prstGeom prst="rect">
                        <a:avLst/>
                      </a:prstGeom>
                      <a:noFill/>
                      <a:ln w="38100">
                        <a:noFill/>
                        <a:miter/>
                      </a:ln>
                    </p:spPr>
                  </p:pic>
                </p:oleObj>
              </mc:Fallback>
            </mc:AlternateContent>
          </a:graphicData>
        </a:graphic>
      </p:graphicFrame>
      <p:sp>
        <p:nvSpPr>
          <p:cNvPr id="20493" name="Line 13"/>
          <p:cNvSpPr/>
          <p:nvPr/>
        </p:nvSpPr>
        <p:spPr>
          <a:xfrm>
            <a:off x="4038600" y="685800"/>
            <a:ext cx="685800" cy="0"/>
          </a:xfrm>
          <a:prstGeom prst="line">
            <a:avLst/>
          </a:prstGeom>
          <a:ln w="28575" cap="flat" cmpd="sng">
            <a:solidFill>
              <a:srgbClr val="0000FF"/>
            </a:solidFill>
            <a:prstDash val="solid"/>
            <a:headEnd type="triangle" w="med" len="med"/>
            <a:tailEnd type="triangle" w="med" len="med"/>
          </a:ln>
        </p:spPr>
      </p:sp>
      <p:sp>
        <p:nvSpPr>
          <p:cNvPr id="20494" name="Line 14"/>
          <p:cNvSpPr/>
          <p:nvPr/>
        </p:nvSpPr>
        <p:spPr>
          <a:xfrm>
            <a:off x="3962400" y="1752600"/>
            <a:ext cx="685800" cy="0"/>
          </a:xfrm>
          <a:prstGeom prst="line">
            <a:avLst/>
          </a:prstGeom>
          <a:ln w="28575" cap="flat" cmpd="sng">
            <a:solidFill>
              <a:srgbClr val="0000FF"/>
            </a:solidFill>
            <a:prstDash val="solid"/>
            <a:headEnd type="triangle" w="med" len="med"/>
            <a:tailEnd type="triangle" w="med" len="med"/>
          </a:ln>
        </p:spPr>
      </p:sp>
      <p:sp>
        <p:nvSpPr>
          <p:cNvPr id="20495" name="Line 15"/>
          <p:cNvSpPr/>
          <p:nvPr/>
        </p:nvSpPr>
        <p:spPr>
          <a:xfrm>
            <a:off x="4114800" y="3886200"/>
            <a:ext cx="685800" cy="0"/>
          </a:xfrm>
          <a:prstGeom prst="line">
            <a:avLst/>
          </a:prstGeom>
          <a:ln w="28575" cap="flat" cmpd="sng">
            <a:solidFill>
              <a:srgbClr val="0000FF"/>
            </a:solidFill>
            <a:prstDash val="solid"/>
            <a:headEnd type="triangle" w="med" len="med"/>
            <a:tailEnd type="triangle" w="med" len="med"/>
          </a:ln>
        </p:spPr>
      </p:sp>
      <p:sp>
        <p:nvSpPr>
          <p:cNvPr id="20496" name="Line 16"/>
          <p:cNvSpPr/>
          <p:nvPr/>
        </p:nvSpPr>
        <p:spPr>
          <a:xfrm>
            <a:off x="4343400" y="5181600"/>
            <a:ext cx="685800" cy="0"/>
          </a:xfrm>
          <a:prstGeom prst="line">
            <a:avLst/>
          </a:prstGeom>
          <a:ln w="28575" cap="flat" cmpd="sng">
            <a:solidFill>
              <a:srgbClr val="0000FF"/>
            </a:solidFill>
            <a:prstDash val="solid"/>
            <a:headEnd type="triangle" w="med" len="med"/>
            <a:tailEnd type="triangle" w="med" len="med"/>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0492"/>
                                        </p:tgtEl>
                                        <p:attrNameLst>
                                          <p:attrName>style.visibility</p:attrName>
                                        </p:attrNameLst>
                                      </p:cBhvr>
                                      <p:to>
                                        <p:strVal val="visible"/>
                                      </p:to>
                                    </p:set>
                                    <p:animEffect transition="in" filter="wipe(left)">
                                      <p:cBhvr>
                                        <p:cTn id="7" dur="500"/>
                                        <p:tgtEl>
                                          <p:spTgt spid="204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493"/>
                                        </p:tgtEl>
                                        <p:attrNameLst>
                                          <p:attrName>style.visibility</p:attrName>
                                        </p:attrNameLst>
                                      </p:cBhvr>
                                      <p:to>
                                        <p:strVal val="visible"/>
                                      </p:to>
                                    </p:set>
                                    <p:animEffect transition="in" filter="wipe(left)">
                                      <p:cBhvr>
                                        <p:cTn id="12" dur="500"/>
                                        <p:tgtEl>
                                          <p:spTgt spid="2049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0491"/>
                                        </p:tgtEl>
                                        <p:attrNameLst>
                                          <p:attrName>style.visibility</p:attrName>
                                        </p:attrNameLst>
                                      </p:cBhvr>
                                      <p:to>
                                        <p:strVal val="visible"/>
                                      </p:to>
                                    </p:set>
                                    <p:animEffect transition="in" filter="wipe(left)">
                                      <p:cBhvr>
                                        <p:cTn id="16" dur="500"/>
                                        <p:tgtEl>
                                          <p:spTgt spid="2049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0486"/>
                                        </p:tgtEl>
                                        <p:attrNameLst>
                                          <p:attrName>style.visibility</p:attrName>
                                        </p:attrNameLst>
                                      </p:cBhvr>
                                      <p:to>
                                        <p:strVal val="visible"/>
                                      </p:to>
                                    </p:set>
                                    <p:animEffect transition="in" filter="wipe(up)">
                                      <p:cBhvr>
                                        <p:cTn id="21" dur="500"/>
                                        <p:tgtEl>
                                          <p:spTgt spid="2048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0494"/>
                                        </p:tgtEl>
                                        <p:attrNameLst>
                                          <p:attrName>style.visibility</p:attrName>
                                        </p:attrNameLst>
                                      </p:cBhvr>
                                      <p:to>
                                        <p:strVal val="visible"/>
                                      </p:to>
                                    </p:set>
                                    <p:animEffect transition="in" filter="wipe(left)">
                                      <p:cBhvr>
                                        <p:cTn id="26" dur="500"/>
                                        <p:tgtEl>
                                          <p:spTgt spid="20494"/>
                                        </p:tgtEl>
                                      </p:cBhvr>
                                    </p:animEffect>
                                  </p:childTnLst>
                                </p:cTn>
                              </p:par>
                            </p:childTnLst>
                          </p:cTn>
                        </p:par>
                        <p:par>
                          <p:cTn id="27" fill="hold">
                            <p:stCondLst>
                              <p:cond delay="500"/>
                            </p:stCondLst>
                            <p:childTnLst>
                              <p:par>
                                <p:cTn id="28" presetID="22" presetClass="entr" presetSubtype="1" fill="hold" nodeType="afterEffect">
                                  <p:stCondLst>
                                    <p:cond delay="0"/>
                                  </p:stCondLst>
                                  <p:childTnLst>
                                    <p:set>
                                      <p:cBhvr>
                                        <p:cTn id="29" dur="1" fill="hold">
                                          <p:stCondLst>
                                            <p:cond delay="0"/>
                                          </p:stCondLst>
                                        </p:cTn>
                                        <p:tgtEl>
                                          <p:spTgt spid="20487"/>
                                        </p:tgtEl>
                                        <p:attrNameLst>
                                          <p:attrName>style.visibility</p:attrName>
                                        </p:attrNameLst>
                                      </p:cBhvr>
                                      <p:to>
                                        <p:strVal val="visible"/>
                                      </p:to>
                                    </p:set>
                                    <p:animEffect transition="in" filter="wipe(up)">
                                      <p:cBhvr>
                                        <p:cTn id="30" dur="500"/>
                                        <p:tgtEl>
                                          <p:spTgt spid="2048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0488"/>
                                        </p:tgtEl>
                                        <p:attrNameLst>
                                          <p:attrName>style.visibility</p:attrName>
                                        </p:attrNameLst>
                                      </p:cBhvr>
                                      <p:to>
                                        <p:strVal val="visible"/>
                                      </p:to>
                                    </p:set>
                                    <p:animEffect transition="in" filter="wipe(left)">
                                      <p:cBhvr>
                                        <p:cTn id="35" dur="500"/>
                                        <p:tgtEl>
                                          <p:spTgt spid="2048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0495"/>
                                        </p:tgtEl>
                                        <p:attrNameLst>
                                          <p:attrName>style.visibility</p:attrName>
                                        </p:attrNameLst>
                                      </p:cBhvr>
                                      <p:to>
                                        <p:strVal val="visible"/>
                                      </p:to>
                                    </p:set>
                                    <p:animEffect transition="in" filter="wipe(left)">
                                      <p:cBhvr>
                                        <p:cTn id="40" dur="500"/>
                                        <p:tgtEl>
                                          <p:spTgt spid="20495"/>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20484"/>
                                        </p:tgtEl>
                                        <p:attrNameLst>
                                          <p:attrName>style.visibility</p:attrName>
                                        </p:attrNameLst>
                                      </p:cBhvr>
                                      <p:to>
                                        <p:strVal val="visible"/>
                                      </p:to>
                                    </p:set>
                                    <p:animEffect transition="in" filter="wipe(left)">
                                      <p:cBhvr>
                                        <p:cTn id="44" dur="500"/>
                                        <p:tgtEl>
                                          <p:spTgt spid="2048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20490"/>
                                        </p:tgtEl>
                                        <p:attrNameLst>
                                          <p:attrName>style.visibility</p:attrName>
                                        </p:attrNameLst>
                                      </p:cBhvr>
                                      <p:to>
                                        <p:strVal val="visible"/>
                                      </p:to>
                                    </p:set>
                                    <p:animEffect transition="in" filter="wipe(left)">
                                      <p:cBhvr>
                                        <p:cTn id="49" dur="500"/>
                                        <p:tgtEl>
                                          <p:spTgt spid="2049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0496"/>
                                        </p:tgtEl>
                                        <p:attrNameLst>
                                          <p:attrName>style.visibility</p:attrName>
                                        </p:attrNameLst>
                                      </p:cBhvr>
                                      <p:to>
                                        <p:strVal val="visible"/>
                                      </p:to>
                                    </p:set>
                                    <p:animEffect transition="in" filter="wipe(left)">
                                      <p:cBhvr>
                                        <p:cTn id="54" dur="500"/>
                                        <p:tgtEl>
                                          <p:spTgt spid="20496"/>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20489"/>
                                        </p:tgtEl>
                                        <p:attrNameLst>
                                          <p:attrName>style.visibility</p:attrName>
                                        </p:attrNameLst>
                                      </p:cBhvr>
                                      <p:to>
                                        <p:strVal val="visible"/>
                                      </p:to>
                                    </p:set>
                                    <p:animEffect transition="in" filter="wipe(left)">
                                      <p:cBhvr>
                                        <p:cTn id="58" dur="500"/>
                                        <p:tgtEl>
                                          <p:spTgt spid="20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0114"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zh-CN" sz="1400" dirty="0"/>
            </a:fld>
            <a:endParaRPr lang="zh-CN" altLang="zh-CN" sz="1400" dirty="0"/>
          </a:p>
        </p:txBody>
      </p:sp>
      <p:graphicFrame>
        <p:nvGraphicFramePr>
          <p:cNvPr id="39936" name="Object 1024"/>
          <p:cNvGraphicFramePr/>
          <p:nvPr/>
        </p:nvGraphicFramePr>
        <p:xfrm>
          <a:off x="1447800" y="4114800"/>
          <a:ext cx="1371600" cy="1066800"/>
        </p:xfrm>
        <a:graphic>
          <a:graphicData uri="http://schemas.openxmlformats.org/presentationml/2006/ole">
            <mc:AlternateContent xmlns:mc="http://schemas.openxmlformats.org/markup-compatibility/2006">
              <mc:Choice xmlns:v="urn:schemas-microsoft-com:vml" Requires="v">
                <p:oleObj spid="_x0000_s75869" name="" r:id="rId1" imgW="571500" imgH="444500" progId="Equation.DSMT4">
                  <p:embed/>
                </p:oleObj>
              </mc:Choice>
              <mc:Fallback>
                <p:oleObj name="" r:id="rId1" imgW="571500" imgH="444500" progId="Equation.DSMT4">
                  <p:embed/>
                  <p:pic>
                    <p:nvPicPr>
                      <p:cNvPr id="0" name="图片 3151"/>
                      <p:cNvPicPr/>
                      <p:nvPr/>
                    </p:nvPicPr>
                    <p:blipFill>
                      <a:blip r:embed="rId2"/>
                      <a:stretch>
                        <a:fillRect/>
                      </a:stretch>
                    </p:blipFill>
                    <p:spPr>
                      <a:xfrm>
                        <a:off x="1447800" y="4114800"/>
                        <a:ext cx="1371600" cy="1066800"/>
                      </a:xfrm>
                      <a:prstGeom prst="rect">
                        <a:avLst/>
                      </a:prstGeom>
                      <a:noFill/>
                      <a:ln w="38100">
                        <a:noFill/>
                        <a:miter/>
                      </a:ln>
                    </p:spPr>
                  </p:pic>
                </p:oleObj>
              </mc:Fallback>
            </mc:AlternateContent>
          </a:graphicData>
        </a:graphic>
      </p:graphicFrame>
      <p:graphicFrame>
        <p:nvGraphicFramePr>
          <p:cNvPr id="39937" name="Object 1025"/>
          <p:cNvGraphicFramePr/>
          <p:nvPr/>
        </p:nvGraphicFramePr>
        <p:xfrm>
          <a:off x="1066800" y="1752600"/>
          <a:ext cx="4724400" cy="1131888"/>
        </p:xfrm>
        <a:graphic>
          <a:graphicData uri="http://schemas.openxmlformats.org/presentationml/2006/ole">
            <mc:AlternateContent xmlns:mc="http://schemas.openxmlformats.org/markup-compatibility/2006">
              <mc:Choice xmlns:v="urn:schemas-microsoft-com:vml" Requires="v">
                <p:oleObj spid="_x0000_s75870" name="" r:id="rId3" imgW="1853565" imgH="444500" progId="Equation.DSMT4">
                  <p:embed/>
                </p:oleObj>
              </mc:Choice>
              <mc:Fallback>
                <p:oleObj name="" r:id="rId3" imgW="1853565" imgH="444500" progId="Equation.DSMT4">
                  <p:embed/>
                  <p:pic>
                    <p:nvPicPr>
                      <p:cNvPr id="0" name="图片 3152"/>
                      <p:cNvPicPr/>
                      <p:nvPr/>
                    </p:nvPicPr>
                    <p:blipFill>
                      <a:blip r:embed="rId4"/>
                      <a:stretch>
                        <a:fillRect/>
                      </a:stretch>
                    </p:blipFill>
                    <p:spPr>
                      <a:xfrm>
                        <a:off x="1066800" y="1752600"/>
                        <a:ext cx="4724400" cy="1131888"/>
                      </a:xfrm>
                      <a:prstGeom prst="rect">
                        <a:avLst/>
                      </a:prstGeom>
                      <a:noFill/>
                      <a:ln w="38100">
                        <a:noFill/>
                        <a:miter/>
                      </a:ln>
                    </p:spPr>
                  </p:pic>
                </p:oleObj>
              </mc:Fallback>
            </mc:AlternateContent>
          </a:graphicData>
        </a:graphic>
      </p:graphicFrame>
      <p:graphicFrame>
        <p:nvGraphicFramePr>
          <p:cNvPr id="39938" name="Object 1026"/>
          <p:cNvGraphicFramePr/>
          <p:nvPr/>
        </p:nvGraphicFramePr>
        <p:xfrm>
          <a:off x="1371600" y="2895600"/>
          <a:ext cx="5257800" cy="1254125"/>
        </p:xfrm>
        <a:graphic>
          <a:graphicData uri="http://schemas.openxmlformats.org/presentationml/2006/ole">
            <mc:AlternateContent xmlns:mc="http://schemas.openxmlformats.org/markup-compatibility/2006">
              <mc:Choice xmlns:v="urn:schemas-microsoft-com:vml" Requires="v">
                <p:oleObj spid="_x0000_s75871" name="" r:id="rId5" imgW="1968500" imgH="469900" progId="Equation.DSMT4">
                  <p:embed/>
                </p:oleObj>
              </mc:Choice>
              <mc:Fallback>
                <p:oleObj name="" r:id="rId5" imgW="1968500" imgH="469900" progId="Equation.DSMT4">
                  <p:embed/>
                  <p:pic>
                    <p:nvPicPr>
                      <p:cNvPr id="0" name="图片 3155"/>
                      <p:cNvPicPr/>
                      <p:nvPr/>
                    </p:nvPicPr>
                    <p:blipFill>
                      <a:blip r:embed="rId6"/>
                      <a:stretch>
                        <a:fillRect/>
                      </a:stretch>
                    </p:blipFill>
                    <p:spPr>
                      <a:xfrm>
                        <a:off x="1371600" y="2895600"/>
                        <a:ext cx="5257800" cy="1254125"/>
                      </a:xfrm>
                      <a:prstGeom prst="rect">
                        <a:avLst/>
                      </a:prstGeom>
                      <a:noFill/>
                      <a:ln w="38100">
                        <a:noFill/>
                        <a:miter/>
                      </a:ln>
                    </p:spPr>
                  </p:pic>
                </p:oleObj>
              </mc:Fallback>
            </mc:AlternateContent>
          </a:graphicData>
        </a:graphic>
      </p:graphicFrame>
      <p:graphicFrame>
        <p:nvGraphicFramePr>
          <p:cNvPr id="39939" name="Object 1027"/>
          <p:cNvGraphicFramePr/>
          <p:nvPr/>
        </p:nvGraphicFramePr>
        <p:xfrm>
          <a:off x="6629400" y="2971800"/>
          <a:ext cx="1524000" cy="1160463"/>
        </p:xfrm>
        <a:graphic>
          <a:graphicData uri="http://schemas.openxmlformats.org/presentationml/2006/ole">
            <mc:AlternateContent xmlns:mc="http://schemas.openxmlformats.org/markup-compatibility/2006">
              <mc:Choice xmlns:v="urn:schemas-microsoft-com:vml" Requires="v">
                <p:oleObj spid="_x0000_s75872" name="" r:id="rId7" imgW="584200" imgH="444500" progId="Equation.DSMT4">
                  <p:embed/>
                </p:oleObj>
              </mc:Choice>
              <mc:Fallback>
                <p:oleObj name="" r:id="rId7" imgW="584200" imgH="444500" progId="Equation.DSMT4">
                  <p:embed/>
                  <p:pic>
                    <p:nvPicPr>
                      <p:cNvPr id="0" name="图片 3153"/>
                      <p:cNvPicPr/>
                      <p:nvPr/>
                    </p:nvPicPr>
                    <p:blipFill>
                      <a:blip r:embed="rId8"/>
                      <a:stretch>
                        <a:fillRect/>
                      </a:stretch>
                    </p:blipFill>
                    <p:spPr>
                      <a:xfrm>
                        <a:off x="6629400" y="2971800"/>
                        <a:ext cx="1524000" cy="1160463"/>
                      </a:xfrm>
                      <a:prstGeom prst="rect">
                        <a:avLst/>
                      </a:prstGeom>
                      <a:noFill/>
                      <a:ln w="38100">
                        <a:noFill/>
                        <a:miter/>
                      </a:ln>
                    </p:spPr>
                  </p:pic>
                </p:oleObj>
              </mc:Fallback>
            </mc:AlternateContent>
          </a:graphicData>
        </a:graphic>
      </p:graphicFrame>
      <p:graphicFrame>
        <p:nvGraphicFramePr>
          <p:cNvPr id="39940" name="Object 1028"/>
          <p:cNvGraphicFramePr/>
          <p:nvPr/>
        </p:nvGraphicFramePr>
        <p:xfrm>
          <a:off x="5746750" y="4130675"/>
          <a:ext cx="2601913" cy="855663"/>
        </p:xfrm>
        <a:graphic>
          <a:graphicData uri="http://schemas.openxmlformats.org/presentationml/2006/ole">
            <mc:AlternateContent xmlns:mc="http://schemas.openxmlformats.org/markup-compatibility/2006">
              <mc:Choice xmlns:v="urn:schemas-microsoft-com:vml" Requires="v">
                <p:oleObj spid="_x0000_s75873" name="" r:id="rId9" imgW="1002665" imgH="330200" progId="Equation.DSMT4">
                  <p:embed/>
                </p:oleObj>
              </mc:Choice>
              <mc:Fallback>
                <p:oleObj name="" r:id="rId9" imgW="1002665" imgH="330200" progId="Equation.DSMT4">
                  <p:embed/>
                  <p:pic>
                    <p:nvPicPr>
                      <p:cNvPr id="0" name="图片 3158"/>
                      <p:cNvPicPr/>
                      <p:nvPr/>
                    </p:nvPicPr>
                    <p:blipFill>
                      <a:blip r:embed="rId10"/>
                      <a:stretch>
                        <a:fillRect/>
                      </a:stretch>
                    </p:blipFill>
                    <p:spPr>
                      <a:xfrm>
                        <a:off x="5746750" y="4130675"/>
                        <a:ext cx="2601913" cy="855663"/>
                      </a:xfrm>
                      <a:prstGeom prst="rect">
                        <a:avLst/>
                      </a:prstGeom>
                      <a:noFill/>
                      <a:ln w="38100">
                        <a:noFill/>
                        <a:miter/>
                      </a:ln>
                    </p:spPr>
                  </p:pic>
                </p:oleObj>
              </mc:Fallback>
            </mc:AlternateContent>
          </a:graphicData>
        </a:graphic>
      </p:graphicFrame>
      <p:graphicFrame>
        <p:nvGraphicFramePr>
          <p:cNvPr id="39941" name="Object 1029"/>
          <p:cNvGraphicFramePr/>
          <p:nvPr/>
        </p:nvGraphicFramePr>
        <p:xfrm>
          <a:off x="2819400" y="4114800"/>
          <a:ext cx="1371600" cy="1133475"/>
        </p:xfrm>
        <a:graphic>
          <a:graphicData uri="http://schemas.openxmlformats.org/presentationml/2006/ole">
            <mc:AlternateContent xmlns:mc="http://schemas.openxmlformats.org/markup-compatibility/2006">
              <mc:Choice xmlns:v="urn:schemas-microsoft-com:vml" Requires="v">
                <p:oleObj spid="_x0000_s75874" name="" r:id="rId11" imgW="584200" imgH="482600" progId="Equation.DSMT4">
                  <p:embed/>
                </p:oleObj>
              </mc:Choice>
              <mc:Fallback>
                <p:oleObj name="" r:id="rId11" imgW="584200" imgH="482600" progId="Equation.DSMT4">
                  <p:embed/>
                  <p:pic>
                    <p:nvPicPr>
                      <p:cNvPr id="0" name="图片 3154"/>
                      <p:cNvPicPr/>
                      <p:nvPr/>
                    </p:nvPicPr>
                    <p:blipFill>
                      <a:blip r:embed="rId12"/>
                      <a:stretch>
                        <a:fillRect/>
                      </a:stretch>
                    </p:blipFill>
                    <p:spPr>
                      <a:xfrm>
                        <a:off x="2819400" y="4114800"/>
                        <a:ext cx="1371600" cy="1133475"/>
                      </a:xfrm>
                      <a:prstGeom prst="rect">
                        <a:avLst/>
                      </a:prstGeom>
                      <a:noFill/>
                      <a:ln w="38100">
                        <a:noFill/>
                        <a:miter/>
                      </a:ln>
                    </p:spPr>
                  </p:pic>
                </p:oleObj>
              </mc:Fallback>
            </mc:AlternateContent>
          </a:graphicData>
        </a:graphic>
      </p:graphicFrame>
      <p:graphicFrame>
        <p:nvGraphicFramePr>
          <p:cNvPr id="39942" name="Object 1030"/>
          <p:cNvGraphicFramePr/>
          <p:nvPr/>
        </p:nvGraphicFramePr>
        <p:xfrm>
          <a:off x="4267200" y="4114800"/>
          <a:ext cx="1447800" cy="1125538"/>
        </p:xfrm>
        <a:graphic>
          <a:graphicData uri="http://schemas.openxmlformats.org/presentationml/2006/ole">
            <mc:AlternateContent xmlns:mc="http://schemas.openxmlformats.org/markup-compatibility/2006">
              <mc:Choice xmlns:v="urn:schemas-microsoft-com:vml" Requires="v">
                <p:oleObj spid="_x0000_s75875" name="" r:id="rId13" imgW="571500" imgH="444500" progId="Equation.DSMT4">
                  <p:embed/>
                </p:oleObj>
              </mc:Choice>
              <mc:Fallback>
                <p:oleObj name="" r:id="rId13" imgW="571500" imgH="444500" progId="Equation.DSMT4">
                  <p:embed/>
                  <p:pic>
                    <p:nvPicPr>
                      <p:cNvPr id="0" name="图片 3164"/>
                      <p:cNvPicPr/>
                      <p:nvPr/>
                    </p:nvPicPr>
                    <p:blipFill>
                      <a:blip r:embed="rId14"/>
                      <a:stretch>
                        <a:fillRect/>
                      </a:stretch>
                    </p:blipFill>
                    <p:spPr>
                      <a:xfrm>
                        <a:off x="4267200" y="4114800"/>
                        <a:ext cx="1447800" cy="1125538"/>
                      </a:xfrm>
                      <a:prstGeom prst="rect">
                        <a:avLst/>
                      </a:prstGeom>
                      <a:noFill/>
                      <a:ln w="38100">
                        <a:noFill/>
                        <a:miter/>
                      </a:ln>
                    </p:spPr>
                  </p:pic>
                </p:oleObj>
              </mc:Fallback>
            </mc:AlternateContent>
          </a:graphicData>
        </a:graphic>
      </p:graphicFrame>
      <p:graphicFrame>
        <p:nvGraphicFramePr>
          <p:cNvPr id="39943" name="Object 1031"/>
          <p:cNvGraphicFramePr/>
          <p:nvPr/>
        </p:nvGraphicFramePr>
        <p:xfrm>
          <a:off x="419100" y="5410200"/>
          <a:ext cx="3659188" cy="504825"/>
        </p:xfrm>
        <a:graphic>
          <a:graphicData uri="http://schemas.openxmlformats.org/presentationml/2006/ole">
            <mc:AlternateContent xmlns:mc="http://schemas.openxmlformats.org/markup-compatibility/2006">
              <mc:Choice xmlns:v="urn:schemas-microsoft-com:vml" Requires="v">
                <p:oleObj spid="_x0000_s75876" name="" r:id="rId15" imgW="1473200" imgH="203200" progId="Equation.DSMT4">
                  <p:embed/>
                </p:oleObj>
              </mc:Choice>
              <mc:Fallback>
                <p:oleObj name="" r:id="rId15" imgW="1473200" imgH="203200" progId="Equation.DSMT4">
                  <p:embed/>
                  <p:pic>
                    <p:nvPicPr>
                      <p:cNvPr id="0" name="图片 3162"/>
                      <p:cNvPicPr/>
                      <p:nvPr/>
                    </p:nvPicPr>
                    <p:blipFill>
                      <a:blip r:embed="rId16"/>
                      <a:stretch>
                        <a:fillRect/>
                      </a:stretch>
                    </p:blipFill>
                    <p:spPr>
                      <a:xfrm>
                        <a:off x="419100" y="5410200"/>
                        <a:ext cx="3659188" cy="504825"/>
                      </a:xfrm>
                      <a:prstGeom prst="rect">
                        <a:avLst/>
                      </a:prstGeom>
                      <a:noFill/>
                      <a:ln w="38100">
                        <a:noFill/>
                        <a:miter/>
                      </a:ln>
                    </p:spPr>
                  </p:pic>
                </p:oleObj>
              </mc:Fallback>
            </mc:AlternateContent>
          </a:graphicData>
        </a:graphic>
      </p:graphicFrame>
      <p:graphicFrame>
        <p:nvGraphicFramePr>
          <p:cNvPr id="39944" name="Object 1032"/>
          <p:cNvGraphicFramePr/>
          <p:nvPr/>
        </p:nvGraphicFramePr>
        <p:xfrm>
          <a:off x="-317" y="-159"/>
          <a:ext cx="9073515" cy="1719580"/>
        </p:xfrm>
        <a:graphic>
          <a:graphicData uri="http://schemas.openxmlformats.org/presentationml/2006/ole">
            <mc:AlternateContent xmlns:mc="http://schemas.openxmlformats.org/markup-compatibility/2006">
              <mc:Choice xmlns:v="urn:schemas-microsoft-com:vml" Requires="v">
                <p:oleObj spid="_x0000_s75877" name="" r:id="rId17" imgW="3619500" imgH="685800" progId="Equation.DSMT4">
                  <p:embed/>
                </p:oleObj>
              </mc:Choice>
              <mc:Fallback>
                <p:oleObj name="" r:id="rId17" imgW="3619500" imgH="685800" progId="Equation.DSMT4">
                  <p:embed/>
                  <p:pic>
                    <p:nvPicPr>
                      <p:cNvPr id="0" name="图片 3159"/>
                      <p:cNvPicPr/>
                      <p:nvPr/>
                    </p:nvPicPr>
                    <p:blipFill>
                      <a:blip r:embed="rId18"/>
                      <a:stretch>
                        <a:fillRect/>
                      </a:stretch>
                    </p:blipFill>
                    <p:spPr>
                      <a:xfrm>
                        <a:off x="-317" y="-159"/>
                        <a:ext cx="9073515" cy="171958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9944"/>
                                        </p:tgtEl>
                                        <p:attrNameLst>
                                          <p:attrName>style.visibility</p:attrName>
                                        </p:attrNameLst>
                                      </p:cBhvr>
                                      <p:to>
                                        <p:strVal val="visible"/>
                                      </p:to>
                                    </p:set>
                                    <p:anim calcmode="lin" valueType="num">
                                      <p:cBhvr>
                                        <p:cTn id="7" dur="500" fill="hold"/>
                                        <p:tgtEl>
                                          <p:spTgt spid="39944"/>
                                        </p:tgtEl>
                                        <p:attrNameLst>
                                          <p:attrName>ppt_w</p:attrName>
                                        </p:attrNameLst>
                                      </p:cBhvr>
                                      <p:tavLst>
                                        <p:tav tm="0">
                                          <p:val>
                                            <p:fltVal val="0"/>
                                          </p:val>
                                        </p:tav>
                                        <p:tav tm="100000">
                                          <p:val>
                                            <p:strVal val="#ppt_w"/>
                                          </p:val>
                                        </p:tav>
                                      </p:tavLst>
                                    </p:anim>
                                    <p:anim calcmode="lin" valueType="num">
                                      <p:cBhvr>
                                        <p:cTn id="8" dur="500" fill="hold"/>
                                        <p:tgtEl>
                                          <p:spTgt spid="39944"/>
                                        </p:tgtEl>
                                        <p:attrNameLst>
                                          <p:attrName>ppt_h</p:attrName>
                                        </p:attrNameLst>
                                      </p:cBhvr>
                                      <p:tavLst>
                                        <p:tav tm="0">
                                          <p:val>
                                            <p:fltVal val="0"/>
                                          </p:val>
                                        </p:tav>
                                        <p:tav tm="100000">
                                          <p:val>
                                            <p:strVal val="#ppt_h"/>
                                          </p:val>
                                        </p:tav>
                                      </p:tavLst>
                                    </p:anim>
                                    <p:animEffect transition="in" filter="fade">
                                      <p:cBhvr>
                                        <p:cTn id="9" dur="500"/>
                                        <p:tgtEl>
                                          <p:spTgt spid="39944"/>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39937"/>
                                        </p:tgtEl>
                                        <p:attrNameLst>
                                          <p:attrName>style.visibility</p:attrName>
                                        </p:attrNameLst>
                                      </p:cBhvr>
                                      <p:to>
                                        <p:strVal val="visible"/>
                                      </p:to>
                                    </p:set>
                                    <p:animEffect transition="in" filter="wipe(left)">
                                      <p:cBhvr>
                                        <p:cTn id="14" dur="500"/>
                                        <p:tgtEl>
                                          <p:spTgt spid="3993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39938"/>
                                        </p:tgtEl>
                                        <p:attrNameLst>
                                          <p:attrName>style.visibility</p:attrName>
                                        </p:attrNameLst>
                                      </p:cBhvr>
                                      <p:to>
                                        <p:strVal val="visible"/>
                                      </p:to>
                                    </p:set>
                                    <p:animEffect transition="in" filter="wipe(left)">
                                      <p:cBhvr>
                                        <p:cTn id="19" dur="500"/>
                                        <p:tgtEl>
                                          <p:spTgt spid="3993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9939"/>
                                        </p:tgtEl>
                                        <p:attrNameLst>
                                          <p:attrName>style.visibility</p:attrName>
                                        </p:attrNameLst>
                                      </p:cBhvr>
                                      <p:to>
                                        <p:strVal val="visible"/>
                                      </p:to>
                                    </p:set>
                                    <p:animEffect transition="in" filter="wipe(left)">
                                      <p:cBhvr>
                                        <p:cTn id="24" dur="500"/>
                                        <p:tgtEl>
                                          <p:spTgt spid="3993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9936"/>
                                        </p:tgtEl>
                                        <p:attrNameLst>
                                          <p:attrName>style.visibility</p:attrName>
                                        </p:attrNameLst>
                                      </p:cBhvr>
                                      <p:to>
                                        <p:strVal val="visible"/>
                                      </p:to>
                                    </p:set>
                                    <p:animEffect transition="in" filter="wipe(left)">
                                      <p:cBhvr>
                                        <p:cTn id="29" dur="500"/>
                                        <p:tgtEl>
                                          <p:spTgt spid="3993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9941"/>
                                        </p:tgtEl>
                                        <p:attrNameLst>
                                          <p:attrName>style.visibility</p:attrName>
                                        </p:attrNameLst>
                                      </p:cBhvr>
                                      <p:to>
                                        <p:strVal val="visible"/>
                                      </p:to>
                                    </p:set>
                                    <p:animEffect transition="in" filter="wipe(left)">
                                      <p:cBhvr>
                                        <p:cTn id="34" dur="500"/>
                                        <p:tgtEl>
                                          <p:spTgt spid="3994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9942"/>
                                        </p:tgtEl>
                                        <p:attrNameLst>
                                          <p:attrName>style.visibility</p:attrName>
                                        </p:attrNameLst>
                                      </p:cBhvr>
                                      <p:to>
                                        <p:strVal val="visible"/>
                                      </p:to>
                                    </p:set>
                                    <p:animEffect transition="in" filter="wipe(left)">
                                      <p:cBhvr>
                                        <p:cTn id="39" dur="500"/>
                                        <p:tgtEl>
                                          <p:spTgt spid="3994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9940"/>
                                        </p:tgtEl>
                                        <p:attrNameLst>
                                          <p:attrName>style.visibility</p:attrName>
                                        </p:attrNameLst>
                                      </p:cBhvr>
                                      <p:to>
                                        <p:strVal val="visible"/>
                                      </p:to>
                                    </p:set>
                                    <p:animEffect transition="in" filter="wipe(left)">
                                      <p:cBhvr>
                                        <p:cTn id="44" dur="500"/>
                                        <p:tgtEl>
                                          <p:spTgt spid="3994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39943"/>
                                        </p:tgtEl>
                                        <p:attrNameLst>
                                          <p:attrName>style.visibility</p:attrName>
                                        </p:attrNameLst>
                                      </p:cBhvr>
                                      <p:to>
                                        <p:strVal val="visible"/>
                                      </p:to>
                                    </p:set>
                                    <p:animEffect transition="in" filter="wipe(left)">
                                      <p:cBhvr>
                                        <p:cTn id="49" dur="500"/>
                                        <p:tgtEl>
                                          <p:spTgt spid="39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1138" name="Rectangle 2"/>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91139" name="Rectangle 4"/>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91140" name="标题 1"/>
          <p:cNvSpPr>
            <a:spLocks noGrp="1"/>
          </p:cNvSpPr>
          <p:nvPr>
            <p:ph type="title"/>
          </p:nvPr>
        </p:nvSpPr>
        <p:spPr/>
        <p:txBody>
          <a:bodyPr vert="horz" wrap="square" lIns="91440" tIns="45720" rIns="91440" bIns="45720" anchor="ctr" anchorCtr="0"/>
          <a:lstStyle/>
          <a:p>
            <a:pPr eaLnBrk="1" hangingPunct="1"/>
            <a:r>
              <a:rPr lang="zh-CN" altLang="en-US" dirty="0"/>
              <a:t>第三章 同余方程</a:t>
            </a:r>
            <a:endParaRPr lang="zh-CN" altLang="en-US" dirty="0">
              <a:solidFill>
                <a:srgbClr val="A6A6A6"/>
              </a:solidFill>
              <a:ea typeface="Arial Unicode MS" panose="020B0604020202020204" charset="-122"/>
            </a:endParaRPr>
          </a:p>
        </p:txBody>
      </p:sp>
      <p:graphicFrame>
        <p:nvGraphicFramePr>
          <p:cNvPr id="24" name="内容占位符 7"/>
          <p:cNvGraphicFramePr/>
          <p:nvPr/>
        </p:nvGraphicFramePr>
        <p:xfrm>
          <a:off x="1376531" y="1801505"/>
          <a:ext cx="6405110" cy="409432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 name="燕尾形 6"/>
          <p:cNvSpPr/>
          <p:nvPr/>
        </p:nvSpPr>
        <p:spPr>
          <a:xfrm>
            <a:off x="971550" y="3933825"/>
            <a:ext cx="434975" cy="32702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2162" name="TextBox 3"/>
          <p:cNvSpPr txBox="1"/>
          <p:nvPr/>
        </p:nvSpPr>
        <p:spPr>
          <a:xfrm>
            <a:off x="323850" y="762000"/>
            <a:ext cx="8143875" cy="341503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    </a:t>
            </a:r>
            <a:r>
              <a:rPr lang="zh-CN" altLang="en-US" sz="2400" b="1" dirty="0">
                <a:latin typeface="Times New Roman" panose="02020603050405020304" pitchFamily="18" charset="0"/>
                <a:ea typeface="仿宋" panose="02010609060101010101" pitchFamily="49" charset="-122"/>
              </a:rPr>
              <a:t>设  为奇素数，对于任意给定的整数   </a:t>
            </a:r>
            <a:r>
              <a:rPr lang="en-US" altLang="zh-CN" sz="2400" b="1" dirty="0">
                <a:latin typeface="Times New Roman" panose="02020603050405020304" pitchFamily="18" charset="0"/>
                <a:ea typeface="仿宋" panose="02010609060101010101" pitchFamily="49" charset="-122"/>
              </a:rPr>
              <a:t>,</a:t>
            </a:r>
            <a:r>
              <a:rPr lang="zh-CN" altLang="en-US" sz="2400" b="1" dirty="0">
                <a:latin typeface="Times New Roman" panose="02020603050405020304" pitchFamily="18" charset="0"/>
                <a:ea typeface="仿宋" panose="02010609060101010101" pitchFamily="49" charset="-122"/>
              </a:rPr>
              <a:t>利用欧拉判别法可以快速地判断 </a:t>
            </a:r>
            <a:r>
              <a:rPr lang="en-US" altLang="zh-CN" sz="2400" b="1" dirty="0">
                <a:latin typeface="Times New Roman" panose="02020603050405020304" pitchFamily="18" charset="0"/>
                <a:ea typeface="仿宋" panose="02010609060101010101" pitchFamily="49" charset="-122"/>
              </a:rPr>
              <a:t>a</a:t>
            </a:r>
            <a:r>
              <a:rPr lang="zh-CN" altLang="en-US" sz="2400" b="1" dirty="0">
                <a:latin typeface="Times New Roman" panose="02020603050405020304" pitchFamily="18" charset="0"/>
                <a:ea typeface="仿宋" panose="02010609060101010101" pitchFamily="49" charset="-122"/>
              </a:rPr>
              <a:t>是否为模 </a:t>
            </a:r>
            <a:r>
              <a:rPr lang="en-US" altLang="zh-CN" sz="2400" b="1" dirty="0">
                <a:latin typeface="Times New Roman" panose="02020603050405020304" pitchFamily="18" charset="0"/>
                <a:ea typeface="仿宋" panose="02010609060101010101" pitchFamily="49" charset="-122"/>
              </a:rPr>
              <a:t> p  </a:t>
            </a:r>
            <a:r>
              <a:rPr lang="zh-CN" altLang="en-US" sz="2400" b="1" dirty="0">
                <a:latin typeface="Times New Roman" panose="02020603050405020304" pitchFamily="18" charset="0"/>
                <a:ea typeface="仿宋" panose="02010609060101010101" pitchFamily="49" charset="-122"/>
              </a:rPr>
              <a:t>的平方剩余，即二次同余方程</a:t>
            </a:r>
            <a:endParaRPr lang="en-US" altLang="zh-CN" sz="2400" b="1" dirty="0">
              <a:latin typeface="Times New Roman" panose="02020603050405020304" pitchFamily="18" charset="0"/>
              <a:ea typeface="仿宋" panose="02010609060101010101" pitchFamily="49" charset="-122"/>
            </a:endParaRPr>
          </a:p>
          <a:p>
            <a:pPr marL="0" lvl="0" indent="0" eaLnBrk="1" hangingPunct="1">
              <a:lnSpc>
                <a:spcPct val="150000"/>
              </a:lnSpc>
              <a:spcBef>
                <a:spcPct val="0"/>
              </a:spcBef>
              <a:buNone/>
            </a:pPr>
            <a:r>
              <a:rPr lang="en-US" altLang="zh-CN" sz="2400" b="1" dirty="0">
                <a:latin typeface="Times New Roman" panose="02020603050405020304" pitchFamily="18" charset="0"/>
                <a:ea typeface="仿宋" panose="02010609060101010101" pitchFamily="49" charset="-122"/>
              </a:rPr>
              <a:t>                                                                       (3.16)     </a:t>
            </a:r>
            <a:endParaRPr lang="en-US" altLang="zh-CN" sz="2400" b="1" dirty="0">
              <a:latin typeface="Times New Roman" panose="02020603050405020304" pitchFamily="18" charset="0"/>
              <a:ea typeface="仿宋" panose="02010609060101010101" pitchFamily="49" charset="-122"/>
            </a:endParaRPr>
          </a:p>
          <a:p>
            <a:pPr marL="0" lvl="0" indent="0" eaLnBrk="1" hangingPunct="1">
              <a:lnSpc>
                <a:spcPct val="150000"/>
              </a:lnSpc>
              <a:spcBef>
                <a:spcPct val="0"/>
              </a:spcBef>
              <a:buNone/>
            </a:pPr>
            <a:r>
              <a:rPr lang="zh-CN" altLang="en-US" sz="2400" b="1" dirty="0">
                <a:latin typeface="Times New Roman" panose="02020603050405020304" pitchFamily="18" charset="0"/>
                <a:ea typeface="仿宋" panose="02010609060101010101" pitchFamily="49" charset="-122"/>
              </a:rPr>
              <a:t>是否有解，也就是解决了解的存在性判定问题。本节讨论如何求二次同余方程</a:t>
            </a:r>
            <a:r>
              <a:rPr lang="en-US" altLang="zh-CN" sz="2400" b="1" dirty="0">
                <a:latin typeface="Times New Roman" panose="02020603050405020304" pitchFamily="18" charset="0"/>
                <a:ea typeface="仿宋" panose="02010609060101010101" pitchFamily="49" charset="-122"/>
              </a:rPr>
              <a:t>(3.16)</a:t>
            </a:r>
            <a:r>
              <a:rPr lang="zh-CN" altLang="en-US" sz="2400" b="1" dirty="0">
                <a:latin typeface="Times New Roman" panose="02020603050405020304" pitchFamily="18" charset="0"/>
                <a:ea typeface="仿宋" panose="02010609060101010101" pitchFamily="49" charset="-122"/>
              </a:rPr>
              <a:t>的解。</a:t>
            </a:r>
            <a:r>
              <a:rPr lang="en-US" altLang="zh-CN" sz="2400" b="1" dirty="0">
                <a:latin typeface="Times New Roman" panose="02020603050405020304" pitchFamily="18" charset="0"/>
                <a:ea typeface="仿宋" panose="02010609060101010101" pitchFamily="49" charset="-122"/>
              </a:rPr>
              <a:t>		</a:t>
            </a:r>
            <a:endParaRPr lang="zh-CN" altLang="en-US" sz="2400" b="1" dirty="0">
              <a:latin typeface="仿宋" panose="02010609060101010101" pitchFamily="49" charset="-122"/>
              <a:ea typeface="仿宋" panose="02010609060101010101" pitchFamily="49" charset="-122"/>
            </a:endParaRPr>
          </a:p>
        </p:txBody>
      </p:sp>
      <p:sp>
        <p:nvSpPr>
          <p:cNvPr id="92163" name="标题 6"/>
          <p:cNvSpPr>
            <a:spLocks noGrp="1"/>
          </p:cNvSpPr>
          <p:nvPr>
            <p:ph type="title"/>
          </p:nvPr>
        </p:nvSpPr>
        <p:spPr>
          <a:xfrm>
            <a:off x="457200" y="76200"/>
            <a:ext cx="8229600" cy="533400"/>
          </a:xfrm>
        </p:spPr>
        <p:txBody>
          <a:bodyPr vert="horz" wrap="square" lIns="91440" tIns="45720" rIns="91440" bIns="45720" anchor="ctr" anchorCtr="0"/>
          <a:lstStyle/>
          <a:p>
            <a:r>
              <a:rPr lang="en-US" altLang="zh-CN" sz="2800" b="1" dirty="0">
                <a:latin typeface="Times New Roman" panose="02020603050405020304" pitchFamily="18" charset="0"/>
                <a:cs typeface="Times New Roman" panose="02020603050405020304" pitchFamily="18" charset="0"/>
              </a:rPr>
              <a:t>3.3</a:t>
            </a:r>
            <a:r>
              <a:rPr lang="zh-CN" altLang="en-US" sz="2800" b="1" dirty="0"/>
              <a:t>模</a:t>
            </a:r>
            <a:r>
              <a:rPr lang="en-US" altLang="zh-CN" sz="2800" b="1" dirty="0"/>
              <a:t>P</a:t>
            </a:r>
            <a:r>
              <a:rPr lang="zh-CN" altLang="en-US" sz="2800" b="1" dirty="0"/>
              <a:t>的平方根</a:t>
            </a:r>
            <a:endParaRPr lang="zh-CN" altLang="en-US" sz="2800" b="1" dirty="0"/>
          </a:p>
        </p:txBody>
      </p:sp>
      <p:graphicFrame>
        <p:nvGraphicFramePr>
          <p:cNvPr id="92164" name="对象 212066"/>
          <p:cNvGraphicFramePr>
            <a:graphicFrameLocks noChangeAspect="1"/>
          </p:cNvGraphicFramePr>
          <p:nvPr/>
        </p:nvGraphicFramePr>
        <p:xfrm>
          <a:off x="1341438" y="982663"/>
          <a:ext cx="182562" cy="236537"/>
        </p:xfrm>
        <a:graphic>
          <a:graphicData uri="http://schemas.openxmlformats.org/presentationml/2006/ole">
            <mc:AlternateContent xmlns:mc="http://schemas.openxmlformats.org/markup-compatibility/2006">
              <mc:Choice xmlns:v="urn:schemas-microsoft-com:vml" Requires="v">
                <p:oleObj spid="_x0000_s76853" name="" r:id="rId1" imgW="91440" imgH="118110" progId="Equation.Ribbit">
                  <p:embed/>
                </p:oleObj>
              </mc:Choice>
              <mc:Fallback>
                <p:oleObj name="" r:id="rId1" imgW="91440" imgH="118110" progId="Equation.Ribbit">
                  <p:embed/>
                  <p:pic>
                    <p:nvPicPr>
                      <p:cNvPr id="0" name="图片 3156"/>
                      <p:cNvPicPr/>
                      <p:nvPr/>
                    </p:nvPicPr>
                    <p:blipFill>
                      <a:blip r:embed="rId2"/>
                      <a:stretch>
                        <a:fillRect/>
                      </a:stretch>
                    </p:blipFill>
                    <p:spPr>
                      <a:xfrm>
                        <a:off x="1341438" y="982663"/>
                        <a:ext cx="182562" cy="236537"/>
                      </a:xfrm>
                      <a:prstGeom prst="rect">
                        <a:avLst/>
                      </a:prstGeom>
                      <a:noFill/>
                      <a:ln w="38100">
                        <a:noFill/>
                        <a:miter/>
                      </a:ln>
                    </p:spPr>
                  </p:pic>
                </p:oleObj>
              </mc:Fallback>
            </mc:AlternateContent>
          </a:graphicData>
        </a:graphic>
      </p:graphicFrame>
      <p:graphicFrame>
        <p:nvGraphicFramePr>
          <p:cNvPr id="92165" name="对象 212067"/>
          <p:cNvGraphicFramePr>
            <a:graphicFrameLocks noChangeAspect="1"/>
          </p:cNvGraphicFramePr>
          <p:nvPr/>
        </p:nvGraphicFramePr>
        <p:xfrm>
          <a:off x="5783263" y="1058863"/>
          <a:ext cx="160337" cy="236537"/>
        </p:xfrm>
        <a:graphic>
          <a:graphicData uri="http://schemas.openxmlformats.org/presentationml/2006/ole">
            <mc:AlternateContent xmlns:mc="http://schemas.openxmlformats.org/markup-compatibility/2006">
              <mc:Choice xmlns:v="urn:schemas-microsoft-com:vml" Requires="v">
                <p:oleObj spid="_x0000_s76854" name="" r:id="rId3" imgW="81280" imgH="119380" progId="Equation.Ribbit">
                  <p:embed/>
                </p:oleObj>
              </mc:Choice>
              <mc:Fallback>
                <p:oleObj name="" r:id="rId3" imgW="81280" imgH="119380" progId="Equation.Ribbit">
                  <p:embed/>
                  <p:pic>
                    <p:nvPicPr>
                      <p:cNvPr id="0" name="图片 3157"/>
                      <p:cNvPicPr/>
                      <p:nvPr/>
                    </p:nvPicPr>
                    <p:blipFill>
                      <a:blip r:embed="rId4"/>
                      <a:stretch>
                        <a:fillRect/>
                      </a:stretch>
                    </p:blipFill>
                    <p:spPr>
                      <a:xfrm>
                        <a:off x="5783263" y="1058863"/>
                        <a:ext cx="160337" cy="236537"/>
                      </a:xfrm>
                      <a:prstGeom prst="rect">
                        <a:avLst/>
                      </a:prstGeom>
                      <a:noFill/>
                      <a:ln w="38100">
                        <a:noFill/>
                        <a:miter/>
                      </a:ln>
                    </p:spPr>
                  </p:pic>
                </p:oleObj>
              </mc:Fallback>
            </mc:AlternateContent>
          </a:graphicData>
        </a:graphic>
      </p:graphicFrame>
      <p:graphicFrame>
        <p:nvGraphicFramePr>
          <p:cNvPr id="92168" name="对象 212070"/>
          <p:cNvGraphicFramePr>
            <a:graphicFrameLocks noChangeAspect="1"/>
          </p:cNvGraphicFramePr>
          <p:nvPr/>
        </p:nvGraphicFramePr>
        <p:xfrm>
          <a:off x="3100388" y="2054225"/>
          <a:ext cx="1906587" cy="384175"/>
        </p:xfrm>
        <a:graphic>
          <a:graphicData uri="http://schemas.openxmlformats.org/presentationml/2006/ole">
            <mc:AlternateContent xmlns:mc="http://schemas.openxmlformats.org/markup-compatibility/2006">
              <mc:Choice xmlns:v="urn:schemas-microsoft-com:vml" Requires="v">
                <p:oleObj spid="_x0000_s76857" name="" r:id="rId5" imgW="961390" imgH="194310" progId="Equation.Ribbit">
                  <p:embed/>
                </p:oleObj>
              </mc:Choice>
              <mc:Fallback>
                <p:oleObj name="" r:id="rId5" imgW="961390" imgH="194310" progId="Equation.Ribbit">
                  <p:embed/>
                  <p:pic>
                    <p:nvPicPr>
                      <p:cNvPr id="0" name="图片 3161"/>
                      <p:cNvPicPr/>
                      <p:nvPr/>
                    </p:nvPicPr>
                    <p:blipFill>
                      <a:blip r:embed="rId6"/>
                      <a:stretch>
                        <a:fillRect/>
                      </a:stretch>
                    </p:blipFill>
                    <p:spPr>
                      <a:xfrm>
                        <a:off x="3100388" y="2054225"/>
                        <a:ext cx="1906587" cy="384175"/>
                      </a:xfrm>
                      <a:prstGeom prst="rect">
                        <a:avLst/>
                      </a:prstGeom>
                      <a:noFill/>
                      <a:ln w="38100">
                        <a:noFill/>
                        <a:miter/>
                      </a:ln>
                    </p:spPr>
                  </p:pic>
                </p:oleObj>
              </mc:Fallback>
            </mc:AlternateContent>
          </a:graphicData>
        </a:graphic>
      </p:graphicFrame>
      <p:sp>
        <p:nvSpPr>
          <p:cNvPr id="92169"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pic>
        <p:nvPicPr>
          <p:cNvPr id="98318" name="Picture 14"/>
          <p:cNvPicPr>
            <a:picLocks noChangeAspect="1"/>
          </p:cNvPicPr>
          <p:nvPr/>
        </p:nvPicPr>
        <p:blipFill>
          <a:blip r:embed="rId7"/>
          <a:stretch>
            <a:fillRect/>
          </a:stretch>
        </p:blipFill>
        <p:spPr>
          <a:xfrm>
            <a:off x="152400" y="4212908"/>
            <a:ext cx="8077200" cy="25082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318"/>
                                        </p:tgtEl>
                                        <p:attrNameLst>
                                          <p:attrName>style.visibility</p:attrName>
                                        </p:attrNameLst>
                                      </p:cBhvr>
                                      <p:to>
                                        <p:strVal val="visible"/>
                                      </p:to>
                                    </p:set>
                                    <p:anim calcmode="lin" valueType="num">
                                      <p:cBhvr additive="base">
                                        <p:cTn id="7" dur="500" fill="hold"/>
                                        <p:tgtEl>
                                          <p:spTgt spid="98318"/>
                                        </p:tgtEl>
                                        <p:attrNameLst>
                                          <p:attrName>ppt_x</p:attrName>
                                        </p:attrNameLst>
                                      </p:cBhvr>
                                      <p:tavLst>
                                        <p:tav tm="0">
                                          <p:val>
                                            <p:strVal val="#ppt_x"/>
                                          </p:val>
                                        </p:tav>
                                        <p:tav tm="100000">
                                          <p:val>
                                            <p:strVal val="#ppt_x"/>
                                          </p:val>
                                        </p:tav>
                                      </p:tavLst>
                                    </p:anim>
                                    <p:anim calcmode="lin" valueType="num">
                                      <p:cBhvr additive="base">
                                        <p:cTn id="8" dur="500" fill="hold"/>
                                        <p:tgtEl>
                                          <p:spTgt spid="983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3186" name="TextBox 3"/>
          <p:cNvSpPr txBox="1"/>
          <p:nvPr/>
        </p:nvSpPr>
        <p:spPr>
          <a:xfrm>
            <a:off x="328613" y="74613"/>
            <a:ext cx="8143875" cy="17541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ct val="0"/>
              </a:spcBef>
              <a:buNone/>
            </a:pPr>
            <a:r>
              <a:rPr lang="zh-CN" altLang="en-US" sz="2400" b="1" dirty="0">
                <a:latin typeface="Times New Roman" panose="02020603050405020304" pitchFamily="18" charset="0"/>
                <a:ea typeface="仿宋" panose="02010609060101010101" pitchFamily="49" charset="-122"/>
              </a:rPr>
              <a:t>       更一般地，如果能找到整数   、    和奇数   ，使得</a:t>
            </a:r>
            <a:endParaRPr lang="en-US" altLang="zh-CN" sz="2400" b="1" dirty="0">
              <a:latin typeface="Times New Roman" panose="02020603050405020304" pitchFamily="18" charset="0"/>
              <a:ea typeface="仿宋" panose="02010609060101010101" pitchFamily="49" charset="-122"/>
            </a:endParaRPr>
          </a:p>
          <a:p>
            <a:pPr marL="0" lvl="0" indent="0" eaLnBrk="1" hangingPunct="1">
              <a:lnSpc>
                <a:spcPct val="150000"/>
              </a:lnSpc>
              <a:spcBef>
                <a:spcPct val="0"/>
              </a:spcBef>
              <a:buNone/>
            </a:pPr>
            <a:r>
              <a:rPr lang="en-US" altLang="zh-CN" sz="2400" b="1" dirty="0">
                <a:latin typeface="Times New Roman" panose="02020603050405020304" pitchFamily="18" charset="0"/>
                <a:ea typeface="仿宋" panose="02010609060101010101" pitchFamily="49" charset="-122"/>
              </a:rPr>
              <a:t>                                   </a:t>
            </a:r>
            <a:r>
              <a:rPr lang="zh-CN" altLang="en-US" sz="2400" b="1" dirty="0">
                <a:latin typeface="Times New Roman" panose="02020603050405020304" pitchFamily="18" charset="0"/>
                <a:ea typeface="仿宋" panose="02010609060101010101" pitchFamily="49" charset="-122"/>
              </a:rPr>
              <a:t>，则</a:t>
            </a:r>
            <a:r>
              <a:rPr lang="en-US" altLang="zh-CN" sz="2400" b="1" dirty="0">
                <a:latin typeface="Times New Roman" panose="02020603050405020304" pitchFamily="18" charset="0"/>
                <a:ea typeface="仿宋" panose="02010609060101010101" pitchFamily="49" charset="-122"/>
              </a:rPr>
              <a:t>                                          </a:t>
            </a:r>
            <a:r>
              <a:rPr lang="zh-CN" altLang="en-US" sz="2400" b="1" dirty="0">
                <a:latin typeface="Times New Roman" panose="02020603050405020304" pitchFamily="18" charset="0"/>
                <a:ea typeface="仿宋" panose="02010609060101010101" pitchFamily="49" charset="-122"/>
              </a:rPr>
              <a:t>是方程（</a:t>
            </a:r>
            <a:r>
              <a:rPr lang="en-US" altLang="zh-CN" sz="2400" b="1" dirty="0">
                <a:latin typeface="Times New Roman" panose="02020603050405020304" pitchFamily="18" charset="0"/>
                <a:ea typeface="仿宋" panose="02010609060101010101" pitchFamily="49" charset="-122"/>
              </a:rPr>
              <a:t>3.16</a:t>
            </a:r>
            <a:r>
              <a:rPr lang="zh-CN" altLang="en-US" sz="2400" b="1" dirty="0">
                <a:latin typeface="Times New Roman" panose="02020603050405020304" pitchFamily="18" charset="0"/>
                <a:ea typeface="仿宋" panose="02010609060101010101" pitchFamily="49" charset="-122"/>
              </a:rPr>
              <a:t>）的解。    </a:t>
            </a:r>
            <a:endParaRPr lang="zh-CN" altLang="en-US" sz="2400" b="1" dirty="0">
              <a:latin typeface="仿宋" panose="02010609060101010101" pitchFamily="49" charset="-122"/>
              <a:ea typeface="仿宋" panose="02010609060101010101" pitchFamily="49" charset="-122"/>
            </a:endParaRPr>
          </a:p>
        </p:txBody>
      </p:sp>
      <p:sp>
        <p:nvSpPr>
          <p:cNvPr id="93187" name="Rectangle 9"/>
          <p:cNvSpPr/>
          <p:nvPr/>
        </p:nvSpPr>
        <p:spPr>
          <a:xfrm>
            <a:off x="0" y="-149225"/>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graphicFrame>
        <p:nvGraphicFramePr>
          <p:cNvPr id="93188" name="对象 5"/>
          <p:cNvGraphicFramePr>
            <a:graphicFrameLocks noChangeAspect="1"/>
          </p:cNvGraphicFramePr>
          <p:nvPr/>
        </p:nvGraphicFramePr>
        <p:xfrm>
          <a:off x="4716463" y="298450"/>
          <a:ext cx="131762" cy="333375"/>
        </p:xfrm>
        <a:graphic>
          <a:graphicData uri="http://schemas.openxmlformats.org/presentationml/2006/ole">
            <mc:AlternateContent xmlns:mc="http://schemas.openxmlformats.org/markup-compatibility/2006">
              <mc:Choice xmlns:v="urn:schemas-microsoft-com:vml" Requires="v">
                <p:oleObj spid="_x0000_s77877" name="" r:id="rId1" imgW="66040" imgH="167640" progId="Equation.Ribbit">
                  <p:embed/>
                </p:oleObj>
              </mc:Choice>
              <mc:Fallback>
                <p:oleObj name="" r:id="rId1" imgW="66040" imgH="167640" progId="Equation.Ribbit">
                  <p:embed/>
                  <p:pic>
                    <p:nvPicPr>
                      <p:cNvPr id="0" name="图片 3175"/>
                      <p:cNvPicPr/>
                      <p:nvPr/>
                    </p:nvPicPr>
                    <p:blipFill>
                      <a:blip r:embed="rId2"/>
                      <a:stretch>
                        <a:fillRect/>
                      </a:stretch>
                    </p:blipFill>
                    <p:spPr>
                      <a:xfrm>
                        <a:off x="4716463" y="298450"/>
                        <a:ext cx="131762" cy="333375"/>
                      </a:xfrm>
                      <a:prstGeom prst="rect">
                        <a:avLst/>
                      </a:prstGeom>
                      <a:noFill/>
                      <a:ln w="38100">
                        <a:noFill/>
                        <a:miter/>
                      </a:ln>
                    </p:spPr>
                  </p:pic>
                </p:oleObj>
              </mc:Fallback>
            </mc:AlternateContent>
          </a:graphicData>
        </a:graphic>
      </p:graphicFrame>
      <p:graphicFrame>
        <p:nvGraphicFramePr>
          <p:cNvPr id="93189" name="对象 7"/>
          <p:cNvGraphicFramePr>
            <a:graphicFrameLocks noChangeAspect="1"/>
          </p:cNvGraphicFramePr>
          <p:nvPr/>
        </p:nvGraphicFramePr>
        <p:xfrm>
          <a:off x="5080000" y="331788"/>
          <a:ext cx="406400" cy="323850"/>
        </p:xfrm>
        <a:graphic>
          <a:graphicData uri="http://schemas.openxmlformats.org/presentationml/2006/ole">
            <mc:AlternateContent xmlns:mc="http://schemas.openxmlformats.org/markup-compatibility/2006">
              <mc:Choice xmlns:v="urn:schemas-microsoft-com:vml" Requires="v">
                <p:oleObj spid="_x0000_s77878" name="" r:id="rId3" imgW="204470" imgH="162560" progId="Equation.Ribbit">
                  <p:embed/>
                </p:oleObj>
              </mc:Choice>
              <mc:Fallback>
                <p:oleObj name="" r:id="rId3" imgW="204470" imgH="162560" progId="Equation.Ribbit">
                  <p:embed/>
                  <p:pic>
                    <p:nvPicPr>
                      <p:cNvPr id="0" name="图片 3176"/>
                      <p:cNvPicPr/>
                      <p:nvPr/>
                    </p:nvPicPr>
                    <p:blipFill>
                      <a:blip r:embed="rId4"/>
                      <a:stretch>
                        <a:fillRect/>
                      </a:stretch>
                    </p:blipFill>
                    <p:spPr>
                      <a:xfrm>
                        <a:off x="5080000" y="331788"/>
                        <a:ext cx="406400" cy="323850"/>
                      </a:xfrm>
                      <a:prstGeom prst="rect">
                        <a:avLst/>
                      </a:prstGeom>
                      <a:noFill/>
                      <a:ln w="38100">
                        <a:noFill/>
                        <a:miter/>
                      </a:ln>
                    </p:spPr>
                  </p:pic>
                </p:oleObj>
              </mc:Fallback>
            </mc:AlternateContent>
          </a:graphicData>
        </a:graphic>
      </p:graphicFrame>
      <p:graphicFrame>
        <p:nvGraphicFramePr>
          <p:cNvPr id="93190" name="对象 16"/>
          <p:cNvGraphicFramePr>
            <a:graphicFrameLocks noChangeAspect="1"/>
          </p:cNvGraphicFramePr>
          <p:nvPr/>
        </p:nvGraphicFramePr>
        <p:xfrm>
          <a:off x="6469063" y="298450"/>
          <a:ext cx="160337" cy="333375"/>
        </p:xfrm>
        <a:graphic>
          <a:graphicData uri="http://schemas.openxmlformats.org/presentationml/2006/ole">
            <mc:AlternateContent xmlns:mc="http://schemas.openxmlformats.org/markup-compatibility/2006">
              <mc:Choice xmlns:v="urn:schemas-microsoft-com:vml" Requires="v">
                <p:oleObj spid="_x0000_s77879" name="" r:id="rId5" imgW="81280" imgH="167640" progId="Equation.Ribbit">
                  <p:embed/>
                </p:oleObj>
              </mc:Choice>
              <mc:Fallback>
                <p:oleObj name="" r:id="rId5" imgW="81280" imgH="167640" progId="Equation.Ribbit">
                  <p:embed/>
                  <p:pic>
                    <p:nvPicPr>
                      <p:cNvPr id="0" name="图片 3168"/>
                      <p:cNvPicPr/>
                      <p:nvPr/>
                    </p:nvPicPr>
                    <p:blipFill>
                      <a:blip r:embed="rId6"/>
                      <a:stretch>
                        <a:fillRect/>
                      </a:stretch>
                    </p:blipFill>
                    <p:spPr>
                      <a:xfrm>
                        <a:off x="6469063" y="298450"/>
                        <a:ext cx="160337" cy="333375"/>
                      </a:xfrm>
                      <a:prstGeom prst="rect">
                        <a:avLst/>
                      </a:prstGeom>
                      <a:noFill/>
                      <a:ln w="38100">
                        <a:noFill/>
                        <a:miter/>
                      </a:ln>
                    </p:spPr>
                  </p:pic>
                </p:oleObj>
              </mc:Fallback>
            </mc:AlternateContent>
          </a:graphicData>
        </a:graphic>
      </p:graphicFrame>
      <p:graphicFrame>
        <p:nvGraphicFramePr>
          <p:cNvPr id="93191" name="对象 17"/>
          <p:cNvGraphicFramePr>
            <a:graphicFrameLocks noChangeAspect="1"/>
          </p:cNvGraphicFramePr>
          <p:nvPr/>
        </p:nvGraphicFramePr>
        <p:xfrm>
          <a:off x="461963" y="836613"/>
          <a:ext cx="2536825" cy="390525"/>
        </p:xfrm>
        <a:graphic>
          <a:graphicData uri="http://schemas.openxmlformats.org/presentationml/2006/ole">
            <mc:AlternateContent xmlns:mc="http://schemas.openxmlformats.org/markup-compatibility/2006">
              <mc:Choice xmlns:v="urn:schemas-microsoft-com:vml" Requires="v">
                <p:oleObj spid="_x0000_s77880" name="" r:id="rId7" imgW="1280160" imgH="196850" progId="Equation.Ribbit">
                  <p:embed/>
                </p:oleObj>
              </mc:Choice>
              <mc:Fallback>
                <p:oleObj name="" r:id="rId7" imgW="1280160" imgH="196850" progId="Equation.Ribbit">
                  <p:embed/>
                  <p:pic>
                    <p:nvPicPr>
                      <p:cNvPr id="0" name="图片 3170"/>
                      <p:cNvPicPr/>
                      <p:nvPr/>
                    </p:nvPicPr>
                    <p:blipFill>
                      <a:blip r:embed="rId8"/>
                      <a:stretch>
                        <a:fillRect/>
                      </a:stretch>
                    </p:blipFill>
                    <p:spPr>
                      <a:xfrm>
                        <a:off x="461963" y="836613"/>
                        <a:ext cx="2536825" cy="390525"/>
                      </a:xfrm>
                      <a:prstGeom prst="rect">
                        <a:avLst/>
                      </a:prstGeom>
                      <a:noFill/>
                      <a:ln w="38100">
                        <a:noFill/>
                        <a:miter/>
                      </a:ln>
                    </p:spPr>
                  </p:pic>
                </p:oleObj>
              </mc:Fallback>
            </mc:AlternateContent>
          </a:graphicData>
        </a:graphic>
      </p:graphicFrame>
      <p:graphicFrame>
        <p:nvGraphicFramePr>
          <p:cNvPr id="93192" name="对象 18"/>
          <p:cNvGraphicFramePr>
            <a:graphicFrameLocks noChangeAspect="1"/>
          </p:cNvGraphicFramePr>
          <p:nvPr/>
        </p:nvGraphicFramePr>
        <p:xfrm>
          <a:off x="3757613" y="741363"/>
          <a:ext cx="3128962" cy="400050"/>
        </p:xfrm>
        <a:graphic>
          <a:graphicData uri="http://schemas.openxmlformats.org/presentationml/2006/ole">
            <mc:AlternateContent xmlns:mc="http://schemas.openxmlformats.org/markup-compatibility/2006">
              <mc:Choice xmlns:v="urn:schemas-microsoft-com:vml" Requires="v">
                <p:oleObj spid="_x0000_s77881" name="" r:id="rId9" imgW="1577340" imgH="201930" progId="Equation.Ribbit">
                  <p:embed/>
                </p:oleObj>
              </mc:Choice>
              <mc:Fallback>
                <p:oleObj name="" r:id="rId9" imgW="1577340" imgH="201930" progId="Equation.Ribbit">
                  <p:embed/>
                  <p:pic>
                    <p:nvPicPr>
                      <p:cNvPr id="0" name="图片 3177"/>
                      <p:cNvPicPr/>
                      <p:nvPr/>
                    </p:nvPicPr>
                    <p:blipFill>
                      <a:blip r:embed="rId10"/>
                      <a:stretch>
                        <a:fillRect/>
                      </a:stretch>
                    </p:blipFill>
                    <p:spPr>
                      <a:xfrm>
                        <a:off x="3757613" y="741363"/>
                        <a:ext cx="3128962" cy="400050"/>
                      </a:xfrm>
                      <a:prstGeom prst="rect">
                        <a:avLst/>
                      </a:prstGeom>
                      <a:noFill/>
                      <a:ln w="38100">
                        <a:noFill/>
                        <a:miter/>
                      </a:ln>
                    </p:spPr>
                  </p:pic>
                </p:oleObj>
              </mc:Fallback>
            </mc:AlternateContent>
          </a:graphicData>
        </a:graphic>
      </p:graphicFrame>
      <p:sp>
        <p:nvSpPr>
          <p:cNvPr id="93193"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pic>
        <p:nvPicPr>
          <p:cNvPr id="94238" name="Picture 30"/>
          <p:cNvPicPr>
            <a:picLocks noChangeAspect="1"/>
          </p:cNvPicPr>
          <p:nvPr/>
        </p:nvPicPr>
        <p:blipFill>
          <a:blip r:embed="rId11"/>
          <a:stretch>
            <a:fillRect/>
          </a:stretch>
        </p:blipFill>
        <p:spPr>
          <a:xfrm>
            <a:off x="538163" y="2667000"/>
            <a:ext cx="7934325" cy="1122363"/>
          </a:xfrm>
          <a:prstGeom prst="rect">
            <a:avLst/>
          </a:prstGeom>
          <a:noFill/>
          <a:ln w="9525">
            <a:noFill/>
          </a:ln>
        </p:spPr>
      </p:pic>
      <p:pic>
        <p:nvPicPr>
          <p:cNvPr id="94239" name="Picture 31"/>
          <p:cNvPicPr>
            <a:picLocks noChangeAspect="1"/>
          </p:cNvPicPr>
          <p:nvPr/>
        </p:nvPicPr>
        <p:blipFill>
          <a:blip r:embed="rId12"/>
          <a:srcRect r="67398" b="40045"/>
          <a:stretch>
            <a:fillRect/>
          </a:stretch>
        </p:blipFill>
        <p:spPr>
          <a:xfrm>
            <a:off x="2952750" y="3770313"/>
            <a:ext cx="2619375" cy="657225"/>
          </a:xfrm>
          <a:prstGeom prst="rect">
            <a:avLst/>
          </a:prstGeom>
          <a:noFill/>
          <a:ln w="9525">
            <a:noFill/>
          </a:ln>
        </p:spPr>
      </p:pic>
      <p:pic>
        <p:nvPicPr>
          <p:cNvPr id="22" name="Picture 31"/>
          <p:cNvPicPr>
            <a:picLocks noChangeAspect="1"/>
          </p:cNvPicPr>
          <p:nvPr/>
        </p:nvPicPr>
        <p:blipFill>
          <a:blip r:embed="rId12"/>
          <a:srcRect l="33195" b="50000"/>
          <a:stretch>
            <a:fillRect/>
          </a:stretch>
        </p:blipFill>
        <p:spPr>
          <a:xfrm>
            <a:off x="576263" y="4508500"/>
            <a:ext cx="5367337" cy="549275"/>
          </a:xfrm>
          <a:prstGeom prst="rect">
            <a:avLst/>
          </a:prstGeom>
          <a:noFill/>
          <a:ln w="9525">
            <a:noFill/>
          </a:ln>
        </p:spPr>
      </p:pic>
      <p:pic>
        <p:nvPicPr>
          <p:cNvPr id="23" name="Picture 31"/>
          <p:cNvPicPr>
            <a:picLocks noChangeAspect="1"/>
          </p:cNvPicPr>
          <p:nvPr/>
        </p:nvPicPr>
        <p:blipFill>
          <a:blip r:embed="rId12"/>
          <a:srcRect t="62563" r="62596"/>
          <a:stretch>
            <a:fillRect/>
          </a:stretch>
        </p:blipFill>
        <p:spPr>
          <a:xfrm>
            <a:off x="5910263" y="4646613"/>
            <a:ext cx="3005137" cy="411162"/>
          </a:xfrm>
          <a:prstGeom prst="rect">
            <a:avLst/>
          </a:prstGeom>
          <a:noFill/>
          <a:ln w="9525">
            <a:noFill/>
          </a:ln>
        </p:spPr>
      </p:pic>
      <p:sp>
        <p:nvSpPr>
          <p:cNvPr id="2" name="矩形 1"/>
          <p:cNvSpPr/>
          <p:nvPr/>
        </p:nvSpPr>
        <p:spPr>
          <a:xfrm>
            <a:off x="7391400" y="2819400"/>
            <a:ext cx="294005" cy="30480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704020202020204" pitchFamily="34" charset="0"/>
                <a:ea typeface="宋体" pitchFamily="2" charset="-122"/>
              </a:rPr>
              <a:t>2</a:t>
            </a:r>
            <a:endParaRPr kumimoji="0" lang="en-US" altLang="zh-CN" sz="1800" b="1" i="0" u="none" strike="noStrike" cap="none" normalizeH="0" baseline="0">
              <a:ln>
                <a:noFill/>
              </a:ln>
              <a:solidFill>
                <a:schemeClr val="tx1"/>
              </a:solidFill>
              <a:effectLst/>
              <a:latin typeface="Arial" panose="020B0704020202020204"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4238"/>
                                        </p:tgtEl>
                                        <p:attrNameLst>
                                          <p:attrName>style.visibility</p:attrName>
                                        </p:attrNameLst>
                                      </p:cBhvr>
                                      <p:to>
                                        <p:strVal val="visible"/>
                                      </p:to>
                                    </p:set>
                                    <p:anim calcmode="lin" valueType="num">
                                      <p:cBhvr additive="base">
                                        <p:cTn id="7" dur="500" fill="hold"/>
                                        <p:tgtEl>
                                          <p:spTgt spid="94238"/>
                                        </p:tgtEl>
                                        <p:attrNameLst>
                                          <p:attrName>ppt_x</p:attrName>
                                        </p:attrNameLst>
                                      </p:cBhvr>
                                      <p:tavLst>
                                        <p:tav tm="0">
                                          <p:val>
                                            <p:strVal val="#ppt_x"/>
                                          </p:val>
                                        </p:tav>
                                        <p:tav tm="100000">
                                          <p:val>
                                            <p:strVal val="#ppt_x"/>
                                          </p:val>
                                        </p:tav>
                                      </p:tavLst>
                                    </p:anim>
                                    <p:anim calcmode="lin" valueType="num">
                                      <p:cBhvr additive="base">
                                        <p:cTn id="8" dur="500" fill="hold"/>
                                        <p:tgtEl>
                                          <p:spTgt spid="9423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4239"/>
                                        </p:tgtEl>
                                        <p:attrNameLst>
                                          <p:attrName>style.visibility</p:attrName>
                                        </p:attrNameLst>
                                      </p:cBhvr>
                                      <p:to>
                                        <p:strVal val="visible"/>
                                      </p:to>
                                    </p:set>
                                    <p:anim calcmode="lin" valueType="num">
                                      <p:cBhvr additive="base">
                                        <p:cTn id="13" dur="500" fill="hold"/>
                                        <p:tgtEl>
                                          <p:spTgt spid="94239"/>
                                        </p:tgtEl>
                                        <p:attrNameLst>
                                          <p:attrName>ppt_x</p:attrName>
                                        </p:attrNameLst>
                                      </p:cBhvr>
                                      <p:tavLst>
                                        <p:tav tm="0">
                                          <p:val>
                                            <p:strVal val="#ppt_x"/>
                                          </p:val>
                                        </p:tav>
                                        <p:tav tm="100000">
                                          <p:val>
                                            <p:strVal val="#ppt_x"/>
                                          </p:val>
                                        </p:tav>
                                      </p:tavLst>
                                    </p:anim>
                                    <p:anim calcmode="lin" valueType="num">
                                      <p:cBhvr additive="base">
                                        <p:cTn id="14" dur="500" fill="hold"/>
                                        <p:tgtEl>
                                          <p:spTgt spid="9423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ppt_x"/>
                                          </p:val>
                                        </p:tav>
                                        <p:tav tm="100000">
                                          <p:val>
                                            <p:strVal val="#ppt_x"/>
                                          </p:val>
                                        </p:tav>
                                      </p:tavLst>
                                    </p:anim>
                                    <p:anim calcmode="lin" valueType="num">
                                      <p:cBhvr additive="base">
                                        <p:cTn id="2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6258" name="TextBox 3"/>
          <p:cNvSpPr txBox="1"/>
          <p:nvPr/>
        </p:nvSpPr>
        <p:spPr>
          <a:xfrm>
            <a:off x="323850" y="1460500"/>
            <a:ext cx="8143875" cy="3416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ct val="0"/>
              </a:spcBef>
              <a:buNone/>
            </a:pPr>
            <a:r>
              <a:rPr lang="zh-CN" altLang="en-US" sz="2400" b="1" dirty="0">
                <a:latin typeface="仿宋" panose="02010609060101010101" pitchFamily="49" charset="-122"/>
                <a:ea typeface="仿宋" panose="02010609060101010101" pitchFamily="49" charset="-122"/>
              </a:rPr>
              <a:t>算法</a:t>
            </a:r>
            <a:r>
              <a:rPr lang="en-US" altLang="zh-CN" sz="2400" b="1" dirty="0">
                <a:latin typeface="仿宋" panose="02010609060101010101" pitchFamily="49" charset="-122"/>
                <a:ea typeface="仿宋" panose="02010609060101010101" pitchFamily="49" charset="-122"/>
              </a:rPr>
              <a:t>3.3.1 </a:t>
            </a:r>
            <a:r>
              <a:rPr lang="zh-CN" altLang="en-US" sz="2400" b="1" dirty="0">
                <a:latin typeface="仿宋" panose="02010609060101010101" pitchFamily="49" charset="-122"/>
                <a:ea typeface="仿宋" panose="02010609060101010101" pitchFamily="49" charset="-122"/>
              </a:rPr>
              <a:t>当            时求解模</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的平方根。</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zh-CN" altLang="en-US" sz="2400" b="1" dirty="0">
                <a:latin typeface="仿宋" panose="02010609060101010101" pitchFamily="49" charset="-122"/>
                <a:ea typeface="仿宋" panose="02010609060101010101" pitchFamily="49" charset="-122"/>
              </a:rPr>
              <a:t>输入：奇素数</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 </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平方数</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，且</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是模</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的二次剩余。</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zh-CN" altLang="en-US" sz="2400" b="1" dirty="0">
                <a:latin typeface="仿宋" panose="02010609060101010101" pitchFamily="49" charset="-122"/>
                <a:ea typeface="仿宋" panose="02010609060101010101" pitchFamily="49" charset="-122"/>
              </a:rPr>
              <a:t>输出：模</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的两个平方根。</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1.</a:t>
            </a:r>
            <a:r>
              <a:rPr lang="zh-CN" altLang="en-US" sz="2400" b="1" dirty="0">
                <a:latin typeface="仿宋" panose="02010609060101010101" pitchFamily="49" charset="-122"/>
                <a:ea typeface="仿宋" panose="02010609060101010101" pitchFamily="49" charset="-122"/>
              </a:rPr>
              <a:t>计算               （算法</a:t>
            </a:r>
            <a:r>
              <a:rPr lang="en-US" altLang="zh-CN" sz="2400" b="1" dirty="0">
                <a:latin typeface="仿宋" panose="02010609060101010101" pitchFamily="49" charset="-122"/>
                <a:ea typeface="仿宋" panose="02010609060101010101" pitchFamily="49" charset="-122"/>
              </a:rPr>
              <a:t>2.2.2</a:t>
            </a:r>
            <a:r>
              <a:rPr lang="zh-CN" altLang="en-US" sz="2400" b="1" dirty="0">
                <a:latin typeface="仿宋" panose="02010609060101010101" pitchFamily="49" charset="-122"/>
                <a:ea typeface="仿宋" panose="02010609060101010101" pitchFamily="49" charset="-122"/>
              </a:rPr>
              <a:t>）。</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2.</a:t>
            </a:r>
            <a:r>
              <a:rPr lang="zh-CN" altLang="en-US" sz="2400" b="1" dirty="0">
                <a:latin typeface="仿宋" panose="02010609060101010101" pitchFamily="49" charset="-122"/>
                <a:ea typeface="仿宋" panose="02010609060101010101" pitchFamily="49" charset="-122"/>
              </a:rPr>
              <a:t>返回      。</a:t>
            </a:r>
            <a:endParaRPr lang="en-US" altLang="zh-CN" sz="2400" b="1" dirty="0">
              <a:latin typeface="仿宋" panose="02010609060101010101" pitchFamily="49" charset="-122"/>
              <a:ea typeface="仿宋" panose="02010609060101010101" pitchFamily="49" charset="-122"/>
            </a:endParaRPr>
          </a:p>
        </p:txBody>
      </p:sp>
      <p:sp>
        <p:nvSpPr>
          <p:cNvPr id="94211" name="Rectangle 9"/>
          <p:cNvSpPr/>
          <p:nvPr/>
        </p:nvSpPr>
        <p:spPr>
          <a:xfrm>
            <a:off x="0" y="-71437"/>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graphicFrame>
        <p:nvGraphicFramePr>
          <p:cNvPr id="96260" name="对象 7"/>
          <p:cNvGraphicFramePr>
            <a:graphicFrameLocks noChangeAspect="1"/>
          </p:cNvGraphicFramePr>
          <p:nvPr/>
        </p:nvGraphicFramePr>
        <p:xfrm>
          <a:off x="2268538" y="1606550"/>
          <a:ext cx="1774825" cy="350838"/>
        </p:xfrm>
        <a:graphic>
          <a:graphicData uri="http://schemas.openxmlformats.org/presentationml/2006/ole">
            <mc:AlternateContent xmlns:mc="http://schemas.openxmlformats.org/markup-compatibility/2006">
              <mc:Choice xmlns:v="urn:schemas-microsoft-com:vml" Requires="v">
                <p:oleObj spid="_x0000_s78961" name="" r:id="rId1" imgW="895350" imgH="177800" progId="Equation.Ribbit">
                  <p:embed/>
                </p:oleObj>
              </mc:Choice>
              <mc:Fallback>
                <p:oleObj name="" r:id="rId1" imgW="895350" imgH="177800" progId="Equation.Ribbit">
                  <p:embed/>
                  <p:pic>
                    <p:nvPicPr>
                      <p:cNvPr id="0" name="图片 3169"/>
                      <p:cNvPicPr/>
                      <p:nvPr/>
                    </p:nvPicPr>
                    <p:blipFill>
                      <a:blip r:embed="rId2"/>
                      <a:stretch>
                        <a:fillRect/>
                      </a:stretch>
                    </p:blipFill>
                    <p:spPr>
                      <a:xfrm>
                        <a:off x="2268538" y="1606550"/>
                        <a:ext cx="1774825" cy="350838"/>
                      </a:xfrm>
                      <a:prstGeom prst="rect">
                        <a:avLst/>
                      </a:prstGeom>
                      <a:noFill/>
                      <a:ln w="38100">
                        <a:noFill/>
                        <a:miter/>
                      </a:ln>
                    </p:spPr>
                  </p:pic>
                </p:oleObj>
              </mc:Fallback>
            </mc:AlternateContent>
          </a:graphicData>
        </a:graphic>
      </p:graphicFrame>
      <p:graphicFrame>
        <p:nvGraphicFramePr>
          <p:cNvPr id="96261" name="对象 8"/>
          <p:cNvGraphicFramePr>
            <a:graphicFrameLocks noChangeAspect="1"/>
          </p:cNvGraphicFramePr>
          <p:nvPr/>
        </p:nvGraphicFramePr>
        <p:xfrm>
          <a:off x="5292725" y="1663700"/>
          <a:ext cx="182563" cy="236538"/>
        </p:xfrm>
        <a:graphic>
          <a:graphicData uri="http://schemas.openxmlformats.org/presentationml/2006/ole">
            <mc:AlternateContent xmlns:mc="http://schemas.openxmlformats.org/markup-compatibility/2006">
              <mc:Choice xmlns:v="urn:schemas-microsoft-com:vml" Requires="v">
                <p:oleObj spid="_x0000_s78962" name="" r:id="rId3" imgW="91440" imgH="118110" progId="Equation.Ribbit">
                  <p:embed/>
                </p:oleObj>
              </mc:Choice>
              <mc:Fallback>
                <p:oleObj name="" r:id="rId3" imgW="91440" imgH="118110" progId="Equation.Ribbit">
                  <p:embed/>
                  <p:pic>
                    <p:nvPicPr>
                      <p:cNvPr id="0" name="图片 3179"/>
                      <p:cNvPicPr/>
                      <p:nvPr/>
                    </p:nvPicPr>
                    <p:blipFill>
                      <a:blip r:embed="rId4"/>
                      <a:stretch>
                        <a:fillRect/>
                      </a:stretch>
                    </p:blipFill>
                    <p:spPr>
                      <a:xfrm>
                        <a:off x="5292725" y="1663700"/>
                        <a:ext cx="182563" cy="236538"/>
                      </a:xfrm>
                      <a:prstGeom prst="rect">
                        <a:avLst/>
                      </a:prstGeom>
                      <a:noFill/>
                      <a:ln w="38100">
                        <a:noFill/>
                        <a:miter/>
                      </a:ln>
                    </p:spPr>
                  </p:pic>
                </p:oleObj>
              </mc:Fallback>
            </mc:AlternateContent>
          </a:graphicData>
        </a:graphic>
      </p:graphicFrame>
      <p:graphicFrame>
        <p:nvGraphicFramePr>
          <p:cNvPr id="96262" name="对象 9"/>
          <p:cNvGraphicFramePr>
            <a:graphicFrameLocks noChangeAspect="1"/>
          </p:cNvGraphicFramePr>
          <p:nvPr/>
        </p:nvGraphicFramePr>
        <p:xfrm>
          <a:off x="2262188" y="2208213"/>
          <a:ext cx="182562" cy="236537"/>
        </p:xfrm>
        <a:graphic>
          <a:graphicData uri="http://schemas.openxmlformats.org/presentationml/2006/ole">
            <mc:AlternateContent xmlns:mc="http://schemas.openxmlformats.org/markup-compatibility/2006">
              <mc:Choice xmlns:v="urn:schemas-microsoft-com:vml" Requires="v">
                <p:oleObj spid="_x0000_s78963" name="" r:id="rId5" imgW="91440" imgH="118110" progId="Equation.Ribbit">
                  <p:embed/>
                </p:oleObj>
              </mc:Choice>
              <mc:Fallback>
                <p:oleObj name="" r:id="rId5" imgW="91440" imgH="118110" progId="Equation.Ribbit">
                  <p:embed/>
                  <p:pic>
                    <p:nvPicPr>
                      <p:cNvPr id="0" name="图片 3165"/>
                      <p:cNvPicPr/>
                      <p:nvPr/>
                    </p:nvPicPr>
                    <p:blipFill>
                      <a:blip r:embed="rId4"/>
                      <a:stretch>
                        <a:fillRect/>
                      </a:stretch>
                    </p:blipFill>
                    <p:spPr>
                      <a:xfrm>
                        <a:off x="2262188" y="2208213"/>
                        <a:ext cx="182562" cy="236537"/>
                      </a:xfrm>
                      <a:prstGeom prst="rect">
                        <a:avLst/>
                      </a:prstGeom>
                      <a:noFill/>
                      <a:ln w="38100">
                        <a:noFill/>
                        <a:miter/>
                      </a:ln>
                    </p:spPr>
                  </p:pic>
                </p:oleObj>
              </mc:Fallback>
            </mc:AlternateContent>
          </a:graphicData>
        </a:graphic>
      </p:graphicFrame>
      <p:graphicFrame>
        <p:nvGraphicFramePr>
          <p:cNvPr id="96263" name="对象 10"/>
          <p:cNvGraphicFramePr>
            <a:graphicFrameLocks noChangeAspect="1"/>
          </p:cNvGraphicFramePr>
          <p:nvPr/>
        </p:nvGraphicFramePr>
        <p:xfrm>
          <a:off x="2587625" y="2170113"/>
          <a:ext cx="1774825" cy="350837"/>
        </p:xfrm>
        <a:graphic>
          <a:graphicData uri="http://schemas.openxmlformats.org/presentationml/2006/ole">
            <mc:AlternateContent xmlns:mc="http://schemas.openxmlformats.org/markup-compatibility/2006">
              <mc:Choice xmlns:v="urn:schemas-microsoft-com:vml" Requires="v">
                <p:oleObj spid="_x0000_s78964" name="" r:id="rId6" imgW="895350" imgH="177800" progId="Equation.Ribbit">
                  <p:embed/>
                </p:oleObj>
              </mc:Choice>
              <mc:Fallback>
                <p:oleObj name="" r:id="rId6" imgW="895350" imgH="177800" progId="Equation.Ribbit">
                  <p:embed/>
                  <p:pic>
                    <p:nvPicPr>
                      <p:cNvPr id="0" name="图片 3180"/>
                      <p:cNvPicPr/>
                      <p:nvPr/>
                    </p:nvPicPr>
                    <p:blipFill>
                      <a:blip r:embed="rId2"/>
                      <a:stretch>
                        <a:fillRect/>
                      </a:stretch>
                    </p:blipFill>
                    <p:spPr>
                      <a:xfrm>
                        <a:off x="2587625" y="2170113"/>
                        <a:ext cx="1774825" cy="350837"/>
                      </a:xfrm>
                      <a:prstGeom prst="rect">
                        <a:avLst/>
                      </a:prstGeom>
                      <a:noFill/>
                      <a:ln w="38100">
                        <a:noFill/>
                        <a:miter/>
                      </a:ln>
                    </p:spPr>
                  </p:pic>
                </p:oleObj>
              </mc:Fallback>
            </mc:AlternateContent>
          </a:graphicData>
        </a:graphic>
      </p:graphicFrame>
      <p:graphicFrame>
        <p:nvGraphicFramePr>
          <p:cNvPr id="96264" name="对象 11"/>
          <p:cNvGraphicFramePr>
            <a:graphicFrameLocks noChangeAspect="1"/>
          </p:cNvGraphicFramePr>
          <p:nvPr/>
        </p:nvGraphicFramePr>
        <p:xfrm>
          <a:off x="5478463" y="2284413"/>
          <a:ext cx="160337" cy="236537"/>
        </p:xfrm>
        <a:graphic>
          <a:graphicData uri="http://schemas.openxmlformats.org/presentationml/2006/ole">
            <mc:AlternateContent xmlns:mc="http://schemas.openxmlformats.org/markup-compatibility/2006">
              <mc:Choice xmlns:v="urn:schemas-microsoft-com:vml" Requires="v">
                <p:oleObj spid="_x0000_s78965" name="" r:id="rId7" imgW="81280" imgH="119380" progId="Equation.Ribbit">
                  <p:embed/>
                </p:oleObj>
              </mc:Choice>
              <mc:Fallback>
                <p:oleObj name="" r:id="rId7" imgW="81280" imgH="119380" progId="Equation.Ribbit">
                  <p:embed/>
                  <p:pic>
                    <p:nvPicPr>
                      <p:cNvPr id="0" name="图片 3172"/>
                      <p:cNvPicPr/>
                      <p:nvPr/>
                    </p:nvPicPr>
                    <p:blipFill>
                      <a:blip r:embed="rId8"/>
                      <a:stretch>
                        <a:fillRect/>
                      </a:stretch>
                    </p:blipFill>
                    <p:spPr>
                      <a:xfrm>
                        <a:off x="5478463" y="2284413"/>
                        <a:ext cx="160337" cy="236537"/>
                      </a:xfrm>
                      <a:prstGeom prst="rect">
                        <a:avLst/>
                      </a:prstGeom>
                      <a:noFill/>
                      <a:ln w="38100">
                        <a:noFill/>
                        <a:miter/>
                      </a:ln>
                    </p:spPr>
                  </p:pic>
                </p:oleObj>
              </mc:Fallback>
            </mc:AlternateContent>
          </a:graphicData>
        </a:graphic>
      </p:graphicFrame>
      <p:graphicFrame>
        <p:nvGraphicFramePr>
          <p:cNvPr id="96265" name="对象 13"/>
          <p:cNvGraphicFramePr>
            <a:graphicFrameLocks noChangeAspect="1"/>
          </p:cNvGraphicFramePr>
          <p:nvPr/>
        </p:nvGraphicFramePr>
        <p:xfrm>
          <a:off x="6224588" y="2208213"/>
          <a:ext cx="160337" cy="236537"/>
        </p:xfrm>
        <a:graphic>
          <a:graphicData uri="http://schemas.openxmlformats.org/presentationml/2006/ole">
            <mc:AlternateContent xmlns:mc="http://schemas.openxmlformats.org/markup-compatibility/2006">
              <mc:Choice xmlns:v="urn:schemas-microsoft-com:vml" Requires="v">
                <p:oleObj spid="_x0000_s78966" name="" r:id="rId9" imgW="81280" imgH="119380" progId="Equation.Ribbit">
                  <p:embed/>
                </p:oleObj>
              </mc:Choice>
              <mc:Fallback>
                <p:oleObj name="" r:id="rId9" imgW="81280" imgH="119380" progId="Equation.Ribbit">
                  <p:embed/>
                  <p:pic>
                    <p:nvPicPr>
                      <p:cNvPr id="0" name="图片 3166"/>
                      <p:cNvPicPr/>
                      <p:nvPr/>
                    </p:nvPicPr>
                    <p:blipFill>
                      <a:blip r:embed="rId8"/>
                      <a:stretch>
                        <a:fillRect/>
                      </a:stretch>
                    </p:blipFill>
                    <p:spPr>
                      <a:xfrm>
                        <a:off x="6224588" y="2208213"/>
                        <a:ext cx="160337" cy="236537"/>
                      </a:xfrm>
                      <a:prstGeom prst="rect">
                        <a:avLst/>
                      </a:prstGeom>
                      <a:noFill/>
                      <a:ln w="38100">
                        <a:noFill/>
                        <a:miter/>
                      </a:ln>
                    </p:spPr>
                  </p:pic>
                </p:oleObj>
              </mc:Fallback>
            </mc:AlternateContent>
          </a:graphicData>
        </a:graphic>
      </p:graphicFrame>
      <p:graphicFrame>
        <p:nvGraphicFramePr>
          <p:cNvPr id="96266" name="对象 15"/>
          <p:cNvGraphicFramePr>
            <a:graphicFrameLocks noChangeAspect="1"/>
          </p:cNvGraphicFramePr>
          <p:nvPr/>
        </p:nvGraphicFramePr>
        <p:xfrm>
          <a:off x="6953250" y="2208213"/>
          <a:ext cx="182563" cy="236537"/>
        </p:xfrm>
        <a:graphic>
          <a:graphicData uri="http://schemas.openxmlformats.org/presentationml/2006/ole">
            <mc:AlternateContent xmlns:mc="http://schemas.openxmlformats.org/markup-compatibility/2006">
              <mc:Choice xmlns:v="urn:schemas-microsoft-com:vml" Requires="v">
                <p:oleObj spid="_x0000_s78967" name="" r:id="rId10" imgW="91440" imgH="118110" progId="Equation.Ribbit">
                  <p:embed/>
                </p:oleObj>
              </mc:Choice>
              <mc:Fallback>
                <p:oleObj name="" r:id="rId10" imgW="91440" imgH="118110" progId="Equation.Ribbit">
                  <p:embed/>
                  <p:pic>
                    <p:nvPicPr>
                      <p:cNvPr id="0" name="图片 3167"/>
                      <p:cNvPicPr/>
                      <p:nvPr/>
                    </p:nvPicPr>
                    <p:blipFill>
                      <a:blip r:embed="rId4"/>
                      <a:stretch>
                        <a:fillRect/>
                      </a:stretch>
                    </p:blipFill>
                    <p:spPr>
                      <a:xfrm>
                        <a:off x="6953250" y="2208213"/>
                        <a:ext cx="182563" cy="236537"/>
                      </a:xfrm>
                      <a:prstGeom prst="rect">
                        <a:avLst/>
                      </a:prstGeom>
                      <a:noFill/>
                      <a:ln w="38100">
                        <a:noFill/>
                        <a:miter/>
                      </a:ln>
                    </p:spPr>
                  </p:pic>
                </p:oleObj>
              </mc:Fallback>
            </mc:AlternateContent>
          </a:graphicData>
        </a:graphic>
      </p:graphicFrame>
      <p:graphicFrame>
        <p:nvGraphicFramePr>
          <p:cNvPr id="96267" name="对象 16"/>
          <p:cNvGraphicFramePr>
            <a:graphicFrameLocks noChangeAspect="1"/>
          </p:cNvGraphicFramePr>
          <p:nvPr/>
        </p:nvGraphicFramePr>
        <p:xfrm>
          <a:off x="1187450" y="3421063"/>
          <a:ext cx="160338" cy="177800"/>
        </p:xfrm>
        <a:graphic>
          <a:graphicData uri="http://schemas.openxmlformats.org/presentationml/2006/ole">
            <mc:AlternateContent xmlns:mc="http://schemas.openxmlformats.org/markup-compatibility/2006">
              <mc:Choice xmlns:v="urn:schemas-microsoft-com:vml" Requires="v">
                <p:oleObj spid="_x0000_s78968" name="" r:id="rId11" imgW="81280" imgH="119380" progId="Equation.Ribbit">
                  <p:embed/>
                </p:oleObj>
              </mc:Choice>
              <mc:Fallback>
                <p:oleObj name="" r:id="rId11" imgW="81280" imgH="119380" progId="Equation.Ribbit">
                  <p:embed/>
                  <p:pic>
                    <p:nvPicPr>
                      <p:cNvPr id="0" name="图片 3171"/>
                      <p:cNvPicPr/>
                      <p:nvPr/>
                    </p:nvPicPr>
                    <p:blipFill>
                      <a:blip r:embed="rId8"/>
                      <a:stretch>
                        <a:fillRect/>
                      </a:stretch>
                    </p:blipFill>
                    <p:spPr>
                      <a:xfrm>
                        <a:off x="1187450" y="3421063"/>
                        <a:ext cx="160338" cy="177800"/>
                      </a:xfrm>
                      <a:prstGeom prst="rect">
                        <a:avLst/>
                      </a:prstGeom>
                      <a:noFill/>
                      <a:ln w="38100">
                        <a:noFill/>
                        <a:miter/>
                      </a:ln>
                    </p:spPr>
                  </p:pic>
                </p:oleObj>
              </mc:Fallback>
            </mc:AlternateContent>
          </a:graphicData>
        </a:graphic>
      </p:graphicFrame>
      <p:graphicFrame>
        <p:nvGraphicFramePr>
          <p:cNvPr id="96268" name="对象 17"/>
          <p:cNvGraphicFramePr>
            <a:graphicFrameLocks noChangeAspect="1"/>
          </p:cNvGraphicFramePr>
          <p:nvPr/>
        </p:nvGraphicFramePr>
        <p:xfrm>
          <a:off x="1616075" y="3359150"/>
          <a:ext cx="182563" cy="236538"/>
        </p:xfrm>
        <a:graphic>
          <a:graphicData uri="http://schemas.openxmlformats.org/presentationml/2006/ole">
            <mc:AlternateContent xmlns:mc="http://schemas.openxmlformats.org/markup-compatibility/2006">
              <mc:Choice xmlns:v="urn:schemas-microsoft-com:vml" Requires="v">
                <p:oleObj spid="_x0000_s78969" name="" r:id="rId12" imgW="91440" imgH="118110" progId="Equation.Ribbit">
                  <p:embed/>
                </p:oleObj>
              </mc:Choice>
              <mc:Fallback>
                <p:oleObj name="" r:id="rId12" imgW="91440" imgH="118110" progId="Equation.Ribbit">
                  <p:embed/>
                  <p:pic>
                    <p:nvPicPr>
                      <p:cNvPr id="0" name="图片 3173"/>
                      <p:cNvPicPr/>
                      <p:nvPr/>
                    </p:nvPicPr>
                    <p:blipFill>
                      <a:blip r:embed="rId4"/>
                      <a:stretch>
                        <a:fillRect/>
                      </a:stretch>
                    </p:blipFill>
                    <p:spPr>
                      <a:xfrm>
                        <a:off x="1616075" y="3359150"/>
                        <a:ext cx="182563" cy="236538"/>
                      </a:xfrm>
                      <a:prstGeom prst="rect">
                        <a:avLst/>
                      </a:prstGeom>
                      <a:noFill/>
                      <a:ln w="38100">
                        <a:noFill/>
                        <a:miter/>
                      </a:ln>
                    </p:spPr>
                  </p:pic>
                </p:oleObj>
              </mc:Fallback>
            </mc:AlternateContent>
          </a:graphicData>
        </a:graphic>
      </p:graphicFrame>
      <p:graphicFrame>
        <p:nvGraphicFramePr>
          <p:cNvPr id="96269" name="对象 19"/>
          <p:cNvGraphicFramePr>
            <a:graphicFrameLocks noChangeAspect="1"/>
          </p:cNvGraphicFramePr>
          <p:nvPr/>
        </p:nvGraphicFramePr>
        <p:xfrm>
          <a:off x="1362075" y="3827463"/>
          <a:ext cx="2355850" cy="398462"/>
        </p:xfrm>
        <a:graphic>
          <a:graphicData uri="http://schemas.openxmlformats.org/presentationml/2006/ole">
            <mc:AlternateContent xmlns:mc="http://schemas.openxmlformats.org/markup-compatibility/2006">
              <mc:Choice xmlns:v="urn:schemas-microsoft-com:vml" Requires="v">
                <p:oleObj spid="_x0000_s78970" name="" r:id="rId13" imgW="1188720" imgH="201930" progId="Equation.Ribbit">
                  <p:embed/>
                </p:oleObj>
              </mc:Choice>
              <mc:Fallback>
                <p:oleObj name="" r:id="rId13" imgW="1188720" imgH="201930" progId="Equation.Ribbit">
                  <p:embed/>
                  <p:pic>
                    <p:nvPicPr>
                      <p:cNvPr id="0" name="图片 3174"/>
                      <p:cNvPicPr/>
                      <p:nvPr/>
                    </p:nvPicPr>
                    <p:blipFill>
                      <a:blip r:embed="rId14"/>
                      <a:stretch>
                        <a:fillRect/>
                      </a:stretch>
                    </p:blipFill>
                    <p:spPr>
                      <a:xfrm>
                        <a:off x="1362075" y="3827463"/>
                        <a:ext cx="2355850" cy="398462"/>
                      </a:xfrm>
                      <a:prstGeom prst="rect">
                        <a:avLst/>
                      </a:prstGeom>
                      <a:noFill/>
                      <a:ln w="38100">
                        <a:noFill/>
                        <a:miter/>
                      </a:ln>
                    </p:spPr>
                  </p:pic>
                </p:oleObj>
              </mc:Fallback>
            </mc:AlternateContent>
          </a:graphicData>
        </a:graphic>
      </p:graphicFrame>
      <p:graphicFrame>
        <p:nvGraphicFramePr>
          <p:cNvPr id="96270" name="对象 1"/>
          <p:cNvGraphicFramePr>
            <a:graphicFrameLocks noChangeAspect="1"/>
          </p:cNvGraphicFramePr>
          <p:nvPr/>
        </p:nvGraphicFramePr>
        <p:xfrm>
          <a:off x="1303338" y="4349750"/>
          <a:ext cx="827087" cy="352425"/>
        </p:xfrm>
        <a:graphic>
          <a:graphicData uri="http://schemas.openxmlformats.org/presentationml/2006/ole">
            <mc:AlternateContent xmlns:mc="http://schemas.openxmlformats.org/markup-compatibility/2006">
              <mc:Choice xmlns:v="urn:schemas-microsoft-com:vml" Requires="v">
                <p:oleObj spid="_x0000_s78971" name="" r:id="rId15" imgW="416560" imgH="177800" progId="Equation.Ribbit">
                  <p:embed/>
                </p:oleObj>
              </mc:Choice>
              <mc:Fallback>
                <p:oleObj name="" r:id="rId15" imgW="416560" imgH="177800" progId="Equation.Ribbit">
                  <p:embed/>
                  <p:pic>
                    <p:nvPicPr>
                      <p:cNvPr id="0" name="图片 3178"/>
                      <p:cNvPicPr/>
                      <p:nvPr/>
                    </p:nvPicPr>
                    <p:blipFill>
                      <a:blip r:embed="rId16"/>
                      <a:stretch>
                        <a:fillRect/>
                      </a:stretch>
                    </p:blipFill>
                    <p:spPr>
                      <a:xfrm>
                        <a:off x="1303338" y="4349750"/>
                        <a:ext cx="827087" cy="352425"/>
                      </a:xfrm>
                      <a:prstGeom prst="rect">
                        <a:avLst/>
                      </a:prstGeom>
                      <a:noFill/>
                      <a:ln w="38100">
                        <a:noFill/>
                        <a:miter/>
                      </a:ln>
                    </p:spPr>
                  </p:pic>
                </p:oleObj>
              </mc:Fallback>
            </mc:AlternateContent>
          </a:graphicData>
        </a:graphic>
      </p:graphicFrame>
      <p:sp>
        <p:nvSpPr>
          <p:cNvPr id="94223"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sp>
        <p:nvSpPr>
          <p:cNvPr id="16" name="TextBox 3"/>
          <p:cNvSpPr txBox="1"/>
          <p:nvPr/>
        </p:nvSpPr>
        <p:spPr>
          <a:xfrm>
            <a:off x="228600" y="609600"/>
            <a:ext cx="8143875" cy="5603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ct val="0"/>
              </a:spcBef>
              <a:buNone/>
            </a:pPr>
            <a:r>
              <a:rPr lang="zh-CN" altLang="en-US" sz="2400" b="1" dirty="0">
                <a:latin typeface="仿宋" panose="02010609060101010101" pitchFamily="49" charset="-122"/>
                <a:ea typeface="仿宋" panose="02010609060101010101" pitchFamily="49" charset="-122"/>
              </a:rPr>
              <a:t>具体算法如算法</a:t>
            </a:r>
            <a:r>
              <a:rPr lang="en-US" altLang="zh-CN" sz="2400" b="1" dirty="0">
                <a:latin typeface="仿宋" panose="02010609060101010101" pitchFamily="49" charset="-122"/>
                <a:ea typeface="仿宋" panose="02010609060101010101" pitchFamily="49" charset="-122"/>
              </a:rPr>
              <a:t>3.3.1</a:t>
            </a:r>
            <a:r>
              <a:rPr lang="zh-CN" altLang="en-US" sz="2400" b="1" dirty="0">
                <a:latin typeface="仿宋" panose="02010609060101010101" pitchFamily="49" charset="-122"/>
                <a:ea typeface="仿宋" panose="02010609060101010101" pitchFamily="49" charset="-122"/>
              </a:rPr>
              <a:t>所示。</a:t>
            </a:r>
            <a:endParaRPr lang="en-US" altLang="zh-CN" sz="2400" b="1" dirty="0">
              <a:latin typeface="仿宋" panose="02010609060101010101" pitchFamily="49" charset="-122"/>
              <a:ea typeface="仿宋"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6258"/>
                                        </p:tgtEl>
                                        <p:attrNameLst>
                                          <p:attrName>style.visibility</p:attrName>
                                        </p:attrNameLst>
                                      </p:cBhvr>
                                      <p:to>
                                        <p:strVal val="visible"/>
                                      </p:to>
                                    </p:set>
                                    <p:anim calcmode="lin" valueType="num">
                                      <p:cBhvr additive="base">
                                        <p:cTn id="13" dur="500" fill="hold"/>
                                        <p:tgtEl>
                                          <p:spTgt spid="96258"/>
                                        </p:tgtEl>
                                        <p:attrNameLst>
                                          <p:attrName>ppt_x</p:attrName>
                                        </p:attrNameLst>
                                      </p:cBhvr>
                                      <p:tavLst>
                                        <p:tav tm="0">
                                          <p:val>
                                            <p:strVal val="#ppt_x"/>
                                          </p:val>
                                        </p:tav>
                                        <p:tav tm="100000">
                                          <p:val>
                                            <p:strVal val="#ppt_x"/>
                                          </p:val>
                                        </p:tav>
                                      </p:tavLst>
                                    </p:anim>
                                    <p:anim calcmode="lin" valueType="num">
                                      <p:cBhvr additive="base">
                                        <p:cTn id="14" dur="500" fill="hold"/>
                                        <p:tgtEl>
                                          <p:spTgt spid="96258"/>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6260"/>
                                        </p:tgtEl>
                                        <p:attrNameLst>
                                          <p:attrName>style.visibility</p:attrName>
                                        </p:attrNameLst>
                                      </p:cBhvr>
                                      <p:to>
                                        <p:strVal val="visible"/>
                                      </p:to>
                                    </p:set>
                                    <p:anim calcmode="lin" valueType="num">
                                      <p:cBhvr additive="base">
                                        <p:cTn id="17" dur="500" fill="hold"/>
                                        <p:tgtEl>
                                          <p:spTgt spid="96260"/>
                                        </p:tgtEl>
                                        <p:attrNameLst>
                                          <p:attrName>ppt_x</p:attrName>
                                        </p:attrNameLst>
                                      </p:cBhvr>
                                      <p:tavLst>
                                        <p:tav tm="0">
                                          <p:val>
                                            <p:strVal val="#ppt_x"/>
                                          </p:val>
                                        </p:tav>
                                        <p:tav tm="100000">
                                          <p:val>
                                            <p:strVal val="#ppt_x"/>
                                          </p:val>
                                        </p:tav>
                                      </p:tavLst>
                                    </p:anim>
                                    <p:anim calcmode="lin" valueType="num">
                                      <p:cBhvr additive="base">
                                        <p:cTn id="18" dur="500" fill="hold"/>
                                        <p:tgtEl>
                                          <p:spTgt spid="96260"/>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6261"/>
                                        </p:tgtEl>
                                        <p:attrNameLst>
                                          <p:attrName>style.visibility</p:attrName>
                                        </p:attrNameLst>
                                      </p:cBhvr>
                                      <p:to>
                                        <p:strVal val="visible"/>
                                      </p:to>
                                    </p:set>
                                    <p:anim calcmode="lin" valueType="num">
                                      <p:cBhvr additive="base">
                                        <p:cTn id="21" dur="500" fill="hold"/>
                                        <p:tgtEl>
                                          <p:spTgt spid="96261"/>
                                        </p:tgtEl>
                                        <p:attrNameLst>
                                          <p:attrName>ppt_x</p:attrName>
                                        </p:attrNameLst>
                                      </p:cBhvr>
                                      <p:tavLst>
                                        <p:tav tm="0">
                                          <p:val>
                                            <p:strVal val="#ppt_x"/>
                                          </p:val>
                                        </p:tav>
                                        <p:tav tm="100000">
                                          <p:val>
                                            <p:strVal val="#ppt_x"/>
                                          </p:val>
                                        </p:tav>
                                      </p:tavLst>
                                    </p:anim>
                                    <p:anim calcmode="lin" valueType="num">
                                      <p:cBhvr additive="base">
                                        <p:cTn id="22" dur="500" fill="hold"/>
                                        <p:tgtEl>
                                          <p:spTgt spid="96261"/>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96262"/>
                                        </p:tgtEl>
                                        <p:attrNameLst>
                                          <p:attrName>style.visibility</p:attrName>
                                        </p:attrNameLst>
                                      </p:cBhvr>
                                      <p:to>
                                        <p:strVal val="visible"/>
                                      </p:to>
                                    </p:set>
                                    <p:anim calcmode="lin" valueType="num">
                                      <p:cBhvr additive="base">
                                        <p:cTn id="25" dur="500" fill="hold"/>
                                        <p:tgtEl>
                                          <p:spTgt spid="96262"/>
                                        </p:tgtEl>
                                        <p:attrNameLst>
                                          <p:attrName>ppt_x</p:attrName>
                                        </p:attrNameLst>
                                      </p:cBhvr>
                                      <p:tavLst>
                                        <p:tav tm="0">
                                          <p:val>
                                            <p:strVal val="#ppt_x"/>
                                          </p:val>
                                        </p:tav>
                                        <p:tav tm="100000">
                                          <p:val>
                                            <p:strVal val="#ppt_x"/>
                                          </p:val>
                                        </p:tav>
                                      </p:tavLst>
                                    </p:anim>
                                    <p:anim calcmode="lin" valueType="num">
                                      <p:cBhvr additive="base">
                                        <p:cTn id="26" dur="500" fill="hold"/>
                                        <p:tgtEl>
                                          <p:spTgt spid="96262"/>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96263"/>
                                        </p:tgtEl>
                                        <p:attrNameLst>
                                          <p:attrName>style.visibility</p:attrName>
                                        </p:attrNameLst>
                                      </p:cBhvr>
                                      <p:to>
                                        <p:strVal val="visible"/>
                                      </p:to>
                                    </p:set>
                                    <p:anim calcmode="lin" valueType="num">
                                      <p:cBhvr additive="base">
                                        <p:cTn id="29" dur="500" fill="hold"/>
                                        <p:tgtEl>
                                          <p:spTgt spid="96263"/>
                                        </p:tgtEl>
                                        <p:attrNameLst>
                                          <p:attrName>ppt_x</p:attrName>
                                        </p:attrNameLst>
                                      </p:cBhvr>
                                      <p:tavLst>
                                        <p:tav tm="0">
                                          <p:val>
                                            <p:strVal val="#ppt_x"/>
                                          </p:val>
                                        </p:tav>
                                        <p:tav tm="100000">
                                          <p:val>
                                            <p:strVal val="#ppt_x"/>
                                          </p:val>
                                        </p:tav>
                                      </p:tavLst>
                                    </p:anim>
                                    <p:anim calcmode="lin" valueType="num">
                                      <p:cBhvr additive="base">
                                        <p:cTn id="30" dur="500" fill="hold"/>
                                        <p:tgtEl>
                                          <p:spTgt spid="96263"/>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96264"/>
                                        </p:tgtEl>
                                        <p:attrNameLst>
                                          <p:attrName>style.visibility</p:attrName>
                                        </p:attrNameLst>
                                      </p:cBhvr>
                                      <p:to>
                                        <p:strVal val="visible"/>
                                      </p:to>
                                    </p:set>
                                    <p:anim calcmode="lin" valueType="num">
                                      <p:cBhvr additive="base">
                                        <p:cTn id="33" dur="500" fill="hold"/>
                                        <p:tgtEl>
                                          <p:spTgt spid="96264"/>
                                        </p:tgtEl>
                                        <p:attrNameLst>
                                          <p:attrName>ppt_x</p:attrName>
                                        </p:attrNameLst>
                                      </p:cBhvr>
                                      <p:tavLst>
                                        <p:tav tm="0">
                                          <p:val>
                                            <p:strVal val="#ppt_x"/>
                                          </p:val>
                                        </p:tav>
                                        <p:tav tm="100000">
                                          <p:val>
                                            <p:strVal val="#ppt_x"/>
                                          </p:val>
                                        </p:tav>
                                      </p:tavLst>
                                    </p:anim>
                                    <p:anim calcmode="lin" valueType="num">
                                      <p:cBhvr additive="base">
                                        <p:cTn id="34" dur="500" fill="hold"/>
                                        <p:tgtEl>
                                          <p:spTgt spid="96264"/>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96265"/>
                                        </p:tgtEl>
                                        <p:attrNameLst>
                                          <p:attrName>style.visibility</p:attrName>
                                        </p:attrNameLst>
                                      </p:cBhvr>
                                      <p:to>
                                        <p:strVal val="visible"/>
                                      </p:to>
                                    </p:set>
                                    <p:anim calcmode="lin" valueType="num">
                                      <p:cBhvr additive="base">
                                        <p:cTn id="37" dur="500" fill="hold"/>
                                        <p:tgtEl>
                                          <p:spTgt spid="96265"/>
                                        </p:tgtEl>
                                        <p:attrNameLst>
                                          <p:attrName>ppt_x</p:attrName>
                                        </p:attrNameLst>
                                      </p:cBhvr>
                                      <p:tavLst>
                                        <p:tav tm="0">
                                          <p:val>
                                            <p:strVal val="#ppt_x"/>
                                          </p:val>
                                        </p:tav>
                                        <p:tav tm="100000">
                                          <p:val>
                                            <p:strVal val="#ppt_x"/>
                                          </p:val>
                                        </p:tav>
                                      </p:tavLst>
                                    </p:anim>
                                    <p:anim calcmode="lin" valueType="num">
                                      <p:cBhvr additive="base">
                                        <p:cTn id="38" dur="500" fill="hold"/>
                                        <p:tgtEl>
                                          <p:spTgt spid="96265"/>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96266"/>
                                        </p:tgtEl>
                                        <p:attrNameLst>
                                          <p:attrName>style.visibility</p:attrName>
                                        </p:attrNameLst>
                                      </p:cBhvr>
                                      <p:to>
                                        <p:strVal val="visible"/>
                                      </p:to>
                                    </p:set>
                                    <p:anim calcmode="lin" valueType="num">
                                      <p:cBhvr additive="base">
                                        <p:cTn id="41" dur="500" fill="hold"/>
                                        <p:tgtEl>
                                          <p:spTgt spid="96266"/>
                                        </p:tgtEl>
                                        <p:attrNameLst>
                                          <p:attrName>ppt_x</p:attrName>
                                        </p:attrNameLst>
                                      </p:cBhvr>
                                      <p:tavLst>
                                        <p:tav tm="0">
                                          <p:val>
                                            <p:strVal val="#ppt_x"/>
                                          </p:val>
                                        </p:tav>
                                        <p:tav tm="100000">
                                          <p:val>
                                            <p:strVal val="#ppt_x"/>
                                          </p:val>
                                        </p:tav>
                                      </p:tavLst>
                                    </p:anim>
                                    <p:anim calcmode="lin" valueType="num">
                                      <p:cBhvr additive="base">
                                        <p:cTn id="42" dur="500" fill="hold"/>
                                        <p:tgtEl>
                                          <p:spTgt spid="96266"/>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96267"/>
                                        </p:tgtEl>
                                        <p:attrNameLst>
                                          <p:attrName>style.visibility</p:attrName>
                                        </p:attrNameLst>
                                      </p:cBhvr>
                                      <p:to>
                                        <p:strVal val="visible"/>
                                      </p:to>
                                    </p:set>
                                    <p:anim calcmode="lin" valueType="num">
                                      <p:cBhvr additive="base">
                                        <p:cTn id="45" dur="500" fill="hold"/>
                                        <p:tgtEl>
                                          <p:spTgt spid="96267"/>
                                        </p:tgtEl>
                                        <p:attrNameLst>
                                          <p:attrName>ppt_x</p:attrName>
                                        </p:attrNameLst>
                                      </p:cBhvr>
                                      <p:tavLst>
                                        <p:tav tm="0">
                                          <p:val>
                                            <p:strVal val="#ppt_x"/>
                                          </p:val>
                                        </p:tav>
                                        <p:tav tm="100000">
                                          <p:val>
                                            <p:strVal val="#ppt_x"/>
                                          </p:val>
                                        </p:tav>
                                      </p:tavLst>
                                    </p:anim>
                                    <p:anim calcmode="lin" valueType="num">
                                      <p:cBhvr additive="base">
                                        <p:cTn id="46" dur="500" fill="hold"/>
                                        <p:tgtEl>
                                          <p:spTgt spid="96267"/>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96268"/>
                                        </p:tgtEl>
                                        <p:attrNameLst>
                                          <p:attrName>style.visibility</p:attrName>
                                        </p:attrNameLst>
                                      </p:cBhvr>
                                      <p:to>
                                        <p:strVal val="visible"/>
                                      </p:to>
                                    </p:set>
                                    <p:anim calcmode="lin" valueType="num">
                                      <p:cBhvr additive="base">
                                        <p:cTn id="49" dur="500" fill="hold"/>
                                        <p:tgtEl>
                                          <p:spTgt spid="96268"/>
                                        </p:tgtEl>
                                        <p:attrNameLst>
                                          <p:attrName>ppt_x</p:attrName>
                                        </p:attrNameLst>
                                      </p:cBhvr>
                                      <p:tavLst>
                                        <p:tav tm="0">
                                          <p:val>
                                            <p:strVal val="#ppt_x"/>
                                          </p:val>
                                        </p:tav>
                                        <p:tav tm="100000">
                                          <p:val>
                                            <p:strVal val="#ppt_x"/>
                                          </p:val>
                                        </p:tav>
                                      </p:tavLst>
                                    </p:anim>
                                    <p:anim calcmode="lin" valueType="num">
                                      <p:cBhvr additive="base">
                                        <p:cTn id="50" dur="500" fill="hold"/>
                                        <p:tgtEl>
                                          <p:spTgt spid="96268"/>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96269"/>
                                        </p:tgtEl>
                                        <p:attrNameLst>
                                          <p:attrName>style.visibility</p:attrName>
                                        </p:attrNameLst>
                                      </p:cBhvr>
                                      <p:to>
                                        <p:strVal val="visible"/>
                                      </p:to>
                                    </p:set>
                                    <p:anim calcmode="lin" valueType="num">
                                      <p:cBhvr additive="base">
                                        <p:cTn id="53" dur="500" fill="hold"/>
                                        <p:tgtEl>
                                          <p:spTgt spid="96269"/>
                                        </p:tgtEl>
                                        <p:attrNameLst>
                                          <p:attrName>ppt_x</p:attrName>
                                        </p:attrNameLst>
                                      </p:cBhvr>
                                      <p:tavLst>
                                        <p:tav tm="0">
                                          <p:val>
                                            <p:strVal val="#ppt_x"/>
                                          </p:val>
                                        </p:tav>
                                        <p:tav tm="100000">
                                          <p:val>
                                            <p:strVal val="#ppt_x"/>
                                          </p:val>
                                        </p:tav>
                                      </p:tavLst>
                                    </p:anim>
                                    <p:anim calcmode="lin" valueType="num">
                                      <p:cBhvr additive="base">
                                        <p:cTn id="54" dur="500" fill="hold"/>
                                        <p:tgtEl>
                                          <p:spTgt spid="96269"/>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96270"/>
                                        </p:tgtEl>
                                        <p:attrNameLst>
                                          <p:attrName>style.visibility</p:attrName>
                                        </p:attrNameLst>
                                      </p:cBhvr>
                                      <p:to>
                                        <p:strVal val="visible"/>
                                      </p:to>
                                    </p:set>
                                    <p:anim calcmode="lin" valueType="num">
                                      <p:cBhvr additive="base">
                                        <p:cTn id="57" dur="500" fill="hold"/>
                                        <p:tgtEl>
                                          <p:spTgt spid="96270"/>
                                        </p:tgtEl>
                                        <p:attrNameLst>
                                          <p:attrName>ppt_x</p:attrName>
                                        </p:attrNameLst>
                                      </p:cBhvr>
                                      <p:tavLst>
                                        <p:tav tm="0">
                                          <p:val>
                                            <p:strVal val="#ppt_x"/>
                                          </p:val>
                                        </p:tav>
                                        <p:tav tm="100000">
                                          <p:val>
                                            <p:strVal val="#ppt_x"/>
                                          </p:val>
                                        </p:tav>
                                      </p:tavLst>
                                    </p:anim>
                                    <p:anim calcmode="lin" valueType="num">
                                      <p:cBhvr additive="base">
                                        <p:cTn id="58" dur="500" fill="hold"/>
                                        <p:tgtEl>
                                          <p:spTgt spid="962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p:bldP spid="16" grpId="0"/>
    </p:bldLst>
  </p:timing>
</p:sld>
</file>

<file path=ppt/slides/slide9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5234"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zh-CN" sz="1400" dirty="0"/>
            </a:fld>
            <a:endParaRPr lang="zh-CN" altLang="zh-CN" sz="1400" dirty="0"/>
          </a:p>
        </p:txBody>
      </p:sp>
      <p:graphicFrame>
        <p:nvGraphicFramePr>
          <p:cNvPr id="95235" name="Object 1032"/>
          <p:cNvGraphicFramePr/>
          <p:nvPr/>
        </p:nvGraphicFramePr>
        <p:xfrm>
          <a:off x="122238" y="0"/>
          <a:ext cx="8899525" cy="2209800"/>
        </p:xfrm>
        <a:graphic>
          <a:graphicData uri="http://schemas.openxmlformats.org/presentationml/2006/ole">
            <mc:AlternateContent xmlns:mc="http://schemas.openxmlformats.org/markup-compatibility/2006">
              <mc:Choice xmlns:v="urn:schemas-microsoft-com:vml" Requires="v">
                <p:oleObj spid="_x0000_s79915" name="" r:id="rId1" imgW="4229100" imgH="1155700" progId="Equation.DSMT4">
                  <p:embed/>
                </p:oleObj>
              </mc:Choice>
              <mc:Fallback>
                <p:oleObj name="" r:id="rId1" imgW="4229100" imgH="1155700" progId="Equation.DSMT4">
                  <p:embed/>
                  <p:pic>
                    <p:nvPicPr>
                      <p:cNvPr id="0" name="图片 3185"/>
                      <p:cNvPicPr/>
                      <p:nvPr/>
                    </p:nvPicPr>
                    <p:blipFill>
                      <a:blip r:embed="rId2"/>
                      <a:stretch>
                        <a:fillRect/>
                      </a:stretch>
                    </p:blipFill>
                    <p:spPr>
                      <a:xfrm>
                        <a:off x="122238" y="0"/>
                        <a:ext cx="8899525" cy="2209800"/>
                      </a:xfrm>
                      <a:prstGeom prst="rect">
                        <a:avLst/>
                      </a:prstGeom>
                      <a:noFill/>
                      <a:ln w="38100">
                        <a:noFill/>
                        <a:miter/>
                      </a:ln>
                    </p:spPr>
                  </p:pic>
                </p:oleObj>
              </mc:Fallback>
            </mc:AlternateContent>
          </a:graphicData>
        </a:graphic>
      </p:graphicFrame>
      <p:graphicFrame>
        <p:nvGraphicFramePr>
          <p:cNvPr id="2" name="对象 1"/>
          <p:cNvGraphicFramePr/>
          <p:nvPr/>
        </p:nvGraphicFramePr>
        <p:xfrm>
          <a:off x="76200" y="3048000"/>
          <a:ext cx="7623175" cy="654050"/>
        </p:xfrm>
        <a:graphic>
          <a:graphicData uri="http://schemas.openxmlformats.org/presentationml/2006/ole">
            <mc:AlternateContent xmlns:mc="http://schemas.openxmlformats.org/markup-compatibility/2006">
              <mc:Choice xmlns:v="urn:schemas-microsoft-com:vml" Requires="v">
                <p:oleObj spid="_x0000_s79916" name="" r:id="rId3" imgW="3429000" imgH="330200" progId="Equation.DSMT4">
                  <p:embed/>
                </p:oleObj>
              </mc:Choice>
              <mc:Fallback>
                <p:oleObj name="" r:id="rId3" imgW="3429000" imgH="330200" progId="Equation.DSMT4">
                  <p:embed/>
                  <p:pic>
                    <p:nvPicPr>
                      <p:cNvPr id="0" name="图片 3196"/>
                      <p:cNvPicPr/>
                      <p:nvPr/>
                    </p:nvPicPr>
                    <p:blipFill>
                      <a:blip r:embed="rId4"/>
                      <a:stretch>
                        <a:fillRect/>
                      </a:stretch>
                    </p:blipFill>
                    <p:spPr>
                      <a:xfrm>
                        <a:off x="76200" y="3048000"/>
                        <a:ext cx="7623175" cy="654050"/>
                      </a:xfrm>
                      <a:prstGeom prst="rect">
                        <a:avLst/>
                      </a:prstGeom>
                      <a:noFill/>
                      <a:ln w="38100">
                        <a:noFill/>
                        <a:miter/>
                      </a:ln>
                    </p:spPr>
                  </p:pic>
                </p:oleObj>
              </mc:Fallback>
            </mc:AlternateContent>
          </a:graphicData>
        </a:graphic>
      </p:graphicFrame>
      <p:graphicFrame>
        <p:nvGraphicFramePr>
          <p:cNvPr id="3" name="对象 2"/>
          <p:cNvGraphicFramePr/>
          <p:nvPr/>
        </p:nvGraphicFramePr>
        <p:xfrm>
          <a:off x="76200" y="4953000"/>
          <a:ext cx="8229600" cy="1220788"/>
        </p:xfrm>
        <a:graphic>
          <a:graphicData uri="http://schemas.openxmlformats.org/presentationml/2006/ole">
            <mc:AlternateContent xmlns:mc="http://schemas.openxmlformats.org/markup-compatibility/2006">
              <mc:Choice xmlns:v="urn:schemas-microsoft-com:vml" Requires="v">
                <p:oleObj spid="_x0000_s79917" name="" r:id="rId5" imgW="3683000" imgH="584200" progId="Equation.DSMT4">
                  <p:embed/>
                </p:oleObj>
              </mc:Choice>
              <mc:Fallback>
                <p:oleObj name="" r:id="rId5" imgW="3683000" imgH="584200" progId="Equation.DSMT4">
                  <p:embed/>
                  <p:pic>
                    <p:nvPicPr>
                      <p:cNvPr id="0" name="图片 3181"/>
                      <p:cNvPicPr/>
                      <p:nvPr/>
                    </p:nvPicPr>
                    <p:blipFill>
                      <a:blip r:embed="rId6"/>
                      <a:stretch>
                        <a:fillRect/>
                      </a:stretch>
                    </p:blipFill>
                    <p:spPr>
                      <a:xfrm>
                        <a:off x="76200" y="4953000"/>
                        <a:ext cx="8229600" cy="1220788"/>
                      </a:xfrm>
                      <a:prstGeom prst="rect">
                        <a:avLst/>
                      </a:prstGeom>
                      <a:noFill/>
                      <a:ln w="38100">
                        <a:noFill/>
                        <a:miter/>
                      </a:ln>
                    </p:spPr>
                  </p:pic>
                </p:oleObj>
              </mc:Fallback>
            </mc:AlternateContent>
          </a:graphicData>
        </a:graphic>
      </p:graphicFrame>
      <p:pic>
        <p:nvPicPr>
          <p:cNvPr id="6" name="Picture 14"/>
          <p:cNvPicPr>
            <a:picLocks noChangeAspect="1"/>
          </p:cNvPicPr>
          <p:nvPr/>
        </p:nvPicPr>
        <p:blipFill>
          <a:blip r:embed="rId7"/>
          <a:srcRect l="35899" r="4640" b="56435"/>
          <a:stretch>
            <a:fillRect/>
          </a:stretch>
        </p:blipFill>
        <p:spPr>
          <a:xfrm>
            <a:off x="381000" y="2209800"/>
            <a:ext cx="3489325" cy="793750"/>
          </a:xfrm>
          <a:prstGeom prst="rect">
            <a:avLst/>
          </a:prstGeom>
          <a:noFill/>
          <a:ln w="9525" cap="flat" cmpd="sng">
            <a:solidFill>
              <a:srgbClr val="FF0000"/>
            </a:solidFill>
            <a:prstDash val="solid"/>
            <a:miter/>
            <a:headEnd type="none" w="med" len="med"/>
            <a:tailEnd type="none" w="med" len="med"/>
          </a:ln>
        </p:spPr>
      </p:pic>
      <p:pic>
        <p:nvPicPr>
          <p:cNvPr id="96269" name="Picture 13"/>
          <p:cNvPicPr>
            <a:picLocks noChangeAspect="1"/>
          </p:cNvPicPr>
          <p:nvPr/>
        </p:nvPicPr>
        <p:blipFill>
          <a:blip r:embed="rId8"/>
          <a:stretch>
            <a:fillRect/>
          </a:stretch>
        </p:blipFill>
        <p:spPr>
          <a:xfrm>
            <a:off x="4495800" y="2322513"/>
            <a:ext cx="4381500" cy="573087"/>
          </a:xfrm>
          <a:prstGeom prst="rect">
            <a:avLst/>
          </a:prstGeom>
          <a:noFill/>
          <a:ln w="9525" cap="flat" cmpd="sng">
            <a:solidFill>
              <a:srgbClr val="FF0000"/>
            </a:solidFill>
            <a:prstDash val="solid"/>
            <a:miter/>
            <a:headEnd type="none" w="med" len="med"/>
            <a:tailEnd type="none" w="med" len="med"/>
          </a:ln>
        </p:spPr>
      </p:pic>
      <p:graphicFrame>
        <p:nvGraphicFramePr>
          <p:cNvPr id="4" name="对象 3"/>
          <p:cNvGraphicFramePr/>
          <p:nvPr/>
        </p:nvGraphicFramePr>
        <p:xfrm>
          <a:off x="76200" y="3733800"/>
          <a:ext cx="8809038" cy="1133475"/>
        </p:xfrm>
        <a:graphic>
          <a:graphicData uri="http://schemas.openxmlformats.org/presentationml/2006/ole">
            <mc:AlternateContent xmlns:mc="http://schemas.openxmlformats.org/markup-compatibility/2006">
              <mc:Choice xmlns:v="urn:schemas-microsoft-com:vml" Requires="v">
                <p:oleObj spid="_x0000_s79918" name="" r:id="rId9" imgW="3962400" imgH="571500" progId="Equation.DSMT4">
                  <p:embed/>
                </p:oleObj>
              </mc:Choice>
              <mc:Fallback>
                <p:oleObj name="" r:id="rId9" imgW="3962400" imgH="571500" progId="Equation.DSMT4">
                  <p:embed/>
                  <p:pic>
                    <p:nvPicPr>
                      <p:cNvPr id="0" name="图片 3186"/>
                      <p:cNvPicPr/>
                      <p:nvPr/>
                    </p:nvPicPr>
                    <p:blipFill>
                      <a:blip r:embed="rId10"/>
                      <a:stretch>
                        <a:fillRect/>
                      </a:stretch>
                    </p:blipFill>
                    <p:spPr>
                      <a:xfrm>
                        <a:off x="76200" y="3733800"/>
                        <a:ext cx="8809038" cy="1133475"/>
                      </a:xfrm>
                      <a:prstGeom prst="rect">
                        <a:avLst/>
                      </a:prstGeom>
                      <a:noFill/>
                      <a:ln w="38100">
                        <a:noFill/>
                        <a:miter/>
                      </a:ln>
                    </p:spPr>
                  </p:pic>
                </p:oleObj>
              </mc:Fallback>
            </mc:AlternateContent>
          </a:graphicData>
        </a:graphic>
      </p:graphicFrame>
      <p:sp>
        <p:nvSpPr>
          <p:cNvPr id="5" name="文本框 4"/>
          <p:cNvSpPr txBox="1"/>
          <p:nvPr/>
        </p:nvSpPr>
        <p:spPr>
          <a:xfrm>
            <a:off x="4114800" y="4930140"/>
            <a:ext cx="3048000" cy="306705"/>
          </a:xfrm>
          <a:prstGeom prst="rect">
            <a:avLst/>
          </a:prstGeom>
          <a:noFill/>
        </p:spPr>
        <p:txBody>
          <a:bodyPr wrap="square" rtlCol="0">
            <a:spAutoFit/>
          </a:bodyPr>
          <a:p>
            <a:r>
              <a:rPr lang="en-US" altLang="zh-CN" sz="1400" b="0"/>
              <a:t>2</a:t>
            </a:r>
            <a:endParaRPr lang="en-US" altLang="zh-CN" sz="1400" b="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6269"/>
                                        </p:tgtEl>
                                        <p:attrNameLst>
                                          <p:attrName>style.visibility</p:attrName>
                                        </p:attrNameLst>
                                      </p:cBhvr>
                                      <p:to>
                                        <p:strVal val="visible"/>
                                      </p:to>
                                    </p:set>
                                    <p:anim calcmode="lin" valueType="num">
                                      <p:cBhvr additive="base">
                                        <p:cTn id="11" dur="500" fill="hold"/>
                                        <p:tgtEl>
                                          <p:spTgt spid="96269"/>
                                        </p:tgtEl>
                                        <p:attrNameLst>
                                          <p:attrName>ppt_x</p:attrName>
                                        </p:attrNameLst>
                                      </p:cBhvr>
                                      <p:tavLst>
                                        <p:tav tm="0">
                                          <p:val>
                                            <p:strVal val="#ppt_x"/>
                                          </p:val>
                                        </p:tav>
                                        <p:tav tm="100000">
                                          <p:val>
                                            <p:strVal val="#ppt_x"/>
                                          </p:val>
                                        </p:tav>
                                      </p:tavLst>
                                    </p:anim>
                                    <p:anim calcmode="lin" valueType="num">
                                      <p:cBhvr additive="base">
                                        <p:cTn id="12" dur="500" fill="hold"/>
                                        <p:tgtEl>
                                          <p:spTgt spid="9626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96258" name="TextBox 3"/>
          <p:cNvSpPr txBox="1"/>
          <p:nvPr/>
        </p:nvSpPr>
        <p:spPr>
          <a:xfrm>
            <a:off x="323850" y="168275"/>
            <a:ext cx="8143875" cy="4432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ts val="600"/>
              </a:spcBef>
              <a:buNone/>
            </a:pPr>
            <a:r>
              <a:rPr lang="zh-CN" altLang="en-US" sz="2400" b="1" dirty="0">
                <a:latin typeface="仿宋" panose="02010609060101010101" pitchFamily="49" charset="-122"/>
                <a:ea typeface="仿宋" panose="02010609060101010101" pitchFamily="49" charset="-122"/>
              </a:rPr>
              <a:t>算法</a:t>
            </a:r>
            <a:r>
              <a:rPr lang="en-US" altLang="zh-CN" sz="2400" b="1" dirty="0">
                <a:latin typeface="仿宋" panose="02010609060101010101" pitchFamily="49" charset="-122"/>
                <a:ea typeface="仿宋" panose="02010609060101010101" pitchFamily="49" charset="-122"/>
              </a:rPr>
              <a:t>3.3.2 </a:t>
            </a:r>
            <a:r>
              <a:rPr lang="zh-CN" altLang="en-US" sz="2400" b="1" dirty="0">
                <a:latin typeface="仿宋" panose="02010609060101010101" pitchFamily="49" charset="-122"/>
                <a:ea typeface="仿宋" panose="02010609060101010101" pitchFamily="49" charset="-122"/>
              </a:rPr>
              <a:t>当</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时求解模 </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的平方根。</a:t>
            </a:r>
            <a:endParaRPr lang="zh-CN" altLang="en-US" sz="2400" b="1" dirty="0">
              <a:latin typeface="仿宋" panose="02010609060101010101" pitchFamily="49" charset="-122"/>
              <a:ea typeface="仿宋" panose="02010609060101010101" pitchFamily="49" charset="-122"/>
            </a:endParaRPr>
          </a:p>
          <a:p>
            <a:pPr marL="0" lvl="0" indent="0" eaLnBrk="1" hangingPunct="1">
              <a:lnSpc>
                <a:spcPct val="150000"/>
              </a:lnSpc>
              <a:spcBef>
                <a:spcPts val="600"/>
              </a:spcBef>
              <a:buNone/>
            </a:pPr>
            <a:r>
              <a:rPr lang="zh-CN" altLang="en-US" sz="2400" b="1" dirty="0">
                <a:latin typeface="仿宋" panose="02010609060101010101" pitchFamily="49" charset="-122"/>
                <a:ea typeface="仿宋" panose="02010609060101010101" pitchFamily="49" charset="-122"/>
              </a:rPr>
              <a:t>输入</a:t>
            </a:r>
            <a:r>
              <a:rPr lang="en-US" altLang="zh-CN" sz="2400" b="1" dirty="0">
                <a:latin typeface="仿宋" panose="02010609060101010101" pitchFamily="49" charset="-122"/>
                <a:ea typeface="仿宋" panose="02010609060101010101" pitchFamily="49" charset="-122"/>
              </a:rPr>
              <a:t>:</a:t>
            </a:r>
            <a:r>
              <a:rPr lang="zh-CN" altLang="en-US" sz="2400" b="1" dirty="0">
                <a:latin typeface="仿宋" panose="02010609060101010101" pitchFamily="49" charset="-122"/>
                <a:ea typeface="仿宋" panose="02010609060101010101" pitchFamily="49" charset="-122"/>
              </a:rPr>
              <a:t>奇素数  </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  </a:t>
            </a:r>
            <a:r>
              <a:rPr lang="en-US" altLang="zh-CN" sz="2400" b="1" dirty="0">
                <a:latin typeface="仿宋" panose="02010609060101010101" pitchFamily="49" charset="-122"/>
                <a:ea typeface="仿宋" panose="02010609060101010101" pitchFamily="49" charset="-122"/>
              </a:rPr>
              <a:t>,</a:t>
            </a:r>
            <a:r>
              <a:rPr lang="zh-CN" altLang="en-US" sz="2400" b="1" dirty="0">
                <a:latin typeface="仿宋" panose="02010609060101010101" pitchFamily="49" charset="-122"/>
                <a:ea typeface="仿宋" panose="02010609060101010101" pitchFamily="49" charset="-122"/>
              </a:rPr>
              <a:t>平方数</a:t>
            </a:r>
            <a:r>
              <a:rPr lang="en-US" altLang="zh-CN" sz="2400" b="1" dirty="0">
                <a:latin typeface="仿宋" panose="02010609060101010101" pitchFamily="49" charset="-122"/>
                <a:ea typeface="仿宋" panose="02010609060101010101" pitchFamily="49" charset="-122"/>
              </a:rPr>
              <a:t> ,       </a:t>
            </a:r>
            <a:r>
              <a:rPr lang="zh-CN" altLang="en-US" sz="2400" b="1" dirty="0">
                <a:latin typeface="仿宋" panose="02010609060101010101" pitchFamily="49" charset="-122"/>
                <a:ea typeface="仿宋" panose="02010609060101010101" pitchFamily="49" charset="-122"/>
              </a:rPr>
              <a:t>。</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ts val="600"/>
              </a:spcBef>
              <a:buNone/>
            </a:pPr>
            <a:r>
              <a:rPr lang="zh-CN" altLang="en-US" sz="2400" b="1" dirty="0">
                <a:latin typeface="仿宋" panose="02010609060101010101" pitchFamily="49" charset="-122"/>
                <a:ea typeface="仿宋" panose="02010609060101010101" pitchFamily="49" charset="-122"/>
              </a:rPr>
              <a:t>输出</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模 </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的两个平方根。</a:t>
            </a:r>
            <a:endParaRPr lang="zh-CN" altLang="en-US" sz="2400" b="1" dirty="0">
              <a:latin typeface="仿宋" panose="02010609060101010101" pitchFamily="49" charset="-122"/>
              <a:ea typeface="仿宋" panose="02010609060101010101" pitchFamily="49" charset="-122"/>
            </a:endParaRPr>
          </a:p>
          <a:p>
            <a:pPr marL="0" lvl="0" indent="0" eaLnBrk="1" hangingPunct="1">
              <a:lnSpc>
                <a:spcPct val="150000"/>
              </a:lnSpc>
              <a:spcBef>
                <a:spcPts val="600"/>
              </a:spcBef>
              <a:buNone/>
            </a:pPr>
            <a:r>
              <a:rPr lang="en-US" altLang="zh-CN" sz="2400" b="1" dirty="0">
                <a:latin typeface="仿宋" panose="02010609060101010101" pitchFamily="49" charset="-122"/>
                <a:ea typeface="仿宋" panose="02010609060101010101" pitchFamily="49" charset="-122"/>
              </a:rPr>
              <a:t>1.</a:t>
            </a:r>
            <a:r>
              <a:rPr lang="zh-CN" altLang="en-US" sz="2400" b="1" dirty="0">
                <a:latin typeface="仿宋" panose="02010609060101010101" pitchFamily="49" charset="-122"/>
                <a:ea typeface="仿宋" panose="02010609060101010101" pitchFamily="49" charset="-122"/>
              </a:rPr>
              <a:t>计算                </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算法</a:t>
            </a:r>
            <a:r>
              <a:rPr lang="en-US" altLang="zh-CN" sz="2400" b="1" dirty="0">
                <a:latin typeface="仿宋" panose="02010609060101010101" pitchFamily="49" charset="-122"/>
                <a:ea typeface="仿宋" panose="02010609060101010101" pitchFamily="49" charset="-122"/>
              </a:rPr>
              <a:t>2.2.2)</a:t>
            </a:r>
            <a:r>
              <a:rPr lang="zh-CN" altLang="en-US" sz="2400" b="1" dirty="0">
                <a:latin typeface="仿宋" panose="02010609060101010101" pitchFamily="49" charset="-122"/>
                <a:ea typeface="仿宋" panose="02010609060101010101" pitchFamily="49" charset="-122"/>
              </a:rPr>
              <a:t>。</a:t>
            </a:r>
            <a:endParaRPr lang="zh-CN" altLang="en-US" sz="2400" b="1" dirty="0">
              <a:latin typeface="仿宋" panose="02010609060101010101" pitchFamily="49" charset="-122"/>
              <a:ea typeface="仿宋" panose="02010609060101010101" pitchFamily="49" charset="-122"/>
            </a:endParaRPr>
          </a:p>
          <a:p>
            <a:pPr marL="0" lvl="0" indent="0" eaLnBrk="1" hangingPunct="1">
              <a:lnSpc>
                <a:spcPct val="150000"/>
              </a:lnSpc>
              <a:spcBef>
                <a:spcPts val="600"/>
              </a:spcBef>
              <a:buNone/>
            </a:pPr>
            <a:r>
              <a:rPr lang="en-US" altLang="zh-CN" sz="2400" b="1" dirty="0">
                <a:latin typeface="仿宋" panose="02010609060101010101" pitchFamily="49" charset="-122"/>
                <a:ea typeface="仿宋" panose="02010609060101010101" pitchFamily="49" charset="-122"/>
              </a:rPr>
              <a:t>2.</a:t>
            </a:r>
            <a:r>
              <a:rPr lang="zh-CN" altLang="en-US" sz="2400" b="1" dirty="0">
                <a:latin typeface="仿宋" panose="02010609060101010101" pitchFamily="49" charset="-122"/>
                <a:ea typeface="仿宋" panose="02010609060101010101" pitchFamily="49" charset="-122"/>
              </a:rPr>
              <a:t>如果     </a:t>
            </a:r>
            <a:r>
              <a:rPr lang="en-US" altLang="zh-CN" sz="2400" b="1" dirty="0">
                <a:latin typeface="仿宋" panose="02010609060101010101" pitchFamily="49" charset="-122"/>
                <a:ea typeface="仿宋" panose="02010609060101010101" pitchFamily="49" charset="-122"/>
              </a:rPr>
              <a:t>,</a:t>
            </a:r>
            <a:r>
              <a:rPr lang="zh-CN" altLang="en-US" sz="2400" b="1" dirty="0">
                <a:latin typeface="仿宋" panose="02010609060101010101" pitchFamily="49" charset="-122"/>
                <a:ea typeface="仿宋" panose="02010609060101010101" pitchFamily="49" charset="-122"/>
              </a:rPr>
              <a:t>则计算               </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a:t>
            </a:r>
            <a:endParaRPr lang="zh-CN" altLang="en-US" sz="2400" b="1" dirty="0">
              <a:latin typeface="仿宋" panose="02010609060101010101" pitchFamily="49" charset="-122"/>
              <a:ea typeface="仿宋" panose="02010609060101010101" pitchFamily="49" charset="-122"/>
            </a:endParaRPr>
          </a:p>
          <a:p>
            <a:pPr marL="0" lvl="0" indent="0" eaLnBrk="1" hangingPunct="1">
              <a:lnSpc>
                <a:spcPct val="150000"/>
              </a:lnSpc>
              <a:spcBef>
                <a:spcPts val="600"/>
              </a:spcBef>
              <a:buNone/>
            </a:pPr>
            <a:r>
              <a:rPr lang="en-US" altLang="zh-CN" sz="2400" b="1" dirty="0">
                <a:latin typeface="仿宋" panose="02010609060101010101" pitchFamily="49" charset="-122"/>
                <a:ea typeface="仿宋" panose="02010609060101010101" pitchFamily="49" charset="-122"/>
              </a:rPr>
              <a:t>3.</a:t>
            </a:r>
            <a:r>
              <a:rPr lang="zh-CN" altLang="en-US" sz="2400" b="1" dirty="0">
                <a:latin typeface="仿宋" panose="02010609060101010101" pitchFamily="49" charset="-122"/>
                <a:ea typeface="仿宋" panose="02010609060101010101" pitchFamily="49" charset="-122"/>
              </a:rPr>
              <a:t>若      </a:t>
            </a:r>
            <a:r>
              <a:rPr lang="en-US" altLang="zh-CN" sz="2400" b="1" dirty="0">
                <a:latin typeface="仿宋" panose="02010609060101010101" pitchFamily="49" charset="-122"/>
                <a:ea typeface="仿宋" panose="02010609060101010101" pitchFamily="49" charset="-122"/>
              </a:rPr>
              <a:t>,</a:t>
            </a:r>
            <a:r>
              <a:rPr lang="zh-CN" altLang="en-US" sz="2400" b="1" dirty="0">
                <a:latin typeface="仿宋" panose="02010609060101010101" pitchFamily="49" charset="-122"/>
                <a:ea typeface="仿宋" panose="02010609060101010101" pitchFamily="49" charset="-122"/>
              </a:rPr>
              <a:t>则计算                       。</a:t>
            </a:r>
            <a:endParaRPr lang="zh-CN" altLang="en-US" sz="2400" b="1" dirty="0">
              <a:latin typeface="仿宋" panose="02010609060101010101" pitchFamily="49" charset="-122"/>
              <a:ea typeface="仿宋" panose="02010609060101010101" pitchFamily="49" charset="-122"/>
            </a:endParaRPr>
          </a:p>
          <a:p>
            <a:pPr marL="0" lvl="0" indent="0" eaLnBrk="1" hangingPunct="1">
              <a:lnSpc>
                <a:spcPct val="150000"/>
              </a:lnSpc>
              <a:spcBef>
                <a:spcPts val="600"/>
              </a:spcBef>
              <a:buNone/>
            </a:pPr>
            <a:endParaRPr lang="zh-CN" altLang="en-US" sz="2400" b="1" dirty="0">
              <a:latin typeface="仿宋" panose="02010609060101010101" pitchFamily="49" charset="-122"/>
              <a:ea typeface="仿宋" panose="02010609060101010101" pitchFamily="49" charset="-122"/>
            </a:endParaRPr>
          </a:p>
        </p:txBody>
      </p:sp>
      <p:sp>
        <p:nvSpPr>
          <p:cNvPr id="96259" name="Rectangle 9"/>
          <p:cNvSpPr/>
          <p:nvPr/>
        </p:nvSpPr>
        <p:spPr>
          <a:xfrm>
            <a:off x="0" y="-71437"/>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graphicFrame>
        <p:nvGraphicFramePr>
          <p:cNvPr id="96260" name="对象 15"/>
          <p:cNvGraphicFramePr>
            <a:graphicFrameLocks noChangeAspect="1"/>
          </p:cNvGraphicFramePr>
          <p:nvPr/>
        </p:nvGraphicFramePr>
        <p:xfrm>
          <a:off x="2263775" y="381000"/>
          <a:ext cx="1774825" cy="350838"/>
        </p:xfrm>
        <a:graphic>
          <a:graphicData uri="http://schemas.openxmlformats.org/presentationml/2006/ole">
            <mc:AlternateContent xmlns:mc="http://schemas.openxmlformats.org/markup-compatibility/2006">
              <mc:Choice xmlns:v="urn:schemas-microsoft-com:vml" Requires="v">
                <p:oleObj spid="_x0000_s81059" name="" r:id="rId1" imgW="895350" imgH="177800" progId="Equation.Ribbit">
                  <p:embed/>
                </p:oleObj>
              </mc:Choice>
              <mc:Fallback>
                <p:oleObj name="" r:id="rId1" imgW="895350" imgH="177800" progId="Equation.Ribbit">
                  <p:embed/>
                  <p:pic>
                    <p:nvPicPr>
                      <p:cNvPr id="0" name="图片 3187"/>
                      <p:cNvPicPr/>
                      <p:nvPr/>
                    </p:nvPicPr>
                    <p:blipFill>
                      <a:blip r:embed="rId2"/>
                      <a:stretch>
                        <a:fillRect/>
                      </a:stretch>
                    </p:blipFill>
                    <p:spPr>
                      <a:xfrm>
                        <a:off x="2263775" y="381000"/>
                        <a:ext cx="1774825" cy="350838"/>
                      </a:xfrm>
                      <a:prstGeom prst="rect">
                        <a:avLst/>
                      </a:prstGeom>
                      <a:noFill/>
                      <a:ln w="38100">
                        <a:noFill/>
                        <a:miter/>
                      </a:ln>
                    </p:spPr>
                  </p:pic>
                </p:oleObj>
              </mc:Fallback>
            </mc:AlternateContent>
          </a:graphicData>
        </a:graphic>
      </p:graphicFrame>
      <p:graphicFrame>
        <p:nvGraphicFramePr>
          <p:cNvPr id="96261" name="对象 16"/>
          <p:cNvGraphicFramePr>
            <a:graphicFrameLocks noChangeAspect="1"/>
          </p:cNvGraphicFramePr>
          <p:nvPr/>
        </p:nvGraphicFramePr>
        <p:xfrm>
          <a:off x="5380038" y="458788"/>
          <a:ext cx="182562" cy="236537"/>
        </p:xfrm>
        <a:graphic>
          <a:graphicData uri="http://schemas.openxmlformats.org/presentationml/2006/ole">
            <mc:AlternateContent xmlns:mc="http://schemas.openxmlformats.org/markup-compatibility/2006">
              <mc:Choice xmlns:v="urn:schemas-microsoft-com:vml" Requires="v">
                <p:oleObj spid="_x0000_s81060" name="" r:id="rId3" imgW="91440" imgH="118110" progId="Equation.Ribbit">
                  <p:embed/>
                </p:oleObj>
              </mc:Choice>
              <mc:Fallback>
                <p:oleObj name="" r:id="rId3" imgW="91440" imgH="118110" progId="Equation.Ribbit">
                  <p:embed/>
                  <p:pic>
                    <p:nvPicPr>
                      <p:cNvPr id="0" name="图片 3188"/>
                      <p:cNvPicPr/>
                      <p:nvPr/>
                    </p:nvPicPr>
                    <p:blipFill>
                      <a:blip r:embed="rId4"/>
                      <a:stretch>
                        <a:fillRect/>
                      </a:stretch>
                    </p:blipFill>
                    <p:spPr>
                      <a:xfrm>
                        <a:off x="5380038" y="458788"/>
                        <a:ext cx="182562" cy="236537"/>
                      </a:xfrm>
                      <a:prstGeom prst="rect">
                        <a:avLst/>
                      </a:prstGeom>
                      <a:noFill/>
                      <a:ln w="38100">
                        <a:noFill/>
                        <a:miter/>
                      </a:ln>
                    </p:spPr>
                  </p:pic>
                </p:oleObj>
              </mc:Fallback>
            </mc:AlternateContent>
          </a:graphicData>
        </a:graphic>
      </p:graphicFrame>
      <p:graphicFrame>
        <p:nvGraphicFramePr>
          <p:cNvPr id="96262" name="对象 17"/>
          <p:cNvGraphicFramePr>
            <a:graphicFrameLocks noChangeAspect="1"/>
          </p:cNvGraphicFramePr>
          <p:nvPr/>
        </p:nvGraphicFramePr>
        <p:xfrm>
          <a:off x="2179638" y="1079500"/>
          <a:ext cx="182562" cy="236538"/>
        </p:xfrm>
        <a:graphic>
          <a:graphicData uri="http://schemas.openxmlformats.org/presentationml/2006/ole">
            <mc:AlternateContent xmlns:mc="http://schemas.openxmlformats.org/markup-compatibility/2006">
              <mc:Choice xmlns:v="urn:schemas-microsoft-com:vml" Requires="v">
                <p:oleObj spid="_x0000_s81061" name="" r:id="rId5" imgW="91440" imgH="118110" progId="Equation.Ribbit">
                  <p:embed/>
                </p:oleObj>
              </mc:Choice>
              <mc:Fallback>
                <p:oleObj name="" r:id="rId5" imgW="91440" imgH="118110" progId="Equation.Ribbit">
                  <p:embed/>
                  <p:pic>
                    <p:nvPicPr>
                      <p:cNvPr id="0" name="图片 3189"/>
                      <p:cNvPicPr/>
                      <p:nvPr/>
                    </p:nvPicPr>
                    <p:blipFill>
                      <a:blip r:embed="rId4"/>
                      <a:stretch>
                        <a:fillRect/>
                      </a:stretch>
                    </p:blipFill>
                    <p:spPr>
                      <a:xfrm>
                        <a:off x="2179638" y="1079500"/>
                        <a:ext cx="182562" cy="236538"/>
                      </a:xfrm>
                      <a:prstGeom prst="rect">
                        <a:avLst/>
                      </a:prstGeom>
                      <a:noFill/>
                      <a:ln w="38100">
                        <a:noFill/>
                        <a:miter/>
                      </a:ln>
                    </p:spPr>
                  </p:pic>
                </p:oleObj>
              </mc:Fallback>
            </mc:AlternateContent>
          </a:graphicData>
        </a:graphic>
      </p:graphicFrame>
      <p:graphicFrame>
        <p:nvGraphicFramePr>
          <p:cNvPr id="96263" name="对象 18"/>
          <p:cNvGraphicFramePr>
            <a:graphicFrameLocks noChangeAspect="1"/>
          </p:cNvGraphicFramePr>
          <p:nvPr/>
        </p:nvGraphicFramePr>
        <p:xfrm>
          <a:off x="2644775" y="990600"/>
          <a:ext cx="1774825" cy="350838"/>
        </p:xfrm>
        <a:graphic>
          <a:graphicData uri="http://schemas.openxmlformats.org/presentationml/2006/ole">
            <mc:AlternateContent xmlns:mc="http://schemas.openxmlformats.org/markup-compatibility/2006">
              <mc:Choice xmlns:v="urn:schemas-microsoft-com:vml" Requires="v">
                <p:oleObj spid="_x0000_s81062" name="" r:id="rId6" imgW="895350" imgH="177800" progId="Equation.Ribbit">
                  <p:embed/>
                </p:oleObj>
              </mc:Choice>
              <mc:Fallback>
                <p:oleObj name="" r:id="rId6" imgW="895350" imgH="177800" progId="Equation.Ribbit">
                  <p:embed/>
                  <p:pic>
                    <p:nvPicPr>
                      <p:cNvPr id="0" name="图片 3190"/>
                      <p:cNvPicPr/>
                      <p:nvPr/>
                    </p:nvPicPr>
                    <p:blipFill>
                      <a:blip r:embed="rId2"/>
                      <a:stretch>
                        <a:fillRect/>
                      </a:stretch>
                    </p:blipFill>
                    <p:spPr>
                      <a:xfrm>
                        <a:off x="2644775" y="990600"/>
                        <a:ext cx="1774825" cy="350838"/>
                      </a:xfrm>
                      <a:prstGeom prst="rect">
                        <a:avLst/>
                      </a:prstGeom>
                      <a:noFill/>
                      <a:ln w="38100">
                        <a:noFill/>
                        <a:miter/>
                      </a:ln>
                    </p:spPr>
                  </p:pic>
                </p:oleObj>
              </mc:Fallback>
            </mc:AlternateContent>
          </a:graphicData>
        </a:graphic>
      </p:graphicFrame>
      <p:graphicFrame>
        <p:nvGraphicFramePr>
          <p:cNvPr id="96264" name="对象 19"/>
          <p:cNvGraphicFramePr>
            <a:graphicFrameLocks noChangeAspect="1"/>
          </p:cNvGraphicFramePr>
          <p:nvPr/>
        </p:nvGraphicFramePr>
        <p:xfrm>
          <a:off x="5486400" y="1058863"/>
          <a:ext cx="160338" cy="236537"/>
        </p:xfrm>
        <a:graphic>
          <a:graphicData uri="http://schemas.openxmlformats.org/presentationml/2006/ole">
            <mc:AlternateContent xmlns:mc="http://schemas.openxmlformats.org/markup-compatibility/2006">
              <mc:Choice xmlns:v="urn:schemas-microsoft-com:vml" Requires="v">
                <p:oleObj spid="_x0000_s81063" name="" r:id="rId7" imgW="81280" imgH="119380" progId="Equation.Ribbit">
                  <p:embed/>
                </p:oleObj>
              </mc:Choice>
              <mc:Fallback>
                <p:oleObj name="" r:id="rId7" imgW="81280" imgH="119380" progId="Equation.Ribbit">
                  <p:embed/>
                  <p:pic>
                    <p:nvPicPr>
                      <p:cNvPr id="0" name="图片 3191"/>
                      <p:cNvPicPr/>
                      <p:nvPr/>
                    </p:nvPicPr>
                    <p:blipFill>
                      <a:blip r:embed="rId8"/>
                      <a:stretch>
                        <a:fillRect/>
                      </a:stretch>
                    </p:blipFill>
                    <p:spPr>
                      <a:xfrm>
                        <a:off x="5486400" y="1058863"/>
                        <a:ext cx="160338" cy="236537"/>
                      </a:xfrm>
                      <a:prstGeom prst="rect">
                        <a:avLst/>
                      </a:prstGeom>
                      <a:noFill/>
                      <a:ln w="38100">
                        <a:noFill/>
                        <a:miter/>
                      </a:ln>
                    </p:spPr>
                  </p:pic>
                </p:oleObj>
              </mc:Fallback>
            </mc:AlternateContent>
          </a:graphicData>
        </a:graphic>
      </p:graphicFrame>
      <p:graphicFrame>
        <p:nvGraphicFramePr>
          <p:cNvPr id="96265" name="对象 20"/>
          <p:cNvGraphicFramePr>
            <a:graphicFrameLocks noChangeAspect="1"/>
          </p:cNvGraphicFramePr>
          <p:nvPr/>
        </p:nvGraphicFramePr>
        <p:xfrm>
          <a:off x="1295400" y="1676400"/>
          <a:ext cx="160338" cy="236538"/>
        </p:xfrm>
        <a:graphic>
          <a:graphicData uri="http://schemas.openxmlformats.org/presentationml/2006/ole">
            <mc:AlternateContent xmlns:mc="http://schemas.openxmlformats.org/markup-compatibility/2006">
              <mc:Choice xmlns:v="urn:schemas-microsoft-com:vml" Requires="v">
                <p:oleObj spid="_x0000_s81064" name="" r:id="rId9" imgW="81280" imgH="119380" progId="Equation.Ribbit">
                  <p:embed/>
                </p:oleObj>
              </mc:Choice>
              <mc:Fallback>
                <p:oleObj name="" r:id="rId9" imgW="81280" imgH="119380" progId="Equation.Ribbit">
                  <p:embed/>
                  <p:pic>
                    <p:nvPicPr>
                      <p:cNvPr id="0" name="图片 3192"/>
                      <p:cNvPicPr/>
                      <p:nvPr/>
                    </p:nvPicPr>
                    <p:blipFill>
                      <a:blip r:embed="rId8"/>
                      <a:stretch>
                        <a:fillRect/>
                      </a:stretch>
                    </p:blipFill>
                    <p:spPr>
                      <a:xfrm>
                        <a:off x="1295400" y="1676400"/>
                        <a:ext cx="160338" cy="236538"/>
                      </a:xfrm>
                      <a:prstGeom prst="rect">
                        <a:avLst/>
                      </a:prstGeom>
                      <a:noFill/>
                      <a:ln w="38100">
                        <a:noFill/>
                        <a:miter/>
                      </a:ln>
                    </p:spPr>
                  </p:pic>
                </p:oleObj>
              </mc:Fallback>
            </mc:AlternateContent>
          </a:graphicData>
        </a:graphic>
      </p:graphicFrame>
      <p:graphicFrame>
        <p:nvGraphicFramePr>
          <p:cNvPr id="96266" name="对象 21"/>
          <p:cNvGraphicFramePr>
            <a:graphicFrameLocks noChangeAspect="1"/>
          </p:cNvGraphicFramePr>
          <p:nvPr/>
        </p:nvGraphicFramePr>
        <p:xfrm>
          <a:off x="1874838" y="1676400"/>
          <a:ext cx="182562" cy="236538"/>
        </p:xfrm>
        <a:graphic>
          <a:graphicData uri="http://schemas.openxmlformats.org/presentationml/2006/ole">
            <mc:AlternateContent xmlns:mc="http://schemas.openxmlformats.org/markup-compatibility/2006">
              <mc:Choice xmlns:v="urn:schemas-microsoft-com:vml" Requires="v">
                <p:oleObj spid="_x0000_s81065" name="" r:id="rId10" imgW="91440" imgH="118110" progId="Equation.Ribbit">
                  <p:embed/>
                </p:oleObj>
              </mc:Choice>
              <mc:Fallback>
                <p:oleObj name="" r:id="rId10" imgW="91440" imgH="118110" progId="Equation.Ribbit">
                  <p:embed/>
                  <p:pic>
                    <p:nvPicPr>
                      <p:cNvPr id="0" name="图片 3193"/>
                      <p:cNvPicPr/>
                      <p:nvPr/>
                    </p:nvPicPr>
                    <p:blipFill>
                      <a:blip r:embed="rId4"/>
                      <a:stretch>
                        <a:fillRect/>
                      </a:stretch>
                    </p:blipFill>
                    <p:spPr>
                      <a:xfrm>
                        <a:off x="1874838" y="1676400"/>
                        <a:ext cx="182562" cy="236538"/>
                      </a:xfrm>
                      <a:prstGeom prst="rect">
                        <a:avLst/>
                      </a:prstGeom>
                      <a:noFill/>
                      <a:ln w="38100">
                        <a:noFill/>
                        <a:miter/>
                      </a:ln>
                    </p:spPr>
                  </p:pic>
                </p:oleObj>
              </mc:Fallback>
            </mc:AlternateContent>
          </a:graphicData>
        </a:graphic>
      </p:graphicFrame>
      <p:graphicFrame>
        <p:nvGraphicFramePr>
          <p:cNvPr id="96267" name="对象 1"/>
          <p:cNvGraphicFramePr>
            <a:graphicFrameLocks noChangeAspect="1"/>
          </p:cNvGraphicFramePr>
          <p:nvPr/>
        </p:nvGraphicFramePr>
        <p:xfrm>
          <a:off x="5907088" y="1027113"/>
          <a:ext cx="874712" cy="339725"/>
        </p:xfrm>
        <a:graphic>
          <a:graphicData uri="http://schemas.openxmlformats.org/presentationml/2006/ole">
            <mc:AlternateContent xmlns:mc="http://schemas.openxmlformats.org/markup-compatibility/2006">
              <mc:Choice xmlns:v="urn:schemas-microsoft-com:vml" Requires="v">
                <p:oleObj spid="_x0000_s81066" name="" r:id="rId11" imgW="441325" imgH="171450" progId="Equation.Ribbit">
                  <p:embed/>
                </p:oleObj>
              </mc:Choice>
              <mc:Fallback>
                <p:oleObj name="" r:id="rId11" imgW="441325" imgH="171450" progId="Equation.Ribbit">
                  <p:embed/>
                  <p:pic>
                    <p:nvPicPr>
                      <p:cNvPr id="0" name="图片 3194"/>
                      <p:cNvPicPr/>
                      <p:nvPr/>
                    </p:nvPicPr>
                    <p:blipFill>
                      <a:blip r:embed="rId12"/>
                      <a:stretch>
                        <a:fillRect/>
                      </a:stretch>
                    </p:blipFill>
                    <p:spPr>
                      <a:xfrm>
                        <a:off x="5907088" y="1027113"/>
                        <a:ext cx="874712" cy="339725"/>
                      </a:xfrm>
                      <a:prstGeom prst="rect">
                        <a:avLst/>
                      </a:prstGeom>
                      <a:noFill/>
                      <a:ln w="38100">
                        <a:noFill/>
                        <a:miter/>
                      </a:ln>
                    </p:spPr>
                  </p:pic>
                </p:oleObj>
              </mc:Fallback>
            </mc:AlternateContent>
          </a:graphicData>
        </a:graphic>
      </p:graphicFrame>
      <p:graphicFrame>
        <p:nvGraphicFramePr>
          <p:cNvPr id="96268" name="对象 22"/>
          <p:cNvGraphicFramePr>
            <a:graphicFrameLocks noChangeAspect="1"/>
          </p:cNvGraphicFramePr>
          <p:nvPr/>
        </p:nvGraphicFramePr>
        <p:xfrm>
          <a:off x="1411288" y="2151063"/>
          <a:ext cx="2551112" cy="400050"/>
        </p:xfrm>
        <a:graphic>
          <a:graphicData uri="http://schemas.openxmlformats.org/presentationml/2006/ole">
            <mc:AlternateContent xmlns:mc="http://schemas.openxmlformats.org/markup-compatibility/2006">
              <mc:Choice xmlns:v="urn:schemas-microsoft-com:vml" Requires="v">
                <p:oleObj spid="_x0000_s81067" name="" r:id="rId13" imgW="1287780" imgH="201930" progId="Equation.Ribbit">
                  <p:embed/>
                </p:oleObj>
              </mc:Choice>
              <mc:Fallback>
                <p:oleObj name="" r:id="rId13" imgW="1287780" imgH="201930" progId="Equation.Ribbit">
                  <p:embed/>
                  <p:pic>
                    <p:nvPicPr>
                      <p:cNvPr id="0" name="图片 3195"/>
                      <p:cNvPicPr/>
                      <p:nvPr/>
                    </p:nvPicPr>
                    <p:blipFill>
                      <a:blip r:embed="rId14"/>
                      <a:stretch>
                        <a:fillRect/>
                      </a:stretch>
                    </p:blipFill>
                    <p:spPr>
                      <a:xfrm>
                        <a:off x="1411288" y="2151063"/>
                        <a:ext cx="2551112" cy="400050"/>
                      </a:xfrm>
                      <a:prstGeom prst="rect">
                        <a:avLst/>
                      </a:prstGeom>
                      <a:noFill/>
                      <a:ln w="38100">
                        <a:noFill/>
                        <a:miter/>
                      </a:ln>
                    </p:spPr>
                  </p:pic>
                </p:oleObj>
              </mc:Fallback>
            </mc:AlternateContent>
          </a:graphicData>
        </a:graphic>
      </p:graphicFrame>
      <p:graphicFrame>
        <p:nvGraphicFramePr>
          <p:cNvPr id="96269" name="对象 23"/>
          <p:cNvGraphicFramePr>
            <a:graphicFrameLocks noChangeAspect="1"/>
          </p:cNvGraphicFramePr>
          <p:nvPr/>
        </p:nvGraphicFramePr>
        <p:xfrm>
          <a:off x="1316038" y="2873375"/>
          <a:ext cx="704850" cy="323850"/>
        </p:xfrm>
        <a:graphic>
          <a:graphicData uri="http://schemas.openxmlformats.org/presentationml/2006/ole">
            <mc:AlternateContent xmlns:mc="http://schemas.openxmlformats.org/markup-compatibility/2006">
              <mc:Choice xmlns:v="urn:schemas-microsoft-com:vml" Requires="v">
                <p:oleObj spid="_x0000_s81068" name="" r:id="rId15" imgW="355600" imgH="162560" progId="Equation.Ribbit">
                  <p:embed/>
                </p:oleObj>
              </mc:Choice>
              <mc:Fallback>
                <p:oleObj name="" r:id="rId15" imgW="355600" imgH="162560" progId="Equation.Ribbit">
                  <p:embed/>
                  <p:pic>
                    <p:nvPicPr>
                      <p:cNvPr id="0" name="图片 3182"/>
                      <p:cNvPicPr/>
                      <p:nvPr/>
                    </p:nvPicPr>
                    <p:blipFill>
                      <a:blip r:embed="rId16"/>
                      <a:stretch>
                        <a:fillRect/>
                      </a:stretch>
                    </p:blipFill>
                    <p:spPr>
                      <a:xfrm>
                        <a:off x="1316038" y="2873375"/>
                        <a:ext cx="704850" cy="323850"/>
                      </a:xfrm>
                      <a:prstGeom prst="rect">
                        <a:avLst/>
                      </a:prstGeom>
                      <a:noFill/>
                      <a:ln w="38100">
                        <a:noFill/>
                        <a:miter/>
                      </a:ln>
                    </p:spPr>
                  </p:pic>
                </p:oleObj>
              </mc:Fallback>
            </mc:AlternateContent>
          </a:graphicData>
        </a:graphic>
      </p:graphicFrame>
      <p:graphicFrame>
        <p:nvGraphicFramePr>
          <p:cNvPr id="96270" name="对象 24"/>
          <p:cNvGraphicFramePr>
            <a:graphicFrameLocks noChangeAspect="1"/>
          </p:cNvGraphicFramePr>
          <p:nvPr/>
        </p:nvGraphicFramePr>
        <p:xfrm>
          <a:off x="3162300" y="2833688"/>
          <a:ext cx="2522538" cy="400050"/>
        </p:xfrm>
        <a:graphic>
          <a:graphicData uri="http://schemas.openxmlformats.org/presentationml/2006/ole">
            <mc:AlternateContent xmlns:mc="http://schemas.openxmlformats.org/markup-compatibility/2006">
              <mc:Choice xmlns:v="urn:schemas-microsoft-com:vml" Requires="v">
                <p:oleObj spid="_x0000_s81069" name="" r:id="rId17" imgW="1272540" imgH="201930" progId="Equation.Ribbit">
                  <p:embed/>
                </p:oleObj>
              </mc:Choice>
              <mc:Fallback>
                <p:oleObj name="" r:id="rId17" imgW="1272540" imgH="201930" progId="Equation.Ribbit">
                  <p:embed/>
                  <p:pic>
                    <p:nvPicPr>
                      <p:cNvPr id="0" name="图片 3184"/>
                      <p:cNvPicPr/>
                      <p:nvPr/>
                    </p:nvPicPr>
                    <p:blipFill>
                      <a:blip r:embed="rId18"/>
                      <a:stretch>
                        <a:fillRect/>
                      </a:stretch>
                    </p:blipFill>
                    <p:spPr>
                      <a:xfrm>
                        <a:off x="3162300" y="2833688"/>
                        <a:ext cx="2522538" cy="400050"/>
                      </a:xfrm>
                      <a:prstGeom prst="rect">
                        <a:avLst/>
                      </a:prstGeom>
                      <a:noFill/>
                      <a:ln w="38100">
                        <a:noFill/>
                        <a:miter/>
                      </a:ln>
                    </p:spPr>
                  </p:pic>
                </p:oleObj>
              </mc:Fallback>
            </mc:AlternateContent>
          </a:graphicData>
        </a:graphic>
      </p:graphicFrame>
      <p:graphicFrame>
        <p:nvGraphicFramePr>
          <p:cNvPr id="96271" name="对象 25"/>
          <p:cNvGraphicFramePr>
            <a:graphicFrameLocks noChangeAspect="1"/>
          </p:cNvGraphicFramePr>
          <p:nvPr/>
        </p:nvGraphicFramePr>
        <p:xfrm>
          <a:off x="1027113" y="3486150"/>
          <a:ext cx="938212" cy="323850"/>
        </p:xfrm>
        <a:graphic>
          <a:graphicData uri="http://schemas.openxmlformats.org/presentationml/2006/ole">
            <mc:AlternateContent xmlns:mc="http://schemas.openxmlformats.org/markup-compatibility/2006">
              <mc:Choice xmlns:v="urn:schemas-microsoft-com:vml" Requires="v">
                <p:oleObj spid="_x0000_s81070" name="" r:id="rId19" imgW="472440" imgH="162560" progId="Equation.Ribbit">
                  <p:embed/>
                </p:oleObj>
              </mc:Choice>
              <mc:Fallback>
                <p:oleObj name="" r:id="rId19" imgW="472440" imgH="162560" progId="Equation.Ribbit">
                  <p:embed/>
                  <p:pic>
                    <p:nvPicPr>
                      <p:cNvPr id="0" name="图片 3183"/>
                      <p:cNvPicPr/>
                      <p:nvPr/>
                    </p:nvPicPr>
                    <p:blipFill>
                      <a:blip r:embed="rId20"/>
                      <a:stretch>
                        <a:fillRect/>
                      </a:stretch>
                    </p:blipFill>
                    <p:spPr>
                      <a:xfrm>
                        <a:off x="1027113" y="3486150"/>
                        <a:ext cx="938212" cy="323850"/>
                      </a:xfrm>
                      <a:prstGeom prst="rect">
                        <a:avLst/>
                      </a:prstGeom>
                      <a:noFill/>
                      <a:ln w="38100">
                        <a:noFill/>
                        <a:miter/>
                      </a:ln>
                    </p:spPr>
                  </p:pic>
                </p:oleObj>
              </mc:Fallback>
            </mc:AlternateContent>
          </a:graphicData>
        </a:graphic>
      </p:graphicFrame>
      <p:graphicFrame>
        <p:nvGraphicFramePr>
          <p:cNvPr id="96272" name="对象 26"/>
          <p:cNvGraphicFramePr>
            <a:graphicFrameLocks noChangeAspect="1"/>
          </p:cNvGraphicFramePr>
          <p:nvPr/>
        </p:nvGraphicFramePr>
        <p:xfrm>
          <a:off x="3025775" y="3409950"/>
          <a:ext cx="3416300" cy="400050"/>
        </p:xfrm>
        <a:graphic>
          <a:graphicData uri="http://schemas.openxmlformats.org/presentationml/2006/ole">
            <mc:AlternateContent xmlns:mc="http://schemas.openxmlformats.org/markup-compatibility/2006">
              <mc:Choice xmlns:v="urn:schemas-microsoft-com:vml" Requires="v">
                <p:oleObj spid="_x0000_s81071" name="" r:id="rId21" imgW="1724660" imgH="201930" progId="Equation.Ribbit">
                  <p:embed/>
                </p:oleObj>
              </mc:Choice>
              <mc:Fallback>
                <p:oleObj name="" r:id="rId21" imgW="1724660" imgH="201930" progId="Equation.Ribbit">
                  <p:embed/>
                  <p:pic>
                    <p:nvPicPr>
                      <p:cNvPr id="0" name="图片 3089"/>
                      <p:cNvPicPr/>
                      <p:nvPr/>
                    </p:nvPicPr>
                    <p:blipFill>
                      <a:blip r:embed="rId22"/>
                      <a:stretch>
                        <a:fillRect/>
                      </a:stretch>
                    </p:blipFill>
                    <p:spPr>
                      <a:xfrm>
                        <a:off x="3025775" y="3409950"/>
                        <a:ext cx="3416300" cy="400050"/>
                      </a:xfrm>
                      <a:prstGeom prst="rect">
                        <a:avLst/>
                      </a:prstGeom>
                      <a:noFill/>
                      <a:ln w="38100">
                        <a:noFill/>
                        <a:miter/>
                      </a:ln>
                    </p:spPr>
                  </p:pic>
                </p:oleObj>
              </mc:Fallback>
            </mc:AlternateContent>
          </a:graphicData>
        </a:graphic>
      </p:graphicFrame>
      <p:sp>
        <p:nvSpPr>
          <p:cNvPr id="96273" name="TextBox 3"/>
          <p:cNvSpPr txBox="1"/>
          <p:nvPr/>
        </p:nvSpPr>
        <p:spPr>
          <a:xfrm>
            <a:off x="323850" y="3962400"/>
            <a:ext cx="8143875" cy="17541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ct val="0"/>
              </a:spcBef>
              <a:buNone/>
            </a:pPr>
            <a:r>
              <a:rPr lang="zh-CN" altLang="en-US" sz="2400" b="1" dirty="0">
                <a:latin typeface="仿宋" panose="02010609060101010101" pitchFamily="49" charset="-122"/>
                <a:ea typeface="仿宋" panose="02010609060101010101" pitchFamily="49" charset="-122"/>
              </a:rPr>
              <a:t>返回      。  </a:t>
            </a:r>
            <a:endParaRPr lang="zh-CN" altLang="en-US"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zh-CN" altLang="en-US" sz="2400" b="1" dirty="0">
                <a:latin typeface="仿宋" panose="02010609060101010101" pitchFamily="49" charset="-122"/>
                <a:ea typeface="仿宋" panose="02010609060101010101" pitchFamily="49" charset="-122"/>
              </a:rPr>
              <a:t>注：对于</a:t>
            </a:r>
            <a:r>
              <a:rPr lang="zh-CN" altLang="en-US" sz="2400" b="1" dirty="0">
                <a:solidFill>
                  <a:srgbClr val="FF0000"/>
                </a:solidFill>
                <a:latin typeface="仿宋" panose="02010609060101010101" pitchFamily="49" charset="-122"/>
                <a:ea typeface="仿宋" panose="02010609060101010101" pitchFamily="49" charset="-122"/>
              </a:rPr>
              <a:t>其他的奇素数</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可采用算法</a:t>
            </a:r>
            <a:r>
              <a:rPr lang="en-US" altLang="zh-CN" sz="2400" b="1" dirty="0">
                <a:latin typeface="仿宋" panose="02010609060101010101" pitchFamily="49" charset="-122"/>
                <a:ea typeface="仿宋" panose="02010609060101010101" pitchFamily="49" charset="-122"/>
              </a:rPr>
              <a:t>3.3.3</a:t>
            </a:r>
            <a:r>
              <a:rPr lang="zh-CN" altLang="en-US" sz="2400" b="1" dirty="0">
                <a:latin typeface="仿宋" panose="02010609060101010101" pitchFamily="49" charset="-122"/>
                <a:ea typeface="仿宋" panose="02010609060101010101" pitchFamily="49" charset="-122"/>
              </a:rPr>
              <a:t>来计算模</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的平方根。</a:t>
            </a:r>
            <a:r>
              <a:rPr lang="zh-CN" altLang="en-US" sz="2400" b="1" dirty="0">
                <a:solidFill>
                  <a:srgbClr val="FF0000"/>
                </a:solidFill>
                <a:latin typeface="仿宋" panose="02010609060101010101" pitchFamily="49" charset="-122"/>
                <a:ea typeface="仿宋" panose="02010609060101010101" pitchFamily="49" charset="-122"/>
              </a:rPr>
              <a:t>（</a:t>
            </a:r>
            <a:r>
              <a:rPr lang="zh-CN" altLang="en-US" sz="2400" b="1" u="sng" dirty="0">
                <a:solidFill>
                  <a:srgbClr val="0000FF"/>
                </a:solidFill>
                <a:latin typeface="仿宋" panose="02010609060101010101" pitchFamily="49" charset="-122"/>
                <a:ea typeface="仿宋" panose="02010609060101010101" pitchFamily="49" charset="-122"/>
              </a:rPr>
              <a:t>算法</a:t>
            </a:r>
            <a:r>
              <a:rPr lang="en-US" altLang="zh-CN" sz="2400" b="1" u="sng" dirty="0">
                <a:solidFill>
                  <a:srgbClr val="0000FF"/>
                </a:solidFill>
                <a:latin typeface="仿宋" panose="02010609060101010101" pitchFamily="49" charset="-122"/>
                <a:ea typeface="仿宋" panose="02010609060101010101" pitchFamily="49" charset="-122"/>
              </a:rPr>
              <a:t>3.3.3</a:t>
            </a:r>
            <a:r>
              <a:rPr lang="zh-CN" altLang="en-US" sz="2400" b="1" u="sng" dirty="0">
                <a:solidFill>
                  <a:srgbClr val="0000FF"/>
                </a:solidFill>
                <a:latin typeface="仿宋" panose="02010609060101010101" pitchFamily="49" charset="-122"/>
                <a:ea typeface="仿宋" panose="02010609060101010101" pitchFamily="49" charset="-122"/>
              </a:rPr>
              <a:t>，了解</a:t>
            </a:r>
            <a:r>
              <a:rPr lang="zh-CN" altLang="en-US" sz="2400" b="1" dirty="0">
                <a:solidFill>
                  <a:srgbClr val="FF0000"/>
                </a:solidFill>
                <a:latin typeface="仿宋" panose="02010609060101010101" pitchFamily="49" charset="-122"/>
                <a:ea typeface="仿宋" panose="02010609060101010101" pitchFamily="49" charset="-122"/>
              </a:rPr>
              <a:t>！）</a:t>
            </a:r>
            <a:endParaRPr lang="zh-CN" altLang="en-US" sz="2400" b="1" dirty="0">
              <a:solidFill>
                <a:srgbClr val="FF0000"/>
              </a:solidFill>
              <a:latin typeface="仿宋" panose="02010609060101010101" pitchFamily="49" charset="-122"/>
              <a:ea typeface="仿宋" panose="02010609060101010101" pitchFamily="49" charset="-122"/>
            </a:endParaRPr>
          </a:p>
        </p:txBody>
      </p:sp>
      <p:graphicFrame>
        <p:nvGraphicFramePr>
          <p:cNvPr id="96274" name="对象 31"/>
          <p:cNvGraphicFramePr>
            <a:graphicFrameLocks noChangeAspect="1"/>
          </p:cNvGraphicFramePr>
          <p:nvPr/>
        </p:nvGraphicFramePr>
        <p:xfrm>
          <a:off x="1042988" y="4038600"/>
          <a:ext cx="827087" cy="350838"/>
        </p:xfrm>
        <a:graphic>
          <a:graphicData uri="http://schemas.openxmlformats.org/presentationml/2006/ole">
            <mc:AlternateContent xmlns:mc="http://schemas.openxmlformats.org/markup-compatibility/2006">
              <mc:Choice xmlns:v="urn:schemas-microsoft-com:vml" Requires="v">
                <p:oleObj spid="_x0000_s81072" name="" r:id="rId23" imgW="416560" imgH="177800" progId="Equation.Ribbit">
                  <p:embed/>
                </p:oleObj>
              </mc:Choice>
              <mc:Fallback>
                <p:oleObj name="" r:id="rId23" imgW="416560" imgH="177800" progId="Equation.Ribbit">
                  <p:embed/>
                  <p:pic>
                    <p:nvPicPr>
                      <p:cNvPr id="0" name="图片 3079"/>
                      <p:cNvPicPr/>
                      <p:nvPr/>
                    </p:nvPicPr>
                    <p:blipFill>
                      <a:blip r:embed="rId24"/>
                      <a:stretch>
                        <a:fillRect/>
                      </a:stretch>
                    </p:blipFill>
                    <p:spPr>
                      <a:xfrm>
                        <a:off x="1042988" y="4038600"/>
                        <a:ext cx="827087" cy="350838"/>
                      </a:xfrm>
                      <a:prstGeom prst="rect">
                        <a:avLst/>
                      </a:prstGeom>
                      <a:noFill/>
                      <a:ln w="38100">
                        <a:noFill/>
                        <a:miter/>
                      </a:ln>
                    </p:spPr>
                  </p:pic>
                </p:oleObj>
              </mc:Fallback>
            </mc:AlternateContent>
          </a:graphicData>
        </a:graphic>
      </p:graphicFrame>
      <p:graphicFrame>
        <p:nvGraphicFramePr>
          <p:cNvPr id="96275" name="对象 32"/>
          <p:cNvGraphicFramePr>
            <a:graphicFrameLocks noChangeAspect="1"/>
          </p:cNvGraphicFramePr>
          <p:nvPr/>
        </p:nvGraphicFramePr>
        <p:xfrm>
          <a:off x="3492500" y="4716463"/>
          <a:ext cx="182563" cy="236537"/>
        </p:xfrm>
        <a:graphic>
          <a:graphicData uri="http://schemas.openxmlformats.org/presentationml/2006/ole">
            <mc:AlternateContent xmlns:mc="http://schemas.openxmlformats.org/markup-compatibility/2006">
              <mc:Choice xmlns:v="urn:schemas-microsoft-com:vml" Requires="v">
                <p:oleObj spid="_x0000_s81073" name="" r:id="rId25" imgW="91440" imgH="118110" progId="Equation.Ribbit">
                  <p:embed/>
                </p:oleObj>
              </mc:Choice>
              <mc:Fallback>
                <p:oleObj name="" r:id="rId25" imgW="91440" imgH="118110" progId="Equation.Ribbit">
                  <p:embed/>
                  <p:pic>
                    <p:nvPicPr>
                      <p:cNvPr id="0" name="图片 3087"/>
                      <p:cNvPicPr/>
                      <p:nvPr/>
                    </p:nvPicPr>
                    <p:blipFill>
                      <a:blip r:embed="rId4"/>
                      <a:stretch>
                        <a:fillRect/>
                      </a:stretch>
                    </p:blipFill>
                    <p:spPr>
                      <a:xfrm>
                        <a:off x="3492500" y="4716463"/>
                        <a:ext cx="182563" cy="236537"/>
                      </a:xfrm>
                      <a:prstGeom prst="rect">
                        <a:avLst/>
                      </a:prstGeom>
                      <a:noFill/>
                      <a:ln w="38100">
                        <a:noFill/>
                        <a:miter/>
                      </a:ln>
                    </p:spPr>
                  </p:pic>
                </p:oleObj>
              </mc:Fallback>
            </mc:AlternateContent>
          </a:graphicData>
        </a:graphic>
      </p:graphicFrame>
      <p:graphicFrame>
        <p:nvGraphicFramePr>
          <p:cNvPr id="96276" name="对象 33"/>
          <p:cNvGraphicFramePr>
            <a:graphicFrameLocks noChangeAspect="1"/>
          </p:cNvGraphicFramePr>
          <p:nvPr/>
        </p:nvGraphicFramePr>
        <p:xfrm>
          <a:off x="7285038" y="4716463"/>
          <a:ext cx="182562" cy="236537"/>
        </p:xfrm>
        <a:graphic>
          <a:graphicData uri="http://schemas.openxmlformats.org/presentationml/2006/ole">
            <mc:AlternateContent xmlns:mc="http://schemas.openxmlformats.org/markup-compatibility/2006">
              <mc:Choice xmlns:v="urn:schemas-microsoft-com:vml" Requires="v">
                <p:oleObj spid="_x0000_s81074" name="" r:id="rId26" imgW="91440" imgH="118110" progId="Equation.Ribbit">
                  <p:embed/>
                </p:oleObj>
              </mc:Choice>
              <mc:Fallback>
                <p:oleObj name="" r:id="rId26" imgW="91440" imgH="118110" progId="Equation.Ribbit">
                  <p:embed/>
                  <p:pic>
                    <p:nvPicPr>
                      <p:cNvPr id="0" name="图片 3084"/>
                      <p:cNvPicPr/>
                      <p:nvPr/>
                    </p:nvPicPr>
                    <p:blipFill>
                      <a:blip r:embed="rId4"/>
                      <a:stretch>
                        <a:fillRect/>
                      </a:stretch>
                    </p:blipFill>
                    <p:spPr>
                      <a:xfrm>
                        <a:off x="7285038" y="4716463"/>
                        <a:ext cx="182562" cy="236537"/>
                      </a:xfrm>
                      <a:prstGeom prst="rect">
                        <a:avLst/>
                      </a:prstGeom>
                      <a:noFill/>
                      <a:ln w="38100">
                        <a:noFill/>
                        <a:miter/>
                      </a:ln>
                    </p:spPr>
                  </p:pic>
                </p:oleObj>
              </mc:Fallback>
            </mc:AlternateContent>
          </a:graphicData>
        </a:graphic>
      </p:graphicFrame>
      <p:sp>
        <p:nvSpPr>
          <p:cNvPr id="96277"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7282" name="TextBox 3"/>
          <p:cNvSpPr txBox="1"/>
          <p:nvPr/>
        </p:nvSpPr>
        <p:spPr>
          <a:xfrm>
            <a:off x="619125" y="152400"/>
            <a:ext cx="8143875" cy="50784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ct val="0"/>
              </a:spcBef>
              <a:buNone/>
            </a:pPr>
            <a:r>
              <a:rPr lang="zh-CN" altLang="en-US" sz="2400" b="1" dirty="0">
                <a:latin typeface="仿宋" panose="02010609060101010101" pitchFamily="49" charset="-122"/>
                <a:ea typeface="仿宋" panose="02010609060101010101" pitchFamily="49" charset="-122"/>
              </a:rPr>
              <a:t>算法</a:t>
            </a:r>
            <a:r>
              <a:rPr lang="en-US" altLang="zh-CN" sz="2400" b="1" dirty="0">
                <a:latin typeface="仿宋" panose="02010609060101010101" pitchFamily="49" charset="-122"/>
                <a:ea typeface="仿宋" panose="02010609060101010101" pitchFamily="49" charset="-122"/>
              </a:rPr>
              <a:t>3.3.3 </a:t>
            </a:r>
            <a:r>
              <a:rPr lang="zh-CN" altLang="en-US" sz="2400" b="1" dirty="0">
                <a:latin typeface="仿宋" panose="02010609060101010101" pitchFamily="49" charset="-122"/>
                <a:ea typeface="仿宋" panose="02010609060101010101" pitchFamily="49" charset="-122"/>
              </a:rPr>
              <a:t>求模素数</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的平方根。</a:t>
            </a:r>
            <a:r>
              <a:rPr lang="zh-CN" altLang="en-US" sz="2400" b="1" dirty="0">
                <a:solidFill>
                  <a:srgbClr val="FF0000"/>
                </a:solidFill>
                <a:latin typeface="仿宋" panose="02010609060101010101" pitchFamily="49" charset="-122"/>
                <a:ea typeface="仿宋" panose="02010609060101010101" pitchFamily="49" charset="-122"/>
              </a:rPr>
              <a:t>（了解！）</a:t>
            </a:r>
            <a:endParaRPr lang="zh-CN" altLang="en-US" sz="2400" b="1" dirty="0">
              <a:solidFill>
                <a:srgbClr val="FF0000"/>
              </a:solidFill>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zh-CN" altLang="en-US" sz="2400" b="1" dirty="0">
                <a:latin typeface="仿宋" panose="02010609060101010101" pitchFamily="49" charset="-122"/>
                <a:ea typeface="仿宋" panose="02010609060101010101" pitchFamily="49" charset="-122"/>
              </a:rPr>
              <a:t>输入</a:t>
            </a:r>
            <a:r>
              <a:rPr lang="en-US" altLang="zh-CN" sz="2400" b="1" dirty="0">
                <a:latin typeface="仿宋" panose="02010609060101010101" pitchFamily="49" charset="-122"/>
                <a:ea typeface="仿宋" panose="02010609060101010101" pitchFamily="49" charset="-122"/>
              </a:rPr>
              <a:t>:</a:t>
            </a:r>
            <a:r>
              <a:rPr lang="zh-CN" altLang="en-US" sz="2400" b="1" dirty="0">
                <a:latin typeface="仿宋" panose="02010609060101010101" pitchFamily="49" charset="-122"/>
                <a:ea typeface="仿宋" panose="02010609060101010101" pitchFamily="49" charset="-122"/>
              </a:rPr>
              <a:t>奇素数</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和整数</a:t>
            </a:r>
            <a:r>
              <a:rPr lang="en-US" altLang="zh-CN" sz="2400" b="1" dirty="0">
                <a:latin typeface="仿宋" panose="02010609060101010101" pitchFamily="49" charset="-122"/>
                <a:ea typeface="仿宋" panose="02010609060101010101" pitchFamily="49" charset="-122"/>
              </a:rPr>
              <a:t> ,            </a:t>
            </a:r>
            <a:r>
              <a:rPr lang="zh-CN" altLang="en-US" sz="2400" b="1" dirty="0">
                <a:latin typeface="仿宋" panose="02010609060101010101" pitchFamily="49" charset="-122"/>
                <a:ea typeface="仿宋" panose="02010609060101010101" pitchFamily="49" charset="-122"/>
              </a:rPr>
              <a:t>。</a:t>
            </a:r>
            <a:endParaRPr lang="zh-CN" altLang="en-US"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zh-CN" altLang="en-US" sz="2400" b="1" dirty="0">
                <a:latin typeface="仿宋" panose="02010609060101010101" pitchFamily="49" charset="-122"/>
                <a:ea typeface="仿宋" panose="02010609060101010101" pitchFamily="49" charset="-122"/>
              </a:rPr>
              <a:t>输出</a:t>
            </a:r>
            <a:r>
              <a:rPr lang="en-US" altLang="zh-CN" sz="2400" b="1" dirty="0">
                <a:latin typeface="仿宋" panose="02010609060101010101" pitchFamily="49" charset="-122"/>
                <a:ea typeface="仿宋" panose="02010609060101010101" pitchFamily="49" charset="-122"/>
              </a:rPr>
              <a:t>:</a:t>
            </a:r>
            <a:r>
              <a:rPr lang="zh-CN" altLang="en-US" sz="2400" b="1" dirty="0">
                <a:latin typeface="仿宋" panose="02010609060101010101" pitchFamily="49" charset="-122"/>
                <a:ea typeface="仿宋" panose="02010609060101010101" pitchFamily="49" charset="-122"/>
              </a:rPr>
              <a:t>若</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是</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的二次剩余，</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模</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的两个平方根。</a:t>
            </a:r>
            <a:endParaRPr lang="zh-CN" altLang="en-US"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1.</a:t>
            </a:r>
            <a:r>
              <a:rPr lang="zh-CN" altLang="en-US" sz="2400" b="1" dirty="0">
                <a:latin typeface="仿宋" panose="02010609060101010101" pitchFamily="49" charset="-122"/>
                <a:ea typeface="仿宋" panose="02010609060101010101" pitchFamily="49" charset="-122"/>
              </a:rPr>
              <a:t>用算法</a:t>
            </a:r>
            <a:r>
              <a:rPr lang="en-US" altLang="zh-CN" sz="2400" b="1" dirty="0">
                <a:latin typeface="仿宋" panose="02010609060101010101" pitchFamily="49" charset="-122"/>
                <a:ea typeface="仿宋" panose="02010609060101010101" pitchFamily="49" charset="-122"/>
              </a:rPr>
              <a:t>2.4.1</a:t>
            </a:r>
            <a:r>
              <a:rPr lang="zh-CN" altLang="en-US" sz="2400" b="1" dirty="0">
                <a:latin typeface="仿宋" panose="02010609060101010101" pitchFamily="49" charset="-122"/>
                <a:ea typeface="仿宋" panose="02010609060101010101" pitchFamily="49" charset="-122"/>
              </a:rPr>
              <a:t>计算勒让德符号   </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，如果          则返</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zh-CN" altLang="en-US" sz="2400" b="1" dirty="0">
                <a:latin typeface="仿宋" panose="02010609060101010101" pitchFamily="49" charset="-122"/>
                <a:ea typeface="仿宋" panose="02010609060101010101" pitchFamily="49" charset="-122"/>
              </a:rPr>
              <a:t>回</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是模</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的二次非剩余</a:t>
            </a:r>
            <a:r>
              <a:rPr lang="en-US" altLang="zh-CN" sz="2400" b="1" dirty="0">
                <a:latin typeface="仿宋" panose="02010609060101010101" pitchFamily="49" charset="-122"/>
                <a:ea typeface="仿宋" panose="02010609060101010101" pitchFamily="49" charset="-122"/>
              </a:rPr>
              <a:t>)</a:t>
            </a:r>
            <a:r>
              <a:rPr lang="zh-CN" altLang="en-US" sz="2400" b="1" dirty="0">
                <a:latin typeface="仿宋" panose="02010609060101010101" pitchFamily="49" charset="-122"/>
                <a:ea typeface="仿宋" panose="02010609060101010101" pitchFamily="49" charset="-122"/>
              </a:rPr>
              <a:t>并终止。</a:t>
            </a:r>
            <a:endParaRPr lang="zh-CN" altLang="en-US"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2.</a:t>
            </a:r>
            <a:r>
              <a:rPr lang="zh-CN" altLang="en-US" sz="2400" b="1" dirty="0">
                <a:latin typeface="仿宋" panose="02010609060101010101" pitchFamily="49" charset="-122"/>
                <a:ea typeface="仿宋" panose="02010609060101010101" pitchFamily="49" charset="-122"/>
              </a:rPr>
              <a:t>选择整数</a:t>
            </a:r>
            <a:r>
              <a:rPr lang="en-US" altLang="zh-CN" sz="2400" b="1" dirty="0">
                <a:latin typeface="仿宋" panose="02010609060101010101" pitchFamily="49" charset="-122"/>
                <a:ea typeface="仿宋" panose="02010609060101010101" pitchFamily="49" charset="-122"/>
              </a:rPr>
              <a:t> ,            ,  </a:t>
            </a:r>
            <a:r>
              <a:rPr lang="zh-CN" altLang="en-US" sz="2400" b="1" dirty="0">
                <a:latin typeface="仿宋" panose="02010609060101010101" pitchFamily="49" charset="-122"/>
                <a:ea typeface="仿宋" panose="02010609060101010101" pitchFamily="49" charset="-122"/>
              </a:rPr>
              <a:t>随机选择，直到  </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是模</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的二次非剩余</a:t>
            </a:r>
            <a:r>
              <a:rPr lang="en-US" altLang="zh-CN" sz="2400" b="1" dirty="0">
                <a:latin typeface="仿宋" panose="02010609060101010101" pitchFamily="49" charset="-122"/>
                <a:ea typeface="仿宋" panose="02010609060101010101" pitchFamily="49" charset="-122"/>
              </a:rPr>
              <a:t>)</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3.</a:t>
            </a:r>
            <a:r>
              <a:rPr lang="zh-CN" altLang="en-US" sz="2400" b="1" dirty="0">
                <a:latin typeface="仿宋" panose="02010609060101010101" pitchFamily="49" charset="-122"/>
                <a:ea typeface="仿宋" panose="02010609060101010101" pitchFamily="49" charset="-122"/>
              </a:rPr>
              <a:t>重复除</a:t>
            </a:r>
            <a:r>
              <a:rPr lang="en-US" altLang="zh-CN" sz="2400" b="1" dirty="0">
                <a:latin typeface="仿宋" panose="02010609060101010101" pitchFamily="49" charset="-122"/>
                <a:ea typeface="仿宋" panose="02010609060101010101" pitchFamily="49" charset="-122"/>
              </a:rPr>
              <a:t>2,</a:t>
            </a:r>
            <a:r>
              <a:rPr lang="zh-CN" altLang="en-US" sz="2400" b="1" dirty="0">
                <a:latin typeface="仿宋" panose="02010609060101010101" pitchFamily="49" charset="-122"/>
                <a:ea typeface="仿宋" panose="02010609060101010101" pitchFamily="49" charset="-122"/>
              </a:rPr>
              <a:t>将  </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写成          </a:t>
            </a:r>
            <a:r>
              <a:rPr lang="en-US" altLang="zh-CN" sz="2400" b="1" dirty="0">
                <a:latin typeface="仿宋" panose="02010609060101010101" pitchFamily="49" charset="-122"/>
                <a:ea typeface="仿宋" panose="02010609060101010101" pitchFamily="49" charset="-122"/>
              </a:rPr>
              <a:t>,</a:t>
            </a:r>
            <a:r>
              <a:rPr lang="zh-CN" altLang="en-US" sz="2400" b="1" dirty="0">
                <a:latin typeface="仿宋" panose="02010609060101010101" pitchFamily="49" charset="-122"/>
                <a:ea typeface="仿宋" panose="02010609060101010101" pitchFamily="49" charset="-122"/>
              </a:rPr>
              <a:t>这里</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是奇数。</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4.</a:t>
            </a:r>
            <a:r>
              <a:rPr lang="zh-CN" altLang="en-US" sz="2400" b="1" dirty="0">
                <a:latin typeface="仿宋" panose="02010609060101010101" pitchFamily="49" charset="-122"/>
                <a:ea typeface="仿宋" panose="02010609060101010101" pitchFamily="49" charset="-122"/>
              </a:rPr>
              <a:t>用扩展欧几里得算法</a:t>
            </a:r>
            <a:r>
              <a:rPr lang="en-US" altLang="zh-CN" sz="2400" b="1" dirty="0">
                <a:latin typeface="仿宋" panose="02010609060101010101" pitchFamily="49" charset="-122"/>
                <a:ea typeface="仿宋" panose="02010609060101010101" pitchFamily="49" charset="-122"/>
              </a:rPr>
              <a:t>(</a:t>
            </a:r>
            <a:r>
              <a:rPr lang="zh-CN" altLang="en-US" sz="2400" b="1" dirty="0">
                <a:latin typeface="仿宋" panose="02010609060101010101" pitchFamily="49" charset="-122"/>
                <a:ea typeface="仿宋" panose="02010609060101010101" pitchFamily="49" charset="-122"/>
              </a:rPr>
              <a:t>算法</a:t>
            </a:r>
            <a:r>
              <a:rPr lang="en-US" altLang="zh-CN" sz="2400" b="1" dirty="0">
                <a:latin typeface="仿宋" panose="02010609060101010101" pitchFamily="49" charset="-122"/>
                <a:ea typeface="仿宋" panose="02010609060101010101" pitchFamily="49" charset="-122"/>
              </a:rPr>
              <a:t>1.2.2)</a:t>
            </a:r>
            <a:r>
              <a:rPr lang="zh-CN" altLang="en-US" sz="2400" b="1" dirty="0">
                <a:latin typeface="仿宋" panose="02010609060101010101" pitchFamily="49" charset="-122"/>
                <a:ea typeface="仿宋" panose="02010609060101010101" pitchFamily="49" charset="-122"/>
              </a:rPr>
              <a:t>计算          。</a:t>
            </a:r>
            <a:endParaRPr lang="zh-CN" altLang="en-US" sz="2400" b="1" dirty="0">
              <a:latin typeface="仿宋" panose="02010609060101010101" pitchFamily="49" charset="-122"/>
              <a:ea typeface="仿宋" panose="02010609060101010101" pitchFamily="49" charset="-122"/>
            </a:endParaRPr>
          </a:p>
        </p:txBody>
      </p:sp>
      <p:sp>
        <p:nvSpPr>
          <p:cNvPr id="97283" name="Rectangle 9"/>
          <p:cNvSpPr/>
          <p:nvPr/>
        </p:nvSpPr>
        <p:spPr>
          <a:xfrm>
            <a:off x="0" y="-71437"/>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graphicFrame>
        <p:nvGraphicFramePr>
          <p:cNvPr id="97284" name="对象 5"/>
          <p:cNvGraphicFramePr>
            <a:graphicFrameLocks noChangeAspect="1"/>
          </p:cNvGraphicFramePr>
          <p:nvPr/>
        </p:nvGraphicFramePr>
        <p:xfrm>
          <a:off x="6059488" y="4697413"/>
          <a:ext cx="1497012" cy="381000"/>
        </p:xfrm>
        <a:graphic>
          <a:graphicData uri="http://schemas.openxmlformats.org/presentationml/2006/ole">
            <mc:AlternateContent xmlns:mc="http://schemas.openxmlformats.org/markup-compatibility/2006">
              <mc:Choice xmlns:v="urn:schemas-microsoft-com:vml" Requires="v">
                <p:oleObj spid="_x0000_s82143" name="" r:id="rId1" imgW="755650" imgH="193040" progId="Equation.Ribbit">
                  <p:embed/>
                </p:oleObj>
              </mc:Choice>
              <mc:Fallback>
                <p:oleObj name="" r:id="rId1" imgW="755650" imgH="193040" progId="Equation.Ribbit">
                  <p:embed/>
                  <p:pic>
                    <p:nvPicPr>
                      <p:cNvPr id="0" name="图片 3081"/>
                      <p:cNvPicPr/>
                      <p:nvPr/>
                    </p:nvPicPr>
                    <p:blipFill>
                      <a:blip r:embed="rId2"/>
                      <a:stretch>
                        <a:fillRect/>
                      </a:stretch>
                    </p:blipFill>
                    <p:spPr>
                      <a:xfrm>
                        <a:off x="6059488" y="4697413"/>
                        <a:ext cx="1497012" cy="381000"/>
                      </a:xfrm>
                      <a:prstGeom prst="rect">
                        <a:avLst/>
                      </a:prstGeom>
                      <a:noFill/>
                      <a:ln w="38100">
                        <a:noFill/>
                        <a:miter/>
                      </a:ln>
                    </p:spPr>
                  </p:pic>
                </p:oleObj>
              </mc:Fallback>
            </mc:AlternateContent>
          </a:graphicData>
        </a:graphic>
      </p:graphicFrame>
      <p:graphicFrame>
        <p:nvGraphicFramePr>
          <p:cNvPr id="97285" name="对象 7"/>
          <p:cNvGraphicFramePr>
            <a:graphicFrameLocks noChangeAspect="1"/>
          </p:cNvGraphicFramePr>
          <p:nvPr/>
        </p:nvGraphicFramePr>
        <p:xfrm>
          <a:off x="2371725" y="928688"/>
          <a:ext cx="182563" cy="236537"/>
        </p:xfrm>
        <a:graphic>
          <a:graphicData uri="http://schemas.openxmlformats.org/presentationml/2006/ole">
            <mc:AlternateContent xmlns:mc="http://schemas.openxmlformats.org/markup-compatibility/2006">
              <mc:Choice xmlns:v="urn:schemas-microsoft-com:vml" Requires="v">
                <p:oleObj spid="_x0000_s82144" name="" r:id="rId3" imgW="91440" imgH="118110" progId="Equation.Ribbit">
                  <p:embed/>
                </p:oleObj>
              </mc:Choice>
              <mc:Fallback>
                <p:oleObj name="" r:id="rId3" imgW="91440" imgH="118110" progId="Equation.Ribbit">
                  <p:embed/>
                  <p:pic>
                    <p:nvPicPr>
                      <p:cNvPr id="0" name="图片 3090"/>
                      <p:cNvPicPr/>
                      <p:nvPr/>
                    </p:nvPicPr>
                    <p:blipFill>
                      <a:blip r:embed="rId4"/>
                      <a:stretch>
                        <a:fillRect/>
                      </a:stretch>
                    </p:blipFill>
                    <p:spPr>
                      <a:xfrm>
                        <a:off x="2371725" y="928688"/>
                        <a:ext cx="182563" cy="236537"/>
                      </a:xfrm>
                      <a:prstGeom prst="rect">
                        <a:avLst/>
                      </a:prstGeom>
                      <a:noFill/>
                      <a:ln w="38100">
                        <a:noFill/>
                        <a:miter/>
                      </a:ln>
                    </p:spPr>
                  </p:pic>
                </p:oleObj>
              </mc:Fallback>
            </mc:AlternateContent>
          </a:graphicData>
        </a:graphic>
      </p:graphicFrame>
      <p:graphicFrame>
        <p:nvGraphicFramePr>
          <p:cNvPr id="97286" name="对象 8"/>
          <p:cNvGraphicFramePr>
            <a:graphicFrameLocks noChangeAspect="1"/>
          </p:cNvGraphicFramePr>
          <p:nvPr/>
        </p:nvGraphicFramePr>
        <p:xfrm>
          <a:off x="3475038" y="928688"/>
          <a:ext cx="160337" cy="236537"/>
        </p:xfrm>
        <a:graphic>
          <a:graphicData uri="http://schemas.openxmlformats.org/presentationml/2006/ole">
            <mc:AlternateContent xmlns:mc="http://schemas.openxmlformats.org/markup-compatibility/2006">
              <mc:Choice xmlns:v="urn:schemas-microsoft-com:vml" Requires="v">
                <p:oleObj spid="_x0000_s82145" name="" r:id="rId5" imgW="81280" imgH="119380" progId="Equation.Ribbit">
                  <p:embed/>
                </p:oleObj>
              </mc:Choice>
              <mc:Fallback>
                <p:oleObj name="" r:id="rId5" imgW="81280" imgH="119380" progId="Equation.Ribbit">
                  <p:embed/>
                  <p:pic>
                    <p:nvPicPr>
                      <p:cNvPr id="0" name="图片 3080"/>
                      <p:cNvPicPr/>
                      <p:nvPr/>
                    </p:nvPicPr>
                    <p:blipFill>
                      <a:blip r:embed="rId6"/>
                      <a:stretch>
                        <a:fillRect/>
                      </a:stretch>
                    </p:blipFill>
                    <p:spPr>
                      <a:xfrm>
                        <a:off x="3475038" y="928688"/>
                        <a:ext cx="160337" cy="236537"/>
                      </a:xfrm>
                      <a:prstGeom prst="rect">
                        <a:avLst/>
                      </a:prstGeom>
                      <a:noFill/>
                      <a:ln w="38100">
                        <a:noFill/>
                        <a:miter/>
                      </a:ln>
                    </p:spPr>
                  </p:pic>
                </p:oleObj>
              </mc:Fallback>
            </mc:AlternateContent>
          </a:graphicData>
        </a:graphic>
      </p:graphicFrame>
      <p:graphicFrame>
        <p:nvGraphicFramePr>
          <p:cNvPr id="97287" name="对象 13"/>
          <p:cNvGraphicFramePr>
            <a:graphicFrameLocks noChangeAspect="1"/>
          </p:cNvGraphicFramePr>
          <p:nvPr/>
        </p:nvGraphicFramePr>
        <p:xfrm>
          <a:off x="3444875" y="439738"/>
          <a:ext cx="182563" cy="236537"/>
        </p:xfrm>
        <a:graphic>
          <a:graphicData uri="http://schemas.openxmlformats.org/presentationml/2006/ole">
            <mc:AlternateContent xmlns:mc="http://schemas.openxmlformats.org/markup-compatibility/2006">
              <mc:Choice xmlns:v="urn:schemas-microsoft-com:vml" Requires="v">
                <p:oleObj spid="_x0000_s82146" name="" r:id="rId7" imgW="91440" imgH="118110" progId="Equation.Ribbit">
                  <p:embed/>
                </p:oleObj>
              </mc:Choice>
              <mc:Fallback>
                <p:oleObj name="" r:id="rId7" imgW="91440" imgH="118110" progId="Equation.Ribbit">
                  <p:embed/>
                  <p:pic>
                    <p:nvPicPr>
                      <p:cNvPr id="0" name="图片 3082"/>
                      <p:cNvPicPr/>
                      <p:nvPr/>
                    </p:nvPicPr>
                    <p:blipFill>
                      <a:blip r:embed="rId4"/>
                      <a:stretch>
                        <a:fillRect/>
                      </a:stretch>
                    </p:blipFill>
                    <p:spPr>
                      <a:xfrm>
                        <a:off x="3444875" y="439738"/>
                        <a:ext cx="182563" cy="236537"/>
                      </a:xfrm>
                      <a:prstGeom prst="rect">
                        <a:avLst/>
                      </a:prstGeom>
                      <a:noFill/>
                      <a:ln w="38100">
                        <a:noFill/>
                        <a:miter/>
                      </a:ln>
                    </p:spPr>
                  </p:pic>
                </p:oleObj>
              </mc:Fallback>
            </mc:AlternateContent>
          </a:graphicData>
        </a:graphic>
      </p:graphicFrame>
      <p:graphicFrame>
        <p:nvGraphicFramePr>
          <p:cNvPr id="97288" name="对象 14"/>
          <p:cNvGraphicFramePr>
            <a:graphicFrameLocks noChangeAspect="1"/>
          </p:cNvGraphicFramePr>
          <p:nvPr/>
        </p:nvGraphicFramePr>
        <p:xfrm>
          <a:off x="3843338" y="838200"/>
          <a:ext cx="1743075" cy="327025"/>
        </p:xfrm>
        <a:graphic>
          <a:graphicData uri="http://schemas.openxmlformats.org/presentationml/2006/ole">
            <mc:AlternateContent xmlns:mc="http://schemas.openxmlformats.org/markup-compatibility/2006">
              <mc:Choice xmlns:v="urn:schemas-microsoft-com:vml" Requires="v">
                <p:oleObj spid="_x0000_s82147" name="" r:id="rId8" imgW="878840" imgH="165100" progId="Equation.Ribbit">
                  <p:embed/>
                </p:oleObj>
              </mc:Choice>
              <mc:Fallback>
                <p:oleObj name="" r:id="rId8" imgW="878840" imgH="165100" progId="Equation.Ribbit">
                  <p:embed/>
                  <p:pic>
                    <p:nvPicPr>
                      <p:cNvPr id="0" name="图片 3091"/>
                      <p:cNvPicPr/>
                      <p:nvPr/>
                    </p:nvPicPr>
                    <p:blipFill>
                      <a:blip r:embed="rId9"/>
                      <a:stretch>
                        <a:fillRect/>
                      </a:stretch>
                    </p:blipFill>
                    <p:spPr>
                      <a:xfrm>
                        <a:off x="3843338" y="838200"/>
                        <a:ext cx="1743075" cy="327025"/>
                      </a:xfrm>
                      <a:prstGeom prst="rect">
                        <a:avLst/>
                      </a:prstGeom>
                      <a:noFill/>
                      <a:ln w="38100">
                        <a:noFill/>
                        <a:miter/>
                      </a:ln>
                    </p:spPr>
                  </p:pic>
                </p:oleObj>
              </mc:Fallback>
            </mc:AlternateContent>
          </a:graphicData>
        </a:graphic>
      </p:graphicFrame>
      <p:graphicFrame>
        <p:nvGraphicFramePr>
          <p:cNvPr id="97289" name="对象 15"/>
          <p:cNvGraphicFramePr>
            <a:graphicFrameLocks noChangeAspect="1"/>
          </p:cNvGraphicFramePr>
          <p:nvPr/>
        </p:nvGraphicFramePr>
        <p:xfrm>
          <a:off x="1787525" y="1555750"/>
          <a:ext cx="152400" cy="236538"/>
        </p:xfrm>
        <a:graphic>
          <a:graphicData uri="http://schemas.openxmlformats.org/presentationml/2006/ole">
            <mc:AlternateContent xmlns:mc="http://schemas.openxmlformats.org/markup-compatibility/2006">
              <mc:Choice xmlns:v="urn:schemas-microsoft-com:vml" Requires="v">
                <p:oleObj spid="_x0000_s82148" name="" r:id="rId10" imgW="81280" imgH="119380" progId="Equation.Ribbit">
                  <p:embed/>
                </p:oleObj>
              </mc:Choice>
              <mc:Fallback>
                <p:oleObj name="" r:id="rId10" imgW="81280" imgH="119380" progId="Equation.Ribbit">
                  <p:embed/>
                  <p:pic>
                    <p:nvPicPr>
                      <p:cNvPr id="0" name="图片 3083"/>
                      <p:cNvPicPr/>
                      <p:nvPr/>
                    </p:nvPicPr>
                    <p:blipFill>
                      <a:blip r:embed="rId6"/>
                      <a:stretch>
                        <a:fillRect/>
                      </a:stretch>
                    </p:blipFill>
                    <p:spPr>
                      <a:xfrm>
                        <a:off x="1787525" y="1555750"/>
                        <a:ext cx="152400" cy="236538"/>
                      </a:xfrm>
                      <a:prstGeom prst="rect">
                        <a:avLst/>
                      </a:prstGeom>
                      <a:noFill/>
                      <a:ln w="38100">
                        <a:noFill/>
                        <a:miter/>
                      </a:ln>
                    </p:spPr>
                  </p:pic>
                </p:oleObj>
              </mc:Fallback>
            </mc:AlternateContent>
          </a:graphicData>
        </a:graphic>
      </p:graphicFrame>
      <p:graphicFrame>
        <p:nvGraphicFramePr>
          <p:cNvPr id="97290" name="对象 17"/>
          <p:cNvGraphicFramePr>
            <a:graphicFrameLocks noChangeAspect="1"/>
          </p:cNvGraphicFramePr>
          <p:nvPr/>
        </p:nvGraphicFramePr>
        <p:xfrm>
          <a:off x="4211638" y="1508125"/>
          <a:ext cx="152400" cy="236538"/>
        </p:xfrm>
        <a:graphic>
          <a:graphicData uri="http://schemas.openxmlformats.org/presentationml/2006/ole">
            <mc:AlternateContent xmlns:mc="http://schemas.openxmlformats.org/markup-compatibility/2006">
              <mc:Choice xmlns:v="urn:schemas-microsoft-com:vml" Requires="v">
                <p:oleObj spid="_x0000_s82149" name="" r:id="rId11" imgW="81280" imgH="119380" progId="Equation.Ribbit">
                  <p:embed/>
                </p:oleObj>
              </mc:Choice>
              <mc:Fallback>
                <p:oleObj name="" r:id="rId11" imgW="81280" imgH="119380" progId="Equation.Ribbit">
                  <p:embed/>
                  <p:pic>
                    <p:nvPicPr>
                      <p:cNvPr id="0" name="图片 3088"/>
                      <p:cNvPicPr/>
                      <p:nvPr/>
                    </p:nvPicPr>
                    <p:blipFill>
                      <a:blip r:embed="rId6"/>
                      <a:stretch>
                        <a:fillRect/>
                      </a:stretch>
                    </p:blipFill>
                    <p:spPr>
                      <a:xfrm>
                        <a:off x="4211638" y="1508125"/>
                        <a:ext cx="152400" cy="236538"/>
                      </a:xfrm>
                      <a:prstGeom prst="rect">
                        <a:avLst/>
                      </a:prstGeom>
                      <a:noFill/>
                      <a:ln w="38100">
                        <a:noFill/>
                        <a:miter/>
                      </a:ln>
                    </p:spPr>
                  </p:pic>
                </p:oleObj>
              </mc:Fallback>
            </mc:AlternateContent>
          </a:graphicData>
        </a:graphic>
      </p:graphicFrame>
      <p:graphicFrame>
        <p:nvGraphicFramePr>
          <p:cNvPr id="97291" name="对象 19"/>
          <p:cNvGraphicFramePr>
            <a:graphicFrameLocks noChangeAspect="1"/>
          </p:cNvGraphicFramePr>
          <p:nvPr/>
        </p:nvGraphicFramePr>
        <p:xfrm>
          <a:off x="1200150" y="2625725"/>
          <a:ext cx="152400" cy="236538"/>
        </p:xfrm>
        <a:graphic>
          <a:graphicData uri="http://schemas.openxmlformats.org/presentationml/2006/ole">
            <mc:AlternateContent xmlns:mc="http://schemas.openxmlformats.org/markup-compatibility/2006">
              <mc:Choice xmlns:v="urn:schemas-microsoft-com:vml" Requires="v">
                <p:oleObj spid="_x0000_s82150" name="" r:id="rId12" imgW="81280" imgH="119380" progId="Equation.Ribbit">
                  <p:embed/>
                </p:oleObj>
              </mc:Choice>
              <mc:Fallback>
                <p:oleObj name="" r:id="rId12" imgW="81280" imgH="119380" progId="Equation.Ribbit">
                  <p:embed/>
                  <p:pic>
                    <p:nvPicPr>
                      <p:cNvPr id="0" name="图片 3078"/>
                      <p:cNvPicPr/>
                      <p:nvPr/>
                    </p:nvPicPr>
                    <p:blipFill>
                      <a:blip r:embed="rId6"/>
                      <a:stretch>
                        <a:fillRect/>
                      </a:stretch>
                    </p:blipFill>
                    <p:spPr>
                      <a:xfrm>
                        <a:off x="1200150" y="2625725"/>
                        <a:ext cx="152400" cy="236538"/>
                      </a:xfrm>
                      <a:prstGeom prst="rect">
                        <a:avLst/>
                      </a:prstGeom>
                      <a:noFill/>
                      <a:ln w="38100">
                        <a:noFill/>
                        <a:miter/>
                      </a:ln>
                    </p:spPr>
                  </p:pic>
                </p:oleObj>
              </mc:Fallback>
            </mc:AlternateContent>
          </a:graphicData>
        </a:graphic>
      </p:graphicFrame>
      <p:graphicFrame>
        <p:nvGraphicFramePr>
          <p:cNvPr id="97292" name="对象 20"/>
          <p:cNvGraphicFramePr>
            <a:graphicFrameLocks noChangeAspect="1"/>
          </p:cNvGraphicFramePr>
          <p:nvPr/>
        </p:nvGraphicFramePr>
        <p:xfrm>
          <a:off x="1944688" y="2590800"/>
          <a:ext cx="182562" cy="236538"/>
        </p:xfrm>
        <a:graphic>
          <a:graphicData uri="http://schemas.openxmlformats.org/presentationml/2006/ole">
            <mc:AlternateContent xmlns:mc="http://schemas.openxmlformats.org/markup-compatibility/2006">
              <mc:Choice xmlns:v="urn:schemas-microsoft-com:vml" Requires="v">
                <p:oleObj spid="_x0000_s82151" name="" r:id="rId13" imgW="91440" imgH="118110" progId="Equation.Ribbit">
                  <p:embed/>
                </p:oleObj>
              </mc:Choice>
              <mc:Fallback>
                <p:oleObj name="" r:id="rId13" imgW="91440" imgH="118110" progId="Equation.Ribbit">
                  <p:embed/>
                  <p:pic>
                    <p:nvPicPr>
                      <p:cNvPr id="0" name="图片 3085"/>
                      <p:cNvPicPr/>
                      <p:nvPr/>
                    </p:nvPicPr>
                    <p:blipFill>
                      <a:blip r:embed="rId4"/>
                      <a:stretch>
                        <a:fillRect/>
                      </a:stretch>
                    </p:blipFill>
                    <p:spPr>
                      <a:xfrm>
                        <a:off x="1944688" y="2590800"/>
                        <a:ext cx="182562" cy="236538"/>
                      </a:xfrm>
                      <a:prstGeom prst="rect">
                        <a:avLst/>
                      </a:prstGeom>
                      <a:noFill/>
                      <a:ln w="38100">
                        <a:noFill/>
                        <a:miter/>
                      </a:ln>
                    </p:spPr>
                  </p:pic>
                </p:oleObj>
              </mc:Fallback>
            </mc:AlternateContent>
          </a:graphicData>
        </a:graphic>
      </p:graphicFrame>
      <p:graphicFrame>
        <p:nvGraphicFramePr>
          <p:cNvPr id="97293" name="对象 21"/>
          <p:cNvGraphicFramePr>
            <a:graphicFrameLocks noChangeAspect="1"/>
          </p:cNvGraphicFramePr>
          <p:nvPr/>
        </p:nvGraphicFramePr>
        <p:xfrm>
          <a:off x="4697413" y="1503363"/>
          <a:ext cx="182562" cy="236537"/>
        </p:xfrm>
        <a:graphic>
          <a:graphicData uri="http://schemas.openxmlformats.org/presentationml/2006/ole">
            <mc:AlternateContent xmlns:mc="http://schemas.openxmlformats.org/markup-compatibility/2006">
              <mc:Choice xmlns:v="urn:schemas-microsoft-com:vml" Requires="v">
                <p:oleObj spid="_x0000_s82152" name="" r:id="rId14" imgW="91440" imgH="118110" progId="Equation.Ribbit">
                  <p:embed/>
                </p:oleObj>
              </mc:Choice>
              <mc:Fallback>
                <p:oleObj name="" r:id="rId14" imgW="91440" imgH="118110" progId="Equation.Ribbit">
                  <p:embed/>
                  <p:pic>
                    <p:nvPicPr>
                      <p:cNvPr id="0" name="图片 3086"/>
                      <p:cNvPicPr/>
                      <p:nvPr/>
                    </p:nvPicPr>
                    <p:blipFill>
                      <a:blip r:embed="rId4"/>
                      <a:stretch>
                        <a:fillRect/>
                      </a:stretch>
                    </p:blipFill>
                    <p:spPr>
                      <a:xfrm>
                        <a:off x="4697413" y="1503363"/>
                        <a:ext cx="182562" cy="236537"/>
                      </a:xfrm>
                      <a:prstGeom prst="rect">
                        <a:avLst/>
                      </a:prstGeom>
                      <a:noFill/>
                      <a:ln w="38100">
                        <a:noFill/>
                        <a:miter/>
                      </a:ln>
                    </p:spPr>
                  </p:pic>
                </p:oleObj>
              </mc:Fallback>
            </mc:AlternateContent>
          </a:graphicData>
        </a:graphic>
      </p:graphicFrame>
      <p:graphicFrame>
        <p:nvGraphicFramePr>
          <p:cNvPr id="97294" name="对象 22"/>
          <p:cNvGraphicFramePr>
            <a:graphicFrameLocks noChangeAspect="1"/>
          </p:cNvGraphicFramePr>
          <p:nvPr/>
        </p:nvGraphicFramePr>
        <p:xfrm>
          <a:off x="2246313" y="1503363"/>
          <a:ext cx="182562" cy="236537"/>
        </p:xfrm>
        <a:graphic>
          <a:graphicData uri="http://schemas.openxmlformats.org/presentationml/2006/ole">
            <mc:AlternateContent xmlns:mc="http://schemas.openxmlformats.org/markup-compatibility/2006">
              <mc:Choice xmlns:v="urn:schemas-microsoft-com:vml" Requires="v">
                <p:oleObj spid="_x0000_s82153" name="" r:id="rId15" imgW="91440" imgH="118110" progId="Equation.Ribbit">
                  <p:embed/>
                </p:oleObj>
              </mc:Choice>
              <mc:Fallback>
                <p:oleObj name="" r:id="rId15" imgW="91440" imgH="118110" progId="Equation.Ribbit">
                  <p:embed/>
                  <p:pic>
                    <p:nvPicPr>
                      <p:cNvPr id="0" name="图片 3092"/>
                      <p:cNvPicPr/>
                      <p:nvPr/>
                    </p:nvPicPr>
                    <p:blipFill>
                      <a:blip r:embed="rId4"/>
                      <a:stretch>
                        <a:fillRect/>
                      </a:stretch>
                    </p:blipFill>
                    <p:spPr>
                      <a:xfrm>
                        <a:off x="2246313" y="1503363"/>
                        <a:ext cx="182562" cy="236537"/>
                      </a:xfrm>
                      <a:prstGeom prst="rect">
                        <a:avLst/>
                      </a:prstGeom>
                      <a:noFill/>
                      <a:ln w="38100">
                        <a:noFill/>
                        <a:miter/>
                      </a:ln>
                    </p:spPr>
                  </p:pic>
                </p:oleObj>
              </mc:Fallback>
            </mc:AlternateContent>
          </a:graphicData>
        </a:graphic>
      </p:graphicFrame>
      <p:graphicFrame>
        <p:nvGraphicFramePr>
          <p:cNvPr id="97295" name="对象 23"/>
          <p:cNvGraphicFramePr>
            <a:graphicFrameLocks noChangeAspect="1"/>
          </p:cNvGraphicFramePr>
          <p:nvPr/>
        </p:nvGraphicFramePr>
        <p:xfrm>
          <a:off x="6424613" y="1749425"/>
          <a:ext cx="1374775" cy="762000"/>
        </p:xfrm>
        <a:graphic>
          <a:graphicData uri="http://schemas.openxmlformats.org/presentationml/2006/ole">
            <mc:AlternateContent xmlns:mc="http://schemas.openxmlformats.org/markup-compatibility/2006">
              <mc:Choice xmlns:v="urn:schemas-microsoft-com:vml" Requires="v">
                <p:oleObj spid="_x0000_s82154" name="" r:id="rId16" imgW="693420" imgH="384810" progId="Equation.Ribbit">
                  <p:embed/>
                </p:oleObj>
              </mc:Choice>
              <mc:Fallback>
                <p:oleObj name="" r:id="rId16" imgW="693420" imgH="384810" progId="Equation.Ribbit">
                  <p:embed/>
                  <p:pic>
                    <p:nvPicPr>
                      <p:cNvPr id="0" name="图片 3093"/>
                      <p:cNvPicPr/>
                      <p:nvPr/>
                    </p:nvPicPr>
                    <p:blipFill>
                      <a:blip r:embed="rId17"/>
                      <a:stretch>
                        <a:fillRect/>
                      </a:stretch>
                    </p:blipFill>
                    <p:spPr>
                      <a:xfrm>
                        <a:off x="6424613" y="1749425"/>
                        <a:ext cx="1374775" cy="762000"/>
                      </a:xfrm>
                      <a:prstGeom prst="rect">
                        <a:avLst/>
                      </a:prstGeom>
                      <a:noFill/>
                      <a:ln w="38100">
                        <a:noFill/>
                        <a:miter/>
                      </a:ln>
                    </p:spPr>
                  </p:pic>
                </p:oleObj>
              </mc:Fallback>
            </mc:AlternateContent>
          </a:graphicData>
        </a:graphic>
      </p:graphicFrame>
      <p:graphicFrame>
        <p:nvGraphicFramePr>
          <p:cNvPr id="97296" name="对象 24"/>
          <p:cNvGraphicFramePr>
            <a:graphicFrameLocks noChangeAspect="1"/>
          </p:cNvGraphicFramePr>
          <p:nvPr/>
        </p:nvGraphicFramePr>
        <p:xfrm>
          <a:off x="4860925" y="1749425"/>
          <a:ext cx="560388" cy="762000"/>
        </p:xfrm>
        <a:graphic>
          <a:graphicData uri="http://schemas.openxmlformats.org/presentationml/2006/ole">
            <mc:AlternateContent xmlns:mc="http://schemas.openxmlformats.org/markup-compatibility/2006">
              <mc:Choice xmlns:v="urn:schemas-microsoft-com:vml" Requires="v">
                <p:oleObj spid="_x0000_s82155" name="" r:id="rId18" imgW="281940" imgH="384810" progId="Equation.Ribbit">
                  <p:embed/>
                </p:oleObj>
              </mc:Choice>
              <mc:Fallback>
                <p:oleObj name="" r:id="rId18" imgW="281940" imgH="384810" progId="Equation.Ribbit">
                  <p:embed/>
                  <p:pic>
                    <p:nvPicPr>
                      <p:cNvPr id="0" name="图片 3094"/>
                      <p:cNvPicPr/>
                      <p:nvPr/>
                    </p:nvPicPr>
                    <p:blipFill>
                      <a:blip r:embed="rId19"/>
                      <a:stretch>
                        <a:fillRect/>
                      </a:stretch>
                    </p:blipFill>
                    <p:spPr>
                      <a:xfrm>
                        <a:off x="4860925" y="1749425"/>
                        <a:ext cx="560388" cy="762000"/>
                      </a:xfrm>
                      <a:prstGeom prst="rect">
                        <a:avLst/>
                      </a:prstGeom>
                      <a:noFill/>
                      <a:ln w="38100">
                        <a:noFill/>
                        <a:miter/>
                      </a:ln>
                    </p:spPr>
                  </p:pic>
                </p:oleObj>
              </mc:Fallback>
            </mc:AlternateContent>
          </a:graphicData>
        </a:graphic>
      </p:graphicFrame>
      <p:graphicFrame>
        <p:nvGraphicFramePr>
          <p:cNvPr id="97297" name="对象 28"/>
          <p:cNvGraphicFramePr>
            <a:graphicFrameLocks noChangeAspect="1"/>
          </p:cNvGraphicFramePr>
          <p:nvPr/>
        </p:nvGraphicFramePr>
        <p:xfrm>
          <a:off x="6273800" y="4265613"/>
          <a:ext cx="114300" cy="295275"/>
        </p:xfrm>
        <a:graphic>
          <a:graphicData uri="http://schemas.openxmlformats.org/presentationml/2006/ole">
            <mc:AlternateContent xmlns:mc="http://schemas.openxmlformats.org/markup-compatibility/2006">
              <mc:Choice xmlns:v="urn:schemas-microsoft-com:vml" Requires="v">
                <p:oleObj spid="_x0000_s82156" name="" r:id="rId20" imgW="59690" imgH="148590" progId="Equation.Ribbit">
                  <p:embed/>
                </p:oleObj>
              </mc:Choice>
              <mc:Fallback>
                <p:oleObj name="" r:id="rId20" imgW="59690" imgH="148590" progId="Equation.Ribbit">
                  <p:embed/>
                  <p:pic>
                    <p:nvPicPr>
                      <p:cNvPr id="0" name="图片 3095"/>
                      <p:cNvPicPr/>
                      <p:nvPr/>
                    </p:nvPicPr>
                    <p:blipFill>
                      <a:blip r:embed="rId21"/>
                      <a:stretch>
                        <a:fillRect/>
                      </a:stretch>
                    </p:blipFill>
                    <p:spPr>
                      <a:xfrm>
                        <a:off x="6273800" y="4265613"/>
                        <a:ext cx="114300" cy="295275"/>
                      </a:xfrm>
                      <a:prstGeom prst="rect">
                        <a:avLst/>
                      </a:prstGeom>
                      <a:noFill/>
                      <a:ln w="38100">
                        <a:noFill/>
                        <a:miter/>
                      </a:ln>
                    </p:spPr>
                  </p:pic>
                </p:oleObj>
              </mc:Fallback>
            </mc:AlternateContent>
          </a:graphicData>
        </a:graphic>
      </p:graphicFrame>
      <p:graphicFrame>
        <p:nvGraphicFramePr>
          <p:cNvPr id="97298" name="对象 31"/>
          <p:cNvGraphicFramePr>
            <a:graphicFrameLocks noChangeAspect="1"/>
          </p:cNvGraphicFramePr>
          <p:nvPr/>
        </p:nvGraphicFramePr>
        <p:xfrm>
          <a:off x="2554288" y="4214813"/>
          <a:ext cx="674687" cy="300037"/>
        </p:xfrm>
        <a:graphic>
          <a:graphicData uri="http://schemas.openxmlformats.org/presentationml/2006/ole">
            <mc:AlternateContent xmlns:mc="http://schemas.openxmlformats.org/markup-compatibility/2006">
              <mc:Choice xmlns:v="urn:schemas-microsoft-com:vml" Requires="v">
                <p:oleObj spid="_x0000_s82157" name="" r:id="rId22" imgW="339090" imgH="151130" progId="Equation.Ribbit">
                  <p:embed/>
                </p:oleObj>
              </mc:Choice>
              <mc:Fallback>
                <p:oleObj name="" r:id="rId22" imgW="339090" imgH="151130" progId="Equation.Ribbit">
                  <p:embed/>
                  <p:pic>
                    <p:nvPicPr>
                      <p:cNvPr id="0" name="图片 3098"/>
                      <p:cNvPicPr/>
                      <p:nvPr/>
                    </p:nvPicPr>
                    <p:blipFill>
                      <a:blip r:embed="rId23"/>
                      <a:stretch>
                        <a:fillRect/>
                      </a:stretch>
                    </p:blipFill>
                    <p:spPr>
                      <a:xfrm>
                        <a:off x="2554288" y="4214813"/>
                        <a:ext cx="674687" cy="300037"/>
                      </a:xfrm>
                      <a:prstGeom prst="rect">
                        <a:avLst/>
                      </a:prstGeom>
                      <a:noFill/>
                      <a:ln w="38100">
                        <a:noFill/>
                        <a:miter/>
                      </a:ln>
                    </p:spPr>
                  </p:pic>
                </p:oleObj>
              </mc:Fallback>
            </mc:AlternateContent>
          </a:graphicData>
        </a:graphic>
      </p:graphicFrame>
      <p:graphicFrame>
        <p:nvGraphicFramePr>
          <p:cNvPr id="97299" name="对象 32"/>
          <p:cNvGraphicFramePr>
            <a:graphicFrameLocks noChangeAspect="1"/>
          </p:cNvGraphicFramePr>
          <p:nvPr/>
        </p:nvGraphicFramePr>
        <p:xfrm>
          <a:off x="1649413" y="3690938"/>
          <a:ext cx="182562" cy="236537"/>
        </p:xfrm>
        <a:graphic>
          <a:graphicData uri="http://schemas.openxmlformats.org/presentationml/2006/ole">
            <mc:AlternateContent xmlns:mc="http://schemas.openxmlformats.org/markup-compatibility/2006">
              <mc:Choice xmlns:v="urn:schemas-microsoft-com:vml" Requires="v">
                <p:oleObj spid="_x0000_s82158" name="" r:id="rId24" imgW="91440" imgH="118110" progId="Equation.Ribbit">
                  <p:embed/>
                </p:oleObj>
              </mc:Choice>
              <mc:Fallback>
                <p:oleObj name="" r:id="rId24" imgW="91440" imgH="118110" progId="Equation.Ribbit">
                  <p:embed/>
                  <p:pic>
                    <p:nvPicPr>
                      <p:cNvPr id="0" name="图片 3096"/>
                      <p:cNvPicPr/>
                      <p:nvPr/>
                    </p:nvPicPr>
                    <p:blipFill>
                      <a:blip r:embed="rId4"/>
                      <a:stretch>
                        <a:fillRect/>
                      </a:stretch>
                    </p:blipFill>
                    <p:spPr>
                      <a:xfrm>
                        <a:off x="1649413" y="3690938"/>
                        <a:ext cx="182562" cy="236537"/>
                      </a:xfrm>
                      <a:prstGeom prst="rect">
                        <a:avLst/>
                      </a:prstGeom>
                      <a:noFill/>
                      <a:ln w="38100">
                        <a:noFill/>
                        <a:miter/>
                      </a:ln>
                    </p:spPr>
                  </p:pic>
                </p:oleObj>
              </mc:Fallback>
            </mc:AlternateContent>
          </a:graphicData>
        </a:graphic>
      </p:graphicFrame>
      <p:graphicFrame>
        <p:nvGraphicFramePr>
          <p:cNvPr id="97300" name="对象 33"/>
          <p:cNvGraphicFramePr>
            <a:graphicFrameLocks noChangeAspect="1"/>
          </p:cNvGraphicFramePr>
          <p:nvPr/>
        </p:nvGraphicFramePr>
        <p:xfrm>
          <a:off x="2268538" y="3125788"/>
          <a:ext cx="136525" cy="315912"/>
        </p:xfrm>
        <a:graphic>
          <a:graphicData uri="http://schemas.openxmlformats.org/presentationml/2006/ole">
            <mc:AlternateContent xmlns:mc="http://schemas.openxmlformats.org/markup-compatibility/2006">
              <mc:Choice xmlns:v="urn:schemas-microsoft-com:vml" Requires="v">
                <p:oleObj spid="_x0000_s82159" name="" r:id="rId25" imgW="68580" imgH="158750" progId="Equation.Ribbit">
                  <p:embed/>
                </p:oleObj>
              </mc:Choice>
              <mc:Fallback>
                <p:oleObj name="" r:id="rId25" imgW="68580" imgH="158750" progId="Equation.Ribbit">
                  <p:embed/>
                  <p:pic>
                    <p:nvPicPr>
                      <p:cNvPr id="0" name="图片 3097"/>
                      <p:cNvPicPr/>
                      <p:nvPr/>
                    </p:nvPicPr>
                    <p:blipFill>
                      <a:blip r:embed="rId26"/>
                      <a:stretch>
                        <a:fillRect/>
                      </a:stretch>
                    </p:blipFill>
                    <p:spPr>
                      <a:xfrm>
                        <a:off x="2268538" y="3125788"/>
                        <a:ext cx="136525" cy="315912"/>
                      </a:xfrm>
                      <a:prstGeom prst="rect">
                        <a:avLst/>
                      </a:prstGeom>
                      <a:noFill/>
                      <a:ln w="38100">
                        <a:noFill/>
                        <a:miter/>
                      </a:ln>
                    </p:spPr>
                  </p:pic>
                </p:oleObj>
              </mc:Fallback>
            </mc:AlternateContent>
          </a:graphicData>
        </a:graphic>
      </p:graphicFrame>
      <p:graphicFrame>
        <p:nvGraphicFramePr>
          <p:cNvPr id="97301" name="对象 34"/>
          <p:cNvGraphicFramePr>
            <a:graphicFrameLocks noChangeAspect="1"/>
          </p:cNvGraphicFramePr>
          <p:nvPr/>
        </p:nvGraphicFramePr>
        <p:xfrm>
          <a:off x="2555875" y="3098800"/>
          <a:ext cx="1711325" cy="336550"/>
        </p:xfrm>
        <a:graphic>
          <a:graphicData uri="http://schemas.openxmlformats.org/presentationml/2006/ole">
            <mc:AlternateContent xmlns:mc="http://schemas.openxmlformats.org/markup-compatibility/2006">
              <mc:Choice xmlns:v="urn:schemas-microsoft-com:vml" Requires="v">
                <p:oleObj spid="_x0000_s82160" name="" r:id="rId27" imgW="863600" imgH="168910" progId="Equation.Ribbit">
                  <p:embed/>
                </p:oleObj>
              </mc:Choice>
              <mc:Fallback>
                <p:oleObj name="" r:id="rId27" imgW="863600" imgH="168910" progId="Equation.Ribbit">
                  <p:embed/>
                  <p:pic>
                    <p:nvPicPr>
                      <p:cNvPr id="0" name="图片 3099"/>
                      <p:cNvPicPr/>
                      <p:nvPr/>
                    </p:nvPicPr>
                    <p:blipFill>
                      <a:blip r:embed="rId28"/>
                      <a:stretch>
                        <a:fillRect/>
                      </a:stretch>
                    </p:blipFill>
                    <p:spPr>
                      <a:xfrm>
                        <a:off x="2555875" y="3098800"/>
                        <a:ext cx="1711325" cy="336550"/>
                      </a:xfrm>
                      <a:prstGeom prst="rect">
                        <a:avLst/>
                      </a:prstGeom>
                      <a:noFill/>
                      <a:ln w="38100">
                        <a:noFill/>
                        <a:miter/>
                      </a:ln>
                    </p:spPr>
                  </p:pic>
                </p:oleObj>
              </mc:Fallback>
            </mc:AlternateContent>
          </a:graphicData>
        </a:graphic>
      </p:graphicFrame>
      <p:graphicFrame>
        <p:nvGraphicFramePr>
          <p:cNvPr id="97302" name="对象 38"/>
          <p:cNvGraphicFramePr>
            <a:graphicFrameLocks noChangeAspect="1"/>
          </p:cNvGraphicFramePr>
          <p:nvPr/>
        </p:nvGraphicFramePr>
        <p:xfrm>
          <a:off x="928688" y="3651250"/>
          <a:ext cx="136525" cy="315913"/>
        </p:xfrm>
        <a:graphic>
          <a:graphicData uri="http://schemas.openxmlformats.org/presentationml/2006/ole">
            <mc:AlternateContent xmlns:mc="http://schemas.openxmlformats.org/markup-compatibility/2006">
              <mc:Choice xmlns:v="urn:schemas-microsoft-com:vml" Requires="v">
                <p:oleObj spid="_x0000_s82161" name="" r:id="rId29" imgW="68580" imgH="158750" progId="Equation.Ribbit">
                  <p:embed/>
                </p:oleObj>
              </mc:Choice>
              <mc:Fallback>
                <p:oleObj name="" r:id="rId29" imgW="68580" imgH="158750" progId="Equation.Ribbit">
                  <p:embed/>
                  <p:pic>
                    <p:nvPicPr>
                      <p:cNvPr id="0" name="图片 3075"/>
                      <p:cNvPicPr/>
                      <p:nvPr/>
                    </p:nvPicPr>
                    <p:blipFill>
                      <a:blip r:embed="rId26"/>
                      <a:stretch>
                        <a:fillRect/>
                      </a:stretch>
                    </p:blipFill>
                    <p:spPr>
                      <a:xfrm>
                        <a:off x="928688" y="3651250"/>
                        <a:ext cx="136525" cy="315913"/>
                      </a:xfrm>
                      <a:prstGeom prst="rect">
                        <a:avLst/>
                      </a:prstGeom>
                      <a:noFill/>
                      <a:ln w="38100">
                        <a:noFill/>
                        <a:miter/>
                      </a:ln>
                    </p:spPr>
                  </p:pic>
                </p:oleObj>
              </mc:Fallback>
            </mc:AlternateContent>
          </a:graphicData>
        </a:graphic>
      </p:graphicFrame>
      <p:graphicFrame>
        <p:nvGraphicFramePr>
          <p:cNvPr id="97303" name="对象 39"/>
          <p:cNvGraphicFramePr>
            <a:graphicFrameLocks noChangeAspect="1"/>
          </p:cNvGraphicFramePr>
          <p:nvPr/>
        </p:nvGraphicFramePr>
        <p:xfrm>
          <a:off x="4659313" y="3097213"/>
          <a:ext cx="136525" cy="315912"/>
        </p:xfrm>
        <a:graphic>
          <a:graphicData uri="http://schemas.openxmlformats.org/presentationml/2006/ole">
            <mc:AlternateContent xmlns:mc="http://schemas.openxmlformats.org/markup-compatibility/2006">
              <mc:Choice xmlns:v="urn:schemas-microsoft-com:vml" Requires="v">
                <p:oleObj spid="_x0000_s82162" name="" r:id="rId30" imgW="68580" imgH="158750" progId="Equation.Ribbit">
                  <p:embed/>
                </p:oleObj>
              </mc:Choice>
              <mc:Fallback>
                <p:oleObj name="" r:id="rId30" imgW="68580" imgH="158750" progId="Equation.Ribbit">
                  <p:embed/>
                  <p:pic>
                    <p:nvPicPr>
                      <p:cNvPr id="0" name="图片 3076"/>
                      <p:cNvPicPr/>
                      <p:nvPr/>
                    </p:nvPicPr>
                    <p:blipFill>
                      <a:blip r:embed="rId26"/>
                      <a:stretch>
                        <a:fillRect/>
                      </a:stretch>
                    </p:blipFill>
                    <p:spPr>
                      <a:xfrm>
                        <a:off x="4659313" y="3097213"/>
                        <a:ext cx="136525" cy="315912"/>
                      </a:xfrm>
                      <a:prstGeom prst="rect">
                        <a:avLst/>
                      </a:prstGeom>
                      <a:noFill/>
                      <a:ln w="38100">
                        <a:noFill/>
                        <a:miter/>
                      </a:ln>
                    </p:spPr>
                  </p:pic>
                </p:oleObj>
              </mc:Fallback>
            </mc:AlternateContent>
          </a:graphicData>
        </a:graphic>
      </p:graphicFrame>
      <p:graphicFrame>
        <p:nvGraphicFramePr>
          <p:cNvPr id="97304" name="对象 40"/>
          <p:cNvGraphicFramePr>
            <a:graphicFrameLocks noChangeAspect="1"/>
          </p:cNvGraphicFramePr>
          <p:nvPr/>
        </p:nvGraphicFramePr>
        <p:xfrm>
          <a:off x="7016750" y="2792413"/>
          <a:ext cx="1365250" cy="762000"/>
        </p:xfrm>
        <a:graphic>
          <a:graphicData uri="http://schemas.openxmlformats.org/presentationml/2006/ole">
            <mc:AlternateContent xmlns:mc="http://schemas.openxmlformats.org/markup-compatibility/2006">
              <mc:Choice xmlns:v="urn:schemas-microsoft-com:vml" Requires="v">
                <p:oleObj spid="_x0000_s82163" name="" r:id="rId31" imgW="689610" imgH="384810" progId="Equation.Ribbit">
                  <p:embed/>
                </p:oleObj>
              </mc:Choice>
              <mc:Fallback>
                <p:oleObj name="" r:id="rId31" imgW="689610" imgH="384810" progId="Equation.Ribbit">
                  <p:embed/>
                  <p:pic>
                    <p:nvPicPr>
                      <p:cNvPr id="0" name="图片 3077"/>
                      <p:cNvPicPr/>
                      <p:nvPr/>
                    </p:nvPicPr>
                    <p:blipFill>
                      <a:blip r:embed="rId32"/>
                      <a:stretch>
                        <a:fillRect/>
                      </a:stretch>
                    </p:blipFill>
                    <p:spPr>
                      <a:xfrm>
                        <a:off x="7016750" y="2792413"/>
                        <a:ext cx="1365250" cy="762000"/>
                      </a:xfrm>
                      <a:prstGeom prst="rect">
                        <a:avLst/>
                      </a:prstGeom>
                      <a:noFill/>
                      <a:ln w="38100">
                        <a:noFill/>
                        <a:miter/>
                      </a:ln>
                    </p:spPr>
                  </p:pic>
                </p:oleObj>
              </mc:Fallback>
            </mc:AlternateContent>
          </a:graphicData>
        </a:graphic>
      </p:graphicFrame>
      <p:graphicFrame>
        <p:nvGraphicFramePr>
          <p:cNvPr id="97305" name="对象 41"/>
          <p:cNvGraphicFramePr>
            <a:graphicFrameLocks noChangeAspect="1"/>
          </p:cNvGraphicFramePr>
          <p:nvPr/>
        </p:nvGraphicFramePr>
        <p:xfrm>
          <a:off x="3967163" y="4170363"/>
          <a:ext cx="1460500" cy="315912"/>
        </p:xfrm>
        <a:graphic>
          <a:graphicData uri="http://schemas.openxmlformats.org/presentationml/2006/ole">
            <mc:AlternateContent xmlns:mc="http://schemas.openxmlformats.org/markup-compatibility/2006">
              <mc:Choice xmlns:v="urn:schemas-microsoft-com:vml" Requires="v">
                <p:oleObj spid="_x0000_s82164" name="" r:id="rId33" imgW="732790" imgH="158750" progId="Equation.Ribbit">
                  <p:embed/>
                </p:oleObj>
              </mc:Choice>
              <mc:Fallback>
                <p:oleObj name="" r:id="rId33" imgW="732790" imgH="158750" progId="Equation.Ribbit">
                  <p:embed/>
                  <p:pic>
                    <p:nvPicPr>
                      <p:cNvPr id="0" name="图片 3111"/>
                      <p:cNvPicPr/>
                      <p:nvPr/>
                    </p:nvPicPr>
                    <p:blipFill>
                      <a:blip r:embed="rId34"/>
                      <a:stretch>
                        <a:fillRect/>
                      </a:stretch>
                    </p:blipFill>
                    <p:spPr>
                      <a:xfrm>
                        <a:off x="3967163" y="4170363"/>
                        <a:ext cx="1460500" cy="315912"/>
                      </a:xfrm>
                      <a:prstGeom prst="rect">
                        <a:avLst/>
                      </a:prstGeom>
                      <a:noFill/>
                      <a:ln w="38100">
                        <a:noFill/>
                        <a:miter/>
                      </a:ln>
                    </p:spPr>
                  </p:pic>
                </p:oleObj>
              </mc:Fallback>
            </mc:AlternateContent>
          </a:graphicData>
        </a:graphic>
      </p:graphicFrame>
      <p:sp>
        <p:nvSpPr>
          <p:cNvPr id="97306"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8306" name="TextBox 3"/>
          <p:cNvSpPr txBox="1"/>
          <p:nvPr/>
        </p:nvSpPr>
        <p:spPr>
          <a:xfrm>
            <a:off x="323850" y="225425"/>
            <a:ext cx="8143875" cy="60991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5.</a:t>
            </a:r>
            <a:r>
              <a:rPr lang="zh-CN" altLang="en-US" sz="2400" b="1" dirty="0">
                <a:latin typeface="仿宋" panose="02010609060101010101" pitchFamily="49" charset="-122"/>
                <a:ea typeface="仿宋" panose="02010609060101010101" pitchFamily="49" charset="-122"/>
              </a:rPr>
              <a:t>令             和                 </a:t>
            </a:r>
            <a:r>
              <a:rPr lang="en-US" altLang="zh-CN" sz="2400" b="1" dirty="0">
                <a:latin typeface="仿宋" panose="02010609060101010101" pitchFamily="49" charset="-122"/>
                <a:ea typeface="仿宋" panose="02010609060101010101" pitchFamily="49" charset="-122"/>
              </a:rPr>
              <a:t>(</a:t>
            </a:r>
            <a:r>
              <a:rPr lang="zh-CN" altLang="en-US" sz="2400" b="1" dirty="0">
                <a:latin typeface="仿宋" panose="02010609060101010101" pitchFamily="49" charset="-122"/>
                <a:ea typeface="仿宋" panose="02010609060101010101" pitchFamily="49" charset="-122"/>
              </a:rPr>
              <a:t>算法</a:t>
            </a:r>
            <a:r>
              <a:rPr lang="en-US" altLang="zh-CN" sz="2400" b="1" dirty="0">
                <a:latin typeface="仿宋" panose="02010609060101010101" pitchFamily="49" charset="-122"/>
                <a:ea typeface="仿宋" panose="02010609060101010101" pitchFamily="49" charset="-122"/>
              </a:rPr>
              <a:t>2.2.2)</a:t>
            </a:r>
            <a:r>
              <a:rPr lang="zh-CN" altLang="en-US" sz="2400" b="1" dirty="0">
                <a:latin typeface="仿宋" panose="02010609060101010101" pitchFamily="49" charset="-122"/>
                <a:ea typeface="仿宋" panose="02010609060101010101" pitchFamily="49" charset="-122"/>
              </a:rPr>
              <a:t>。</a:t>
            </a:r>
            <a:endParaRPr lang="zh-CN" altLang="en-US"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6.</a:t>
            </a:r>
            <a:r>
              <a:rPr lang="zh-CN" altLang="en-US" sz="2400" b="1" dirty="0">
                <a:latin typeface="仿宋" panose="02010609060101010101" pitchFamily="49" charset="-122"/>
                <a:ea typeface="仿宋" panose="02010609060101010101" pitchFamily="49" charset="-122"/>
              </a:rPr>
              <a:t>对于</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从</a:t>
            </a:r>
            <a:r>
              <a:rPr lang="en-US" altLang="zh-CN" sz="2400" b="1" dirty="0">
                <a:latin typeface="仿宋" panose="02010609060101010101" pitchFamily="49" charset="-122"/>
                <a:ea typeface="仿宋" panose="02010609060101010101" pitchFamily="49" charset="-122"/>
              </a:rPr>
              <a:t>1</a:t>
            </a:r>
            <a:r>
              <a:rPr lang="zh-CN" altLang="en-US" sz="2400" b="1" dirty="0">
                <a:latin typeface="仿宋" panose="02010609060101010101" pitchFamily="49" charset="-122"/>
                <a:ea typeface="仿宋" panose="02010609060101010101" pitchFamily="49" charset="-122"/>
              </a:rPr>
              <a:t>到   </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进行下述计算。</a:t>
            </a:r>
            <a:endParaRPr lang="zh-CN" altLang="en-US"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zh-CN" altLang="en-US" sz="2400" b="1" dirty="0">
                <a:latin typeface="仿宋" panose="02010609060101010101" pitchFamily="49" charset="-122"/>
                <a:ea typeface="仿宋" panose="02010609060101010101" pitchFamily="49" charset="-122"/>
              </a:rPr>
              <a:t>  </a:t>
            </a:r>
            <a:r>
              <a:rPr lang="en-US" altLang="zh-CN" sz="2400" b="1" dirty="0">
                <a:latin typeface="仿宋" panose="02010609060101010101" pitchFamily="49" charset="-122"/>
                <a:ea typeface="仿宋" panose="02010609060101010101" pitchFamily="49" charset="-122"/>
              </a:rPr>
              <a:t>6.1 </a:t>
            </a:r>
            <a:r>
              <a:rPr lang="zh-CN" altLang="en-US" sz="2400" b="1" dirty="0">
                <a:latin typeface="仿宋" panose="02010609060101010101" pitchFamily="49" charset="-122"/>
                <a:ea typeface="仿宋" panose="02010609060101010101" pitchFamily="49" charset="-122"/>
              </a:rPr>
              <a:t>计算                       ；</a:t>
            </a:r>
            <a:endParaRPr lang="zh-CN" altLang="en-US"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zh-CN" altLang="en-US" sz="2400" b="1" dirty="0">
                <a:latin typeface="仿宋" panose="02010609060101010101" pitchFamily="49" charset="-122"/>
                <a:ea typeface="仿宋" panose="02010609060101010101" pitchFamily="49" charset="-122"/>
              </a:rPr>
              <a:t>  </a:t>
            </a:r>
            <a:r>
              <a:rPr lang="en-US" altLang="zh-CN" sz="2400" b="1" dirty="0">
                <a:latin typeface="仿宋" panose="02010609060101010101" pitchFamily="49" charset="-122"/>
                <a:ea typeface="仿宋" panose="02010609060101010101" pitchFamily="49" charset="-122"/>
              </a:rPr>
              <a:t>6.2 </a:t>
            </a:r>
            <a:r>
              <a:rPr lang="zh-CN" altLang="en-US" sz="2400" b="1" dirty="0">
                <a:latin typeface="仿宋" panose="02010609060101010101" pitchFamily="49" charset="-122"/>
                <a:ea typeface="仿宋" panose="02010609060101010101" pitchFamily="49" charset="-122"/>
              </a:rPr>
              <a:t>如果             </a:t>
            </a:r>
            <a:r>
              <a:rPr lang="en-US" altLang="zh-CN" sz="2400" b="1" dirty="0">
                <a:latin typeface="仿宋" panose="02010609060101010101" pitchFamily="49" charset="-122"/>
                <a:ea typeface="仿宋" panose="02010609060101010101" pitchFamily="49" charset="-122"/>
              </a:rPr>
              <a:t>,</a:t>
            </a:r>
            <a:r>
              <a:rPr lang="zh-CN" altLang="en-US" sz="2400" b="1" dirty="0">
                <a:latin typeface="仿宋" panose="02010609060101010101" pitchFamily="49" charset="-122"/>
                <a:ea typeface="仿宋" panose="02010609060101010101" pitchFamily="49" charset="-122"/>
              </a:rPr>
              <a:t>则设               </a:t>
            </a:r>
            <a:r>
              <a:rPr lang="en-US" altLang="zh-CN" sz="2400" b="1" dirty="0">
                <a:latin typeface="仿宋" panose="02010609060101010101" pitchFamily="49" charset="-122"/>
                <a:ea typeface="仿宋" panose="02010609060101010101" pitchFamily="49" charset="-122"/>
              </a:rPr>
              <a:t>;</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  6.3 </a:t>
            </a:r>
            <a:r>
              <a:rPr lang="zh-CN" altLang="en-US" sz="2400" b="1" dirty="0">
                <a:latin typeface="仿宋" panose="02010609060101010101" pitchFamily="49" charset="-122"/>
                <a:ea typeface="仿宋" panose="02010609060101010101" pitchFamily="49" charset="-122"/>
              </a:rPr>
              <a:t>令             。</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zh-CN" altLang="en-US" sz="2400" b="1" dirty="0">
                <a:latin typeface="仿宋" panose="02010609060101010101" pitchFamily="49" charset="-122"/>
                <a:ea typeface="仿宋" panose="02010609060101010101" pitchFamily="49" charset="-122"/>
              </a:rPr>
              <a:t>返回      。</a:t>
            </a:r>
            <a:endParaRPr lang="zh-CN" altLang="en-US"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算法</a:t>
            </a:r>
            <a:r>
              <a:rPr lang="en-US" altLang="zh-CN" sz="2400" b="1" dirty="0">
                <a:latin typeface="仿宋" panose="02010609060101010101" pitchFamily="49" charset="-122"/>
                <a:ea typeface="仿宋" panose="02010609060101010101" pitchFamily="49" charset="-122"/>
              </a:rPr>
              <a:t>3.3.3</a:t>
            </a:r>
            <a:r>
              <a:rPr lang="zh-CN" altLang="en-US" sz="2400" b="1" dirty="0">
                <a:latin typeface="仿宋" panose="02010609060101010101" pitchFamily="49" charset="-122"/>
                <a:ea typeface="仿宋" panose="02010609060101010101" pitchFamily="49" charset="-122"/>
              </a:rPr>
              <a:t>是一个随机化算法，因为步骤</a:t>
            </a:r>
            <a:r>
              <a:rPr lang="en-US" altLang="zh-CN" sz="2400" b="1" dirty="0">
                <a:latin typeface="仿宋" panose="02010609060101010101" pitchFamily="49" charset="-122"/>
                <a:ea typeface="仿宋" panose="02010609060101010101" pitchFamily="49" charset="-122"/>
              </a:rPr>
              <a:t>2</a:t>
            </a:r>
            <a:r>
              <a:rPr lang="zh-CN" altLang="en-US" sz="2400" b="1" dirty="0">
                <a:latin typeface="仿宋" panose="02010609060101010101" pitchFamily="49" charset="-122"/>
                <a:ea typeface="仿宋" panose="02010609060101010101" pitchFamily="49" charset="-122"/>
              </a:rPr>
              <a:t>中，二次非剩余</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是随机选择的。现在</a:t>
            </a:r>
            <a:r>
              <a:rPr lang="zh-CN" altLang="en-US" sz="2400" b="1" dirty="0">
                <a:solidFill>
                  <a:srgbClr val="FF0000"/>
                </a:solidFill>
                <a:latin typeface="仿宋" panose="02010609060101010101" pitchFamily="49" charset="-122"/>
                <a:ea typeface="仿宋" panose="02010609060101010101" pitchFamily="49" charset="-122"/>
              </a:rPr>
              <a:t>还没有确定的多项式时间算法</a:t>
            </a:r>
            <a:r>
              <a:rPr lang="zh-CN" altLang="en-US" sz="2400" b="1" dirty="0">
                <a:latin typeface="仿宋" panose="02010609060101010101" pitchFamily="49" charset="-122"/>
                <a:ea typeface="仿宋" panose="02010609060101010101" pitchFamily="49" charset="-122"/>
              </a:rPr>
              <a:t>能够找到一个模素数</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二次非剩余。</a:t>
            </a:r>
            <a:endParaRPr lang="zh-CN" altLang="en-US"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endParaRPr lang="zh-CN" altLang="en-US" sz="2400" b="1" dirty="0">
              <a:latin typeface="仿宋" panose="02010609060101010101" pitchFamily="49" charset="-122"/>
              <a:ea typeface="仿宋" panose="02010609060101010101" pitchFamily="49" charset="-122"/>
            </a:endParaRPr>
          </a:p>
        </p:txBody>
      </p:sp>
      <p:sp>
        <p:nvSpPr>
          <p:cNvPr id="98307" name="Rectangle 9"/>
          <p:cNvSpPr/>
          <p:nvPr/>
        </p:nvSpPr>
        <p:spPr>
          <a:xfrm>
            <a:off x="0" y="-71437"/>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graphicFrame>
        <p:nvGraphicFramePr>
          <p:cNvPr id="98308" name="对象 1"/>
          <p:cNvGraphicFramePr>
            <a:graphicFrameLocks noChangeAspect="1"/>
          </p:cNvGraphicFramePr>
          <p:nvPr/>
        </p:nvGraphicFramePr>
        <p:xfrm>
          <a:off x="1042988" y="350838"/>
          <a:ext cx="1866900" cy="374650"/>
        </p:xfrm>
        <a:graphic>
          <a:graphicData uri="http://schemas.openxmlformats.org/presentationml/2006/ole">
            <mc:AlternateContent xmlns:mc="http://schemas.openxmlformats.org/markup-compatibility/2006">
              <mc:Choice xmlns:v="urn:schemas-microsoft-com:vml" Requires="v">
                <p:oleObj spid="_x0000_s83057" name="" r:id="rId1" imgW="941070" imgH="189230" progId="Equation.Ribbit">
                  <p:embed/>
                </p:oleObj>
              </mc:Choice>
              <mc:Fallback>
                <p:oleObj name="" r:id="rId1" imgW="941070" imgH="189230" progId="Equation.Ribbit">
                  <p:embed/>
                  <p:pic>
                    <p:nvPicPr>
                      <p:cNvPr id="0" name="图片 3101"/>
                      <p:cNvPicPr/>
                      <p:nvPr/>
                    </p:nvPicPr>
                    <p:blipFill>
                      <a:blip r:embed="rId2"/>
                      <a:stretch>
                        <a:fillRect/>
                      </a:stretch>
                    </p:blipFill>
                    <p:spPr>
                      <a:xfrm>
                        <a:off x="1042988" y="350838"/>
                        <a:ext cx="1866900" cy="374650"/>
                      </a:xfrm>
                      <a:prstGeom prst="rect">
                        <a:avLst/>
                      </a:prstGeom>
                      <a:noFill/>
                      <a:ln w="38100">
                        <a:noFill/>
                        <a:miter/>
                      </a:ln>
                    </p:spPr>
                  </p:pic>
                </p:oleObj>
              </mc:Fallback>
            </mc:AlternateContent>
          </a:graphicData>
        </a:graphic>
      </p:graphicFrame>
      <p:graphicFrame>
        <p:nvGraphicFramePr>
          <p:cNvPr id="98309" name="对象 26"/>
          <p:cNvGraphicFramePr>
            <a:graphicFrameLocks noChangeAspect="1"/>
          </p:cNvGraphicFramePr>
          <p:nvPr/>
        </p:nvGraphicFramePr>
        <p:xfrm>
          <a:off x="2316163" y="942975"/>
          <a:ext cx="609600" cy="300038"/>
        </p:xfrm>
        <a:graphic>
          <a:graphicData uri="http://schemas.openxmlformats.org/presentationml/2006/ole">
            <mc:AlternateContent xmlns:mc="http://schemas.openxmlformats.org/markup-compatibility/2006">
              <mc:Choice xmlns:v="urn:schemas-microsoft-com:vml" Requires="v">
                <p:oleObj spid="_x0000_s83058" name="" r:id="rId3" imgW="323850" imgH="151130" progId="Equation.Ribbit">
                  <p:embed/>
                </p:oleObj>
              </mc:Choice>
              <mc:Fallback>
                <p:oleObj name="" r:id="rId3" imgW="323850" imgH="151130" progId="Equation.Ribbit">
                  <p:embed/>
                  <p:pic>
                    <p:nvPicPr>
                      <p:cNvPr id="0" name="图片 3112"/>
                      <p:cNvPicPr/>
                      <p:nvPr/>
                    </p:nvPicPr>
                    <p:blipFill>
                      <a:blip r:embed="rId4"/>
                      <a:stretch>
                        <a:fillRect/>
                      </a:stretch>
                    </p:blipFill>
                    <p:spPr>
                      <a:xfrm>
                        <a:off x="2316163" y="942975"/>
                        <a:ext cx="609600" cy="300038"/>
                      </a:xfrm>
                      <a:prstGeom prst="rect">
                        <a:avLst/>
                      </a:prstGeom>
                      <a:noFill/>
                      <a:ln w="38100">
                        <a:noFill/>
                        <a:miter/>
                      </a:ln>
                    </p:spPr>
                  </p:pic>
                </p:oleObj>
              </mc:Fallback>
            </mc:AlternateContent>
          </a:graphicData>
        </a:graphic>
      </p:graphicFrame>
      <p:graphicFrame>
        <p:nvGraphicFramePr>
          <p:cNvPr id="98310" name="对象 27"/>
          <p:cNvGraphicFramePr>
            <a:graphicFrameLocks noChangeAspect="1"/>
          </p:cNvGraphicFramePr>
          <p:nvPr/>
        </p:nvGraphicFramePr>
        <p:xfrm>
          <a:off x="1377950" y="973138"/>
          <a:ext cx="98425" cy="303212"/>
        </p:xfrm>
        <a:graphic>
          <a:graphicData uri="http://schemas.openxmlformats.org/presentationml/2006/ole">
            <mc:AlternateContent xmlns:mc="http://schemas.openxmlformats.org/markup-compatibility/2006">
              <mc:Choice xmlns:v="urn:schemas-microsoft-com:vml" Requires="v">
                <p:oleObj spid="_x0000_s83059" name="" r:id="rId5" imgW="52070" imgH="152400" progId="Equation.Ribbit">
                  <p:embed/>
                </p:oleObj>
              </mc:Choice>
              <mc:Fallback>
                <p:oleObj name="" r:id="rId5" imgW="52070" imgH="152400" progId="Equation.Ribbit">
                  <p:embed/>
                  <p:pic>
                    <p:nvPicPr>
                      <p:cNvPr id="0" name="图片 3114"/>
                      <p:cNvPicPr/>
                      <p:nvPr/>
                    </p:nvPicPr>
                    <p:blipFill>
                      <a:blip r:embed="rId6"/>
                      <a:stretch>
                        <a:fillRect/>
                      </a:stretch>
                    </p:blipFill>
                    <p:spPr>
                      <a:xfrm>
                        <a:off x="1377950" y="973138"/>
                        <a:ext cx="98425" cy="303212"/>
                      </a:xfrm>
                      <a:prstGeom prst="rect">
                        <a:avLst/>
                      </a:prstGeom>
                      <a:noFill/>
                      <a:ln w="38100">
                        <a:noFill/>
                        <a:miter/>
                      </a:ln>
                    </p:spPr>
                  </p:pic>
                </p:oleObj>
              </mc:Fallback>
            </mc:AlternateContent>
          </a:graphicData>
        </a:graphic>
      </p:graphicFrame>
      <p:graphicFrame>
        <p:nvGraphicFramePr>
          <p:cNvPr id="98311" name="对象 30"/>
          <p:cNvGraphicFramePr>
            <a:graphicFrameLocks noChangeAspect="1"/>
          </p:cNvGraphicFramePr>
          <p:nvPr/>
        </p:nvGraphicFramePr>
        <p:xfrm>
          <a:off x="2590800" y="5402263"/>
          <a:ext cx="182563" cy="236537"/>
        </p:xfrm>
        <a:graphic>
          <a:graphicData uri="http://schemas.openxmlformats.org/presentationml/2006/ole">
            <mc:AlternateContent xmlns:mc="http://schemas.openxmlformats.org/markup-compatibility/2006">
              <mc:Choice xmlns:v="urn:schemas-microsoft-com:vml" Requires="v">
                <p:oleObj spid="_x0000_s83060" name="" r:id="rId7" imgW="91440" imgH="118110" progId="Equation.Ribbit">
                  <p:embed/>
                </p:oleObj>
              </mc:Choice>
              <mc:Fallback>
                <p:oleObj name="" r:id="rId7" imgW="91440" imgH="118110" progId="Equation.Ribbit">
                  <p:embed/>
                  <p:pic>
                    <p:nvPicPr>
                      <p:cNvPr id="0" name="图片 3113"/>
                      <p:cNvPicPr/>
                      <p:nvPr/>
                    </p:nvPicPr>
                    <p:blipFill>
                      <a:blip r:embed="rId8"/>
                      <a:stretch>
                        <a:fillRect/>
                      </a:stretch>
                    </p:blipFill>
                    <p:spPr>
                      <a:xfrm>
                        <a:off x="2590800" y="5402263"/>
                        <a:ext cx="182563" cy="236537"/>
                      </a:xfrm>
                      <a:prstGeom prst="rect">
                        <a:avLst/>
                      </a:prstGeom>
                      <a:noFill/>
                      <a:ln w="38100">
                        <a:noFill/>
                        <a:miter/>
                      </a:ln>
                    </p:spPr>
                  </p:pic>
                </p:oleObj>
              </mc:Fallback>
            </mc:AlternateContent>
          </a:graphicData>
        </a:graphic>
      </p:graphicFrame>
      <p:graphicFrame>
        <p:nvGraphicFramePr>
          <p:cNvPr id="98312" name="对象 37"/>
          <p:cNvGraphicFramePr>
            <a:graphicFrameLocks noChangeAspect="1"/>
          </p:cNvGraphicFramePr>
          <p:nvPr/>
        </p:nvGraphicFramePr>
        <p:xfrm>
          <a:off x="762000" y="4789488"/>
          <a:ext cx="136525" cy="315912"/>
        </p:xfrm>
        <a:graphic>
          <a:graphicData uri="http://schemas.openxmlformats.org/presentationml/2006/ole">
            <mc:AlternateContent xmlns:mc="http://schemas.openxmlformats.org/markup-compatibility/2006">
              <mc:Choice xmlns:v="urn:schemas-microsoft-com:vml" Requires="v">
                <p:oleObj spid="_x0000_s83061" name="" r:id="rId9" imgW="68580" imgH="158750" progId="Equation.Ribbit">
                  <p:embed/>
                </p:oleObj>
              </mc:Choice>
              <mc:Fallback>
                <p:oleObj name="" r:id="rId9" imgW="68580" imgH="158750" progId="Equation.Ribbit">
                  <p:embed/>
                  <p:pic>
                    <p:nvPicPr>
                      <p:cNvPr id="0" name="图片 3116"/>
                      <p:cNvPicPr/>
                      <p:nvPr/>
                    </p:nvPicPr>
                    <p:blipFill>
                      <a:blip r:embed="rId10"/>
                      <a:stretch>
                        <a:fillRect/>
                      </a:stretch>
                    </p:blipFill>
                    <p:spPr>
                      <a:xfrm>
                        <a:off x="762000" y="4789488"/>
                        <a:ext cx="136525" cy="315912"/>
                      </a:xfrm>
                      <a:prstGeom prst="rect">
                        <a:avLst/>
                      </a:prstGeom>
                      <a:noFill/>
                      <a:ln w="38100">
                        <a:noFill/>
                        <a:miter/>
                      </a:ln>
                    </p:spPr>
                  </p:pic>
                </p:oleObj>
              </mc:Fallback>
            </mc:AlternateContent>
          </a:graphicData>
        </a:graphic>
      </p:graphicFrame>
      <p:graphicFrame>
        <p:nvGraphicFramePr>
          <p:cNvPr id="98313" name="对象 46"/>
          <p:cNvGraphicFramePr>
            <a:graphicFrameLocks noChangeAspect="1"/>
          </p:cNvGraphicFramePr>
          <p:nvPr/>
        </p:nvGraphicFramePr>
        <p:xfrm>
          <a:off x="3333750" y="315913"/>
          <a:ext cx="2566988" cy="400050"/>
        </p:xfrm>
        <a:graphic>
          <a:graphicData uri="http://schemas.openxmlformats.org/presentationml/2006/ole">
            <mc:AlternateContent xmlns:mc="http://schemas.openxmlformats.org/markup-compatibility/2006">
              <mc:Choice xmlns:v="urn:schemas-microsoft-com:vml" Requires="v">
                <p:oleObj spid="_x0000_s83062" name="" r:id="rId11" imgW="1294130" imgH="201930" progId="Equation.Ribbit">
                  <p:embed/>
                </p:oleObj>
              </mc:Choice>
              <mc:Fallback>
                <p:oleObj name="" r:id="rId11" imgW="1294130" imgH="201930" progId="Equation.Ribbit">
                  <p:embed/>
                  <p:pic>
                    <p:nvPicPr>
                      <p:cNvPr id="0" name="图片 3108"/>
                      <p:cNvPicPr/>
                      <p:nvPr/>
                    </p:nvPicPr>
                    <p:blipFill>
                      <a:blip r:embed="rId12"/>
                      <a:stretch>
                        <a:fillRect/>
                      </a:stretch>
                    </p:blipFill>
                    <p:spPr>
                      <a:xfrm>
                        <a:off x="3333750" y="315913"/>
                        <a:ext cx="2566988" cy="400050"/>
                      </a:xfrm>
                      <a:prstGeom prst="rect">
                        <a:avLst/>
                      </a:prstGeom>
                      <a:noFill/>
                      <a:ln w="38100">
                        <a:noFill/>
                        <a:miter/>
                      </a:ln>
                    </p:spPr>
                  </p:pic>
                </p:oleObj>
              </mc:Fallback>
            </mc:AlternateContent>
          </a:graphicData>
        </a:graphic>
      </p:graphicFrame>
      <p:graphicFrame>
        <p:nvGraphicFramePr>
          <p:cNvPr id="98314" name="对象 47"/>
          <p:cNvGraphicFramePr>
            <a:graphicFrameLocks noChangeAspect="1"/>
          </p:cNvGraphicFramePr>
          <p:nvPr/>
        </p:nvGraphicFramePr>
        <p:xfrm>
          <a:off x="1917700" y="1406525"/>
          <a:ext cx="3436938" cy="422275"/>
        </p:xfrm>
        <a:graphic>
          <a:graphicData uri="http://schemas.openxmlformats.org/presentationml/2006/ole">
            <mc:AlternateContent xmlns:mc="http://schemas.openxmlformats.org/markup-compatibility/2006">
              <mc:Choice xmlns:v="urn:schemas-microsoft-com:vml" Requires="v">
                <p:oleObj spid="_x0000_s83063" name="" r:id="rId13" imgW="1734820" imgH="212090" progId="Equation.Ribbit">
                  <p:embed/>
                </p:oleObj>
              </mc:Choice>
              <mc:Fallback>
                <p:oleObj name="" r:id="rId13" imgW="1734820" imgH="212090" progId="Equation.Ribbit">
                  <p:embed/>
                  <p:pic>
                    <p:nvPicPr>
                      <p:cNvPr id="0" name="图片 3100"/>
                      <p:cNvPicPr/>
                      <p:nvPr/>
                    </p:nvPicPr>
                    <p:blipFill>
                      <a:blip r:embed="rId14"/>
                      <a:stretch>
                        <a:fillRect/>
                      </a:stretch>
                    </p:blipFill>
                    <p:spPr>
                      <a:xfrm>
                        <a:off x="1917700" y="1406525"/>
                        <a:ext cx="3436938" cy="422275"/>
                      </a:xfrm>
                      <a:prstGeom prst="rect">
                        <a:avLst/>
                      </a:prstGeom>
                      <a:noFill/>
                      <a:ln w="38100">
                        <a:noFill/>
                        <a:miter/>
                      </a:ln>
                    </p:spPr>
                  </p:pic>
                </p:oleObj>
              </mc:Fallback>
            </mc:AlternateContent>
          </a:graphicData>
        </a:graphic>
      </p:graphicFrame>
      <p:graphicFrame>
        <p:nvGraphicFramePr>
          <p:cNvPr id="98315" name="对象 48"/>
          <p:cNvGraphicFramePr>
            <a:graphicFrameLocks noChangeAspect="1"/>
          </p:cNvGraphicFramePr>
          <p:nvPr/>
        </p:nvGraphicFramePr>
        <p:xfrm>
          <a:off x="1922463" y="2079625"/>
          <a:ext cx="2006600" cy="352425"/>
        </p:xfrm>
        <a:graphic>
          <a:graphicData uri="http://schemas.openxmlformats.org/presentationml/2006/ole">
            <mc:AlternateContent xmlns:mc="http://schemas.openxmlformats.org/markup-compatibility/2006">
              <mc:Choice xmlns:v="urn:schemas-microsoft-com:vml" Requires="v">
                <p:oleObj spid="_x0000_s83064" name="" r:id="rId15" imgW="1012190" imgH="177800" progId="Equation.Ribbit">
                  <p:embed/>
                </p:oleObj>
              </mc:Choice>
              <mc:Fallback>
                <p:oleObj name="" r:id="rId15" imgW="1012190" imgH="177800" progId="Equation.Ribbit">
                  <p:embed/>
                  <p:pic>
                    <p:nvPicPr>
                      <p:cNvPr id="0" name="图片 3109"/>
                      <p:cNvPicPr/>
                      <p:nvPr/>
                    </p:nvPicPr>
                    <p:blipFill>
                      <a:blip r:embed="rId16"/>
                      <a:stretch>
                        <a:fillRect/>
                      </a:stretch>
                    </p:blipFill>
                    <p:spPr>
                      <a:xfrm>
                        <a:off x="1922463" y="2079625"/>
                        <a:ext cx="2006600" cy="352425"/>
                      </a:xfrm>
                      <a:prstGeom prst="rect">
                        <a:avLst/>
                      </a:prstGeom>
                      <a:noFill/>
                      <a:ln w="38100">
                        <a:noFill/>
                        <a:miter/>
                      </a:ln>
                    </p:spPr>
                  </p:pic>
                </p:oleObj>
              </mc:Fallback>
            </mc:AlternateContent>
          </a:graphicData>
        </a:graphic>
      </p:graphicFrame>
      <p:graphicFrame>
        <p:nvGraphicFramePr>
          <p:cNvPr id="98316" name="对象 49"/>
          <p:cNvGraphicFramePr>
            <a:graphicFrameLocks noChangeAspect="1"/>
          </p:cNvGraphicFramePr>
          <p:nvPr/>
        </p:nvGraphicFramePr>
        <p:xfrm>
          <a:off x="4703763" y="2093913"/>
          <a:ext cx="2157412" cy="354012"/>
        </p:xfrm>
        <a:graphic>
          <a:graphicData uri="http://schemas.openxmlformats.org/presentationml/2006/ole">
            <mc:AlternateContent xmlns:mc="http://schemas.openxmlformats.org/markup-compatibility/2006">
              <mc:Choice xmlns:v="urn:schemas-microsoft-com:vml" Requires="v">
                <p:oleObj spid="_x0000_s83065" name="" r:id="rId17" imgW="1087120" imgH="177800" progId="Equation.Ribbit">
                  <p:embed/>
                </p:oleObj>
              </mc:Choice>
              <mc:Fallback>
                <p:oleObj name="" r:id="rId17" imgW="1087120" imgH="177800" progId="Equation.Ribbit">
                  <p:embed/>
                  <p:pic>
                    <p:nvPicPr>
                      <p:cNvPr id="0" name="图片 3115"/>
                      <p:cNvPicPr/>
                      <p:nvPr/>
                    </p:nvPicPr>
                    <p:blipFill>
                      <a:blip r:embed="rId18"/>
                      <a:stretch>
                        <a:fillRect/>
                      </a:stretch>
                    </p:blipFill>
                    <p:spPr>
                      <a:xfrm>
                        <a:off x="4703763" y="2093913"/>
                        <a:ext cx="2157412" cy="354012"/>
                      </a:xfrm>
                      <a:prstGeom prst="rect">
                        <a:avLst/>
                      </a:prstGeom>
                      <a:noFill/>
                      <a:ln w="38100">
                        <a:noFill/>
                        <a:miter/>
                      </a:ln>
                    </p:spPr>
                  </p:pic>
                </p:oleObj>
              </mc:Fallback>
            </mc:AlternateContent>
          </a:graphicData>
        </a:graphic>
      </p:graphicFrame>
      <p:graphicFrame>
        <p:nvGraphicFramePr>
          <p:cNvPr id="98317" name="对象 50"/>
          <p:cNvGraphicFramePr>
            <a:graphicFrameLocks noChangeAspect="1"/>
          </p:cNvGraphicFramePr>
          <p:nvPr/>
        </p:nvGraphicFramePr>
        <p:xfrm>
          <a:off x="1682750" y="2590800"/>
          <a:ext cx="1898650" cy="384175"/>
        </p:xfrm>
        <a:graphic>
          <a:graphicData uri="http://schemas.openxmlformats.org/presentationml/2006/ole">
            <mc:AlternateContent xmlns:mc="http://schemas.openxmlformats.org/markup-compatibility/2006">
              <mc:Choice xmlns:v="urn:schemas-microsoft-com:vml" Requires="v">
                <p:oleObj spid="_x0000_s83066" name="" r:id="rId19" imgW="957580" imgH="193040" progId="Equation.Ribbit">
                  <p:embed/>
                </p:oleObj>
              </mc:Choice>
              <mc:Fallback>
                <p:oleObj name="" r:id="rId19" imgW="957580" imgH="193040" progId="Equation.Ribbit">
                  <p:embed/>
                  <p:pic>
                    <p:nvPicPr>
                      <p:cNvPr id="0" name="图片 3117"/>
                      <p:cNvPicPr/>
                      <p:nvPr/>
                    </p:nvPicPr>
                    <p:blipFill>
                      <a:blip r:embed="rId20"/>
                      <a:stretch>
                        <a:fillRect/>
                      </a:stretch>
                    </p:blipFill>
                    <p:spPr>
                      <a:xfrm>
                        <a:off x="1682750" y="2590800"/>
                        <a:ext cx="1898650" cy="384175"/>
                      </a:xfrm>
                      <a:prstGeom prst="rect">
                        <a:avLst/>
                      </a:prstGeom>
                      <a:noFill/>
                      <a:ln w="38100">
                        <a:noFill/>
                        <a:miter/>
                      </a:ln>
                    </p:spPr>
                  </p:pic>
                </p:oleObj>
              </mc:Fallback>
            </mc:AlternateContent>
          </a:graphicData>
        </a:graphic>
      </p:graphicFrame>
      <p:graphicFrame>
        <p:nvGraphicFramePr>
          <p:cNvPr id="98318" name="对象 51"/>
          <p:cNvGraphicFramePr>
            <a:graphicFrameLocks noChangeAspect="1"/>
          </p:cNvGraphicFramePr>
          <p:nvPr/>
        </p:nvGraphicFramePr>
        <p:xfrm>
          <a:off x="1150938" y="3154363"/>
          <a:ext cx="827087" cy="350837"/>
        </p:xfrm>
        <a:graphic>
          <a:graphicData uri="http://schemas.openxmlformats.org/presentationml/2006/ole">
            <mc:AlternateContent xmlns:mc="http://schemas.openxmlformats.org/markup-compatibility/2006">
              <mc:Choice xmlns:v="urn:schemas-microsoft-com:vml" Requires="v">
                <p:oleObj spid="_x0000_s83067" name="" r:id="rId21" imgW="416560" imgH="177800" progId="Equation.Ribbit">
                  <p:embed/>
                </p:oleObj>
              </mc:Choice>
              <mc:Fallback>
                <p:oleObj name="" r:id="rId21" imgW="416560" imgH="177800" progId="Equation.Ribbit">
                  <p:embed/>
                  <p:pic>
                    <p:nvPicPr>
                      <p:cNvPr id="0" name="图片 3103"/>
                      <p:cNvPicPr/>
                      <p:nvPr/>
                    </p:nvPicPr>
                    <p:blipFill>
                      <a:blip r:embed="rId22"/>
                      <a:stretch>
                        <a:fillRect/>
                      </a:stretch>
                    </p:blipFill>
                    <p:spPr>
                      <a:xfrm>
                        <a:off x="1150938" y="3154363"/>
                        <a:ext cx="827087" cy="350837"/>
                      </a:xfrm>
                      <a:prstGeom prst="rect">
                        <a:avLst/>
                      </a:prstGeom>
                      <a:noFill/>
                      <a:ln w="38100">
                        <a:noFill/>
                        <a:miter/>
                      </a:ln>
                    </p:spPr>
                  </p:pic>
                </p:oleObj>
              </mc:Fallback>
            </mc:AlternateContent>
          </a:graphicData>
        </a:graphic>
      </p:graphicFrame>
      <p:sp>
        <p:nvSpPr>
          <p:cNvPr id="98319"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99330"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sp>
        <p:nvSpPr>
          <p:cNvPr id="2" name="Rectangle 2"/>
          <p:cNvSpPr>
            <a:spLocks noGrp="1"/>
          </p:cNvSpPr>
          <p:nvPr>
            <p:ph type="title"/>
          </p:nvPr>
        </p:nvSpPr>
        <p:spPr>
          <a:xfrm>
            <a:off x="609600" y="76200"/>
            <a:ext cx="4419600" cy="457200"/>
          </a:xfrm>
        </p:spPr>
        <p:txBody>
          <a:bodyPr vert="horz" wrap="square" lIns="91440" tIns="45720" rIns="91440" bIns="45720" anchor="ctr" anchorCtr="0"/>
          <a:lstStyle/>
          <a:p>
            <a:pPr algn="l" eaLnBrk="1" hangingPunct="1"/>
            <a:r>
              <a:rPr lang="zh-CN" altLang="en-US" sz="3200" b="1" dirty="0">
                <a:solidFill>
                  <a:srgbClr val="FF00FF"/>
                </a:solidFill>
                <a:latin typeface="宋体" pitchFamily="2" charset="-122"/>
              </a:rPr>
              <a:t>合数模的情形</a:t>
            </a:r>
            <a:endParaRPr lang="zh-CN" altLang="en-US" sz="3200" b="1" dirty="0">
              <a:solidFill>
                <a:srgbClr val="FF00FF"/>
              </a:solidFill>
              <a:latin typeface="宋体" pitchFamily="2" charset="-122"/>
            </a:endParaRPr>
          </a:p>
        </p:txBody>
      </p:sp>
      <p:graphicFrame>
        <p:nvGraphicFramePr>
          <p:cNvPr id="28672" name="Object 1024"/>
          <p:cNvGraphicFramePr>
            <a:graphicFrameLocks noChangeAspect="1"/>
          </p:cNvGraphicFramePr>
          <p:nvPr/>
        </p:nvGraphicFramePr>
        <p:xfrm>
          <a:off x="685800" y="609600"/>
          <a:ext cx="6629400" cy="1517650"/>
        </p:xfrm>
        <a:graphic>
          <a:graphicData uri="http://schemas.openxmlformats.org/presentationml/2006/ole">
            <mc:AlternateContent xmlns:mc="http://schemas.openxmlformats.org/markup-compatibility/2006">
              <mc:Choice xmlns:v="urn:schemas-microsoft-com:vml" Requires="v">
                <p:oleObj spid="_x0000_s84001" name="" r:id="rId1" imgW="2997200" imgH="685800" progId="Equation.DSMT4">
                  <p:embed/>
                </p:oleObj>
              </mc:Choice>
              <mc:Fallback>
                <p:oleObj name="" r:id="rId1" imgW="2997200" imgH="685800" progId="Equation.DSMT4">
                  <p:embed/>
                  <p:pic>
                    <p:nvPicPr>
                      <p:cNvPr id="0" name="图片 3110"/>
                      <p:cNvPicPr/>
                      <p:nvPr/>
                    </p:nvPicPr>
                    <p:blipFill>
                      <a:blip r:embed="rId2"/>
                      <a:stretch>
                        <a:fillRect/>
                      </a:stretch>
                    </p:blipFill>
                    <p:spPr>
                      <a:xfrm>
                        <a:off x="685800" y="609600"/>
                        <a:ext cx="6629400" cy="1517650"/>
                      </a:xfrm>
                      <a:prstGeom prst="rect">
                        <a:avLst/>
                      </a:prstGeom>
                      <a:noFill/>
                      <a:ln w="38100">
                        <a:noFill/>
                        <a:miter/>
                      </a:ln>
                    </p:spPr>
                  </p:pic>
                </p:oleObj>
              </mc:Fallback>
            </mc:AlternateContent>
          </a:graphicData>
        </a:graphic>
      </p:graphicFrame>
      <p:graphicFrame>
        <p:nvGraphicFramePr>
          <p:cNvPr id="28673" name="Object 1025"/>
          <p:cNvGraphicFramePr>
            <a:graphicFrameLocks noChangeAspect="1"/>
          </p:cNvGraphicFramePr>
          <p:nvPr/>
        </p:nvGraphicFramePr>
        <p:xfrm>
          <a:off x="855663" y="2209800"/>
          <a:ext cx="6916737" cy="2733675"/>
        </p:xfrm>
        <a:graphic>
          <a:graphicData uri="http://schemas.openxmlformats.org/presentationml/2006/ole">
            <mc:AlternateContent xmlns:mc="http://schemas.openxmlformats.org/markup-compatibility/2006">
              <mc:Choice xmlns:v="urn:schemas-microsoft-com:vml" Requires="v">
                <p:oleObj spid="_x0000_s84002" name="" r:id="rId3" imgW="3086100" imgH="1219200" progId="Equation.DSMT4">
                  <p:embed/>
                </p:oleObj>
              </mc:Choice>
              <mc:Fallback>
                <p:oleObj name="" r:id="rId3" imgW="3086100" imgH="1219200" progId="Equation.DSMT4">
                  <p:embed/>
                  <p:pic>
                    <p:nvPicPr>
                      <p:cNvPr id="0" name="图片 3102"/>
                      <p:cNvPicPr/>
                      <p:nvPr/>
                    </p:nvPicPr>
                    <p:blipFill>
                      <a:blip r:embed="rId4"/>
                      <a:stretch>
                        <a:fillRect/>
                      </a:stretch>
                    </p:blipFill>
                    <p:spPr>
                      <a:xfrm>
                        <a:off x="855663" y="2209800"/>
                        <a:ext cx="6916737" cy="2733675"/>
                      </a:xfrm>
                      <a:prstGeom prst="rect">
                        <a:avLst/>
                      </a:prstGeom>
                      <a:noFill/>
                      <a:ln w="38100">
                        <a:noFill/>
                        <a:miter/>
                      </a:ln>
                    </p:spPr>
                  </p:pic>
                </p:oleObj>
              </mc:Fallback>
            </mc:AlternateContent>
          </a:graphicData>
        </a:graphic>
      </p:graphicFrame>
      <p:graphicFrame>
        <p:nvGraphicFramePr>
          <p:cNvPr id="28674" name="Object 1026"/>
          <p:cNvGraphicFramePr>
            <a:graphicFrameLocks noChangeAspect="1"/>
          </p:cNvGraphicFramePr>
          <p:nvPr/>
        </p:nvGraphicFramePr>
        <p:xfrm>
          <a:off x="685800" y="5029200"/>
          <a:ext cx="7391400" cy="965200"/>
        </p:xfrm>
        <a:graphic>
          <a:graphicData uri="http://schemas.openxmlformats.org/presentationml/2006/ole">
            <mc:AlternateContent xmlns:mc="http://schemas.openxmlformats.org/markup-compatibility/2006">
              <mc:Choice xmlns:v="urn:schemas-microsoft-com:vml" Requires="v">
                <p:oleObj spid="_x0000_s84003" name="" r:id="rId5" imgW="3302000" imgH="431800" progId="Equation.DSMT4">
                  <p:embed/>
                </p:oleObj>
              </mc:Choice>
              <mc:Fallback>
                <p:oleObj name="" r:id="rId5" imgW="3302000" imgH="431800" progId="Equation.DSMT4">
                  <p:embed/>
                  <p:pic>
                    <p:nvPicPr>
                      <p:cNvPr id="0" name="图片 3106"/>
                      <p:cNvPicPr/>
                      <p:nvPr/>
                    </p:nvPicPr>
                    <p:blipFill>
                      <a:blip r:embed="rId6"/>
                      <a:stretch>
                        <a:fillRect/>
                      </a:stretch>
                    </p:blipFill>
                    <p:spPr>
                      <a:xfrm>
                        <a:off x="685800" y="5029200"/>
                        <a:ext cx="7391400" cy="96520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8672"/>
                                        </p:tgtEl>
                                        <p:attrNameLst>
                                          <p:attrName>style.visibility</p:attrName>
                                        </p:attrNameLst>
                                      </p:cBhvr>
                                      <p:to>
                                        <p:strVal val="visible"/>
                                      </p:to>
                                    </p:set>
                                    <p:animEffect transition="in" filter="wipe(up)">
                                      <p:cBhvr>
                                        <p:cTn id="12" dur="500"/>
                                        <p:tgtEl>
                                          <p:spTgt spid="286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8673"/>
                                        </p:tgtEl>
                                        <p:attrNameLst>
                                          <p:attrName>style.visibility</p:attrName>
                                        </p:attrNameLst>
                                      </p:cBhvr>
                                      <p:to>
                                        <p:strVal val="visible"/>
                                      </p:to>
                                    </p:set>
                                    <p:animEffect transition="in" filter="wipe(up)">
                                      <p:cBhvr>
                                        <p:cTn id="17" dur="500"/>
                                        <p:tgtEl>
                                          <p:spTgt spid="28673"/>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28674"/>
                                        </p:tgtEl>
                                        <p:attrNameLst>
                                          <p:attrName>style.visibility</p:attrName>
                                        </p:attrNameLst>
                                      </p:cBhvr>
                                      <p:to>
                                        <p:strVal val="visible"/>
                                      </p:to>
                                    </p:set>
                                    <p:animEffect transition="in" filter="wipe(left)">
                                      <p:cBhvr>
                                        <p:cTn id="21" dur="500"/>
                                        <p:tgtEl>
                                          <p:spTgt spid="28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7.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100354"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44042" name="Object 10"/>
          <p:cNvGraphicFramePr>
            <a:graphicFrameLocks noChangeAspect="1"/>
          </p:cNvGraphicFramePr>
          <p:nvPr/>
        </p:nvGraphicFramePr>
        <p:xfrm>
          <a:off x="107950" y="44450"/>
          <a:ext cx="6772275" cy="1130300"/>
        </p:xfrm>
        <a:graphic>
          <a:graphicData uri="http://schemas.openxmlformats.org/presentationml/2006/ole">
            <mc:AlternateContent xmlns:mc="http://schemas.openxmlformats.org/markup-compatibility/2006">
              <mc:Choice xmlns:v="urn:schemas-microsoft-com:vml" Requires="v">
                <p:oleObj spid="_x0000_s85045" name="" r:id="rId1" imgW="2819400" imgH="469900" progId="Equation.DSMT4">
                  <p:embed/>
                </p:oleObj>
              </mc:Choice>
              <mc:Fallback>
                <p:oleObj name="" r:id="rId1" imgW="2819400" imgH="469900" progId="Equation.DSMT4">
                  <p:embed/>
                  <p:pic>
                    <p:nvPicPr>
                      <p:cNvPr id="0" name="图片 3104"/>
                      <p:cNvPicPr/>
                      <p:nvPr/>
                    </p:nvPicPr>
                    <p:blipFill>
                      <a:blip r:embed="rId2"/>
                      <a:stretch>
                        <a:fillRect/>
                      </a:stretch>
                    </p:blipFill>
                    <p:spPr>
                      <a:xfrm>
                        <a:off x="107950" y="44450"/>
                        <a:ext cx="6772275" cy="1130300"/>
                      </a:xfrm>
                      <a:prstGeom prst="rect">
                        <a:avLst/>
                      </a:prstGeom>
                      <a:noFill/>
                      <a:ln w="38100">
                        <a:noFill/>
                        <a:miter/>
                      </a:ln>
                    </p:spPr>
                  </p:pic>
                </p:oleObj>
              </mc:Fallback>
            </mc:AlternateContent>
          </a:graphicData>
        </a:graphic>
      </p:graphicFrame>
      <p:graphicFrame>
        <p:nvGraphicFramePr>
          <p:cNvPr id="44043" name="Object 11"/>
          <p:cNvGraphicFramePr>
            <a:graphicFrameLocks noChangeAspect="1"/>
          </p:cNvGraphicFramePr>
          <p:nvPr/>
        </p:nvGraphicFramePr>
        <p:xfrm>
          <a:off x="184150" y="1196975"/>
          <a:ext cx="8580438" cy="566738"/>
        </p:xfrm>
        <a:graphic>
          <a:graphicData uri="http://schemas.openxmlformats.org/presentationml/2006/ole">
            <mc:AlternateContent xmlns:mc="http://schemas.openxmlformats.org/markup-compatibility/2006">
              <mc:Choice xmlns:v="urn:schemas-microsoft-com:vml" Requires="v">
                <p:oleObj spid="_x0000_s85046" name="" r:id="rId3" imgW="3454400" imgH="228600" progId="Equation.DSMT4">
                  <p:embed/>
                </p:oleObj>
              </mc:Choice>
              <mc:Fallback>
                <p:oleObj name="" r:id="rId3" imgW="3454400" imgH="228600" progId="Equation.DSMT4">
                  <p:embed/>
                  <p:pic>
                    <p:nvPicPr>
                      <p:cNvPr id="0" name="图片 3105"/>
                      <p:cNvPicPr/>
                      <p:nvPr/>
                    </p:nvPicPr>
                    <p:blipFill>
                      <a:blip r:embed="rId4"/>
                      <a:stretch>
                        <a:fillRect/>
                      </a:stretch>
                    </p:blipFill>
                    <p:spPr>
                      <a:xfrm>
                        <a:off x="184150" y="1196975"/>
                        <a:ext cx="8580438" cy="566738"/>
                      </a:xfrm>
                      <a:prstGeom prst="rect">
                        <a:avLst/>
                      </a:prstGeom>
                      <a:noFill/>
                      <a:ln w="38100">
                        <a:noFill/>
                        <a:miter/>
                      </a:ln>
                    </p:spPr>
                  </p:pic>
                </p:oleObj>
              </mc:Fallback>
            </mc:AlternateContent>
          </a:graphicData>
        </a:graphic>
      </p:graphicFrame>
      <p:graphicFrame>
        <p:nvGraphicFramePr>
          <p:cNvPr id="44045" name="Object 13"/>
          <p:cNvGraphicFramePr>
            <a:graphicFrameLocks noChangeAspect="1"/>
          </p:cNvGraphicFramePr>
          <p:nvPr/>
        </p:nvGraphicFramePr>
        <p:xfrm>
          <a:off x="395288" y="1844675"/>
          <a:ext cx="8137525" cy="1120775"/>
        </p:xfrm>
        <a:graphic>
          <a:graphicData uri="http://schemas.openxmlformats.org/presentationml/2006/ole">
            <mc:AlternateContent xmlns:mc="http://schemas.openxmlformats.org/markup-compatibility/2006">
              <mc:Choice xmlns:v="urn:schemas-microsoft-com:vml" Requires="v">
                <p:oleObj spid="_x0000_s85047" name="" r:id="rId5" imgW="3492500" imgH="482600" progId="Equation.DSMT4">
                  <p:embed/>
                </p:oleObj>
              </mc:Choice>
              <mc:Fallback>
                <p:oleObj name="" r:id="rId5" imgW="3492500" imgH="482600" progId="Equation.DSMT4">
                  <p:embed/>
                  <p:pic>
                    <p:nvPicPr>
                      <p:cNvPr id="0" name="图片 3107"/>
                      <p:cNvPicPr/>
                      <p:nvPr/>
                    </p:nvPicPr>
                    <p:blipFill>
                      <a:blip r:embed="rId6"/>
                      <a:stretch>
                        <a:fillRect/>
                      </a:stretch>
                    </p:blipFill>
                    <p:spPr>
                      <a:xfrm>
                        <a:off x="395288" y="1844675"/>
                        <a:ext cx="8137525" cy="1120775"/>
                      </a:xfrm>
                      <a:prstGeom prst="rect">
                        <a:avLst/>
                      </a:prstGeom>
                      <a:noFill/>
                      <a:ln w="38100">
                        <a:noFill/>
                        <a:miter/>
                      </a:ln>
                    </p:spPr>
                  </p:pic>
                </p:oleObj>
              </mc:Fallback>
            </mc:AlternateContent>
          </a:graphicData>
        </a:graphic>
      </p:graphicFrame>
      <p:graphicFrame>
        <p:nvGraphicFramePr>
          <p:cNvPr id="44046" name="Object 14"/>
          <p:cNvGraphicFramePr>
            <a:graphicFrameLocks noChangeAspect="1"/>
          </p:cNvGraphicFramePr>
          <p:nvPr/>
        </p:nvGraphicFramePr>
        <p:xfrm>
          <a:off x="250825" y="3141663"/>
          <a:ext cx="8636000" cy="1117600"/>
        </p:xfrm>
        <a:graphic>
          <a:graphicData uri="http://schemas.openxmlformats.org/presentationml/2006/ole">
            <mc:AlternateContent xmlns:mc="http://schemas.openxmlformats.org/markup-compatibility/2006">
              <mc:Choice xmlns:v="urn:schemas-microsoft-com:vml" Requires="v">
                <p:oleObj spid="_x0000_s85048" name="" r:id="rId7" imgW="3632200" imgH="469900" progId="Equation.DSMT4">
                  <p:embed/>
                </p:oleObj>
              </mc:Choice>
              <mc:Fallback>
                <p:oleObj name="" r:id="rId7" imgW="3632200" imgH="469900" progId="Equation.DSMT4">
                  <p:embed/>
                  <p:pic>
                    <p:nvPicPr>
                      <p:cNvPr id="0" name="图片 3203"/>
                      <p:cNvPicPr/>
                      <p:nvPr/>
                    </p:nvPicPr>
                    <p:blipFill>
                      <a:blip r:embed="rId8"/>
                      <a:stretch>
                        <a:fillRect/>
                      </a:stretch>
                    </p:blipFill>
                    <p:spPr>
                      <a:xfrm>
                        <a:off x="250825" y="3141663"/>
                        <a:ext cx="8636000" cy="1117600"/>
                      </a:xfrm>
                      <a:prstGeom prst="rect">
                        <a:avLst/>
                      </a:prstGeom>
                      <a:noFill/>
                      <a:ln w="38100">
                        <a:noFill/>
                        <a:miter/>
                      </a:ln>
                    </p:spPr>
                  </p:pic>
                </p:oleObj>
              </mc:Fallback>
            </mc:AlternateContent>
          </a:graphicData>
        </a:graphic>
      </p:graphicFrame>
      <p:graphicFrame>
        <p:nvGraphicFramePr>
          <p:cNvPr id="44047" name="Object 15"/>
          <p:cNvGraphicFramePr>
            <a:graphicFrameLocks noChangeAspect="1"/>
          </p:cNvGraphicFramePr>
          <p:nvPr/>
        </p:nvGraphicFramePr>
        <p:xfrm>
          <a:off x="147638" y="4508500"/>
          <a:ext cx="8816975" cy="1085850"/>
        </p:xfrm>
        <a:graphic>
          <a:graphicData uri="http://schemas.openxmlformats.org/presentationml/2006/ole">
            <mc:AlternateContent xmlns:mc="http://schemas.openxmlformats.org/markup-compatibility/2006">
              <mc:Choice xmlns:v="urn:schemas-microsoft-com:vml" Requires="v">
                <p:oleObj spid="_x0000_s85049" name="" r:id="rId9" imgW="3708400" imgH="457200" progId="Equation.DSMT4">
                  <p:embed/>
                </p:oleObj>
              </mc:Choice>
              <mc:Fallback>
                <p:oleObj name="" r:id="rId9" imgW="3708400" imgH="457200" progId="Equation.DSMT4">
                  <p:embed/>
                  <p:pic>
                    <p:nvPicPr>
                      <p:cNvPr id="0" name="图片 3201"/>
                      <p:cNvPicPr/>
                      <p:nvPr/>
                    </p:nvPicPr>
                    <p:blipFill>
                      <a:blip r:embed="rId10"/>
                      <a:stretch>
                        <a:fillRect/>
                      </a:stretch>
                    </p:blipFill>
                    <p:spPr>
                      <a:xfrm>
                        <a:off x="147638" y="4508500"/>
                        <a:ext cx="8816975" cy="108585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4042"/>
                                        </p:tgtEl>
                                        <p:attrNameLst>
                                          <p:attrName>style.visibility</p:attrName>
                                        </p:attrNameLst>
                                      </p:cBhvr>
                                      <p:to>
                                        <p:strVal val="visible"/>
                                      </p:to>
                                    </p:set>
                                    <p:animEffect transition="in" filter="wipe(left)">
                                      <p:cBhvr>
                                        <p:cTn id="7" dur="500"/>
                                        <p:tgtEl>
                                          <p:spTgt spid="440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043"/>
                                        </p:tgtEl>
                                        <p:attrNameLst>
                                          <p:attrName>style.visibility</p:attrName>
                                        </p:attrNameLst>
                                      </p:cBhvr>
                                      <p:to>
                                        <p:strVal val="visible"/>
                                      </p:to>
                                    </p:set>
                                    <p:animEffect transition="in" filter="wipe(left)">
                                      <p:cBhvr>
                                        <p:cTn id="12" dur="500"/>
                                        <p:tgtEl>
                                          <p:spTgt spid="440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4045"/>
                                        </p:tgtEl>
                                        <p:attrNameLst>
                                          <p:attrName>style.visibility</p:attrName>
                                        </p:attrNameLst>
                                      </p:cBhvr>
                                      <p:to>
                                        <p:strVal val="visible"/>
                                      </p:to>
                                    </p:set>
                                    <p:animEffect transition="in" filter="wipe(left)">
                                      <p:cBhvr>
                                        <p:cTn id="17" dur="500"/>
                                        <p:tgtEl>
                                          <p:spTgt spid="4404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4046"/>
                                        </p:tgtEl>
                                        <p:attrNameLst>
                                          <p:attrName>style.visibility</p:attrName>
                                        </p:attrNameLst>
                                      </p:cBhvr>
                                      <p:to>
                                        <p:strVal val="visible"/>
                                      </p:to>
                                    </p:set>
                                    <p:animEffect transition="in" filter="wipe(up)">
                                      <p:cBhvr>
                                        <p:cTn id="22" dur="500"/>
                                        <p:tgtEl>
                                          <p:spTgt spid="4404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4047"/>
                                        </p:tgtEl>
                                        <p:attrNameLst>
                                          <p:attrName>style.visibility</p:attrName>
                                        </p:attrNameLst>
                                      </p:cBhvr>
                                      <p:to>
                                        <p:strVal val="visible"/>
                                      </p:to>
                                    </p:set>
                                    <p:animEffect transition="in" filter="wipe(up)">
                                      <p:cBhvr>
                                        <p:cTn id="27" dur="500"/>
                                        <p:tgtEl>
                                          <p:spTgt spid="440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101378"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zh-CN" altLang="en-US" sz="1400" dirty="0">
                <a:latin typeface="Times New Roman" panose="02020603050405020304" pitchFamily="18" charset="0"/>
              </a:rPr>
            </a:fld>
            <a:endParaRPr lang="zh-CN" altLang="en-US" sz="1400" dirty="0">
              <a:latin typeface="Times New Roman" panose="02020603050405020304" pitchFamily="18" charset="0"/>
            </a:endParaRPr>
          </a:p>
        </p:txBody>
      </p:sp>
      <p:graphicFrame>
        <p:nvGraphicFramePr>
          <p:cNvPr id="110594" name="Object 2"/>
          <p:cNvGraphicFramePr>
            <a:graphicFrameLocks noChangeAspect="1"/>
          </p:cNvGraphicFramePr>
          <p:nvPr/>
        </p:nvGraphicFramePr>
        <p:xfrm>
          <a:off x="395288" y="44450"/>
          <a:ext cx="7993062" cy="2243138"/>
        </p:xfrm>
        <a:graphic>
          <a:graphicData uri="http://schemas.openxmlformats.org/presentationml/2006/ole">
            <mc:AlternateContent xmlns:mc="http://schemas.openxmlformats.org/markup-compatibility/2006">
              <mc:Choice xmlns:v="urn:schemas-microsoft-com:vml" Requires="v">
                <p:oleObj spid="_x0000_s86039" name="" r:id="rId1" imgW="3302000" imgH="927100" progId="Equation.DSMT4">
                  <p:embed/>
                </p:oleObj>
              </mc:Choice>
              <mc:Fallback>
                <p:oleObj name="" r:id="rId1" imgW="3302000" imgH="927100" progId="Equation.DSMT4">
                  <p:embed/>
                  <p:pic>
                    <p:nvPicPr>
                      <p:cNvPr id="0" name="图片 3199"/>
                      <p:cNvPicPr/>
                      <p:nvPr/>
                    </p:nvPicPr>
                    <p:blipFill>
                      <a:blip r:embed="rId2"/>
                      <a:stretch>
                        <a:fillRect/>
                      </a:stretch>
                    </p:blipFill>
                    <p:spPr>
                      <a:xfrm>
                        <a:off x="395288" y="44450"/>
                        <a:ext cx="7993062" cy="2243138"/>
                      </a:xfrm>
                      <a:prstGeom prst="rect">
                        <a:avLst/>
                      </a:prstGeom>
                      <a:noFill/>
                      <a:ln w="38100">
                        <a:noFill/>
                        <a:miter/>
                      </a:ln>
                    </p:spPr>
                  </p:pic>
                </p:oleObj>
              </mc:Fallback>
            </mc:AlternateContent>
          </a:graphicData>
        </a:graphic>
      </p:graphicFrame>
      <p:graphicFrame>
        <p:nvGraphicFramePr>
          <p:cNvPr id="110595" name="Object 3"/>
          <p:cNvGraphicFramePr>
            <a:graphicFrameLocks noChangeAspect="1"/>
          </p:cNvGraphicFramePr>
          <p:nvPr/>
        </p:nvGraphicFramePr>
        <p:xfrm>
          <a:off x="179388" y="2282825"/>
          <a:ext cx="8809037" cy="3394075"/>
        </p:xfrm>
        <a:graphic>
          <a:graphicData uri="http://schemas.openxmlformats.org/presentationml/2006/ole">
            <mc:AlternateContent xmlns:mc="http://schemas.openxmlformats.org/markup-compatibility/2006">
              <mc:Choice xmlns:v="urn:schemas-microsoft-com:vml" Requires="v">
                <p:oleObj spid="_x0000_s86040" name="" r:id="rId3" imgW="3759200" imgH="1447800" progId="Equation.DSMT4">
                  <p:embed/>
                </p:oleObj>
              </mc:Choice>
              <mc:Fallback>
                <p:oleObj name="" r:id="rId3" imgW="3759200" imgH="1447800" progId="Equation.DSMT4">
                  <p:embed/>
                  <p:pic>
                    <p:nvPicPr>
                      <p:cNvPr id="0" name="图片 3202"/>
                      <p:cNvPicPr/>
                      <p:nvPr/>
                    </p:nvPicPr>
                    <p:blipFill>
                      <a:blip r:embed="rId4"/>
                      <a:stretch>
                        <a:fillRect/>
                      </a:stretch>
                    </p:blipFill>
                    <p:spPr>
                      <a:xfrm>
                        <a:off x="179388" y="2282825"/>
                        <a:ext cx="8809037" cy="3394075"/>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10594"/>
                                        </p:tgtEl>
                                        <p:attrNameLst>
                                          <p:attrName>style.visibility</p:attrName>
                                        </p:attrNameLst>
                                      </p:cBhvr>
                                      <p:to>
                                        <p:strVal val="visible"/>
                                      </p:to>
                                    </p:set>
                                    <p:anim calcmode="lin" valueType="num">
                                      <p:cBhvr>
                                        <p:cTn id="7" dur="500" fill="hold"/>
                                        <p:tgtEl>
                                          <p:spTgt spid="110594"/>
                                        </p:tgtEl>
                                        <p:attrNameLst>
                                          <p:attrName>ppt_w</p:attrName>
                                        </p:attrNameLst>
                                      </p:cBhvr>
                                      <p:tavLst>
                                        <p:tav tm="0">
                                          <p:val>
                                            <p:fltVal val="0"/>
                                          </p:val>
                                        </p:tav>
                                        <p:tav tm="100000">
                                          <p:val>
                                            <p:strVal val="#ppt_w"/>
                                          </p:val>
                                        </p:tav>
                                      </p:tavLst>
                                    </p:anim>
                                    <p:anim calcmode="lin" valueType="num">
                                      <p:cBhvr>
                                        <p:cTn id="8" dur="500" fill="hold"/>
                                        <p:tgtEl>
                                          <p:spTgt spid="11059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10595"/>
                                        </p:tgtEl>
                                        <p:attrNameLst>
                                          <p:attrName>style.visibility</p:attrName>
                                        </p:attrNameLst>
                                      </p:cBhvr>
                                      <p:to>
                                        <p:strVal val="visible"/>
                                      </p:to>
                                    </p:set>
                                    <p:animEffect transition="in" filter="wipe(up)">
                                      <p:cBhvr>
                                        <p:cTn id="13" dur="500"/>
                                        <p:tgtEl>
                                          <p:spTgt spid="110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02402" name="Rectangle 2"/>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102403" name="Rectangle 4"/>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102404" name="标题 1"/>
          <p:cNvSpPr>
            <a:spLocks noGrp="1"/>
          </p:cNvSpPr>
          <p:nvPr>
            <p:ph type="title"/>
          </p:nvPr>
        </p:nvSpPr>
        <p:spPr/>
        <p:txBody>
          <a:bodyPr vert="horz" wrap="square" lIns="91440" tIns="45720" rIns="91440" bIns="45720" anchor="ctr" anchorCtr="0"/>
          <a:lstStyle/>
          <a:p>
            <a:pPr eaLnBrk="1" hangingPunct="1"/>
            <a:r>
              <a:rPr lang="zh-CN" altLang="en-US" dirty="0"/>
              <a:t>第三章 同余方程</a:t>
            </a:r>
            <a:endParaRPr lang="zh-CN" altLang="en-US" dirty="0">
              <a:solidFill>
                <a:srgbClr val="A6A6A6"/>
              </a:solidFill>
              <a:ea typeface="Arial Unicode MS" panose="020B0604020202020204" charset="-122"/>
            </a:endParaRPr>
          </a:p>
        </p:txBody>
      </p:sp>
      <p:graphicFrame>
        <p:nvGraphicFramePr>
          <p:cNvPr id="24" name="内容占位符 7"/>
          <p:cNvGraphicFramePr/>
          <p:nvPr/>
        </p:nvGraphicFramePr>
        <p:xfrm>
          <a:off x="1376531" y="1801505"/>
          <a:ext cx="6405110" cy="409432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 name="燕尾形 6"/>
          <p:cNvSpPr/>
          <p:nvPr/>
        </p:nvSpPr>
        <p:spPr>
          <a:xfrm>
            <a:off x="971550" y="4941888"/>
            <a:ext cx="434975" cy="32702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03426" name="TextBox 3"/>
          <p:cNvSpPr txBox="1"/>
          <p:nvPr/>
        </p:nvSpPr>
        <p:spPr>
          <a:xfrm>
            <a:off x="228600" y="762000"/>
            <a:ext cx="8591550" cy="15684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仿宋" panose="02010609060101010101" pitchFamily="49" charset="-122"/>
                <a:ea typeface="仿宋" panose="02010609060101010101" pitchFamily="49" charset="-122"/>
              </a:rPr>
              <a:t>   Rabin</a:t>
            </a:r>
            <a:r>
              <a:rPr lang="zh-CN" altLang="en-US" sz="2400" b="1" dirty="0">
                <a:latin typeface="仿宋" panose="02010609060101010101" pitchFamily="49" charset="-122"/>
                <a:ea typeface="仿宋" panose="02010609060101010101" pitchFamily="49" charset="-122"/>
              </a:rPr>
              <a:t>公钥加密算法与</a:t>
            </a:r>
            <a:r>
              <a:rPr lang="en-US" altLang="zh-CN" sz="2400" b="1" dirty="0">
                <a:latin typeface="仿宋" panose="02010609060101010101" pitchFamily="49" charset="-122"/>
                <a:ea typeface="仿宋" panose="02010609060101010101" pitchFamily="49" charset="-122"/>
              </a:rPr>
              <a:t>RSA</a:t>
            </a:r>
            <a:r>
              <a:rPr lang="zh-CN" altLang="en-US" sz="2400" b="1" dirty="0">
                <a:latin typeface="仿宋" panose="02010609060101010101" pitchFamily="49" charset="-122"/>
                <a:ea typeface="仿宋" panose="02010609060101010101" pitchFamily="49" charset="-122"/>
              </a:rPr>
              <a:t>公钥加密算法有些类似，它也选用了两个素数的乘积作为其模数，但其公钥和私钥与</a:t>
            </a:r>
            <a:r>
              <a:rPr lang="en-US" altLang="zh-CN" sz="2400" b="1" dirty="0">
                <a:latin typeface="仿宋" panose="02010609060101010101" pitchFamily="49" charset="-122"/>
                <a:ea typeface="仿宋" panose="02010609060101010101" pitchFamily="49" charset="-122"/>
              </a:rPr>
              <a:t>RSA</a:t>
            </a:r>
            <a:r>
              <a:rPr lang="zh-CN" altLang="en-US" sz="2400" b="1" dirty="0">
                <a:latin typeface="仿宋" panose="02010609060101010101" pitchFamily="49" charset="-122"/>
                <a:ea typeface="仿宋" panose="02010609060101010101" pitchFamily="49" charset="-122"/>
              </a:rPr>
              <a:t>有所不同</a:t>
            </a:r>
            <a:r>
              <a:rPr lang="en-US" altLang="zh-CN" sz="2400" b="1" dirty="0">
                <a:latin typeface="仿宋" panose="02010609060101010101" pitchFamily="49" charset="-122"/>
                <a:ea typeface="仿宋" panose="02010609060101010101" pitchFamily="49" charset="-122"/>
              </a:rPr>
              <a:t>[</a:t>
            </a:r>
            <a:r>
              <a:rPr lang="en-US" altLang="zh-CN" sz="2400" b="1" dirty="0">
                <a:solidFill>
                  <a:srgbClr val="FF0000"/>
                </a:solidFill>
                <a:latin typeface="仿宋" panose="02010609060101010101" pitchFamily="49" charset="-122"/>
                <a:ea typeface="仿宋" panose="02010609060101010101" pitchFamily="49" charset="-122"/>
              </a:rPr>
              <a:t>RSA</a:t>
            </a:r>
            <a:r>
              <a:rPr lang="zh-CN" altLang="en-US" sz="2400" b="1" dirty="0">
                <a:solidFill>
                  <a:srgbClr val="FF0000"/>
                </a:solidFill>
                <a:latin typeface="Times New Roman" panose="02020603050405020304" pitchFamily="18" charset="0"/>
                <a:cs typeface="Times New Roman" panose="02020603050405020304" pitchFamily="18" charset="0"/>
              </a:rPr>
              <a:t>以</a:t>
            </a:r>
            <a:r>
              <a:rPr lang="en-US" altLang="zh-CN" sz="2400" b="1" dirty="0">
                <a:solidFill>
                  <a:srgbClr val="FF0000"/>
                </a:solidFill>
                <a:latin typeface="Times New Roman" panose="02020603050405020304" pitchFamily="18" charset="0"/>
                <a:cs typeface="Times New Roman" panose="02020603050405020304" pitchFamily="18" charset="0"/>
              </a:rPr>
              <a:t>(</a:t>
            </a:r>
            <a:r>
              <a:rPr lang="en-US" altLang="zh-CN" sz="2400" b="1" i="1" dirty="0">
                <a:solidFill>
                  <a:srgbClr val="FF0000"/>
                </a:solidFill>
                <a:latin typeface="Times New Roman" panose="02020603050405020304" pitchFamily="18" charset="0"/>
                <a:cs typeface="Times New Roman" panose="02020603050405020304" pitchFamily="18" charset="0"/>
              </a:rPr>
              <a:t>n</a:t>
            </a:r>
            <a:r>
              <a:rPr lang="zh-CN" altLang="en-US" sz="2400" b="1" dirty="0">
                <a:solidFill>
                  <a:srgbClr val="FF0000"/>
                </a:solidFill>
                <a:latin typeface="Times New Roman" panose="02020603050405020304" pitchFamily="18" charset="0"/>
                <a:cs typeface="Times New Roman" panose="02020603050405020304" pitchFamily="18" charset="0"/>
              </a:rPr>
              <a:t>，</a:t>
            </a:r>
            <a:r>
              <a:rPr lang="en-US" altLang="zh-CN" sz="2400" b="1" i="1" dirty="0">
                <a:solidFill>
                  <a:srgbClr val="FF0000"/>
                </a:solidFill>
                <a:latin typeface="Times New Roman" panose="02020603050405020304" pitchFamily="18" charset="0"/>
                <a:cs typeface="Times New Roman" panose="02020603050405020304" pitchFamily="18" charset="0"/>
              </a:rPr>
              <a:t>e </a:t>
            </a:r>
            <a:r>
              <a:rPr lang="en-US" altLang="zh-CN" sz="2400" b="1" dirty="0">
                <a:solidFill>
                  <a:srgbClr val="FF0000"/>
                </a:solidFill>
                <a:latin typeface="Times New Roman" panose="02020603050405020304" pitchFamily="18" charset="0"/>
                <a:cs typeface="Times New Roman" panose="02020603050405020304" pitchFamily="18" charset="0"/>
              </a:rPr>
              <a:t>)</a:t>
            </a:r>
            <a:r>
              <a:rPr lang="zh-CN" altLang="en-US" sz="2400" b="1" dirty="0">
                <a:solidFill>
                  <a:srgbClr val="FF0000"/>
                </a:solidFill>
                <a:latin typeface="Times New Roman" panose="02020603050405020304" pitchFamily="18" charset="0"/>
                <a:cs typeface="Times New Roman" panose="02020603050405020304" pitchFamily="18" charset="0"/>
              </a:rPr>
              <a:t>为公钥，</a:t>
            </a:r>
            <a:r>
              <a:rPr lang="en-US" altLang="zh-CN" sz="2400" b="1" i="1" dirty="0">
                <a:solidFill>
                  <a:srgbClr val="FF0000"/>
                </a:solidFill>
                <a:latin typeface="Times New Roman" panose="02020603050405020304" pitchFamily="18" charset="0"/>
                <a:cs typeface="Times New Roman" panose="02020603050405020304" pitchFamily="18" charset="0"/>
              </a:rPr>
              <a:t>d </a:t>
            </a:r>
            <a:r>
              <a:rPr lang="zh-CN" altLang="en-US" sz="2400" b="1" dirty="0">
                <a:solidFill>
                  <a:srgbClr val="FF0000"/>
                </a:solidFill>
                <a:latin typeface="Times New Roman" panose="02020603050405020304" pitchFamily="18" charset="0"/>
                <a:cs typeface="Times New Roman" panose="02020603050405020304" pitchFamily="18" charset="0"/>
              </a:rPr>
              <a:t>为私钥</a:t>
            </a:r>
            <a:r>
              <a:rPr lang="en-US" altLang="zh-CN" sz="2400" b="1" dirty="0">
                <a:latin typeface="仿宋" panose="02010609060101010101" pitchFamily="49" charset="-122"/>
                <a:ea typeface="仿宋" panose="02010609060101010101" pitchFamily="49" charset="-122"/>
              </a:rPr>
              <a:t>]</a:t>
            </a:r>
            <a:r>
              <a:rPr lang="zh-CN" altLang="en-US" sz="2400" b="1" dirty="0">
                <a:latin typeface="仿宋" panose="02010609060101010101" pitchFamily="49" charset="-122"/>
                <a:ea typeface="仿宋" panose="02010609060101010101" pitchFamily="49" charset="-122"/>
              </a:rPr>
              <a:t>。</a:t>
            </a:r>
            <a:r>
              <a:rPr lang="en-US" altLang="zh-CN" sz="2400" b="1" dirty="0">
                <a:latin typeface="仿宋" panose="02010609060101010101" pitchFamily="49" charset="-122"/>
                <a:ea typeface="仿宋" panose="02010609060101010101" pitchFamily="49" charset="-122"/>
              </a:rPr>
              <a:t>Rabin</a:t>
            </a:r>
            <a:r>
              <a:rPr lang="zh-CN" altLang="en-US" sz="2400" b="1" dirty="0">
                <a:latin typeface="仿宋" panose="02010609060101010101" pitchFamily="49" charset="-122"/>
                <a:ea typeface="仿宋" panose="02010609060101010101" pitchFamily="49" charset="-122"/>
              </a:rPr>
              <a:t>公钥加密算法的密钥生成算法如算法</a:t>
            </a:r>
            <a:r>
              <a:rPr lang="en-US" altLang="zh-CN" sz="2400" b="1" dirty="0">
                <a:latin typeface="仿宋" panose="02010609060101010101" pitchFamily="49" charset="-122"/>
                <a:ea typeface="仿宋" panose="02010609060101010101" pitchFamily="49" charset="-122"/>
              </a:rPr>
              <a:t>3.4.1</a:t>
            </a:r>
            <a:r>
              <a:rPr lang="zh-CN" altLang="en-US" sz="2400" b="1" dirty="0">
                <a:latin typeface="仿宋" panose="02010609060101010101" pitchFamily="49" charset="-122"/>
                <a:ea typeface="仿宋" panose="02010609060101010101" pitchFamily="49" charset="-122"/>
              </a:rPr>
              <a:t>所示。</a:t>
            </a:r>
            <a:endParaRPr lang="en-US" altLang="zh-CN" sz="2400" b="1" dirty="0">
              <a:latin typeface="仿宋" panose="02010609060101010101" pitchFamily="49" charset="-122"/>
              <a:ea typeface="仿宋" panose="02010609060101010101" pitchFamily="49" charset="-122"/>
            </a:endParaRPr>
          </a:p>
        </p:txBody>
      </p:sp>
      <p:sp>
        <p:nvSpPr>
          <p:cNvPr id="103427" name="Rectangle 9"/>
          <p:cNvSpPr/>
          <p:nvPr/>
        </p:nvSpPr>
        <p:spPr>
          <a:xfrm>
            <a:off x="0" y="-71437"/>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sp>
        <p:nvSpPr>
          <p:cNvPr id="103428" name="标题 6"/>
          <p:cNvSpPr>
            <a:spLocks noGrp="1"/>
          </p:cNvSpPr>
          <p:nvPr>
            <p:ph type="title"/>
          </p:nvPr>
        </p:nvSpPr>
        <p:spPr>
          <a:xfrm>
            <a:off x="457200" y="46038"/>
            <a:ext cx="8229600" cy="639762"/>
          </a:xfrm>
        </p:spPr>
        <p:txBody>
          <a:bodyPr vert="horz" wrap="square" lIns="91440" tIns="45720" rIns="91440" bIns="45720" anchor="ctr" anchorCtr="0"/>
          <a:lstStyle/>
          <a:p>
            <a:r>
              <a:rPr lang="en-US" altLang="zh-CN" dirty="0">
                <a:latin typeface="Times New Roman" panose="02020603050405020304" pitchFamily="18" charset="0"/>
                <a:cs typeface="Times New Roman" panose="02020603050405020304" pitchFamily="18" charset="0"/>
              </a:rPr>
              <a:t>3.4 Rabin</a:t>
            </a:r>
            <a:r>
              <a:rPr lang="zh-CN" altLang="en-US" dirty="0">
                <a:latin typeface="Times New Roman" panose="02020603050405020304" pitchFamily="18" charset="0"/>
                <a:cs typeface="Times New Roman" panose="02020603050405020304" pitchFamily="18" charset="0"/>
              </a:rPr>
              <a:t>公钥加密算法</a:t>
            </a:r>
            <a:endParaRPr lang="zh-CN" altLang="en-US" dirty="0"/>
          </a:p>
        </p:txBody>
      </p:sp>
      <p:sp>
        <p:nvSpPr>
          <p:cNvPr id="103429"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sp>
        <p:nvSpPr>
          <p:cNvPr id="7" name="TextBox 3"/>
          <p:cNvSpPr txBox="1"/>
          <p:nvPr/>
        </p:nvSpPr>
        <p:spPr>
          <a:xfrm>
            <a:off x="228600" y="2514600"/>
            <a:ext cx="8591550" cy="30464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仿宋" panose="02010609060101010101" pitchFamily="49" charset="-122"/>
                <a:ea typeface="仿宋" panose="02010609060101010101" pitchFamily="49" charset="-122"/>
              </a:rPr>
              <a:t>算法</a:t>
            </a:r>
            <a:r>
              <a:rPr lang="en-US" altLang="zh-CN" sz="2400" b="1" dirty="0">
                <a:latin typeface="仿宋" panose="02010609060101010101" pitchFamily="49" charset="-122"/>
                <a:ea typeface="仿宋" panose="02010609060101010101" pitchFamily="49" charset="-122"/>
              </a:rPr>
              <a:t>3.4.1 Rabin</a:t>
            </a:r>
            <a:r>
              <a:rPr lang="zh-CN" altLang="en-US" sz="2400" b="1" dirty="0">
                <a:latin typeface="仿宋" panose="02010609060101010101" pitchFamily="49" charset="-122"/>
                <a:ea typeface="仿宋" panose="02010609060101010101" pitchFamily="49" charset="-122"/>
              </a:rPr>
              <a:t>公钥加密的密钥生成。</a:t>
            </a:r>
            <a:endParaRPr lang="zh-CN" altLang="en-US" sz="2400" b="1" dirty="0">
              <a:latin typeface="仿宋" panose="02010609060101010101" pitchFamily="49" charset="-122"/>
              <a:ea typeface="仿宋" panose="02010609060101010101" pitchFamily="49" charset="-122"/>
            </a:endParaRPr>
          </a:p>
          <a:p>
            <a:pPr marL="0" lvl="0" indent="0" eaLnBrk="1" hangingPunct="1">
              <a:spcBef>
                <a:spcPct val="0"/>
              </a:spcBef>
              <a:buNone/>
            </a:pPr>
            <a:r>
              <a:rPr lang="zh-CN" altLang="en-US" sz="2400" b="1" dirty="0">
                <a:latin typeface="仿宋" panose="02010609060101010101" pitchFamily="49" charset="-122"/>
                <a:ea typeface="仿宋" panose="02010609060101010101" pitchFamily="49" charset="-122"/>
              </a:rPr>
              <a:t>概要：每个实体产生一个公钥和相应的私钥。</a:t>
            </a:r>
            <a:endParaRPr lang="zh-CN" altLang="en-US" sz="2400" b="1" dirty="0">
              <a:latin typeface="仿宋" panose="02010609060101010101" pitchFamily="49" charset="-122"/>
              <a:ea typeface="仿宋" panose="02010609060101010101" pitchFamily="49" charset="-122"/>
            </a:endParaRPr>
          </a:p>
          <a:p>
            <a:pPr marL="0" lvl="0" indent="0" eaLnBrk="1" hangingPunct="1">
              <a:spcBef>
                <a:spcPct val="0"/>
              </a:spcBef>
              <a:buNone/>
            </a:pPr>
            <a:r>
              <a:rPr lang="zh-CN" altLang="en-US" sz="2400" b="1" dirty="0">
                <a:latin typeface="仿宋" panose="02010609060101010101" pitchFamily="49" charset="-122"/>
                <a:ea typeface="仿宋" panose="02010609060101010101" pitchFamily="49" charset="-122"/>
              </a:rPr>
              <a:t>每个实体进行</a:t>
            </a:r>
            <a:r>
              <a:rPr lang="zh-CN" altLang="en-US" sz="2400" b="1" dirty="0">
                <a:solidFill>
                  <a:srgbClr val="0000FF"/>
                </a:solidFill>
                <a:latin typeface="仿宋" panose="02010609060101010101" pitchFamily="49" charset="-122"/>
                <a:ea typeface="仿宋" panose="02010609060101010101" pitchFamily="49" charset="-122"/>
              </a:rPr>
              <a:t>如下步骤</a:t>
            </a:r>
            <a:r>
              <a:rPr lang="zh-CN" altLang="en-US" sz="2400" b="1" dirty="0">
                <a:latin typeface="仿宋" panose="02010609060101010101" pitchFamily="49" charset="-122"/>
                <a:ea typeface="仿宋" panose="02010609060101010101" pitchFamily="49" charset="-122"/>
              </a:rPr>
              <a:t>：</a:t>
            </a:r>
            <a:endParaRPr lang="zh-CN" altLang="en-US" sz="2400" b="1" dirty="0">
              <a:latin typeface="仿宋" panose="02010609060101010101" pitchFamily="49" charset="-122"/>
              <a:ea typeface="仿宋" panose="02010609060101010101" pitchFamily="49" charset="-122"/>
            </a:endParaRPr>
          </a:p>
          <a:p>
            <a:pPr marL="0" lvl="0" indent="0" eaLnBrk="1" hangingPunct="1">
              <a:spcBef>
                <a:spcPct val="0"/>
              </a:spcBef>
              <a:buNone/>
            </a:pPr>
            <a:r>
              <a:rPr lang="en-US" altLang="zh-CN" sz="2400" b="1" dirty="0">
                <a:latin typeface="仿宋" panose="02010609060101010101" pitchFamily="49" charset="-122"/>
                <a:ea typeface="仿宋" panose="02010609060101010101" pitchFamily="49" charset="-122"/>
              </a:rPr>
              <a:t>1.</a:t>
            </a:r>
            <a:r>
              <a:rPr lang="zh-CN" altLang="en-US" sz="2400" b="1" dirty="0">
                <a:latin typeface="仿宋" panose="02010609060101010101" pitchFamily="49" charset="-122"/>
                <a:ea typeface="仿宋" panose="02010609060101010101" pitchFamily="49" charset="-122"/>
              </a:rPr>
              <a:t>生成两个大小差不多的素数</a:t>
            </a:r>
            <a:r>
              <a:rPr lang="en-US" altLang="zh-CN" sz="2400" b="1" dirty="0">
                <a:latin typeface="Times New Roman" panose="02020603050405020304" pitchFamily="18" charset="0"/>
                <a:ea typeface="仿宋" panose="02010609060101010101" pitchFamily="49" charset="-122"/>
              </a:rPr>
              <a:t>p</a:t>
            </a:r>
            <a:r>
              <a:rPr lang="zh-CN" altLang="en-US" sz="2400" b="1" dirty="0">
                <a:latin typeface="Times New Roman" panose="02020603050405020304" pitchFamily="18" charset="0"/>
                <a:ea typeface="仿宋" panose="02010609060101010101" pitchFamily="49" charset="-122"/>
              </a:rPr>
              <a:t>和</a:t>
            </a:r>
            <a:r>
              <a:rPr lang="en-US" altLang="zh-CN" sz="2400" b="1" dirty="0">
                <a:latin typeface="Times New Roman" panose="02020603050405020304" pitchFamily="18" charset="0"/>
                <a:ea typeface="仿宋" panose="02010609060101010101" pitchFamily="49" charset="-122"/>
              </a:rPr>
              <a:t>q</a:t>
            </a:r>
            <a:r>
              <a:rPr lang="zh-CN" altLang="en-US" sz="2400" b="1" dirty="0">
                <a:latin typeface="仿宋" panose="02010609060101010101" pitchFamily="49" charset="-122"/>
                <a:ea typeface="仿宋" panose="02010609060101010101" pitchFamily="49" charset="-122"/>
              </a:rPr>
              <a:t>满足                。</a:t>
            </a:r>
            <a:endParaRPr lang="zh-CN" altLang="en-US" sz="2400" b="1" dirty="0">
              <a:latin typeface="仿宋" panose="02010609060101010101" pitchFamily="49" charset="-122"/>
              <a:ea typeface="仿宋" panose="02010609060101010101" pitchFamily="49" charset="-122"/>
            </a:endParaRPr>
          </a:p>
          <a:p>
            <a:pPr marL="0" lvl="0" indent="0" eaLnBrk="1" hangingPunct="1">
              <a:spcBef>
                <a:spcPct val="0"/>
              </a:spcBef>
              <a:buNone/>
            </a:pPr>
            <a:r>
              <a:rPr lang="en-US" altLang="zh-CN" sz="2400" b="1" dirty="0">
                <a:latin typeface="仿宋" panose="02010609060101010101" pitchFamily="49" charset="-122"/>
                <a:ea typeface="仿宋" panose="02010609060101010101" pitchFamily="49" charset="-122"/>
              </a:rPr>
              <a:t>2.</a:t>
            </a:r>
            <a:r>
              <a:rPr lang="zh-CN" altLang="en-US" sz="2400" b="1" dirty="0">
                <a:latin typeface="仿宋" panose="02010609060101010101" pitchFamily="49" charset="-122"/>
                <a:ea typeface="仿宋" panose="02010609060101010101" pitchFamily="49" charset="-122"/>
              </a:rPr>
              <a:t>计算</a:t>
            </a:r>
            <a:r>
              <a:rPr lang="en-US" altLang="zh-CN" sz="2400" b="1" dirty="0">
                <a:latin typeface="Times New Roman" panose="02020603050405020304" pitchFamily="18" charset="0"/>
                <a:ea typeface="仿宋" panose="02010609060101010101" pitchFamily="49" charset="-122"/>
              </a:rPr>
              <a:t>n=pq</a:t>
            </a:r>
            <a:r>
              <a:rPr lang="zh-CN" altLang="en-US" sz="2400" b="1" dirty="0">
                <a:latin typeface="仿宋" panose="02010609060101010101" pitchFamily="49" charset="-122"/>
                <a:ea typeface="仿宋" panose="02010609060101010101" pitchFamily="49" charset="-122"/>
              </a:rPr>
              <a:t>。</a:t>
            </a:r>
            <a:endParaRPr lang="zh-CN" altLang="en-US" sz="2400" b="1" dirty="0">
              <a:latin typeface="仿宋" panose="02010609060101010101" pitchFamily="49" charset="-122"/>
              <a:ea typeface="仿宋" panose="02010609060101010101" pitchFamily="49" charset="-122"/>
            </a:endParaRPr>
          </a:p>
          <a:p>
            <a:pPr marL="0" lvl="0" indent="0" eaLnBrk="1" hangingPunct="1">
              <a:spcBef>
                <a:spcPct val="0"/>
              </a:spcBef>
              <a:buNone/>
            </a:pPr>
            <a:r>
              <a:rPr lang="en-US" altLang="zh-CN" sz="2400" b="1" dirty="0">
                <a:latin typeface="仿宋" panose="02010609060101010101" pitchFamily="49" charset="-122"/>
                <a:ea typeface="仿宋" panose="02010609060101010101" pitchFamily="49" charset="-122"/>
              </a:rPr>
              <a:t>A</a:t>
            </a:r>
            <a:r>
              <a:rPr lang="zh-CN" altLang="en-US" sz="2400" b="1" dirty="0">
                <a:latin typeface="仿宋" panose="02010609060101010101" pitchFamily="49" charset="-122"/>
                <a:ea typeface="仿宋" panose="02010609060101010101" pitchFamily="49" charset="-122"/>
              </a:rPr>
              <a:t>的</a:t>
            </a:r>
            <a:r>
              <a:rPr lang="zh-CN" altLang="en-US" sz="2400" b="1" dirty="0">
                <a:solidFill>
                  <a:srgbClr val="FF0000"/>
                </a:solidFill>
                <a:latin typeface="仿宋" panose="02010609060101010101" pitchFamily="49" charset="-122"/>
                <a:ea typeface="仿宋" panose="02010609060101010101" pitchFamily="49" charset="-122"/>
              </a:rPr>
              <a:t>公钥为</a:t>
            </a:r>
            <a:r>
              <a:rPr lang="en-US" altLang="zh-CN" sz="2400" b="1" dirty="0">
                <a:solidFill>
                  <a:srgbClr val="FF0000"/>
                </a:solidFill>
                <a:latin typeface="仿宋" panose="02010609060101010101" pitchFamily="49" charset="-122"/>
                <a:ea typeface="仿宋" panose="02010609060101010101" pitchFamily="49" charset="-122"/>
              </a:rPr>
              <a:t>n</a:t>
            </a:r>
            <a:r>
              <a:rPr lang="zh-CN" altLang="en-US" sz="2400" b="1" dirty="0">
                <a:solidFill>
                  <a:srgbClr val="FF0000"/>
                </a:solidFill>
                <a:latin typeface="仿宋" panose="02010609060101010101" pitchFamily="49" charset="-122"/>
                <a:ea typeface="仿宋" panose="02010609060101010101" pitchFamily="49" charset="-122"/>
              </a:rPr>
              <a:t>，私钥为</a:t>
            </a:r>
            <a:r>
              <a:rPr lang="en-US" altLang="zh-CN" sz="2400" b="1" dirty="0">
                <a:solidFill>
                  <a:srgbClr val="FF0000"/>
                </a:solidFill>
                <a:latin typeface="Times New Roman" panose="02020603050405020304" pitchFamily="18" charset="0"/>
                <a:ea typeface="仿宋" panose="02010609060101010101" pitchFamily="49" charset="-122"/>
              </a:rPr>
              <a:t>(p, q)</a:t>
            </a:r>
            <a:r>
              <a:rPr lang="zh-CN" altLang="en-US" sz="2400" b="1" dirty="0">
                <a:latin typeface="仿宋" panose="02010609060101010101" pitchFamily="49" charset="-122"/>
                <a:ea typeface="仿宋" panose="02010609060101010101" pitchFamily="49" charset="-122"/>
              </a:rPr>
              <a:t>。</a:t>
            </a:r>
            <a:endParaRPr lang="en-US" altLang="zh-CN" sz="2400" b="1" dirty="0">
              <a:latin typeface="仿宋" panose="02010609060101010101" pitchFamily="49" charset="-122"/>
              <a:ea typeface="仿宋" panose="02010609060101010101" pitchFamily="49" charset="-122"/>
            </a:endParaRPr>
          </a:p>
          <a:p>
            <a:pPr marL="0" lvl="0" indent="0" eaLnBrk="1" hangingPunct="1">
              <a:spcBef>
                <a:spcPct val="0"/>
              </a:spcBef>
              <a:buNone/>
            </a:pPr>
            <a:endParaRPr lang="en-US" altLang="zh-CN" sz="2400" b="1" dirty="0">
              <a:latin typeface="仿宋" panose="02010609060101010101" pitchFamily="49" charset="-122"/>
              <a:ea typeface="仿宋" panose="02010609060101010101" pitchFamily="49" charset="-122"/>
            </a:endParaRPr>
          </a:p>
          <a:p>
            <a:pPr marL="0" lvl="0" indent="0" eaLnBrk="1" hangingPunct="1">
              <a:spcBef>
                <a:spcPct val="0"/>
              </a:spcBef>
              <a:buNone/>
            </a:pPr>
            <a:r>
              <a:rPr lang="en-US" altLang="zh-CN" sz="2400" b="1" dirty="0">
                <a:latin typeface="仿宋" panose="02010609060101010101" pitchFamily="49" charset="-122"/>
                <a:ea typeface="仿宋" panose="02010609060101010101" pitchFamily="49" charset="-122"/>
              </a:rPr>
              <a:t>Rabin</a:t>
            </a:r>
            <a:r>
              <a:rPr lang="zh-CN" altLang="en-US" sz="2400" b="1" dirty="0">
                <a:latin typeface="仿宋" panose="02010609060101010101" pitchFamily="49" charset="-122"/>
                <a:ea typeface="仿宋" panose="02010609060101010101" pitchFamily="49" charset="-122"/>
              </a:rPr>
              <a:t>公钥加密算法的加密</a:t>
            </a:r>
            <a:r>
              <a:rPr lang="en-US" altLang="zh-CN" sz="2400" b="1" dirty="0">
                <a:latin typeface="仿宋" panose="02010609060101010101" pitchFamily="49" charset="-122"/>
                <a:ea typeface="仿宋" panose="02010609060101010101" pitchFamily="49" charset="-122"/>
              </a:rPr>
              <a:t>/</a:t>
            </a:r>
            <a:r>
              <a:rPr lang="zh-CN" altLang="en-US" sz="2400" b="1" dirty="0">
                <a:latin typeface="仿宋" panose="02010609060101010101" pitchFamily="49" charset="-122"/>
                <a:ea typeface="仿宋" panose="02010609060101010101" pitchFamily="49" charset="-122"/>
              </a:rPr>
              <a:t>解密如算法</a:t>
            </a:r>
            <a:r>
              <a:rPr lang="en-US" altLang="zh-CN" sz="2400" b="1" dirty="0">
                <a:latin typeface="仿宋" panose="02010609060101010101" pitchFamily="49" charset="-122"/>
                <a:ea typeface="仿宋" panose="02010609060101010101" pitchFamily="49" charset="-122"/>
              </a:rPr>
              <a:t>3.4.2</a:t>
            </a:r>
            <a:r>
              <a:rPr lang="zh-CN" altLang="en-US" sz="2400" b="1" dirty="0">
                <a:latin typeface="仿宋" panose="02010609060101010101" pitchFamily="49" charset="-122"/>
                <a:ea typeface="仿宋" panose="02010609060101010101" pitchFamily="49" charset="-122"/>
              </a:rPr>
              <a:t>所示。</a:t>
            </a:r>
            <a:endParaRPr lang="en-US" altLang="zh-CN" sz="2400" b="1" dirty="0">
              <a:latin typeface="仿宋" panose="02010609060101010101" pitchFamily="49" charset="-122"/>
              <a:ea typeface="仿宋" panose="02010609060101010101" pitchFamily="49" charset="-122"/>
            </a:endParaRPr>
          </a:p>
        </p:txBody>
      </p:sp>
      <p:graphicFrame>
        <p:nvGraphicFramePr>
          <p:cNvPr id="8" name="对象 14"/>
          <p:cNvGraphicFramePr>
            <a:graphicFrameLocks noChangeAspect="1"/>
          </p:cNvGraphicFramePr>
          <p:nvPr/>
        </p:nvGraphicFramePr>
        <p:xfrm>
          <a:off x="5684838" y="3689350"/>
          <a:ext cx="2316162" cy="349250"/>
        </p:xfrm>
        <a:graphic>
          <a:graphicData uri="http://schemas.openxmlformats.org/presentationml/2006/ole">
            <mc:AlternateContent xmlns:mc="http://schemas.openxmlformats.org/markup-compatibility/2006">
              <mc:Choice xmlns:v="urn:schemas-microsoft-com:vml" Requires="v">
                <p:oleObj spid="_x0000_s87053" name="" r:id="rId1" imgW="1168400" imgH="177800" progId="Equation.Ribbit">
                  <p:embed/>
                </p:oleObj>
              </mc:Choice>
              <mc:Fallback>
                <p:oleObj name="" r:id="rId1" imgW="1168400" imgH="177800" progId="Equation.Ribbit">
                  <p:embed/>
                  <p:pic>
                    <p:nvPicPr>
                      <p:cNvPr id="0" name="图片 3197"/>
                      <p:cNvPicPr/>
                      <p:nvPr/>
                    </p:nvPicPr>
                    <p:blipFill>
                      <a:blip r:embed="rId2"/>
                      <a:stretch>
                        <a:fillRect/>
                      </a:stretch>
                    </p:blipFill>
                    <p:spPr>
                      <a:xfrm>
                        <a:off x="5684838" y="3689350"/>
                        <a:ext cx="2316162" cy="3492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04450" name="TextBox 3"/>
          <p:cNvSpPr txBox="1"/>
          <p:nvPr/>
        </p:nvSpPr>
        <p:spPr>
          <a:xfrm>
            <a:off x="323850" y="152400"/>
            <a:ext cx="8143875" cy="4432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ts val="600"/>
              </a:spcBef>
              <a:buNone/>
            </a:pPr>
            <a:r>
              <a:rPr lang="zh-CN" altLang="en-US" sz="2400" b="1" dirty="0">
                <a:latin typeface="Times New Roman" panose="02020603050405020304" pitchFamily="18" charset="0"/>
                <a:ea typeface="仿宋" panose="02010609060101010101" pitchFamily="49" charset="-122"/>
              </a:rPr>
              <a:t>算法</a:t>
            </a:r>
            <a:r>
              <a:rPr lang="en-US" altLang="zh-CN" sz="2400" b="1" dirty="0">
                <a:latin typeface="Times New Roman" panose="02020603050405020304" pitchFamily="18" charset="0"/>
                <a:ea typeface="仿宋" panose="02010609060101010101" pitchFamily="49" charset="-122"/>
              </a:rPr>
              <a:t>3.4.2 Rabin</a:t>
            </a:r>
            <a:r>
              <a:rPr lang="zh-CN" altLang="en-US" sz="2400" b="1" dirty="0">
                <a:latin typeface="Times New Roman" panose="02020603050405020304" pitchFamily="18" charset="0"/>
                <a:ea typeface="仿宋" panose="02010609060101010101" pitchFamily="49" charset="-122"/>
              </a:rPr>
              <a:t>公钥加密和解密。  </a:t>
            </a:r>
            <a:endParaRPr lang="zh-CN" altLang="en-US" sz="2400" b="1" dirty="0">
              <a:latin typeface="Times New Roman" panose="02020603050405020304" pitchFamily="18" charset="0"/>
              <a:ea typeface="仿宋" panose="02010609060101010101" pitchFamily="49" charset="-122"/>
            </a:endParaRPr>
          </a:p>
          <a:p>
            <a:pPr marL="0" lvl="0" indent="0" eaLnBrk="1" hangingPunct="1">
              <a:lnSpc>
                <a:spcPct val="150000"/>
              </a:lnSpc>
              <a:spcBef>
                <a:spcPts val="600"/>
              </a:spcBef>
              <a:buNone/>
            </a:pPr>
            <a:r>
              <a:rPr lang="zh-CN" altLang="en-US" sz="2400" b="1" dirty="0">
                <a:latin typeface="Times New Roman" panose="02020603050405020304" pitchFamily="18" charset="0"/>
                <a:ea typeface="仿宋" panose="02010609060101010101" pitchFamily="49" charset="-122"/>
              </a:rPr>
              <a:t>概要：</a:t>
            </a:r>
            <a:r>
              <a:rPr lang="en-US" altLang="zh-CN" sz="2400" b="1" dirty="0">
                <a:latin typeface="Times New Roman" panose="02020603050405020304" pitchFamily="18" charset="0"/>
                <a:ea typeface="仿宋" panose="02010609060101010101" pitchFamily="49" charset="-122"/>
              </a:rPr>
              <a:t>B</a:t>
            </a:r>
            <a:r>
              <a:rPr lang="zh-CN" altLang="en-US" sz="2400" b="1" dirty="0">
                <a:latin typeface="Times New Roman" panose="02020603050405020304" pitchFamily="18" charset="0"/>
                <a:ea typeface="仿宋" panose="02010609060101010101" pitchFamily="49" charset="-122"/>
              </a:rPr>
              <a:t>为</a:t>
            </a:r>
            <a:r>
              <a:rPr lang="en-US" altLang="zh-CN" sz="2400" b="1" dirty="0">
                <a:latin typeface="Times New Roman" panose="02020603050405020304" pitchFamily="18" charset="0"/>
                <a:ea typeface="仿宋" panose="02010609060101010101" pitchFamily="49" charset="-122"/>
              </a:rPr>
              <a:t>A</a:t>
            </a:r>
            <a:r>
              <a:rPr lang="zh-CN" altLang="en-US" sz="2400" b="1" dirty="0">
                <a:latin typeface="Times New Roman" panose="02020603050405020304" pitchFamily="18" charset="0"/>
                <a:ea typeface="仿宋" panose="02010609060101010101" pitchFamily="49" charset="-122"/>
              </a:rPr>
              <a:t>加密消息</a:t>
            </a:r>
            <a:r>
              <a:rPr lang="en-US" altLang="zh-CN" sz="2400" b="1" dirty="0">
                <a:latin typeface="Times New Roman" panose="02020603050405020304" pitchFamily="18" charset="0"/>
                <a:ea typeface="仿宋" panose="02010609060101010101" pitchFamily="49" charset="-122"/>
              </a:rPr>
              <a:t>m</a:t>
            </a:r>
            <a:r>
              <a:rPr lang="zh-CN" altLang="en-US" sz="2400" b="1" dirty="0">
                <a:latin typeface="Times New Roman" panose="02020603050405020304" pitchFamily="18" charset="0"/>
                <a:ea typeface="仿宋" panose="02010609060101010101" pitchFamily="49" charset="-122"/>
              </a:rPr>
              <a:t>，</a:t>
            </a:r>
            <a:r>
              <a:rPr lang="en-US" altLang="zh-CN" sz="2400" b="1" dirty="0">
                <a:latin typeface="Times New Roman" panose="02020603050405020304" pitchFamily="18" charset="0"/>
                <a:ea typeface="仿宋" panose="02010609060101010101" pitchFamily="49" charset="-122"/>
              </a:rPr>
              <a:t>A</a:t>
            </a:r>
            <a:r>
              <a:rPr lang="zh-CN" altLang="en-US" sz="2400" b="1" dirty="0">
                <a:latin typeface="Times New Roman" panose="02020603050405020304" pitchFamily="18" charset="0"/>
                <a:ea typeface="仿宋" panose="02010609060101010101" pitchFamily="49" charset="-122"/>
              </a:rPr>
              <a:t>进行解密。</a:t>
            </a:r>
            <a:endParaRPr lang="zh-CN" altLang="en-US" sz="2400" b="1" dirty="0">
              <a:latin typeface="Times New Roman" panose="02020603050405020304" pitchFamily="18" charset="0"/>
              <a:ea typeface="仿宋" panose="02010609060101010101" pitchFamily="49" charset="-122"/>
            </a:endParaRPr>
          </a:p>
          <a:p>
            <a:pPr marL="0" lvl="0" indent="0" eaLnBrk="1" hangingPunct="1">
              <a:lnSpc>
                <a:spcPct val="150000"/>
              </a:lnSpc>
              <a:spcBef>
                <a:spcPts val="600"/>
              </a:spcBef>
              <a:buNone/>
            </a:pPr>
            <a:r>
              <a:rPr lang="en-US" altLang="zh-CN" sz="2400" b="1" dirty="0">
                <a:solidFill>
                  <a:srgbClr val="FF0000"/>
                </a:solidFill>
                <a:latin typeface="Times New Roman" panose="02020603050405020304" pitchFamily="18" charset="0"/>
                <a:ea typeface="仿宋" panose="02010609060101010101" pitchFamily="49" charset="-122"/>
              </a:rPr>
              <a:t>1.</a:t>
            </a:r>
            <a:r>
              <a:rPr lang="zh-CN" altLang="en-US" sz="2400" b="1" dirty="0">
                <a:solidFill>
                  <a:srgbClr val="FF0000"/>
                </a:solidFill>
                <a:latin typeface="Times New Roman" panose="02020603050405020304" pitchFamily="18" charset="0"/>
                <a:ea typeface="仿宋" panose="02010609060101010101" pitchFamily="49" charset="-122"/>
              </a:rPr>
              <a:t>加密</a:t>
            </a:r>
            <a:r>
              <a:rPr lang="zh-CN" altLang="en-US" sz="2400" b="1" dirty="0">
                <a:latin typeface="Times New Roman" panose="02020603050405020304" pitchFamily="18" charset="0"/>
                <a:ea typeface="仿宋" panose="02010609060101010101" pitchFamily="49" charset="-122"/>
              </a:rPr>
              <a:t>。</a:t>
            </a:r>
            <a:r>
              <a:rPr lang="en-US" altLang="zh-CN" sz="2400" b="1" dirty="0">
                <a:latin typeface="Times New Roman" panose="02020603050405020304" pitchFamily="18" charset="0"/>
                <a:ea typeface="仿宋" panose="02010609060101010101" pitchFamily="49" charset="-122"/>
              </a:rPr>
              <a:t>B</a:t>
            </a:r>
            <a:r>
              <a:rPr lang="zh-CN" altLang="en-US" sz="2400" b="1" dirty="0">
                <a:latin typeface="Times New Roman" panose="02020603050405020304" pitchFamily="18" charset="0"/>
                <a:ea typeface="仿宋" panose="02010609060101010101" pitchFamily="49" charset="-122"/>
              </a:rPr>
              <a:t>进行如下步骤</a:t>
            </a:r>
            <a:r>
              <a:rPr lang="en-US" altLang="zh-CN" sz="2400" b="1" dirty="0">
                <a:latin typeface="Times New Roman" panose="02020603050405020304" pitchFamily="18" charset="0"/>
                <a:ea typeface="仿宋" panose="02010609060101010101" pitchFamily="49" charset="-122"/>
              </a:rPr>
              <a:t>:</a:t>
            </a:r>
            <a:endParaRPr lang="en-US" altLang="zh-CN" sz="2400" b="1" dirty="0">
              <a:latin typeface="Times New Roman" panose="02020603050405020304" pitchFamily="18" charset="0"/>
              <a:ea typeface="仿宋" panose="02010609060101010101" pitchFamily="49" charset="-122"/>
            </a:endParaRPr>
          </a:p>
          <a:p>
            <a:pPr marL="0" lvl="0" indent="0" eaLnBrk="1" hangingPunct="1">
              <a:lnSpc>
                <a:spcPct val="150000"/>
              </a:lnSpc>
              <a:spcBef>
                <a:spcPts val="600"/>
              </a:spcBef>
              <a:buNone/>
            </a:pPr>
            <a:r>
              <a:rPr lang="en-US" altLang="zh-CN" sz="2400" b="1" dirty="0">
                <a:latin typeface="Times New Roman" panose="02020603050405020304" pitchFamily="18" charset="0"/>
                <a:ea typeface="仿宋" panose="02010609060101010101" pitchFamily="49" charset="-122"/>
              </a:rPr>
              <a:t>  1.1 </a:t>
            </a:r>
            <a:r>
              <a:rPr lang="zh-CN" altLang="en-US" sz="2400" b="1" dirty="0">
                <a:latin typeface="Times New Roman" panose="02020603050405020304" pitchFamily="18" charset="0"/>
                <a:ea typeface="仿宋" panose="02010609060101010101" pitchFamily="49" charset="-122"/>
              </a:rPr>
              <a:t>获得到</a:t>
            </a:r>
            <a:r>
              <a:rPr lang="en-US" altLang="zh-CN" sz="2400" b="1" dirty="0">
                <a:latin typeface="Times New Roman" panose="02020603050405020304" pitchFamily="18" charset="0"/>
                <a:ea typeface="仿宋" panose="02010609060101010101" pitchFamily="49" charset="-122"/>
              </a:rPr>
              <a:t>A</a:t>
            </a:r>
            <a:r>
              <a:rPr lang="zh-CN" altLang="en-US" sz="2400" b="1" dirty="0">
                <a:latin typeface="Times New Roman" panose="02020603050405020304" pitchFamily="18" charset="0"/>
                <a:ea typeface="仿宋" panose="02010609060101010101" pitchFamily="49" charset="-122"/>
              </a:rPr>
              <a:t>的认证的公钥</a:t>
            </a:r>
            <a:r>
              <a:rPr lang="en-US" altLang="zh-CN" sz="2400" b="1" dirty="0">
                <a:latin typeface="Times New Roman" panose="02020603050405020304" pitchFamily="18" charset="0"/>
                <a:ea typeface="仿宋" panose="02010609060101010101" pitchFamily="49" charset="-122"/>
              </a:rPr>
              <a:t>n</a:t>
            </a:r>
            <a:r>
              <a:rPr lang="zh-CN" altLang="en-US" sz="2400" b="1" dirty="0">
                <a:latin typeface="Times New Roman" panose="02020603050405020304" pitchFamily="18" charset="0"/>
                <a:ea typeface="仿宋" panose="02010609060101010101" pitchFamily="49" charset="-122"/>
              </a:rPr>
              <a:t>；</a:t>
            </a:r>
            <a:endParaRPr lang="zh-CN" altLang="en-US" sz="2400" b="1" dirty="0">
              <a:latin typeface="Times New Roman" panose="02020603050405020304" pitchFamily="18" charset="0"/>
              <a:ea typeface="仿宋" panose="02010609060101010101" pitchFamily="49" charset="-122"/>
            </a:endParaRPr>
          </a:p>
          <a:p>
            <a:pPr marL="0" lvl="0" indent="0" eaLnBrk="1" hangingPunct="1">
              <a:lnSpc>
                <a:spcPct val="150000"/>
              </a:lnSpc>
              <a:spcBef>
                <a:spcPts val="600"/>
              </a:spcBef>
              <a:buNone/>
            </a:pPr>
            <a:r>
              <a:rPr lang="zh-CN" altLang="en-US" sz="2400" b="1" dirty="0">
                <a:latin typeface="Times New Roman" panose="02020603050405020304" pitchFamily="18" charset="0"/>
                <a:ea typeface="仿宋" panose="02010609060101010101" pitchFamily="49" charset="-122"/>
              </a:rPr>
              <a:t>  </a:t>
            </a:r>
            <a:r>
              <a:rPr lang="en-US" altLang="zh-CN" sz="2400" b="1" dirty="0">
                <a:latin typeface="Times New Roman" panose="02020603050405020304" pitchFamily="18" charset="0"/>
                <a:ea typeface="仿宋" panose="02010609060101010101" pitchFamily="49" charset="-122"/>
              </a:rPr>
              <a:t>1.2 </a:t>
            </a:r>
            <a:r>
              <a:rPr lang="zh-CN" altLang="en-US" sz="2400" b="1" dirty="0">
                <a:latin typeface="Times New Roman" panose="02020603050405020304" pitchFamily="18" charset="0"/>
                <a:ea typeface="仿宋" panose="02010609060101010101" pitchFamily="49" charset="-122"/>
              </a:rPr>
              <a:t>把消息表示成                                 中的整数</a:t>
            </a:r>
            <a:r>
              <a:rPr lang="en-US" altLang="zh-CN" sz="2400" b="1" dirty="0">
                <a:solidFill>
                  <a:srgbClr val="0000FF"/>
                </a:solidFill>
                <a:latin typeface="Times New Roman" panose="02020603050405020304" pitchFamily="18" charset="0"/>
                <a:ea typeface="仿宋" panose="02010609060101010101" pitchFamily="49" charset="-122"/>
              </a:rPr>
              <a:t>m</a:t>
            </a:r>
            <a:r>
              <a:rPr lang="zh-CN" altLang="en-US" sz="2400" b="1" dirty="0">
                <a:solidFill>
                  <a:srgbClr val="0000FF"/>
                </a:solidFill>
                <a:latin typeface="Times New Roman" panose="02020603050405020304" pitchFamily="18" charset="0"/>
                <a:ea typeface="仿宋" panose="02010609060101010101" pitchFamily="49" charset="-122"/>
              </a:rPr>
              <a:t>（</a:t>
            </a:r>
            <a:r>
              <a:rPr lang="zh-CN" altLang="en-US" sz="2400" b="1" dirty="0">
                <a:solidFill>
                  <a:srgbClr val="FF0000"/>
                </a:solidFill>
                <a:latin typeface="Times New Roman" panose="02020603050405020304" pitchFamily="18" charset="0"/>
                <a:ea typeface="仿宋" panose="02010609060101010101" pitchFamily="49" charset="-122"/>
              </a:rPr>
              <a:t>明文</a:t>
            </a:r>
            <a:r>
              <a:rPr lang="zh-CN" altLang="en-US" sz="2400" b="1" dirty="0">
                <a:solidFill>
                  <a:srgbClr val="0000FF"/>
                </a:solidFill>
                <a:latin typeface="Times New Roman" panose="02020603050405020304" pitchFamily="18" charset="0"/>
                <a:ea typeface="仿宋" panose="02010609060101010101" pitchFamily="49" charset="-122"/>
              </a:rPr>
              <a:t>）</a:t>
            </a:r>
            <a:r>
              <a:rPr lang="zh-CN" altLang="en-US" sz="2400" b="1" dirty="0">
                <a:latin typeface="Times New Roman" panose="02020603050405020304" pitchFamily="18" charset="0"/>
                <a:ea typeface="仿宋" panose="02010609060101010101" pitchFamily="49" charset="-122"/>
              </a:rPr>
              <a:t>；</a:t>
            </a:r>
            <a:endParaRPr lang="en-US" altLang="zh-CN" sz="2400" b="1" dirty="0">
              <a:latin typeface="Times New Roman" panose="02020603050405020304" pitchFamily="18" charset="0"/>
              <a:ea typeface="仿宋" panose="02010609060101010101" pitchFamily="49" charset="-122"/>
            </a:endParaRPr>
          </a:p>
          <a:p>
            <a:pPr marL="0" lvl="0" indent="0" eaLnBrk="1" hangingPunct="1">
              <a:lnSpc>
                <a:spcPct val="150000"/>
              </a:lnSpc>
              <a:spcBef>
                <a:spcPts val="600"/>
              </a:spcBef>
              <a:buNone/>
            </a:pPr>
            <a:r>
              <a:rPr lang="zh-CN" altLang="en-US" sz="2400" b="1" dirty="0">
                <a:latin typeface="Times New Roman" panose="02020603050405020304" pitchFamily="18" charset="0"/>
                <a:ea typeface="仿宋" panose="02010609060101010101" pitchFamily="49" charset="-122"/>
              </a:rPr>
              <a:t>  </a:t>
            </a:r>
            <a:r>
              <a:rPr lang="en-US" altLang="zh-CN" sz="2400" b="1" dirty="0">
                <a:latin typeface="Times New Roman" panose="02020603050405020304" pitchFamily="18" charset="0"/>
                <a:ea typeface="仿宋" panose="02010609060101010101" pitchFamily="49" charset="-122"/>
              </a:rPr>
              <a:t>1.3 </a:t>
            </a:r>
            <a:r>
              <a:rPr lang="zh-CN" altLang="en-US" sz="2400" b="1" dirty="0">
                <a:latin typeface="Times New Roman" panose="02020603050405020304" pitchFamily="18" charset="0"/>
                <a:ea typeface="仿宋" panose="02010609060101010101" pitchFamily="49" charset="-122"/>
              </a:rPr>
              <a:t>计算                             </a:t>
            </a:r>
            <a:r>
              <a:rPr lang="en-US" altLang="zh-CN" sz="2400" b="1" dirty="0">
                <a:latin typeface="Times New Roman" panose="02020603050405020304" pitchFamily="18" charset="0"/>
                <a:ea typeface="仿宋" panose="02010609060101010101" pitchFamily="49" charset="-122"/>
              </a:rPr>
              <a:t>;</a:t>
            </a:r>
            <a:endParaRPr lang="en-US" altLang="zh-CN" sz="2400" b="1" dirty="0">
              <a:latin typeface="Times New Roman" panose="02020603050405020304" pitchFamily="18" charset="0"/>
              <a:ea typeface="仿宋" panose="02010609060101010101" pitchFamily="49" charset="-122"/>
            </a:endParaRPr>
          </a:p>
          <a:p>
            <a:pPr marL="0" lvl="0" indent="0" eaLnBrk="1" hangingPunct="1">
              <a:lnSpc>
                <a:spcPct val="150000"/>
              </a:lnSpc>
              <a:spcBef>
                <a:spcPts val="600"/>
              </a:spcBef>
              <a:buNone/>
            </a:pPr>
            <a:r>
              <a:rPr lang="en-US" altLang="zh-CN" sz="2400" b="1" dirty="0">
                <a:latin typeface="Times New Roman" panose="02020603050405020304" pitchFamily="18" charset="0"/>
                <a:ea typeface="仿宋" panose="02010609060101010101" pitchFamily="49" charset="-122"/>
              </a:rPr>
              <a:t>  1.4 </a:t>
            </a:r>
            <a:r>
              <a:rPr lang="zh-CN" altLang="en-US" sz="2400" b="1" dirty="0">
                <a:latin typeface="Times New Roman" panose="02020603050405020304" pitchFamily="18" charset="0"/>
                <a:ea typeface="仿宋" panose="02010609060101010101" pitchFamily="49" charset="-122"/>
              </a:rPr>
              <a:t>发送</a:t>
            </a:r>
            <a:r>
              <a:rPr lang="zh-CN" altLang="en-US" sz="2400" b="1" dirty="0">
                <a:solidFill>
                  <a:srgbClr val="FF0000"/>
                </a:solidFill>
                <a:latin typeface="Times New Roman" panose="02020603050405020304" pitchFamily="18" charset="0"/>
                <a:ea typeface="仿宋" panose="02010609060101010101" pitchFamily="49" charset="-122"/>
              </a:rPr>
              <a:t>密文</a:t>
            </a:r>
            <a:r>
              <a:rPr lang="en-US" altLang="zh-CN" sz="2400" b="1" dirty="0">
                <a:solidFill>
                  <a:srgbClr val="0000FF"/>
                </a:solidFill>
                <a:latin typeface="Times New Roman" panose="02020603050405020304" pitchFamily="18" charset="0"/>
                <a:ea typeface="仿宋" panose="02010609060101010101" pitchFamily="49" charset="-122"/>
              </a:rPr>
              <a:t>c</a:t>
            </a:r>
            <a:r>
              <a:rPr lang="zh-CN" altLang="en-US" sz="2400" b="1" dirty="0">
                <a:latin typeface="Times New Roman" panose="02020603050405020304" pitchFamily="18" charset="0"/>
                <a:ea typeface="仿宋" panose="02010609060101010101" pitchFamily="49" charset="-122"/>
              </a:rPr>
              <a:t>给</a:t>
            </a:r>
            <a:r>
              <a:rPr lang="en-US" altLang="zh-CN" sz="2400" b="1" dirty="0">
                <a:latin typeface="Times New Roman" panose="02020603050405020304" pitchFamily="18" charset="0"/>
                <a:ea typeface="仿宋" panose="02010609060101010101" pitchFamily="49" charset="-122"/>
              </a:rPr>
              <a:t>A</a:t>
            </a:r>
            <a:r>
              <a:rPr lang="zh-CN" altLang="en-US" sz="2400" b="1" dirty="0">
                <a:latin typeface="Times New Roman" panose="02020603050405020304" pitchFamily="18" charset="0"/>
                <a:ea typeface="仿宋" panose="02010609060101010101" pitchFamily="49" charset="-122"/>
              </a:rPr>
              <a:t>。</a:t>
            </a:r>
            <a:endParaRPr lang="zh-CN" altLang="en-US" sz="2400" b="1" dirty="0">
              <a:latin typeface="Times New Roman" panose="02020603050405020304" pitchFamily="18" charset="0"/>
              <a:ea typeface="仿宋" panose="02010609060101010101" pitchFamily="49" charset="-122"/>
            </a:endParaRPr>
          </a:p>
        </p:txBody>
      </p:sp>
      <p:sp>
        <p:nvSpPr>
          <p:cNvPr id="104451" name="Rectangle 9"/>
          <p:cNvSpPr/>
          <p:nvPr/>
        </p:nvSpPr>
        <p:spPr>
          <a:xfrm>
            <a:off x="0" y="-71437"/>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graphicFrame>
        <p:nvGraphicFramePr>
          <p:cNvPr id="104452" name="对象 14"/>
          <p:cNvGraphicFramePr>
            <a:graphicFrameLocks noChangeAspect="1"/>
          </p:cNvGraphicFramePr>
          <p:nvPr/>
        </p:nvGraphicFramePr>
        <p:xfrm>
          <a:off x="1828800" y="3454400"/>
          <a:ext cx="1984375" cy="381000"/>
        </p:xfrm>
        <a:graphic>
          <a:graphicData uri="http://schemas.openxmlformats.org/presentationml/2006/ole">
            <mc:AlternateContent xmlns:mc="http://schemas.openxmlformats.org/markup-compatibility/2006">
              <mc:Choice xmlns:v="urn:schemas-microsoft-com:vml" Requires="v">
                <p:oleObj spid="_x0000_s88087" name="" r:id="rId1" imgW="1002030" imgH="193040" progId="Equation.Ribbit">
                  <p:embed/>
                </p:oleObj>
              </mc:Choice>
              <mc:Fallback>
                <p:oleObj name="" r:id="rId1" imgW="1002030" imgH="193040" progId="Equation.Ribbit">
                  <p:embed/>
                  <p:pic>
                    <p:nvPicPr>
                      <p:cNvPr id="0" name="图片 3198"/>
                      <p:cNvPicPr/>
                      <p:nvPr/>
                    </p:nvPicPr>
                    <p:blipFill>
                      <a:blip r:embed="rId2"/>
                      <a:stretch>
                        <a:fillRect/>
                      </a:stretch>
                    </p:blipFill>
                    <p:spPr>
                      <a:xfrm>
                        <a:off x="1828800" y="3454400"/>
                        <a:ext cx="1984375" cy="381000"/>
                      </a:xfrm>
                      <a:prstGeom prst="rect">
                        <a:avLst/>
                      </a:prstGeom>
                      <a:noFill/>
                      <a:ln w="38100">
                        <a:noFill/>
                        <a:miter/>
                      </a:ln>
                    </p:spPr>
                  </p:pic>
                </p:oleObj>
              </mc:Fallback>
            </mc:AlternateContent>
          </a:graphicData>
        </a:graphic>
      </p:graphicFrame>
      <p:graphicFrame>
        <p:nvGraphicFramePr>
          <p:cNvPr id="104453" name="对象 1"/>
          <p:cNvGraphicFramePr>
            <a:graphicFrameLocks noChangeAspect="1"/>
          </p:cNvGraphicFramePr>
          <p:nvPr/>
        </p:nvGraphicFramePr>
        <p:xfrm>
          <a:off x="2895600" y="2819400"/>
          <a:ext cx="2478088" cy="350838"/>
        </p:xfrm>
        <a:graphic>
          <a:graphicData uri="http://schemas.openxmlformats.org/presentationml/2006/ole">
            <mc:AlternateContent xmlns:mc="http://schemas.openxmlformats.org/markup-compatibility/2006">
              <mc:Choice xmlns:v="urn:schemas-microsoft-com:vml" Requires="v">
                <p:oleObj spid="_x0000_s88088" name="" r:id="rId3" imgW="1249680" imgH="177800" progId="Equation.Ribbit">
                  <p:embed/>
                </p:oleObj>
              </mc:Choice>
              <mc:Fallback>
                <p:oleObj name="" r:id="rId3" imgW="1249680" imgH="177800" progId="Equation.Ribbit">
                  <p:embed/>
                  <p:pic>
                    <p:nvPicPr>
                      <p:cNvPr id="0" name="图片 3200"/>
                      <p:cNvPicPr/>
                      <p:nvPr/>
                    </p:nvPicPr>
                    <p:blipFill>
                      <a:blip r:embed="rId4"/>
                      <a:stretch>
                        <a:fillRect/>
                      </a:stretch>
                    </p:blipFill>
                    <p:spPr>
                      <a:xfrm>
                        <a:off x="2895600" y="2819400"/>
                        <a:ext cx="2478088" cy="350838"/>
                      </a:xfrm>
                      <a:prstGeom prst="rect">
                        <a:avLst/>
                      </a:prstGeom>
                      <a:noFill/>
                      <a:ln w="38100">
                        <a:noFill/>
                        <a:miter/>
                      </a:ln>
                    </p:spPr>
                  </p:pic>
                </p:oleObj>
              </mc:Fallback>
            </mc:AlternateContent>
          </a:graphicData>
        </a:graphic>
      </p:graphicFrame>
      <p:sp>
        <p:nvSpPr>
          <p:cNvPr id="104454" name="灯片编号占位符 1"/>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05474" name="TextBox 3"/>
          <p:cNvSpPr txBox="1"/>
          <p:nvPr/>
        </p:nvSpPr>
        <p:spPr>
          <a:xfrm>
            <a:off x="323850" y="-152400"/>
            <a:ext cx="8143875" cy="39703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ct val="0"/>
              </a:spcBef>
              <a:buNone/>
            </a:pPr>
            <a:r>
              <a:rPr lang="en-US" altLang="zh-CN" sz="2400" b="1" dirty="0">
                <a:solidFill>
                  <a:srgbClr val="FF0000"/>
                </a:solidFill>
                <a:latin typeface="仿宋" panose="02010609060101010101" pitchFamily="49" charset="-122"/>
                <a:ea typeface="仿宋" panose="02010609060101010101" pitchFamily="49" charset="-122"/>
              </a:rPr>
              <a:t>2.</a:t>
            </a:r>
            <a:r>
              <a:rPr lang="zh-CN" altLang="en-US" sz="2400" b="1" dirty="0">
                <a:solidFill>
                  <a:srgbClr val="FF0000"/>
                </a:solidFill>
                <a:latin typeface="仿宋" panose="02010609060101010101" pitchFamily="49" charset="-122"/>
                <a:ea typeface="仿宋" panose="02010609060101010101" pitchFamily="49" charset="-122"/>
              </a:rPr>
              <a:t>解密</a:t>
            </a:r>
            <a:r>
              <a:rPr lang="zh-CN" altLang="en-US" sz="2400" b="1" dirty="0">
                <a:latin typeface="仿宋" panose="02010609060101010101" pitchFamily="49" charset="-122"/>
                <a:ea typeface="仿宋" panose="02010609060101010101" pitchFamily="49" charset="-122"/>
              </a:rPr>
              <a:t>。</a:t>
            </a:r>
            <a:r>
              <a:rPr lang="zh-CN" altLang="en-US" sz="2400" b="1" dirty="0">
                <a:latin typeface="Times New Roman" panose="02020603050405020304" pitchFamily="18" charset="0"/>
                <a:ea typeface="仿宋" panose="02010609060101010101" pitchFamily="49" charset="-122"/>
              </a:rPr>
              <a:t>为了从</a:t>
            </a:r>
            <a:r>
              <a:rPr lang="zh-CN" altLang="en-US" sz="2400" b="1" dirty="0">
                <a:solidFill>
                  <a:srgbClr val="0000FF"/>
                </a:solidFill>
                <a:latin typeface="Times New Roman" panose="02020603050405020304" pitchFamily="18" charset="0"/>
                <a:ea typeface="仿宋" panose="02010609060101010101" pitchFamily="49" charset="-122"/>
              </a:rPr>
              <a:t>密文</a:t>
            </a:r>
            <a:r>
              <a:rPr lang="en-US" altLang="zh-CN" sz="2400" b="1" dirty="0">
                <a:solidFill>
                  <a:srgbClr val="0000FF"/>
                </a:solidFill>
                <a:latin typeface="Times New Roman" panose="02020603050405020304" pitchFamily="18" charset="0"/>
                <a:ea typeface="仿宋" panose="02010609060101010101" pitchFamily="49" charset="-122"/>
              </a:rPr>
              <a:t>c</a:t>
            </a:r>
            <a:r>
              <a:rPr lang="zh-CN" altLang="en-US" sz="2400" b="1" dirty="0">
                <a:latin typeface="Times New Roman" panose="02020603050405020304" pitchFamily="18" charset="0"/>
                <a:ea typeface="仿宋" panose="02010609060101010101" pitchFamily="49" charset="-122"/>
              </a:rPr>
              <a:t>恢复出</a:t>
            </a:r>
            <a:r>
              <a:rPr lang="zh-CN" altLang="en-US" sz="2400" b="1" dirty="0">
                <a:solidFill>
                  <a:srgbClr val="0000FF"/>
                </a:solidFill>
                <a:latin typeface="Times New Roman" panose="02020603050405020304" pitchFamily="18" charset="0"/>
                <a:ea typeface="仿宋" panose="02010609060101010101" pitchFamily="49" charset="-122"/>
              </a:rPr>
              <a:t>明文</a:t>
            </a:r>
            <a:r>
              <a:rPr lang="en-US" altLang="zh-CN" sz="2400" b="1" dirty="0">
                <a:solidFill>
                  <a:srgbClr val="0000FF"/>
                </a:solidFill>
                <a:latin typeface="Times New Roman" panose="02020603050405020304" pitchFamily="18" charset="0"/>
                <a:ea typeface="仿宋" panose="02010609060101010101" pitchFamily="49" charset="-122"/>
              </a:rPr>
              <a:t>m</a:t>
            </a:r>
            <a:r>
              <a:rPr lang="en-US" altLang="zh-CN" sz="2400" b="1" dirty="0">
                <a:latin typeface="Times New Roman" panose="02020603050405020304" pitchFamily="18" charset="0"/>
                <a:ea typeface="仿宋" panose="02010609060101010101" pitchFamily="49" charset="-122"/>
              </a:rPr>
              <a:t>,  A</a:t>
            </a:r>
            <a:r>
              <a:rPr lang="zh-CN" altLang="en-US" sz="2400" b="1" dirty="0">
                <a:latin typeface="Times New Roman" panose="02020603050405020304" pitchFamily="18" charset="0"/>
                <a:ea typeface="仿宋" panose="02010609060101010101" pitchFamily="49" charset="-122"/>
              </a:rPr>
              <a:t>进行</a:t>
            </a:r>
            <a:r>
              <a:rPr lang="zh-CN" altLang="en-US" sz="2400" b="1" dirty="0">
                <a:latin typeface="仿宋" panose="02010609060101010101" pitchFamily="49" charset="-122"/>
                <a:ea typeface="仿宋" panose="02010609060101010101" pitchFamily="49" charset="-122"/>
              </a:rPr>
              <a:t>如下步骤：</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  2.1 </a:t>
            </a:r>
            <a:r>
              <a:rPr lang="zh-CN" altLang="en-US" sz="2400" b="1" dirty="0">
                <a:latin typeface="仿宋" panose="02010609060101010101" pitchFamily="49" charset="-122"/>
                <a:ea typeface="仿宋" panose="02010609060101010101" pitchFamily="49" charset="-122"/>
              </a:rPr>
              <a:t>用扩展的欧几里得算法求整数 </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和 ，使得整数</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和</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满足       </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；（这可仅在密钥生成时计算，可用于每一次解密）</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  2.2 </a:t>
            </a:r>
            <a:r>
              <a:rPr lang="zh-CN" altLang="en-US" sz="2400" b="1" dirty="0">
                <a:latin typeface="仿宋" panose="02010609060101010101" pitchFamily="49" charset="-122"/>
                <a:ea typeface="仿宋" panose="02010609060101010101" pitchFamily="49" charset="-122"/>
              </a:rPr>
              <a:t>计算                 ；</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  2.3 </a:t>
            </a:r>
            <a:r>
              <a:rPr lang="zh-CN" altLang="en-US" sz="2400" b="1" dirty="0">
                <a:latin typeface="仿宋" panose="02010609060101010101" pitchFamily="49" charset="-122"/>
                <a:ea typeface="仿宋" panose="02010609060101010101" pitchFamily="49" charset="-122"/>
              </a:rPr>
              <a:t>计算                 ；</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  2.4 </a:t>
            </a:r>
            <a:r>
              <a:rPr lang="zh-CN" altLang="en-US" sz="2400" b="1" dirty="0">
                <a:latin typeface="仿宋" panose="02010609060101010101" pitchFamily="49" charset="-122"/>
                <a:ea typeface="仿宋" panose="02010609060101010101" pitchFamily="49" charset="-122"/>
              </a:rPr>
              <a:t>计算                     ；</a:t>
            </a:r>
            <a:endParaRPr lang="en-US" altLang="zh-CN" sz="2400" b="1" dirty="0">
              <a:latin typeface="仿宋" panose="02010609060101010101" pitchFamily="49" charset="-122"/>
              <a:ea typeface="仿宋" panose="02010609060101010101" pitchFamily="49" charset="-122"/>
            </a:endParaRPr>
          </a:p>
        </p:txBody>
      </p:sp>
      <p:sp>
        <p:nvSpPr>
          <p:cNvPr id="105475" name="Rectangle 9"/>
          <p:cNvSpPr/>
          <p:nvPr/>
        </p:nvSpPr>
        <p:spPr>
          <a:xfrm>
            <a:off x="0" y="-15240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graphicFrame>
        <p:nvGraphicFramePr>
          <p:cNvPr id="105476" name="对象 17"/>
          <p:cNvGraphicFramePr>
            <a:graphicFrameLocks noChangeAspect="1"/>
          </p:cNvGraphicFramePr>
          <p:nvPr/>
        </p:nvGraphicFramePr>
        <p:xfrm>
          <a:off x="7620000" y="681038"/>
          <a:ext cx="160338" cy="236537"/>
        </p:xfrm>
        <a:graphic>
          <a:graphicData uri="http://schemas.openxmlformats.org/presentationml/2006/ole">
            <mc:AlternateContent xmlns:mc="http://schemas.openxmlformats.org/markup-compatibility/2006">
              <mc:Choice xmlns:v="urn:schemas-microsoft-com:vml" Requires="v">
                <p:oleObj spid="_x0000_s89271" name="" r:id="rId1" imgW="81280" imgH="119380" progId="Equation.Ribbit">
                  <p:embed/>
                </p:oleObj>
              </mc:Choice>
              <mc:Fallback>
                <p:oleObj name="" r:id="rId1" imgW="81280" imgH="119380" progId="Equation.Ribbit">
                  <p:embed/>
                  <p:pic>
                    <p:nvPicPr>
                      <p:cNvPr id="0" name="图片 3219"/>
                      <p:cNvPicPr/>
                      <p:nvPr/>
                    </p:nvPicPr>
                    <p:blipFill>
                      <a:blip r:embed="rId2"/>
                      <a:stretch>
                        <a:fillRect/>
                      </a:stretch>
                    </p:blipFill>
                    <p:spPr>
                      <a:xfrm>
                        <a:off x="7620000" y="681038"/>
                        <a:ext cx="160338" cy="236537"/>
                      </a:xfrm>
                      <a:prstGeom prst="rect">
                        <a:avLst/>
                      </a:prstGeom>
                      <a:noFill/>
                      <a:ln w="38100">
                        <a:noFill/>
                        <a:miter/>
                      </a:ln>
                    </p:spPr>
                  </p:pic>
                </p:oleObj>
              </mc:Fallback>
            </mc:AlternateContent>
          </a:graphicData>
        </a:graphic>
      </p:graphicFrame>
      <p:graphicFrame>
        <p:nvGraphicFramePr>
          <p:cNvPr id="105477" name="对象 18"/>
          <p:cNvGraphicFramePr>
            <a:graphicFrameLocks noChangeAspect="1"/>
          </p:cNvGraphicFramePr>
          <p:nvPr/>
        </p:nvGraphicFramePr>
        <p:xfrm>
          <a:off x="5435600" y="666750"/>
          <a:ext cx="160338" cy="236538"/>
        </p:xfrm>
        <a:graphic>
          <a:graphicData uri="http://schemas.openxmlformats.org/presentationml/2006/ole">
            <mc:AlternateContent xmlns:mc="http://schemas.openxmlformats.org/markup-compatibility/2006">
              <mc:Choice xmlns:v="urn:schemas-microsoft-com:vml" Requires="v">
                <p:oleObj spid="_x0000_s89272" name="" r:id="rId3" imgW="81280" imgH="119380" progId="Equation.Ribbit">
                  <p:embed/>
                </p:oleObj>
              </mc:Choice>
              <mc:Fallback>
                <p:oleObj name="" r:id="rId3" imgW="81280" imgH="119380" progId="Equation.Ribbit">
                  <p:embed/>
                  <p:pic>
                    <p:nvPicPr>
                      <p:cNvPr id="0" name="图片 3213"/>
                      <p:cNvPicPr/>
                      <p:nvPr/>
                    </p:nvPicPr>
                    <p:blipFill>
                      <a:blip r:embed="rId2"/>
                      <a:stretch>
                        <a:fillRect/>
                      </a:stretch>
                    </p:blipFill>
                    <p:spPr>
                      <a:xfrm>
                        <a:off x="5435600" y="666750"/>
                        <a:ext cx="160338" cy="236538"/>
                      </a:xfrm>
                      <a:prstGeom prst="rect">
                        <a:avLst/>
                      </a:prstGeom>
                      <a:noFill/>
                      <a:ln w="38100">
                        <a:noFill/>
                        <a:miter/>
                      </a:ln>
                    </p:spPr>
                  </p:pic>
                </p:oleObj>
              </mc:Fallback>
            </mc:AlternateContent>
          </a:graphicData>
        </a:graphic>
      </p:graphicFrame>
      <p:graphicFrame>
        <p:nvGraphicFramePr>
          <p:cNvPr id="105478" name="对象 22"/>
          <p:cNvGraphicFramePr>
            <a:graphicFrameLocks noChangeAspect="1"/>
          </p:cNvGraphicFramePr>
          <p:nvPr/>
        </p:nvGraphicFramePr>
        <p:xfrm>
          <a:off x="8153400" y="669925"/>
          <a:ext cx="134938" cy="315913"/>
        </p:xfrm>
        <a:graphic>
          <a:graphicData uri="http://schemas.openxmlformats.org/presentationml/2006/ole">
            <mc:AlternateContent xmlns:mc="http://schemas.openxmlformats.org/markup-compatibility/2006">
              <mc:Choice xmlns:v="urn:schemas-microsoft-com:vml" Requires="v">
                <p:oleObj spid="_x0000_s89273" name="" r:id="rId4" imgW="68580" imgH="158750" progId="Equation.Ribbit">
                  <p:embed/>
                </p:oleObj>
              </mc:Choice>
              <mc:Fallback>
                <p:oleObj name="" r:id="rId4" imgW="68580" imgH="158750" progId="Equation.Ribbit">
                  <p:embed/>
                  <p:pic>
                    <p:nvPicPr>
                      <p:cNvPr id="0" name="图片 3220"/>
                      <p:cNvPicPr/>
                      <p:nvPr/>
                    </p:nvPicPr>
                    <p:blipFill>
                      <a:blip r:embed="rId5"/>
                      <a:stretch>
                        <a:fillRect/>
                      </a:stretch>
                    </p:blipFill>
                    <p:spPr>
                      <a:xfrm>
                        <a:off x="8153400" y="669925"/>
                        <a:ext cx="134938" cy="315913"/>
                      </a:xfrm>
                      <a:prstGeom prst="rect">
                        <a:avLst/>
                      </a:prstGeom>
                      <a:noFill/>
                      <a:ln w="38100">
                        <a:noFill/>
                        <a:miter/>
                      </a:ln>
                    </p:spPr>
                  </p:pic>
                </p:oleObj>
              </mc:Fallback>
            </mc:AlternateContent>
          </a:graphicData>
        </a:graphic>
      </p:graphicFrame>
      <p:graphicFrame>
        <p:nvGraphicFramePr>
          <p:cNvPr id="105479" name="对象 23"/>
          <p:cNvGraphicFramePr>
            <a:graphicFrameLocks noChangeAspect="1"/>
          </p:cNvGraphicFramePr>
          <p:nvPr/>
        </p:nvGraphicFramePr>
        <p:xfrm>
          <a:off x="5961063" y="604838"/>
          <a:ext cx="134937" cy="315912"/>
        </p:xfrm>
        <a:graphic>
          <a:graphicData uri="http://schemas.openxmlformats.org/presentationml/2006/ole">
            <mc:AlternateContent xmlns:mc="http://schemas.openxmlformats.org/markup-compatibility/2006">
              <mc:Choice xmlns:v="urn:schemas-microsoft-com:vml" Requires="v">
                <p:oleObj spid="_x0000_s89274" name="" r:id="rId6" imgW="68580" imgH="158750" progId="Equation.Ribbit">
                  <p:embed/>
                </p:oleObj>
              </mc:Choice>
              <mc:Fallback>
                <p:oleObj name="" r:id="rId6" imgW="68580" imgH="158750" progId="Equation.Ribbit">
                  <p:embed/>
                  <p:pic>
                    <p:nvPicPr>
                      <p:cNvPr id="0" name="图片 3207"/>
                      <p:cNvPicPr/>
                      <p:nvPr/>
                    </p:nvPicPr>
                    <p:blipFill>
                      <a:blip r:embed="rId5"/>
                      <a:stretch>
                        <a:fillRect/>
                      </a:stretch>
                    </p:blipFill>
                    <p:spPr>
                      <a:xfrm>
                        <a:off x="5961063" y="604838"/>
                        <a:ext cx="134937" cy="315912"/>
                      </a:xfrm>
                      <a:prstGeom prst="rect">
                        <a:avLst/>
                      </a:prstGeom>
                      <a:noFill/>
                      <a:ln w="38100">
                        <a:noFill/>
                        <a:miter/>
                      </a:ln>
                    </p:spPr>
                  </p:pic>
                </p:oleObj>
              </mc:Fallback>
            </mc:AlternateContent>
          </a:graphicData>
        </a:graphic>
      </p:graphicFrame>
      <p:graphicFrame>
        <p:nvGraphicFramePr>
          <p:cNvPr id="105480" name="对象 24"/>
          <p:cNvGraphicFramePr>
            <a:graphicFrameLocks noChangeAspect="1"/>
          </p:cNvGraphicFramePr>
          <p:nvPr/>
        </p:nvGraphicFramePr>
        <p:xfrm>
          <a:off x="1049338" y="1163638"/>
          <a:ext cx="1465262" cy="333375"/>
        </p:xfrm>
        <a:graphic>
          <a:graphicData uri="http://schemas.openxmlformats.org/presentationml/2006/ole">
            <mc:AlternateContent xmlns:mc="http://schemas.openxmlformats.org/markup-compatibility/2006">
              <mc:Choice xmlns:v="urn:schemas-microsoft-com:vml" Requires="v">
                <p:oleObj spid="_x0000_s89275" name="" r:id="rId7" imgW="739140" imgH="168910" progId="Equation.Ribbit">
                  <p:embed/>
                </p:oleObj>
              </mc:Choice>
              <mc:Fallback>
                <p:oleObj name="" r:id="rId7" imgW="739140" imgH="168910" progId="Equation.Ribbit">
                  <p:embed/>
                  <p:pic>
                    <p:nvPicPr>
                      <p:cNvPr id="0" name="图片 3214"/>
                      <p:cNvPicPr/>
                      <p:nvPr/>
                    </p:nvPicPr>
                    <p:blipFill>
                      <a:blip r:embed="rId8"/>
                      <a:stretch>
                        <a:fillRect/>
                      </a:stretch>
                    </p:blipFill>
                    <p:spPr>
                      <a:xfrm>
                        <a:off x="1049338" y="1163638"/>
                        <a:ext cx="1465262" cy="333375"/>
                      </a:xfrm>
                      <a:prstGeom prst="rect">
                        <a:avLst/>
                      </a:prstGeom>
                      <a:noFill/>
                      <a:ln w="38100">
                        <a:noFill/>
                        <a:miter/>
                      </a:ln>
                    </p:spPr>
                  </p:pic>
                </p:oleObj>
              </mc:Fallback>
            </mc:AlternateContent>
          </a:graphicData>
        </a:graphic>
      </p:graphicFrame>
      <p:graphicFrame>
        <p:nvGraphicFramePr>
          <p:cNvPr id="105481" name="对象 25"/>
          <p:cNvGraphicFramePr>
            <a:graphicFrameLocks noChangeAspect="1"/>
          </p:cNvGraphicFramePr>
          <p:nvPr/>
        </p:nvGraphicFramePr>
        <p:xfrm>
          <a:off x="1990725" y="2233613"/>
          <a:ext cx="2497138" cy="395287"/>
        </p:xfrm>
        <a:graphic>
          <a:graphicData uri="http://schemas.openxmlformats.org/presentationml/2006/ole">
            <mc:AlternateContent xmlns:mc="http://schemas.openxmlformats.org/markup-compatibility/2006">
              <mc:Choice xmlns:v="urn:schemas-microsoft-com:vml" Requires="v">
                <p:oleObj spid="_x0000_s89276" name="" r:id="rId9" imgW="1259840" imgH="201930" progId="Equation.Ribbit">
                  <p:embed/>
                </p:oleObj>
              </mc:Choice>
              <mc:Fallback>
                <p:oleObj name="" r:id="rId9" imgW="1259840" imgH="201930" progId="Equation.Ribbit">
                  <p:embed/>
                  <p:pic>
                    <p:nvPicPr>
                      <p:cNvPr id="0" name="图片 3205"/>
                      <p:cNvPicPr/>
                      <p:nvPr/>
                    </p:nvPicPr>
                    <p:blipFill>
                      <a:blip r:embed="rId10"/>
                      <a:stretch>
                        <a:fillRect/>
                      </a:stretch>
                    </p:blipFill>
                    <p:spPr>
                      <a:xfrm>
                        <a:off x="1990725" y="2233613"/>
                        <a:ext cx="2497138" cy="395287"/>
                      </a:xfrm>
                      <a:prstGeom prst="rect">
                        <a:avLst/>
                      </a:prstGeom>
                      <a:noFill/>
                      <a:ln w="38100">
                        <a:noFill/>
                        <a:miter/>
                      </a:ln>
                    </p:spPr>
                  </p:pic>
                </p:oleObj>
              </mc:Fallback>
            </mc:AlternateContent>
          </a:graphicData>
        </a:graphic>
      </p:graphicFrame>
      <p:graphicFrame>
        <p:nvGraphicFramePr>
          <p:cNvPr id="105482" name="对象 27"/>
          <p:cNvGraphicFramePr>
            <a:graphicFrameLocks noChangeAspect="1"/>
          </p:cNvGraphicFramePr>
          <p:nvPr/>
        </p:nvGraphicFramePr>
        <p:xfrm>
          <a:off x="2014538" y="3379788"/>
          <a:ext cx="3090862" cy="349250"/>
        </p:xfrm>
        <a:graphic>
          <a:graphicData uri="http://schemas.openxmlformats.org/presentationml/2006/ole">
            <mc:AlternateContent xmlns:mc="http://schemas.openxmlformats.org/markup-compatibility/2006">
              <mc:Choice xmlns:v="urn:schemas-microsoft-com:vml" Requires="v">
                <p:oleObj spid="_x0000_s89277" name="" r:id="rId11" imgW="1560830" imgH="177800" progId="Equation.Ribbit">
                  <p:embed/>
                </p:oleObj>
              </mc:Choice>
              <mc:Fallback>
                <p:oleObj name="" r:id="rId11" imgW="1560830" imgH="177800" progId="Equation.Ribbit">
                  <p:embed/>
                  <p:pic>
                    <p:nvPicPr>
                      <p:cNvPr id="0" name="图片 3215"/>
                      <p:cNvPicPr/>
                      <p:nvPr/>
                    </p:nvPicPr>
                    <p:blipFill>
                      <a:blip r:embed="rId12"/>
                      <a:stretch>
                        <a:fillRect/>
                      </a:stretch>
                    </p:blipFill>
                    <p:spPr>
                      <a:xfrm>
                        <a:off x="2014538" y="3379788"/>
                        <a:ext cx="3090862" cy="349250"/>
                      </a:xfrm>
                      <a:prstGeom prst="rect">
                        <a:avLst/>
                      </a:prstGeom>
                      <a:noFill/>
                      <a:ln w="38100">
                        <a:noFill/>
                        <a:miter/>
                      </a:ln>
                    </p:spPr>
                  </p:pic>
                </p:oleObj>
              </mc:Fallback>
            </mc:AlternateContent>
          </a:graphicData>
        </a:graphic>
      </p:graphicFrame>
      <p:sp>
        <p:nvSpPr>
          <p:cNvPr id="105483" name="TextBox 3"/>
          <p:cNvSpPr txBox="1"/>
          <p:nvPr/>
        </p:nvSpPr>
        <p:spPr>
          <a:xfrm>
            <a:off x="152400" y="3576638"/>
            <a:ext cx="8143875" cy="2308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   2.5 </a:t>
            </a:r>
            <a:r>
              <a:rPr lang="zh-CN" altLang="en-US" sz="2400" b="1" dirty="0">
                <a:latin typeface="仿宋" panose="02010609060101010101" pitchFamily="49" charset="-122"/>
                <a:ea typeface="仿宋" panose="02010609060101010101" pitchFamily="49" charset="-122"/>
              </a:rPr>
              <a:t>计算                     ；</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   2.6 </a:t>
            </a:r>
            <a:r>
              <a:rPr lang="zh-CN" altLang="en-US" sz="2400" b="1" dirty="0">
                <a:latin typeface="仿宋" panose="02010609060101010101" pitchFamily="49" charset="-122"/>
                <a:ea typeface="仿宋" panose="02010609060101010101" pitchFamily="49" charset="-122"/>
              </a:rPr>
              <a:t>输出         的四个平方根为  ，  ， ，  ；</a:t>
            </a:r>
            <a:endParaRPr lang="en-US" altLang="zh-CN" sz="2400" b="1" dirty="0">
              <a:latin typeface="仿宋" panose="02010609060101010101" pitchFamily="49" charset="-122"/>
              <a:ea typeface="仿宋" panose="02010609060101010101" pitchFamily="49" charset="-122"/>
            </a:endParaRPr>
          </a:p>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   2.7 </a:t>
            </a:r>
            <a:r>
              <a:rPr lang="zh-CN" altLang="en-US" sz="2400" b="1" dirty="0">
                <a:latin typeface="仿宋" panose="02010609060101010101" pitchFamily="49" charset="-122"/>
                <a:ea typeface="仿宋" panose="02010609060101010101" pitchFamily="49" charset="-122"/>
              </a:rPr>
              <a:t>根据预先约定的消息冗余确定为  ，  ， ，  中正确明文。</a:t>
            </a:r>
            <a:endParaRPr lang="zh-CN" altLang="en-US" sz="2400" b="1" dirty="0">
              <a:latin typeface="仿宋" panose="02010609060101010101" pitchFamily="49" charset="-122"/>
              <a:ea typeface="仿宋" panose="02010609060101010101" pitchFamily="49" charset="-122"/>
            </a:endParaRPr>
          </a:p>
        </p:txBody>
      </p:sp>
      <p:graphicFrame>
        <p:nvGraphicFramePr>
          <p:cNvPr id="105484" name="对象 20"/>
          <p:cNvGraphicFramePr>
            <a:graphicFrameLocks noChangeAspect="1"/>
          </p:cNvGraphicFramePr>
          <p:nvPr/>
        </p:nvGraphicFramePr>
        <p:xfrm>
          <a:off x="5953125" y="4359275"/>
          <a:ext cx="392113" cy="234950"/>
        </p:xfrm>
        <a:graphic>
          <a:graphicData uri="http://schemas.openxmlformats.org/presentationml/2006/ole">
            <mc:AlternateContent xmlns:mc="http://schemas.openxmlformats.org/markup-compatibility/2006">
              <mc:Choice xmlns:v="urn:schemas-microsoft-com:vml" Requires="v">
                <p:oleObj spid="_x0000_s89278" name="" r:id="rId13" imgW="198120" imgH="118110" progId="Equation.Ribbit">
                  <p:embed/>
                </p:oleObj>
              </mc:Choice>
              <mc:Fallback>
                <p:oleObj name="" r:id="rId13" imgW="198120" imgH="118110" progId="Equation.Ribbit">
                  <p:embed/>
                  <p:pic>
                    <p:nvPicPr>
                      <p:cNvPr id="0" name="图片 3212"/>
                      <p:cNvPicPr/>
                      <p:nvPr/>
                    </p:nvPicPr>
                    <p:blipFill>
                      <a:blip r:embed="rId14"/>
                      <a:stretch>
                        <a:fillRect/>
                      </a:stretch>
                    </p:blipFill>
                    <p:spPr>
                      <a:xfrm>
                        <a:off x="5953125" y="4359275"/>
                        <a:ext cx="392113" cy="234950"/>
                      </a:xfrm>
                      <a:prstGeom prst="rect">
                        <a:avLst/>
                      </a:prstGeom>
                      <a:noFill/>
                      <a:ln w="38100">
                        <a:noFill/>
                        <a:miter/>
                      </a:ln>
                    </p:spPr>
                  </p:pic>
                </p:oleObj>
              </mc:Fallback>
            </mc:AlternateContent>
          </a:graphicData>
        </a:graphic>
      </p:graphicFrame>
      <p:graphicFrame>
        <p:nvGraphicFramePr>
          <p:cNvPr id="105485" name="对象 21"/>
          <p:cNvGraphicFramePr>
            <a:graphicFrameLocks noChangeAspect="1"/>
          </p:cNvGraphicFramePr>
          <p:nvPr/>
        </p:nvGraphicFramePr>
        <p:xfrm>
          <a:off x="5472113" y="4357688"/>
          <a:ext cx="173037" cy="236537"/>
        </p:xfrm>
        <a:graphic>
          <a:graphicData uri="http://schemas.openxmlformats.org/presentationml/2006/ole">
            <mc:AlternateContent xmlns:mc="http://schemas.openxmlformats.org/markup-compatibility/2006">
              <mc:Choice xmlns:v="urn:schemas-microsoft-com:vml" Requires="v">
                <p:oleObj spid="_x0000_s89279" name="" r:id="rId15" imgW="87630" imgH="119380" progId="Equation.Ribbit">
                  <p:embed/>
                </p:oleObj>
              </mc:Choice>
              <mc:Fallback>
                <p:oleObj name="" r:id="rId15" imgW="87630" imgH="119380" progId="Equation.Ribbit">
                  <p:embed/>
                  <p:pic>
                    <p:nvPicPr>
                      <p:cNvPr id="0" name="图片 3221"/>
                      <p:cNvPicPr/>
                      <p:nvPr/>
                    </p:nvPicPr>
                    <p:blipFill>
                      <a:blip r:embed="rId16"/>
                      <a:stretch>
                        <a:fillRect/>
                      </a:stretch>
                    </p:blipFill>
                    <p:spPr>
                      <a:xfrm>
                        <a:off x="5472113" y="4357688"/>
                        <a:ext cx="173037" cy="236537"/>
                      </a:xfrm>
                      <a:prstGeom prst="rect">
                        <a:avLst/>
                      </a:prstGeom>
                      <a:noFill/>
                      <a:ln w="38100">
                        <a:noFill/>
                        <a:miter/>
                      </a:ln>
                    </p:spPr>
                  </p:pic>
                </p:oleObj>
              </mc:Fallback>
            </mc:AlternateContent>
          </a:graphicData>
        </a:graphic>
      </p:graphicFrame>
      <p:graphicFrame>
        <p:nvGraphicFramePr>
          <p:cNvPr id="105486" name="对象 28"/>
          <p:cNvGraphicFramePr>
            <a:graphicFrameLocks noChangeAspect="1"/>
          </p:cNvGraphicFramePr>
          <p:nvPr/>
        </p:nvGraphicFramePr>
        <p:xfrm>
          <a:off x="6561138" y="4354513"/>
          <a:ext cx="163512" cy="239712"/>
        </p:xfrm>
        <a:graphic>
          <a:graphicData uri="http://schemas.openxmlformats.org/presentationml/2006/ole">
            <mc:AlternateContent xmlns:mc="http://schemas.openxmlformats.org/markup-compatibility/2006">
              <mc:Choice xmlns:v="urn:schemas-microsoft-com:vml" Requires="v">
                <p:oleObj spid="_x0000_s89280" name="" r:id="rId17" imgW="82550" imgH="121285" progId="Equation.Ribbit">
                  <p:embed/>
                </p:oleObj>
              </mc:Choice>
              <mc:Fallback>
                <p:oleObj name="" r:id="rId17" imgW="82550" imgH="121285" progId="Equation.Ribbit">
                  <p:embed/>
                  <p:pic>
                    <p:nvPicPr>
                      <p:cNvPr id="0" name="图片 3208"/>
                      <p:cNvPicPr/>
                      <p:nvPr/>
                    </p:nvPicPr>
                    <p:blipFill>
                      <a:blip r:embed="rId18"/>
                      <a:stretch>
                        <a:fillRect/>
                      </a:stretch>
                    </p:blipFill>
                    <p:spPr>
                      <a:xfrm>
                        <a:off x="6561138" y="4354513"/>
                        <a:ext cx="163512" cy="239712"/>
                      </a:xfrm>
                      <a:prstGeom prst="rect">
                        <a:avLst/>
                      </a:prstGeom>
                      <a:noFill/>
                      <a:ln w="38100">
                        <a:noFill/>
                        <a:miter/>
                      </a:ln>
                    </p:spPr>
                  </p:pic>
                </p:oleObj>
              </mc:Fallback>
            </mc:AlternateContent>
          </a:graphicData>
        </a:graphic>
      </p:graphicFrame>
      <p:graphicFrame>
        <p:nvGraphicFramePr>
          <p:cNvPr id="105487" name="对象 29"/>
          <p:cNvGraphicFramePr>
            <a:graphicFrameLocks noChangeAspect="1"/>
          </p:cNvGraphicFramePr>
          <p:nvPr/>
        </p:nvGraphicFramePr>
        <p:xfrm>
          <a:off x="6934200" y="4332288"/>
          <a:ext cx="382588" cy="239712"/>
        </p:xfrm>
        <a:graphic>
          <a:graphicData uri="http://schemas.openxmlformats.org/presentationml/2006/ole">
            <mc:AlternateContent xmlns:mc="http://schemas.openxmlformats.org/markup-compatibility/2006">
              <mc:Choice xmlns:v="urn:schemas-microsoft-com:vml" Requires="v">
                <p:oleObj spid="_x0000_s89281" name="" r:id="rId19" imgW="193040" imgH="120650" progId="Equation.Ribbit">
                  <p:embed/>
                </p:oleObj>
              </mc:Choice>
              <mc:Fallback>
                <p:oleObj name="" r:id="rId19" imgW="193040" imgH="120650" progId="Equation.Ribbit">
                  <p:embed/>
                  <p:pic>
                    <p:nvPicPr>
                      <p:cNvPr id="0" name="图片 3211"/>
                      <p:cNvPicPr/>
                      <p:nvPr/>
                    </p:nvPicPr>
                    <p:blipFill>
                      <a:blip r:embed="rId20"/>
                      <a:stretch>
                        <a:fillRect/>
                      </a:stretch>
                    </p:blipFill>
                    <p:spPr>
                      <a:xfrm>
                        <a:off x="6934200" y="4332288"/>
                        <a:ext cx="382588" cy="239712"/>
                      </a:xfrm>
                      <a:prstGeom prst="rect">
                        <a:avLst/>
                      </a:prstGeom>
                      <a:noFill/>
                      <a:ln w="38100">
                        <a:noFill/>
                        <a:miter/>
                      </a:ln>
                    </p:spPr>
                  </p:pic>
                </p:oleObj>
              </mc:Fallback>
            </mc:AlternateContent>
          </a:graphicData>
        </a:graphic>
      </p:graphicFrame>
      <p:graphicFrame>
        <p:nvGraphicFramePr>
          <p:cNvPr id="105488" name="对象 30"/>
          <p:cNvGraphicFramePr>
            <a:graphicFrameLocks noChangeAspect="1"/>
          </p:cNvGraphicFramePr>
          <p:nvPr/>
        </p:nvGraphicFramePr>
        <p:xfrm>
          <a:off x="1955800" y="4276725"/>
          <a:ext cx="1209675" cy="349250"/>
        </p:xfrm>
        <a:graphic>
          <a:graphicData uri="http://schemas.openxmlformats.org/presentationml/2006/ole">
            <mc:AlternateContent xmlns:mc="http://schemas.openxmlformats.org/markup-compatibility/2006">
              <mc:Choice xmlns:v="urn:schemas-microsoft-com:vml" Requires="v">
                <p:oleObj spid="_x0000_s89282" name="" r:id="rId21" imgW="610870" imgH="177800" progId="Equation.Ribbit">
                  <p:embed/>
                </p:oleObj>
              </mc:Choice>
              <mc:Fallback>
                <p:oleObj name="" r:id="rId21" imgW="610870" imgH="177800" progId="Equation.Ribbit">
                  <p:embed/>
                  <p:pic>
                    <p:nvPicPr>
                      <p:cNvPr id="0" name="图片 3222"/>
                      <p:cNvPicPr/>
                      <p:nvPr/>
                    </p:nvPicPr>
                    <p:blipFill>
                      <a:blip r:embed="rId22"/>
                      <a:stretch>
                        <a:fillRect/>
                      </a:stretch>
                    </p:blipFill>
                    <p:spPr>
                      <a:xfrm>
                        <a:off x="1955800" y="4276725"/>
                        <a:ext cx="1209675" cy="349250"/>
                      </a:xfrm>
                      <a:prstGeom prst="rect">
                        <a:avLst/>
                      </a:prstGeom>
                      <a:noFill/>
                      <a:ln w="38100">
                        <a:noFill/>
                        <a:miter/>
                      </a:ln>
                    </p:spPr>
                  </p:pic>
                </p:oleObj>
              </mc:Fallback>
            </mc:AlternateContent>
          </a:graphicData>
        </a:graphic>
      </p:graphicFrame>
      <p:graphicFrame>
        <p:nvGraphicFramePr>
          <p:cNvPr id="105489" name="对象 31"/>
          <p:cNvGraphicFramePr>
            <a:graphicFrameLocks noChangeAspect="1"/>
          </p:cNvGraphicFramePr>
          <p:nvPr/>
        </p:nvGraphicFramePr>
        <p:xfrm>
          <a:off x="1955800" y="3729038"/>
          <a:ext cx="3084513" cy="349250"/>
        </p:xfrm>
        <a:graphic>
          <a:graphicData uri="http://schemas.openxmlformats.org/presentationml/2006/ole">
            <mc:AlternateContent xmlns:mc="http://schemas.openxmlformats.org/markup-compatibility/2006">
              <mc:Choice xmlns:v="urn:schemas-microsoft-com:vml" Requires="v">
                <p:oleObj spid="_x0000_s89283" name="" r:id="rId23" imgW="1557020" imgH="177800" progId="Equation.Ribbit">
                  <p:embed/>
                </p:oleObj>
              </mc:Choice>
              <mc:Fallback>
                <p:oleObj name="" r:id="rId23" imgW="1557020" imgH="177800" progId="Equation.Ribbit">
                  <p:embed/>
                  <p:pic>
                    <p:nvPicPr>
                      <p:cNvPr id="0" name="图片 3209"/>
                      <p:cNvPicPr/>
                      <p:nvPr/>
                    </p:nvPicPr>
                    <p:blipFill>
                      <a:blip r:embed="rId24"/>
                      <a:stretch>
                        <a:fillRect/>
                      </a:stretch>
                    </p:blipFill>
                    <p:spPr>
                      <a:xfrm>
                        <a:off x="1955800" y="3729038"/>
                        <a:ext cx="3084513" cy="349250"/>
                      </a:xfrm>
                      <a:prstGeom prst="rect">
                        <a:avLst/>
                      </a:prstGeom>
                      <a:noFill/>
                      <a:ln w="38100">
                        <a:noFill/>
                        <a:miter/>
                      </a:ln>
                    </p:spPr>
                  </p:pic>
                </p:oleObj>
              </mc:Fallback>
            </mc:AlternateContent>
          </a:graphicData>
        </a:graphic>
      </p:graphicFrame>
      <p:graphicFrame>
        <p:nvGraphicFramePr>
          <p:cNvPr id="105490" name="对象 32"/>
          <p:cNvGraphicFramePr>
            <a:graphicFrameLocks noChangeAspect="1"/>
          </p:cNvGraphicFramePr>
          <p:nvPr/>
        </p:nvGraphicFramePr>
        <p:xfrm>
          <a:off x="6059488" y="4926013"/>
          <a:ext cx="392112" cy="234950"/>
        </p:xfrm>
        <a:graphic>
          <a:graphicData uri="http://schemas.openxmlformats.org/presentationml/2006/ole">
            <mc:AlternateContent xmlns:mc="http://schemas.openxmlformats.org/markup-compatibility/2006">
              <mc:Choice xmlns:v="urn:schemas-microsoft-com:vml" Requires="v">
                <p:oleObj spid="_x0000_s89284" name="" r:id="rId25" imgW="198120" imgH="118110" progId="Equation.Ribbit">
                  <p:embed/>
                </p:oleObj>
              </mc:Choice>
              <mc:Fallback>
                <p:oleObj name="" r:id="rId25" imgW="198120" imgH="118110" progId="Equation.Ribbit">
                  <p:embed/>
                  <p:pic>
                    <p:nvPicPr>
                      <p:cNvPr id="0" name="图片 3216"/>
                      <p:cNvPicPr/>
                      <p:nvPr/>
                    </p:nvPicPr>
                    <p:blipFill>
                      <a:blip r:embed="rId14"/>
                      <a:stretch>
                        <a:fillRect/>
                      </a:stretch>
                    </p:blipFill>
                    <p:spPr>
                      <a:xfrm>
                        <a:off x="6059488" y="4926013"/>
                        <a:ext cx="392112" cy="234950"/>
                      </a:xfrm>
                      <a:prstGeom prst="rect">
                        <a:avLst/>
                      </a:prstGeom>
                      <a:noFill/>
                      <a:ln w="38100">
                        <a:noFill/>
                        <a:miter/>
                      </a:ln>
                    </p:spPr>
                  </p:pic>
                </p:oleObj>
              </mc:Fallback>
            </mc:AlternateContent>
          </a:graphicData>
        </a:graphic>
      </p:graphicFrame>
      <p:graphicFrame>
        <p:nvGraphicFramePr>
          <p:cNvPr id="105491" name="对象 33"/>
          <p:cNvGraphicFramePr>
            <a:graphicFrameLocks noChangeAspect="1"/>
          </p:cNvGraphicFramePr>
          <p:nvPr/>
        </p:nvGraphicFramePr>
        <p:xfrm>
          <a:off x="5645150" y="4940300"/>
          <a:ext cx="173038" cy="236538"/>
        </p:xfrm>
        <a:graphic>
          <a:graphicData uri="http://schemas.openxmlformats.org/presentationml/2006/ole">
            <mc:AlternateContent xmlns:mc="http://schemas.openxmlformats.org/markup-compatibility/2006">
              <mc:Choice xmlns:v="urn:schemas-microsoft-com:vml" Requires="v">
                <p:oleObj spid="_x0000_s89285" name="" r:id="rId26" imgW="87630" imgH="119380" progId="Equation.Ribbit">
                  <p:embed/>
                </p:oleObj>
              </mc:Choice>
              <mc:Fallback>
                <p:oleObj name="" r:id="rId26" imgW="87630" imgH="119380" progId="Equation.Ribbit">
                  <p:embed/>
                  <p:pic>
                    <p:nvPicPr>
                      <p:cNvPr id="0" name="图片 3210"/>
                      <p:cNvPicPr/>
                      <p:nvPr/>
                    </p:nvPicPr>
                    <p:blipFill>
                      <a:blip r:embed="rId16"/>
                      <a:stretch>
                        <a:fillRect/>
                      </a:stretch>
                    </p:blipFill>
                    <p:spPr>
                      <a:xfrm>
                        <a:off x="5645150" y="4940300"/>
                        <a:ext cx="173038" cy="236538"/>
                      </a:xfrm>
                      <a:prstGeom prst="rect">
                        <a:avLst/>
                      </a:prstGeom>
                      <a:noFill/>
                      <a:ln w="38100">
                        <a:noFill/>
                        <a:miter/>
                      </a:ln>
                    </p:spPr>
                  </p:pic>
                </p:oleObj>
              </mc:Fallback>
            </mc:AlternateContent>
          </a:graphicData>
        </a:graphic>
      </p:graphicFrame>
      <p:graphicFrame>
        <p:nvGraphicFramePr>
          <p:cNvPr id="105492" name="对象 34"/>
          <p:cNvGraphicFramePr>
            <a:graphicFrameLocks noChangeAspect="1"/>
          </p:cNvGraphicFramePr>
          <p:nvPr/>
        </p:nvGraphicFramePr>
        <p:xfrm>
          <a:off x="6694488" y="4922838"/>
          <a:ext cx="163512" cy="239712"/>
        </p:xfrm>
        <a:graphic>
          <a:graphicData uri="http://schemas.openxmlformats.org/presentationml/2006/ole">
            <mc:AlternateContent xmlns:mc="http://schemas.openxmlformats.org/markup-compatibility/2006">
              <mc:Choice xmlns:v="urn:schemas-microsoft-com:vml" Requires="v">
                <p:oleObj spid="_x0000_s89286" name="" r:id="rId27" imgW="82550" imgH="121285" progId="Equation.Ribbit">
                  <p:embed/>
                </p:oleObj>
              </mc:Choice>
              <mc:Fallback>
                <p:oleObj name="" r:id="rId27" imgW="82550" imgH="121285" progId="Equation.Ribbit">
                  <p:embed/>
                  <p:pic>
                    <p:nvPicPr>
                      <p:cNvPr id="0" name="图片 3217"/>
                      <p:cNvPicPr/>
                      <p:nvPr/>
                    </p:nvPicPr>
                    <p:blipFill>
                      <a:blip r:embed="rId18"/>
                      <a:stretch>
                        <a:fillRect/>
                      </a:stretch>
                    </p:blipFill>
                    <p:spPr>
                      <a:xfrm>
                        <a:off x="6694488" y="4922838"/>
                        <a:ext cx="163512" cy="239712"/>
                      </a:xfrm>
                      <a:prstGeom prst="rect">
                        <a:avLst/>
                      </a:prstGeom>
                      <a:noFill/>
                      <a:ln w="38100">
                        <a:noFill/>
                        <a:miter/>
                      </a:ln>
                    </p:spPr>
                  </p:pic>
                </p:oleObj>
              </mc:Fallback>
            </mc:AlternateContent>
          </a:graphicData>
        </a:graphic>
      </p:graphicFrame>
      <p:graphicFrame>
        <p:nvGraphicFramePr>
          <p:cNvPr id="105493" name="对象 35"/>
          <p:cNvGraphicFramePr>
            <a:graphicFrameLocks noChangeAspect="1"/>
          </p:cNvGraphicFramePr>
          <p:nvPr/>
        </p:nvGraphicFramePr>
        <p:xfrm>
          <a:off x="7137400" y="4940300"/>
          <a:ext cx="382588" cy="239713"/>
        </p:xfrm>
        <a:graphic>
          <a:graphicData uri="http://schemas.openxmlformats.org/presentationml/2006/ole">
            <mc:AlternateContent xmlns:mc="http://schemas.openxmlformats.org/markup-compatibility/2006">
              <mc:Choice xmlns:v="urn:schemas-microsoft-com:vml" Requires="v">
                <p:oleObj spid="_x0000_s89287" name="" r:id="rId28" imgW="193040" imgH="120650" progId="Equation.Ribbit">
                  <p:embed/>
                </p:oleObj>
              </mc:Choice>
              <mc:Fallback>
                <p:oleObj name="" r:id="rId28" imgW="193040" imgH="120650" progId="Equation.Ribbit">
                  <p:embed/>
                  <p:pic>
                    <p:nvPicPr>
                      <p:cNvPr id="0" name="图片 3206"/>
                      <p:cNvPicPr/>
                      <p:nvPr/>
                    </p:nvPicPr>
                    <p:blipFill>
                      <a:blip r:embed="rId20"/>
                      <a:stretch>
                        <a:fillRect/>
                      </a:stretch>
                    </p:blipFill>
                    <p:spPr>
                      <a:xfrm>
                        <a:off x="7137400" y="4940300"/>
                        <a:ext cx="382588" cy="239713"/>
                      </a:xfrm>
                      <a:prstGeom prst="rect">
                        <a:avLst/>
                      </a:prstGeom>
                      <a:noFill/>
                      <a:ln w="38100">
                        <a:noFill/>
                        <a:miter/>
                      </a:ln>
                    </p:spPr>
                  </p:pic>
                </p:oleObj>
              </mc:Fallback>
            </mc:AlternateContent>
          </a:graphicData>
        </a:graphic>
      </p:graphicFrame>
      <p:sp>
        <p:nvSpPr>
          <p:cNvPr id="105494" name="灯片编号占位符 1"/>
          <p:cNvSpPr txBox="1">
            <a:spLocks noGrp="1"/>
          </p:cNvSpPr>
          <p:nvPr>
            <p:ph type="sldNum" sz="quarter" idx="12"/>
          </p:nvPr>
        </p:nvSpPr>
        <p:spPr>
          <a:xfrm>
            <a:off x="6553200" y="6164263"/>
            <a:ext cx="2133600" cy="476250"/>
          </a:xfrm>
        </p:spPr>
        <p:txBody>
          <a:bodyPr/>
          <a:lstStyle/>
          <a:p>
            <a:pPr marL="0" indent="0" algn="r" eaLnBrk="1" hangingPunct="1">
              <a:spcBef>
                <a:spcPct val="0"/>
              </a:spcBef>
              <a:buNone/>
            </a:pPr>
            <a:fld id="{9A0DB2DC-4C9A-4742-B13C-FB6460FD3503}" type="slidenum">
              <a:rPr lang="en-US" altLang="zh-CN" sz="1400" dirty="0"/>
            </a:fld>
            <a:endParaRPr lang="en-US" altLang="zh-CN" sz="1400" dirty="0"/>
          </a:p>
        </p:txBody>
      </p:sp>
      <p:sp>
        <p:nvSpPr>
          <p:cNvPr id="105495" name="TextBox 3"/>
          <p:cNvSpPr txBox="1"/>
          <p:nvPr/>
        </p:nvSpPr>
        <p:spPr>
          <a:xfrm>
            <a:off x="304800" y="5684838"/>
            <a:ext cx="8143875" cy="9445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ct val="0"/>
              </a:spcBef>
              <a:buNone/>
            </a:pPr>
            <a:r>
              <a:rPr lang="zh-CN" altLang="en-US" sz="2000" b="1" dirty="0">
                <a:solidFill>
                  <a:srgbClr val="0070C0"/>
                </a:solidFill>
              </a:rPr>
              <a:t>每一个密文对应</a:t>
            </a:r>
            <a:r>
              <a:rPr lang="zh-CN" altLang="en-US" sz="2000" b="1" dirty="0">
                <a:solidFill>
                  <a:srgbClr val="FF0000"/>
                </a:solidFill>
              </a:rPr>
              <a:t>四个原文</a:t>
            </a:r>
            <a:r>
              <a:rPr lang="zh-CN" altLang="en-US" sz="2000" b="1" dirty="0">
                <a:solidFill>
                  <a:srgbClr val="0070C0"/>
                </a:solidFill>
              </a:rPr>
              <a:t>，而真正的原文一般需要根据验证码或预先预定的消息冗余来对应或确定。</a:t>
            </a:r>
            <a:endParaRPr lang="zh-CN" altLang="en-US" sz="2000" b="1" dirty="0">
              <a:solidFill>
                <a:srgbClr val="0070C0"/>
              </a:solidFill>
              <a:latin typeface="仿宋" panose="02010609060101010101" pitchFamily="49" charset="-122"/>
              <a:ea typeface="仿宋" panose="02010609060101010101" pitchFamily="49" charset="-122"/>
            </a:endParaRPr>
          </a:p>
        </p:txBody>
      </p:sp>
      <p:graphicFrame>
        <p:nvGraphicFramePr>
          <p:cNvPr id="3" name="对象 2"/>
          <p:cNvGraphicFramePr>
            <a:graphicFrameLocks noChangeAspect="1"/>
          </p:cNvGraphicFramePr>
          <p:nvPr/>
        </p:nvGraphicFramePr>
        <p:xfrm>
          <a:off x="1981200" y="2719388"/>
          <a:ext cx="2590800" cy="481012"/>
        </p:xfrm>
        <a:graphic>
          <a:graphicData uri="http://schemas.openxmlformats.org/presentationml/2006/ole">
            <mc:AlternateContent xmlns:mc="http://schemas.openxmlformats.org/markup-compatibility/2006">
              <mc:Choice xmlns:v="urn:schemas-microsoft-com:vml" Requires="v">
                <p:oleObj spid="_x0000_s89288" name="" r:id="rId29" imgW="1231265" imgH="228600" progId="Equation.DSMT4">
                  <p:embed/>
                </p:oleObj>
              </mc:Choice>
              <mc:Fallback>
                <p:oleObj name="" r:id="rId29" imgW="1231265" imgH="228600" progId="Equation.DSMT4">
                  <p:embed/>
                  <p:pic>
                    <p:nvPicPr>
                      <p:cNvPr id="0" name="图片 3204"/>
                      <p:cNvPicPr/>
                      <p:nvPr/>
                    </p:nvPicPr>
                    <p:blipFill>
                      <a:blip r:embed="rId30"/>
                      <a:stretch>
                        <a:fillRect/>
                      </a:stretch>
                    </p:blipFill>
                    <p:spPr>
                      <a:xfrm>
                        <a:off x="1981200" y="2719388"/>
                        <a:ext cx="2590800" cy="481012"/>
                      </a:xfrm>
                      <a:prstGeom prst="rect">
                        <a:avLst/>
                      </a:prstGeom>
                      <a:noFill/>
                      <a:ln w="9525" cap="flat" cmpd="sng">
                        <a:solidFill>
                          <a:srgbClr val="FFC000"/>
                        </a:solidFill>
                        <a:prstDash val="solid"/>
                        <a:miter/>
                        <a:headEnd type="none" w="med" len="med"/>
                        <a:tailEnd type="none" w="med" len="me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06498" name="TextBox 3"/>
          <p:cNvSpPr txBox="1"/>
          <p:nvPr/>
        </p:nvSpPr>
        <p:spPr>
          <a:xfrm>
            <a:off x="323850" y="1293813"/>
            <a:ext cx="8143875" cy="16684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ct val="0"/>
              </a:spcBef>
              <a:buNone/>
            </a:pPr>
            <a:r>
              <a:rPr lang="en-US" altLang="zh-CN" sz="2400" b="1" dirty="0">
                <a:latin typeface="仿宋" panose="02010609060101010101" pitchFamily="49" charset="-122"/>
                <a:ea typeface="仿宋" panose="02010609060101010101" pitchFamily="49" charset="-122"/>
              </a:rPr>
              <a:t>  Rabin</a:t>
            </a:r>
            <a:r>
              <a:rPr lang="zh-CN" altLang="en-US" sz="2400" b="1" dirty="0">
                <a:latin typeface="仿宋" panose="02010609060101010101" pitchFamily="49" charset="-122"/>
                <a:ea typeface="仿宋" panose="02010609060101010101" pitchFamily="49" charset="-122"/>
              </a:rPr>
              <a:t>公钥加密算法的安全性基于计算模 </a:t>
            </a:r>
            <a:r>
              <a:rPr lang="en-US" altLang="zh-CN" sz="2400" b="1" dirty="0">
                <a:latin typeface="仿宋" panose="02010609060101010101" pitchFamily="49" charset="-122"/>
                <a:ea typeface="仿宋" panose="02010609060101010101" pitchFamily="49" charset="-122"/>
              </a:rPr>
              <a:t> </a:t>
            </a:r>
            <a:r>
              <a:rPr lang="zh-CN" altLang="en-US" sz="2400" b="1" dirty="0">
                <a:latin typeface="仿宋" panose="02010609060101010101" pitchFamily="49" charset="-122"/>
                <a:ea typeface="仿宋" panose="02010609060101010101" pitchFamily="49" charset="-122"/>
              </a:rPr>
              <a:t>的</a:t>
            </a:r>
            <a:r>
              <a:rPr lang="zh-CN" altLang="en-US" sz="2400" b="1" dirty="0">
                <a:solidFill>
                  <a:srgbClr val="FF0000"/>
                </a:solidFill>
                <a:latin typeface="仿宋" panose="02010609060101010101" pitchFamily="49" charset="-122"/>
                <a:ea typeface="仿宋" panose="02010609060101010101" pitchFamily="49" charset="-122"/>
              </a:rPr>
              <a:t>平方根问题</a:t>
            </a:r>
            <a:r>
              <a:rPr lang="zh-CN" altLang="en-US" sz="2400" b="1" dirty="0">
                <a:latin typeface="仿宋" panose="02010609060101010101" pitchFamily="49" charset="-122"/>
                <a:ea typeface="仿宋" panose="02010609060101010101" pitchFamily="49" charset="-122"/>
              </a:rPr>
              <a:t>的困难性，可以证明该困难问题与大整数分解困难问题是等价的。</a:t>
            </a:r>
            <a:endParaRPr lang="zh-CN" altLang="en-US" sz="2400" b="1" dirty="0">
              <a:latin typeface="仿宋" panose="02010609060101010101" pitchFamily="49" charset="-122"/>
              <a:ea typeface="仿宋" panose="02010609060101010101" pitchFamily="49" charset="-122"/>
            </a:endParaRPr>
          </a:p>
        </p:txBody>
      </p:sp>
      <p:sp>
        <p:nvSpPr>
          <p:cNvPr id="106499" name="Rectangle 9"/>
          <p:cNvSpPr/>
          <p:nvPr/>
        </p:nvSpPr>
        <p:spPr>
          <a:xfrm>
            <a:off x="0" y="-71437"/>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ea typeface="黑体" panose="02010609060101010101" pitchFamily="2" charset="-122"/>
            </a:endParaRPr>
          </a:p>
        </p:txBody>
      </p:sp>
      <p:graphicFrame>
        <p:nvGraphicFramePr>
          <p:cNvPr id="106500" name="对象 19"/>
          <p:cNvGraphicFramePr>
            <a:graphicFrameLocks noChangeAspect="1"/>
          </p:cNvGraphicFramePr>
          <p:nvPr/>
        </p:nvGraphicFramePr>
        <p:xfrm>
          <a:off x="6172200" y="1524000"/>
          <a:ext cx="185738" cy="236538"/>
        </p:xfrm>
        <a:graphic>
          <a:graphicData uri="http://schemas.openxmlformats.org/presentationml/2006/ole">
            <mc:AlternateContent xmlns:mc="http://schemas.openxmlformats.org/markup-compatibility/2006">
              <mc:Choice xmlns:v="urn:schemas-microsoft-com:vml" Requires="v">
                <p:oleObj spid="_x0000_s90125" name="" r:id="rId1" imgW="93980" imgH="120015" progId="Equation.Ribbit">
                  <p:embed/>
                </p:oleObj>
              </mc:Choice>
              <mc:Fallback>
                <p:oleObj name="" r:id="rId1" imgW="93980" imgH="120015" progId="Equation.Ribbit">
                  <p:embed/>
                  <p:pic>
                    <p:nvPicPr>
                      <p:cNvPr id="0" name="图片 3218"/>
                      <p:cNvPicPr/>
                      <p:nvPr/>
                    </p:nvPicPr>
                    <p:blipFill>
                      <a:blip r:embed="rId2"/>
                      <a:stretch>
                        <a:fillRect/>
                      </a:stretch>
                    </p:blipFill>
                    <p:spPr>
                      <a:xfrm>
                        <a:off x="6172200" y="1524000"/>
                        <a:ext cx="185738" cy="236538"/>
                      </a:xfrm>
                      <a:prstGeom prst="rect">
                        <a:avLst/>
                      </a:prstGeom>
                      <a:noFill/>
                      <a:ln w="38100">
                        <a:noFill/>
                        <a:miter/>
                      </a:ln>
                    </p:spPr>
                  </p:pic>
                </p:oleObj>
              </mc:Fallback>
            </mc:AlternateContent>
          </a:graphicData>
        </a:graphic>
      </p:graphicFrame>
    </p:spTree>
  </p:cSld>
  <p:clrMapOvr>
    <a:masterClrMapping/>
  </p:clrMapOvr>
</p:sld>
</file>

<file path=ppt/tags/tag1.xml><?xml version="1.0" encoding="utf-8"?>
<p:tagLst xmlns:p="http://schemas.openxmlformats.org/presentationml/2006/main">
  <p:tag name="COMMONDATA" val="eyJoZGlkIjoiMzEwNTM5NzYwMDRjMzkwZTVkZjY2ODkwMGIxNGU0OTU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70402020202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704020202020204"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3364</Words>
  <Application>WPS 表格</Application>
  <PresentationFormat>全屏显示(4:3)</PresentationFormat>
  <Paragraphs>385</Paragraphs>
  <Slides>103</Slides>
  <Notes>9</Notes>
  <HiddenSlides>15</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501</vt:i4>
      </vt:variant>
      <vt:variant>
        <vt:lpstr>幻灯片标题</vt:lpstr>
      </vt:variant>
      <vt:variant>
        <vt:i4>103</vt:i4>
      </vt:variant>
    </vt:vector>
  </HeadingPairs>
  <TitlesOfParts>
    <vt:vector size="620" baseType="lpstr">
      <vt:lpstr>Arial</vt:lpstr>
      <vt:lpstr>宋体</vt:lpstr>
      <vt:lpstr>Wingdings</vt:lpstr>
      <vt:lpstr>汉仪书宋二KW</vt:lpstr>
      <vt:lpstr>黑体</vt:lpstr>
      <vt:lpstr>Times New Roman</vt:lpstr>
      <vt:lpstr>仿宋</vt:lpstr>
      <vt:lpstr>方正仿宋_GBK</vt:lpstr>
      <vt:lpstr>微软雅黑</vt:lpstr>
      <vt:lpstr>汉仪旗黑</vt:lpstr>
      <vt:lpstr>宋体</vt:lpstr>
      <vt:lpstr>Arial Unicode MS</vt:lpstr>
      <vt:lpstr>汉仪中黑KW</vt:lpstr>
      <vt:lpstr>仿宋</vt:lpstr>
      <vt:lpstr>黑体</vt:lpstr>
      <vt:lpstr>默认设计模板</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Equation.Ribbit</vt:lpstr>
      <vt:lpstr>Equation.DSMT4</vt:lpstr>
      <vt:lpstr>Equation.DSMT4</vt:lpstr>
      <vt:lpstr>Equation.Ribbit</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Equation.Ribbit</vt:lpstr>
      <vt:lpstr>Equation.Ribbit</vt:lpstr>
      <vt:lpstr>Equation.DSMT4</vt:lpstr>
      <vt:lpstr>Equation.DSMT4</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Equation.DSMT4</vt:lpstr>
      <vt:lpstr>Equation.Ribbit</vt:lpstr>
      <vt:lpstr>Equation.Ribbit</vt:lpstr>
      <vt:lpstr>Equation.Ribbit</vt:lpstr>
      <vt:lpstr>Equation.Ribbit</vt:lpstr>
      <vt:lpstr>Equation.Ribbit</vt:lpstr>
      <vt:lpstr>Equation.Ribbit</vt:lpstr>
      <vt:lpstr>Equation.Ribbit</vt:lpstr>
      <vt:lpstr>Equation.DSMT4</vt:lpstr>
      <vt:lpstr>Equation.DSMT4</vt:lpstr>
      <vt:lpstr>Equation.DSMT4</vt:lpstr>
      <vt:lpstr>Equation.DSMT4</vt:lpstr>
      <vt:lpstr>Equation.DSMT4</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Equation.DSMT4</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Equation.DSMT4</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Equation.DSMT4</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Equation.DSMT4</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Equation.DSMT4</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Equation.DSMT4</vt:lpstr>
      <vt:lpstr>Equation.DSMT4</vt:lpstr>
      <vt:lpstr>Equation.DSMT4</vt:lpstr>
      <vt:lpstr>Equation.Ribbit</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第三章  同余方程</vt:lpstr>
      <vt:lpstr>PowerPoint 演示文稿</vt:lpstr>
      <vt:lpstr>3.1 一次同余方程与中国剩余定理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中国剩余定理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中国剩余定理的应用</vt:lpstr>
      <vt:lpstr>第三章 同余方程</vt:lpstr>
      <vt:lpstr>3.2二次同余方程与二次剩余</vt:lpstr>
      <vt:lpstr>3.2二次同余与二次剩余</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定理3.2.2并不是一个实用的判别法，因为对具体的素数p，当它不太大时，可以按照例3.2.1的方法直接确定某个数是否为二次剩余。当p比较大时，例3.2.1的方法和定理3.2.2都不实用。</vt:lpstr>
      <vt:lpstr>勒让德符号</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雅可比符号</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第三章 同余方程</vt:lpstr>
      <vt:lpstr>3.3模P的平方根</vt:lpstr>
      <vt:lpstr>PowerPoint 演示文稿</vt:lpstr>
      <vt:lpstr>PowerPoint 演示文稿</vt:lpstr>
      <vt:lpstr>PowerPoint 演示文稿</vt:lpstr>
      <vt:lpstr>PowerPoint 演示文稿</vt:lpstr>
      <vt:lpstr>PowerPoint 演示文稿</vt:lpstr>
      <vt:lpstr>PowerPoint 演示文稿</vt:lpstr>
      <vt:lpstr>合数模的情形</vt:lpstr>
      <vt:lpstr>PowerPoint 演示文稿</vt:lpstr>
      <vt:lpstr>PowerPoint 演示文稿</vt:lpstr>
      <vt:lpstr>第三章 同余方程</vt:lpstr>
      <vt:lpstr>3.4 Rabin公钥加密算法</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基本概念及一次同余式</dc:title>
  <dc:creator>曾令淮</dc:creator>
  <cp:lastModifiedBy>韦平</cp:lastModifiedBy>
  <cp:revision>237</cp:revision>
  <dcterms:created xsi:type="dcterms:W3CDTF">2025-12-15T16:24:40Z</dcterms:created>
  <dcterms:modified xsi:type="dcterms:W3CDTF">2025-12-15T16:24:40Z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C62460603B774A809450D7E40BF07C9C_12</vt:lpwstr>
  </property>
  <property fmtid="{D5CDD505-2E9C-101B-9397-08002B2CF9AE}" pid="4" name="KSOProductBuildVer">
    <vt:lpwstr>2052-12.1.24031.24031</vt:lpwstr>
  </property>
</Properties>
</file>