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669EE-10E5-4E19-A112-46958386220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084E-C135-4BC2-A211-1B30A521F7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C084E-C135-4BC2-A211-1B30A521F7D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AC79E-ECF3-59D5-CE4C-87E19007C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457780-719E-9D89-B3C3-4E5E3CBB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F6C8F3-C07A-F2FB-3E4D-35AB9117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B43079-E933-2ED5-8F4F-225F91C5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EFD203-3532-1EFA-6688-1756E3AB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29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E42B2-5A6A-C8F7-33F2-89363532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B1160-79B5-03BF-A6DA-FFF8651A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61AFB-18AD-D8F5-CE32-8A57EBD6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55ABF-2DC6-8B0C-9976-684DE89C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EA715C-8A8E-7E6C-56BD-0BEA73B9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6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D926A-9DF5-3B36-DBB6-E5CFD862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5273C-D3E0-55D6-8191-3969239E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D03D1B-F268-A0DA-3852-631F2E89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9A5C0-0F02-1E8C-8107-A78B5256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E10341-697C-ED42-3534-81B6A6BC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6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812AA-21B8-2D98-443E-32036343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F13E8-EF91-3039-D473-9EB9EFCE9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BF8947-710F-6635-DB1A-F2A4BAC33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C3E1F-3B80-B3D3-11D8-3C7C3859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6E710E-873C-E900-1FC9-8DE6D577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53579D-EBD4-DE28-26A8-350833A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40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0959D-0F8D-7E92-01A4-0D41334B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498E8C-4778-228B-37E5-439CB80BB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A177DD-63FB-A98B-56D5-971900A51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AE7AF9-CDA7-D40E-A087-1FCDF7A18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3397C3-FC3E-9FD1-7D55-6136DF67F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659E1F-4840-A7CE-5AA6-E27C0DB8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A64598-C3E7-88C2-F439-D93003A4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8BB1AB-8903-1151-C1B4-1C76760C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07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6ED74-331D-B93E-90F7-92481EB0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8863D7-7908-81A9-5474-E8EFB7EE3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DBB854-A193-7677-3864-AE915830C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739C53-4C04-0DC8-E4FD-64B10512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5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C0848F-7310-BEEC-5B01-92E00411C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30BF1-A969-E2A9-A7BA-582AF1161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6B2E2-3DF6-6616-1124-79E93043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14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5DF8F-4FC8-5939-30FC-87589D6E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B995C-0489-4A72-183A-3B8A7E46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B5BA90-5A7A-0563-3DC3-D8E5A0D9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CBD7FB-55FA-B495-86B1-E2B9159A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692427-271A-6B0A-EC2B-387A18D7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41858-0A77-6EF0-C1FB-9AAA832E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83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69771-B174-BE24-9E5F-2BFB0847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D1B1B0-194A-C7D0-A121-B200996B1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81C0DD-73E4-08A5-43DD-732FC828C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455FE-CC69-B767-B75E-D7B75AC7F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16F8A6-C3ED-1225-8697-72EB646C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0DE172-C0FB-CF6D-2C6C-7454E1B4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57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F53F1-0BAB-3CEC-AD3A-40D83652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428C33-6A23-6482-1552-6D387DA3B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CE17B5-4054-B31B-E569-49FABF07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DD6FED-418E-DEB4-D89A-C2721622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01B3A-FEC1-7A3B-65D3-F4107C77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0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F2B470-FC51-0B54-0BCB-316CE1969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68C137-2C0E-ED42-61A2-9E5AC9B63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AF152-A2BF-3D2B-52B3-F2100EE4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EA215-0B9B-EDEB-5586-94936A79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76E58B-443A-E7C7-4F69-AFDBB8FB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9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D6B085-A7C2-5F3A-1EC9-4C2F6D7D2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ADB477-3C90-0B29-BF56-38A283522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975A0-97E0-1F78-7E7F-A8ED35BC3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9C8B6-1C3C-4EEC-A46F-2E2C6FBE4337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CA8F44-2AAD-1BBB-B3ED-0811B653E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7F9DD0-B134-13CE-8A26-1C37D1774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C8C49-554E-4D90-855D-844FFF9B69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070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1C162CF-C58D-4039-DF54-C8CF7C961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13560"/>
            <a:ext cx="9144000" cy="1415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小标宋_GBK" panose="02000000000000000000" pitchFamily="2" charset="-122"/>
                <a:ea typeface="方正小标宋_GBK" panose="02000000000000000000" pitchFamily="2" charset="-122"/>
              </a:rPr>
              <a:t>信息安全的数学基础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1F3B8D42-EBE3-86C6-5032-9F6AF09B9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1671" y="4258848"/>
            <a:ext cx="3246329" cy="701459"/>
          </a:xfrm>
        </p:spPr>
        <p:txBody>
          <a:bodyPr>
            <a:normAutofit/>
          </a:bodyPr>
          <a:lstStyle/>
          <a:p>
            <a:pPr algn="r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数论部分</a:t>
            </a:r>
          </a:p>
        </p:txBody>
      </p:sp>
    </p:spTree>
    <p:extLst>
      <p:ext uri="{BB962C8B-B14F-4D97-AF65-F5344CB8AC3E}">
        <p14:creationId xmlns:p14="http://schemas.microsoft.com/office/powerpoint/2010/main" val="48672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1">
            <a:extLst>
              <a:ext uri="{FF2B5EF4-FFF2-40B4-BE49-F238E27FC236}">
                <a16:creationId xmlns:a16="http://schemas.microsoft.com/office/drawing/2014/main" id="{F8AEB5D4-8E98-EA37-35D5-A42A29F5F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0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3674-02B8-4885-16D7-7B237DC3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1">
            <a:extLst>
              <a:ext uri="{FF2B5EF4-FFF2-40B4-BE49-F238E27FC236}">
                <a16:creationId xmlns:a16="http://schemas.microsoft.com/office/drawing/2014/main" id="{EDC847F1-F78F-3F99-17DE-41CF4F409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03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E421-53AC-D8DA-D753-B7951640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1">
            <a:extLst>
              <a:ext uri="{FF2B5EF4-FFF2-40B4-BE49-F238E27FC236}">
                <a16:creationId xmlns:a16="http://schemas.microsoft.com/office/drawing/2014/main" id="{3E0E7074-AD52-E70F-312A-E09F68E1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9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6FB8-9607-6335-C270-C4E78181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1">
            <a:extLst>
              <a:ext uri="{FF2B5EF4-FFF2-40B4-BE49-F238E27FC236}">
                <a16:creationId xmlns:a16="http://schemas.microsoft.com/office/drawing/2014/main" id="{F7F9D51D-F8E8-C129-F4B5-56A74348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2459-8507-1CAD-C0B4-E18F1478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1">
            <a:extLst>
              <a:ext uri="{FF2B5EF4-FFF2-40B4-BE49-F238E27FC236}">
                <a16:creationId xmlns:a16="http://schemas.microsoft.com/office/drawing/2014/main" id="{2E5DEB60-0BB2-6B41-5931-E3D55207B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5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22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</Words>
  <Application>Microsoft Office PowerPoint</Application>
  <PresentationFormat>宽屏</PresentationFormat>
  <Paragraphs>8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等线 Light</vt:lpstr>
      <vt:lpstr>方正小标宋_GBK</vt:lpstr>
      <vt:lpstr>楷体</vt:lpstr>
      <vt:lpstr>宋体</vt:lpstr>
      <vt:lpstr>Arial</vt:lpstr>
      <vt:lpstr>Office 主题​​</vt:lpstr>
      <vt:lpstr>Equation.AxMath</vt:lpstr>
      <vt:lpstr>MathType 7.0 Equation</vt:lpstr>
      <vt:lpstr>信息安全的数学基础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涵宇 况</dc:creator>
  <cp:lastModifiedBy>涵宇 况</cp:lastModifiedBy>
  <cp:revision>1</cp:revision>
  <dcterms:created xsi:type="dcterms:W3CDTF">2026-05-25T05:25:02Z</dcterms:created>
  <dcterms:modified xsi:type="dcterms:W3CDTF">2026-05-25T05:43:21Z</dcterms:modified>
</cp:coreProperties>
</file>