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809" r:id="rId1"/>
  </p:sldMasterIdLst>
  <p:notesMasterIdLst>
    <p:notesMasterId r:id="rId5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4" r:id="rId49"/>
    <p:sldId id="305" r:id="rId50"/>
    <p:sldId id="306" r:id="rId51"/>
    <p:sldId id="307" r:id="rId52"/>
  </p:sldIdLst>
  <p:sldSz cx="9144000" cy="5143500" type="screen16x9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>
      <p:cViewPr varScale="1">
        <p:scale>
          <a:sx n="160" d="100"/>
          <a:sy n="160" d="100"/>
        </p:scale>
        <p:origin x="78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AB32F30A-1CE4-D1EC-97E1-7E3964F18AB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7C5B61C-4AED-F282-49CD-163A9BB6B62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70E3312E-0867-9446-A464-A90F6405C064}" type="datetimeFigureOut">
              <a:rPr lang="zh-CN" altLang="en-US"/>
              <a:pPr>
                <a:defRPr/>
              </a:pPr>
              <a:t>2026/6/9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B1235A86-54E2-8771-63D9-44C7E64106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E985AACA-74A6-BC61-DF13-0F62A2DA96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E680C7F-C208-2B7F-CDD1-1198108DA86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7DE8A3E-D776-B73E-D2C8-A49FD445D8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90BE61-0B2E-6746-A947-CAE550C71186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>
            <a:extLst>
              <a:ext uri="{FF2B5EF4-FFF2-40B4-BE49-F238E27FC236}">
                <a16:creationId xmlns:a16="http://schemas.microsoft.com/office/drawing/2014/main" id="{17CF5C82-F475-584F-B0D0-E4B91879C6C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备注占位符 2">
            <a:extLst>
              <a:ext uri="{FF2B5EF4-FFF2-40B4-BE49-F238E27FC236}">
                <a16:creationId xmlns:a16="http://schemas.microsoft.com/office/drawing/2014/main" id="{399607CA-7182-0032-B9A6-96F0E60FD47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60420" name="灯片编号占位符 3">
            <a:extLst>
              <a:ext uri="{FF2B5EF4-FFF2-40B4-BE49-F238E27FC236}">
                <a16:creationId xmlns:a16="http://schemas.microsoft.com/office/drawing/2014/main" id="{0D18D495-BD73-0B28-5562-5602E6172A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7268C17-B56A-324E-91C6-98C37BA346E8}" type="slidenum">
              <a:rPr lang="zh-CN" altLang="en-US"/>
              <a:pPr/>
              <a:t>40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6">
            <a:extLst>
              <a:ext uri="{FF2B5EF4-FFF2-40B4-BE49-F238E27FC236}">
                <a16:creationId xmlns:a16="http://schemas.microsoft.com/office/drawing/2014/main" id="{0C323D65-7DDD-1166-E936-7C5B8B4DEA35}"/>
              </a:ext>
            </a:extLst>
          </p:cNvPr>
          <p:cNvSpPr>
            <a:spLocks/>
          </p:cNvSpPr>
          <p:nvPr/>
        </p:nvSpPr>
        <p:spPr bwMode="auto">
          <a:xfrm>
            <a:off x="0" y="3243263"/>
            <a:ext cx="1308100" cy="584200"/>
          </a:xfrm>
          <a:custGeom>
            <a:avLst/>
            <a:gdLst>
              <a:gd name="T0" fmla="*/ 2147483646 w 372"/>
              <a:gd name="T1" fmla="*/ 2147483646 h 166"/>
              <a:gd name="T2" fmla="*/ 2147483646 w 372"/>
              <a:gd name="T3" fmla="*/ 2147483646 h 166"/>
              <a:gd name="T4" fmla="*/ 2147483646 w 372"/>
              <a:gd name="T5" fmla="*/ 2147483646 h 166"/>
              <a:gd name="T6" fmla="*/ 2147483646 w 372"/>
              <a:gd name="T7" fmla="*/ 2147483646 h 166"/>
              <a:gd name="T8" fmla="*/ 2147483646 w 372"/>
              <a:gd name="T9" fmla="*/ 2147483646 h 166"/>
              <a:gd name="T10" fmla="*/ 2147483646 w 372"/>
              <a:gd name="T11" fmla="*/ 2147483646 h 166"/>
              <a:gd name="T12" fmla="*/ 2147483646 w 372"/>
              <a:gd name="T13" fmla="*/ 2147483646 h 166"/>
              <a:gd name="T14" fmla="*/ 2147483646 w 372"/>
              <a:gd name="T15" fmla="*/ 0 h 166"/>
              <a:gd name="T16" fmla="*/ 0 w 372"/>
              <a:gd name="T17" fmla="*/ 0 h 166"/>
              <a:gd name="T18" fmla="*/ 0 w 372"/>
              <a:gd name="T19" fmla="*/ 2147483646 h 166"/>
              <a:gd name="T20" fmla="*/ 2147483646 w 372"/>
              <a:gd name="T21" fmla="*/ 2147483646 h 16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1885950"/>
            <a:ext cx="6686549" cy="1697086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3583035"/>
            <a:ext cx="6686549" cy="844712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58743C9-5586-923A-3104-24B097843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D4EFA26-FA3D-9132-25F0-EDF211F61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E7C7616-5481-C37F-0B78-C0770F0C8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8463" y="3397250"/>
            <a:ext cx="585787" cy="273050"/>
          </a:xfrm>
        </p:spPr>
        <p:txBody>
          <a:bodyPr/>
          <a:lstStyle>
            <a:lvl1pPr>
              <a:defRPr/>
            </a:lvl1pPr>
          </a:lstStyle>
          <a:p>
            <a:fld id="{819CBC52-1A26-CD47-8CA1-3F543702916C}" type="slidenum">
              <a:rPr lang="zh-CN"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97915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>
            <a:extLst>
              <a:ext uri="{FF2B5EF4-FFF2-40B4-BE49-F238E27FC236}">
                <a16:creationId xmlns:a16="http://schemas.microsoft.com/office/drawing/2014/main" id="{04A2F1A9-CC7F-D21F-AEAC-F7B84FBC5D0F}"/>
              </a:ext>
            </a:extLst>
          </p:cNvPr>
          <p:cNvSpPr>
            <a:spLocks/>
          </p:cNvSpPr>
          <p:nvPr/>
        </p:nvSpPr>
        <p:spPr bwMode="auto">
          <a:xfrm flipV="1">
            <a:off x="-3175" y="536575"/>
            <a:ext cx="1192213" cy="379413"/>
          </a:xfrm>
          <a:custGeom>
            <a:avLst/>
            <a:gdLst>
              <a:gd name="T0" fmla="*/ 2147483646 w 9248"/>
              <a:gd name="T1" fmla="*/ 2147483646 h 10000"/>
              <a:gd name="T2" fmla="*/ 2147483646 w 9248"/>
              <a:gd name="T3" fmla="*/ 389590526 h 10000"/>
              <a:gd name="T4" fmla="*/ 2147483646 w 9248"/>
              <a:gd name="T5" fmla="*/ 194768628 h 10000"/>
              <a:gd name="T6" fmla="*/ 2147483646 w 9248"/>
              <a:gd name="T7" fmla="*/ 0 h 10000"/>
              <a:gd name="T8" fmla="*/ 2147483646 w 9248"/>
              <a:gd name="T9" fmla="*/ 0 h 10000"/>
              <a:gd name="T10" fmla="*/ 0 w 9248"/>
              <a:gd name="T11" fmla="*/ 145065563 h 10000"/>
              <a:gd name="T12" fmla="*/ 2147483646 w 9248"/>
              <a:gd name="T13" fmla="*/ 2147483646 h 10000"/>
              <a:gd name="T14" fmla="*/ 2147483646 w 9248"/>
              <a:gd name="T15" fmla="*/ 2147483646 h 10000"/>
              <a:gd name="T16" fmla="*/ 2147483646 w 9248"/>
              <a:gd name="T17" fmla="*/ 2147483646 h 10000"/>
              <a:gd name="T18" fmla="*/ 2147483646 w 9248"/>
              <a:gd name="T19" fmla="*/ 2147483646 h 10000"/>
              <a:gd name="T20" fmla="*/ 2147483646 w 9248"/>
              <a:gd name="T21" fmla="*/ 2147483646 h 10000"/>
              <a:gd name="T22" fmla="*/ 2147483646 w 9248"/>
              <a:gd name="T23" fmla="*/ 2147483646 h 10000"/>
              <a:gd name="T24" fmla="*/ 2147483646 w 924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909" y="1600200"/>
            <a:ext cx="6686550" cy="283321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45192F1-1E72-CB13-F804-3436DD5AE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60BF3BF-1109-E911-80CC-4EA3B2CD9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AAEBDC4-A736-2367-D338-07EA519F2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DCA23F-547C-A04B-90F8-66FE5E04D99E}" type="slidenum">
              <a:rPr lang="zh-CN"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301613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>
            <a:extLst>
              <a:ext uri="{FF2B5EF4-FFF2-40B4-BE49-F238E27FC236}">
                <a16:creationId xmlns:a16="http://schemas.microsoft.com/office/drawing/2014/main" id="{78ACA985-CB0A-3C7A-822C-B3177E15742B}"/>
              </a:ext>
            </a:extLst>
          </p:cNvPr>
          <p:cNvSpPr>
            <a:spLocks/>
          </p:cNvSpPr>
          <p:nvPr/>
        </p:nvSpPr>
        <p:spPr bwMode="auto">
          <a:xfrm flipV="1">
            <a:off x="-3175" y="2384425"/>
            <a:ext cx="1192213" cy="379413"/>
          </a:xfrm>
          <a:custGeom>
            <a:avLst/>
            <a:gdLst>
              <a:gd name="T0" fmla="*/ 2147483646 w 9248"/>
              <a:gd name="T1" fmla="*/ 2147483646 h 10000"/>
              <a:gd name="T2" fmla="*/ 2147483646 w 9248"/>
              <a:gd name="T3" fmla="*/ 389590526 h 10000"/>
              <a:gd name="T4" fmla="*/ 2147483646 w 9248"/>
              <a:gd name="T5" fmla="*/ 194768628 h 10000"/>
              <a:gd name="T6" fmla="*/ 2147483646 w 9248"/>
              <a:gd name="T7" fmla="*/ 0 h 10000"/>
              <a:gd name="T8" fmla="*/ 2147483646 w 9248"/>
              <a:gd name="T9" fmla="*/ 0 h 10000"/>
              <a:gd name="T10" fmla="*/ 0 w 9248"/>
              <a:gd name="T11" fmla="*/ 145065563 h 10000"/>
              <a:gd name="T12" fmla="*/ 2147483646 w 9248"/>
              <a:gd name="T13" fmla="*/ 2147483646 h 10000"/>
              <a:gd name="T14" fmla="*/ 2147483646 w 9248"/>
              <a:gd name="T15" fmla="*/ 2147483646 h 10000"/>
              <a:gd name="T16" fmla="*/ 2147483646 w 9248"/>
              <a:gd name="T17" fmla="*/ 2147483646 h 10000"/>
              <a:gd name="T18" fmla="*/ 2147483646 w 9248"/>
              <a:gd name="T19" fmla="*/ 2147483646 h 10000"/>
              <a:gd name="T20" fmla="*/ 2147483646 w 9248"/>
              <a:gd name="T21" fmla="*/ 2147483646 h 10000"/>
              <a:gd name="T22" fmla="*/ 2147483646 w 9248"/>
              <a:gd name="T23" fmla="*/ 2147483646 h 10000"/>
              <a:gd name="T24" fmla="*/ 2147483646 w 924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544063"/>
            <a:ext cx="6686549" cy="1101600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2647597"/>
            <a:ext cx="6686549" cy="645300"/>
          </a:xfrm>
        </p:spPr>
        <p:txBody>
          <a:bodyPr/>
          <a:lstStyle>
            <a:lvl1pPr marL="0" indent="0" algn="l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4EE0DF3-6D41-500B-6061-05B4DD455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A146B90-B619-3210-4D0D-2F567F3CF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16C1CBD-0FBE-7857-79CA-D1631EA3C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8463" y="2433638"/>
            <a:ext cx="585787" cy="273050"/>
          </a:xfrm>
        </p:spPr>
        <p:txBody>
          <a:bodyPr/>
          <a:lstStyle>
            <a:lvl1pPr>
              <a:defRPr/>
            </a:lvl1pPr>
          </a:lstStyle>
          <a:p>
            <a:fld id="{CAC19546-1FED-6648-BB05-66937A491BB6}" type="slidenum">
              <a:rPr lang="zh-CN"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236564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1">
            <a:extLst>
              <a:ext uri="{FF2B5EF4-FFF2-40B4-BE49-F238E27FC236}">
                <a16:creationId xmlns:a16="http://schemas.microsoft.com/office/drawing/2014/main" id="{559EF23F-720A-61F9-E37F-435620D8D153}"/>
              </a:ext>
            </a:extLst>
          </p:cNvPr>
          <p:cNvSpPr>
            <a:spLocks/>
          </p:cNvSpPr>
          <p:nvPr/>
        </p:nvSpPr>
        <p:spPr bwMode="auto">
          <a:xfrm flipV="1">
            <a:off x="-3175" y="536575"/>
            <a:ext cx="1192213" cy="379413"/>
          </a:xfrm>
          <a:custGeom>
            <a:avLst/>
            <a:gdLst>
              <a:gd name="T0" fmla="*/ 2147483646 w 9248"/>
              <a:gd name="T1" fmla="*/ 2147483646 h 10000"/>
              <a:gd name="T2" fmla="*/ 2147483646 w 9248"/>
              <a:gd name="T3" fmla="*/ 389590526 h 10000"/>
              <a:gd name="T4" fmla="*/ 2147483646 w 9248"/>
              <a:gd name="T5" fmla="*/ 194768628 h 10000"/>
              <a:gd name="T6" fmla="*/ 2147483646 w 9248"/>
              <a:gd name="T7" fmla="*/ 0 h 10000"/>
              <a:gd name="T8" fmla="*/ 2147483646 w 9248"/>
              <a:gd name="T9" fmla="*/ 0 h 10000"/>
              <a:gd name="T10" fmla="*/ 0 w 9248"/>
              <a:gd name="T11" fmla="*/ 145065563 h 10000"/>
              <a:gd name="T12" fmla="*/ 2147483646 w 9248"/>
              <a:gd name="T13" fmla="*/ 2147483646 h 10000"/>
              <a:gd name="T14" fmla="*/ 2147483646 w 9248"/>
              <a:gd name="T15" fmla="*/ 2147483646 h 10000"/>
              <a:gd name="T16" fmla="*/ 2147483646 w 9248"/>
              <a:gd name="T17" fmla="*/ 2147483646 h 10000"/>
              <a:gd name="T18" fmla="*/ 2147483646 w 9248"/>
              <a:gd name="T19" fmla="*/ 2147483646 h 10000"/>
              <a:gd name="T20" fmla="*/ 2147483646 w 9248"/>
              <a:gd name="T21" fmla="*/ 2147483646 h 10000"/>
              <a:gd name="T22" fmla="*/ 2147483646 w 9248"/>
              <a:gd name="T23" fmla="*/ 2147483646 h 10000"/>
              <a:gd name="T24" fmla="*/ 2147483646 w 924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1909" y="1600200"/>
            <a:ext cx="3235398" cy="283321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3060" y="1594666"/>
            <a:ext cx="3235398" cy="283321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4C110F-CF48-8FAF-1F13-921129424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18473B-71C2-9B5B-EB78-9DFC9936E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ACA74FE-F200-7881-6F2D-D45E69500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5C5541-CB1B-D54E-AC6B-B19325B791AF}" type="slidenum">
              <a:rPr lang="zh-CN"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799612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1">
            <a:extLst>
              <a:ext uri="{FF2B5EF4-FFF2-40B4-BE49-F238E27FC236}">
                <a16:creationId xmlns:a16="http://schemas.microsoft.com/office/drawing/2014/main" id="{6E439C47-E65D-08A8-3FB8-1699E5D2482C}"/>
              </a:ext>
            </a:extLst>
          </p:cNvPr>
          <p:cNvSpPr>
            <a:spLocks/>
          </p:cNvSpPr>
          <p:nvPr/>
        </p:nvSpPr>
        <p:spPr bwMode="auto">
          <a:xfrm flipV="1">
            <a:off x="-3175" y="536575"/>
            <a:ext cx="1192213" cy="379413"/>
          </a:xfrm>
          <a:custGeom>
            <a:avLst/>
            <a:gdLst>
              <a:gd name="T0" fmla="*/ 2147483646 w 9248"/>
              <a:gd name="T1" fmla="*/ 2147483646 h 10000"/>
              <a:gd name="T2" fmla="*/ 2147483646 w 9248"/>
              <a:gd name="T3" fmla="*/ 389590526 h 10000"/>
              <a:gd name="T4" fmla="*/ 2147483646 w 9248"/>
              <a:gd name="T5" fmla="*/ 194768628 h 10000"/>
              <a:gd name="T6" fmla="*/ 2147483646 w 9248"/>
              <a:gd name="T7" fmla="*/ 0 h 10000"/>
              <a:gd name="T8" fmla="*/ 2147483646 w 9248"/>
              <a:gd name="T9" fmla="*/ 0 h 10000"/>
              <a:gd name="T10" fmla="*/ 0 w 9248"/>
              <a:gd name="T11" fmla="*/ 145065563 h 10000"/>
              <a:gd name="T12" fmla="*/ 2147483646 w 9248"/>
              <a:gd name="T13" fmla="*/ 2147483646 h 10000"/>
              <a:gd name="T14" fmla="*/ 2147483646 w 9248"/>
              <a:gd name="T15" fmla="*/ 2147483646 h 10000"/>
              <a:gd name="T16" fmla="*/ 2147483646 w 9248"/>
              <a:gd name="T17" fmla="*/ 2147483646 h 10000"/>
              <a:gd name="T18" fmla="*/ 2147483646 w 9248"/>
              <a:gd name="T19" fmla="*/ 2147483646 h 10000"/>
              <a:gd name="T20" fmla="*/ 2147483646 w 9248"/>
              <a:gd name="T21" fmla="*/ 2147483646 h 10000"/>
              <a:gd name="T22" fmla="*/ 2147483646 w 9248"/>
              <a:gd name="T23" fmla="*/ 2147483646 h 10000"/>
              <a:gd name="T24" fmla="*/ 2147483646 w 924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530" y="1479527"/>
            <a:ext cx="299454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1909" y="1911725"/>
            <a:ext cx="3257170" cy="251554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29972" y="1477106"/>
            <a:ext cx="299925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5218" y="1909304"/>
            <a:ext cx="3254006" cy="251554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C2F857-BCC3-8575-84CD-03ADB038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C84DE2-540C-90D6-B082-5E7F49E6C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A1A2858-48C3-6059-C37C-FBD47F2D0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812016-8E8E-2246-A61F-E3C3F1572575}" type="slidenum">
              <a:rPr lang="zh-CN"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28237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B93E2550-D7E1-04C6-DED7-5380854E12DA}"/>
              </a:ext>
            </a:extLst>
          </p:cNvPr>
          <p:cNvSpPr>
            <a:spLocks/>
          </p:cNvSpPr>
          <p:nvPr/>
        </p:nvSpPr>
        <p:spPr bwMode="auto">
          <a:xfrm flipV="1">
            <a:off x="-3175" y="536575"/>
            <a:ext cx="1192213" cy="379413"/>
          </a:xfrm>
          <a:custGeom>
            <a:avLst/>
            <a:gdLst>
              <a:gd name="T0" fmla="*/ 2147483646 w 9248"/>
              <a:gd name="T1" fmla="*/ 2147483646 h 10000"/>
              <a:gd name="T2" fmla="*/ 2147483646 w 9248"/>
              <a:gd name="T3" fmla="*/ 389590526 h 10000"/>
              <a:gd name="T4" fmla="*/ 2147483646 w 9248"/>
              <a:gd name="T5" fmla="*/ 194768628 h 10000"/>
              <a:gd name="T6" fmla="*/ 2147483646 w 9248"/>
              <a:gd name="T7" fmla="*/ 0 h 10000"/>
              <a:gd name="T8" fmla="*/ 2147483646 w 9248"/>
              <a:gd name="T9" fmla="*/ 0 h 10000"/>
              <a:gd name="T10" fmla="*/ 0 w 9248"/>
              <a:gd name="T11" fmla="*/ 145065563 h 10000"/>
              <a:gd name="T12" fmla="*/ 2147483646 w 9248"/>
              <a:gd name="T13" fmla="*/ 2147483646 h 10000"/>
              <a:gd name="T14" fmla="*/ 2147483646 w 9248"/>
              <a:gd name="T15" fmla="*/ 2147483646 h 10000"/>
              <a:gd name="T16" fmla="*/ 2147483646 w 9248"/>
              <a:gd name="T17" fmla="*/ 2147483646 h 10000"/>
              <a:gd name="T18" fmla="*/ 2147483646 w 9248"/>
              <a:gd name="T19" fmla="*/ 2147483646 h 10000"/>
              <a:gd name="T20" fmla="*/ 2147483646 w 9248"/>
              <a:gd name="T21" fmla="*/ 2147483646 h 10000"/>
              <a:gd name="T22" fmla="*/ 2147483646 w 9248"/>
              <a:gd name="T23" fmla="*/ 2147483646 h 10000"/>
              <a:gd name="T24" fmla="*/ 2147483646 w 924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29D6E177-C8EC-2633-3274-E6CB2F897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0D2A3ED-4EB1-0C2F-41C6-C319C9145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7C7EB287-F091-C7CD-5564-64CF782B0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ECF8A1-7D74-1446-85E4-7BDF19E5CC8C}" type="slidenum">
              <a:rPr lang="zh-CN"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868145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1">
            <a:extLst>
              <a:ext uri="{FF2B5EF4-FFF2-40B4-BE49-F238E27FC236}">
                <a16:creationId xmlns:a16="http://schemas.microsoft.com/office/drawing/2014/main" id="{A562FEA3-6F2F-5F4D-F0A7-734E50C68586}"/>
              </a:ext>
            </a:extLst>
          </p:cNvPr>
          <p:cNvSpPr>
            <a:spLocks/>
          </p:cNvSpPr>
          <p:nvPr/>
        </p:nvSpPr>
        <p:spPr bwMode="auto">
          <a:xfrm flipV="1">
            <a:off x="-3175" y="536575"/>
            <a:ext cx="1192213" cy="379413"/>
          </a:xfrm>
          <a:custGeom>
            <a:avLst/>
            <a:gdLst>
              <a:gd name="T0" fmla="*/ 2147483646 w 9248"/>
              <a:gd name="T1" fmla="*/ 2147483646 h 10000"/>
              <a:gd name="T2" fmla="*/ 2147483646 w 9248"/>
              <a:gd name="T3" fmla="*/ 389590526 h 10000"/>
              <a:gd name="T4" fmla="*/ 2147483646 w 9248"/>
              <a:gd name="T5" fmla="*/ 194768628 h 10000"/>
              <a:gd name="T6" fmla="*/ 2147483646 w 9248"/>
              <a:gd name="T7" fmla="*/ 0 h 10000"/>
              <a:gd name="T8" fmla="*/ 2147483646 w 9248"/>
              <a:gd name="T9" fmla="*/ 0 h 10000"/>
              <a:gd name="T10" fmla="*/ 0 w 9248"/>
              <a:gd name="T11" fmla="*/ 145065563 h 10000"/>
              <a:gd name="T12" fmla="*/ 2147483646 w 9248"/>
              <a:gd name="T13" fmla="*/ 2147483646 h 10000"/>
              <a:gd name="T14" fmla="*/ 2147483646 w 9248"/>
              <a:gd name="T15" fmla="*/ 2147483646 h 10000"/>
              <a:gd name="T16" fmla="*/ 2147483646 w 9248"/>
              <a:gd name="T17" fmla="*/ 2147483646 h 10000"/>
              <a:gd name="T18" fmla="*/ 2147483646 w 9248"/>
              <a:gd name="T19" fmla="*/ 2147483646 h 10000"/>
              <a:gd name="T20" fmla="*/ 2147483646 w 9248"/>
              <a:gd name="T21" fmla="*/ 2147483646 h 10000"/>
              <a:gd name="T22" fmla="*/ 2147483646 w 9248"/>
              <a:gd name="T23" fmla="*/ 2147483646 h 10000"/>
              <a:gd name="T24" fmla="*/ 2147483646 w 924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7E165A38-67AF-F159-ECC4-836FC4C74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F0D00977-0F5E-B32D-F531-0268A5BC7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A8F033B-D52A-6937-447A-9EF4136A9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9BABDF-EDC8-514E-B3C8-8CD976281FDE}" type="slidenum">
              <a:rPr lang="zh-CN"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2667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>
            <a:extLst>
              <a:ext uri="{FF2B5EF4-FFF2-40B4-BE49-F238E27FC236}">
                <a16:creationId xmlns:a16="http://schemas.microsoft.com/office/drawing/2014/main" id="{5F674046-BF81-17D8-CDF9-7110D39D210E}"/>
              </a:ext>
            </a:extLst>
          </p:cNvPr>
          <p:cNvSpPr>
            <a:spLocks/>
          </p:cNvSpPr>
          <p:nvPr/>
        </p:nvSpPr>
        <p:spPr bwMode="auto">
          <a:xfrm flipV="1">
            <a:off x="-3175" y="536575"/>
            <a:ext cx="1192213" cy="379413"/>
          </a:xfrm>
          <a:custGeom>
            <a:avLst/>
            <a:gdLst>
              <a:gd name="T0" fmla="*/ 2147483646 w 9248"/>
              <a:gd name="T1" fmla="*/ 2147483646 h 10000"/>
              <a:gd name="T2" fmla="*/ 2147483646 w 9248"/>
              <a:gd name="T3" fmla="*/ 389590526 h 10000"/>
              <a:gd name="T4" fmla="*/ 2147483646 w 9248"/>
              <a:gd name="T5" fmla="*/ 194768628 h 10000"/>
              <a:gd name="T6" fmla="*/ 2147483646 w 9248"/>
              <a:gd name="T7" fmla="*/ 0 h 10000"/>
              <a:gd name="T8" fmla="*/ 2147483646 w 9248"/>
              <a:gd name="T9" fmla="*/ 0 h 10000"/>
              <a:gd name="T10" fmla="*/ 0 w 9248"/>
              <a:gd name="T11" fmla="*/ 145065563 h 10000"/>
              <a:gd name="T12" fmla="*/ 2147483646 w 9248"/>
              <a:gd name="T13" fmla="*/ 2147483646 h 10000"/>
              <a:gd name="T14" fmla="*/ 2147483646 w 9248"/>
              <a:gd name="T15" fmla="*/ 2147483646 h 10000"/>
              <a:gd name="T16" fmla="*/ 2147483646 w 9248"/>
              <a:gd name="T17" fmla="*/ 2147483646 h 10000"/>
              <a:gd name="T18" fmla="*/ 2147483646 w 9248"/>
              <a:gd name="T19" fmla="*/ 2147483646 h 10000"/>
              <a:gd name="T20" fmla="*/ 2147483646 w 9248"/>
              <a:gd name="T21" fmla="*/ 2147483646 h 10000"/>
              <a:gd name="T22" fmla="*/ 2147483646 w 9248"/>
              <a:gd name="T23" fmla="*/ 2147483646 h 10000"/>
              <a:gd name="T24" fmla="*/ 2147483646 w 924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34566"/>
            <a:ext cx="2628899" cy="732234"/>
          </a:xfrm>
        </p:spPr>
        <p:txBody>
          <a:bodyPr anchor="b"/>
          <a:lstStyle>
            <a:lvl1pPr algn="l">
              <a:defRPr sz="15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259" y="334567"/>
            <a:ext cx="3886200" cy="4061222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1198960"/>
            <a:ext cx="2628899" cy="319682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11E906A2-1944-10DD-000D-B7B0D2151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69EAD2C7-3438-0787-C51A-F9911BFBD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30A5DA33-8090-1E5A-F5CE-8A0F66B90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A12CCE-61E3-B441-AAD5-DF280B0F41E9}" type="slidenum">
              <a:rPr lang="zh-CN"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731940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>
            <a:extLst>
              <a:ext uri="{FF2B5EF4-FFF2-40B4-BE49-F238E27FC236}">
                <a16:creationId xmlns:a16="http://schemas.microsoft.com/office/drawing/2014/main" id="{DA9F05F6-7BDA-2DAC-D1F9-79956C952AC4}"/>
              </a:ext>
            </a:extLst>
          </p:cNvPr>
          <p:cNvSpPr>
            <a:spLocks/>
          </p:cNvSpPr>
          <p:nvPr/>
        </p:nvSpPr>
        <p:spPr bwMode="auto">
          <a:xfrm flipV="1">
            <a:off x="-3175" y="3684588"/>
            <a:ext cx="1192213" cy="379412"/>
          </a:xfrm>
          <a:custGeom>
            <a:avLst/>
            <a:gdLst>
              <a:gd name="T0" fmla="*/ 2147483646 w 9248"/>
              <a:gd name="T1" fmla="*/ 2147483646 h 10000"/>
              <a:gd name="T2" fmla="*/ 2147483646 w 9248"/>
              <a:gd name="T3" fmla="*/ 389588475 h 10000"/>
              <a:gd name="T4" fmla="*/ 2147483646 w 9248"/>
              <a:gd name="T5" fmla="*/ 194766142 h 10000"/>
              <a:gd name="T6" fmla="*/ 2147483646 w 9248"/>
              <a:gd name="T7" fmla="*/ 0 h 10000"/>
              <a:gd name="T8" fmla="*/ 2147483646 w 9248"/>
              <a:gd name="T9" fmla="*/ 0 h 10000"/>
              <a:gd name="T10" fmla="*/ 0 w 9248"/>
              <a:gd name="T11" fmla="*/ 145064801 h 10000"/>
              <a:gd name="T12" fmla="*/ 2147483646 w 9248"/>
              <a:gd name="T13" fmla="*/ 2147483646 h 10000"/>
              <a:gd name="T14" fmla="*/ 2147483646 w 9248"/>
              <a:gd name="T15" fmla="*/ 2147483646 h 10000"/>
              <a:gd name="T16" fmla="*/ 2147483646 w 9248"/>
              <a:gd name="T17" fmla="*/ 2147483646 h 10000"/>
              <a:gd name="T18" fmla="*/ 2147483646 w 9248"/>
              <a:gd name="T19" fmla="*/ 2147483646 h 10000"/>
              <a:gd name="T20" fmla="*/ 2147483646 w 9248"/>
              <a:gd name="T21" fmla="*/ 2147483646 h 10000"/>
              <a:gd name="T22" fmla="*/ 2147483646 w 9248"/>
              <a:gd name="T23" fmla="*/ 2147483646 h 10000"/>
              <a:gd name="T24" fmla="*/ 2147483646 w 924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600450"/>
            <a:ext cx="668655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1909" y="476224"/>
            <a:ext cx="6686550" cy="2891228"/>
          </a:xfrm>
        </p:spPr>
        <p:txBody>
          <a:bodyPr rtlCol="0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4025504"/>
            <a:ext cx="6686550" cy="370284"/>
          </a:xfrm>
        </p:spPr>
        <p:txBody>
          <a:bodyPr/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9CBC7EC5-2873-22A0-AF21-418D96860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131227A0-BF91-59CB-160B-EA1FB9095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3A3B2FBC-F144-E360-09B7-80ED89B59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8463" y="3736975"/>
            <a:ext cx="585787" cy="274638"/>
          </a:xfrm>
        </p:spPr>
        <p:txBody>
          <a:bodyPr/>
          <a:lstStyle>
            <a:lvl1pPr>
              <a:defRPr/>
            </a:lvl1pPr>
          </a:lstStyle>
          <a:p>
            <a:fld id="{0A0D21D2-9D2F-B04D-9BEE-A91E5ADF2B55}" type="slidenum">
              <a:rPr lang="zh-CN"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258798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>
            <a:extLst>
              <a:ext uri="{FF2B5EF4-FFF2-40B4-BE49-F238E27FC236}">
                <a16:creationId xmlns:a16="http://schemas.microsoft.com/office/drawing/2014/main" id="{722BECA5-A9D8-BE80-F426-0D298D6824B7}"/>
              </a:ext>
            </a:extLst>
          </p:cNvPr>
          <p:cNvSpPr>
            <a:spLocks/>
          </p:cNvSpPr>
          <p:nvPr/>
        </p:nvSpPr>
        <p:spPr bwMode="auto">
          <a:xfrm flipV="1">
            <a:off x="-3175" y="2384425"/>
            <a:ext cx="1192213" cy="379413"/>
          </a:xfrm>
          <a:custGeom>
            <a:avLst/>
            <a:gdLst>
              <a:gd name="T0" fmla="*/ 2147483646 w 9248"/>
              <a:gd name="T1" fmla="*/ 2147483646 h 10000"/>
              <a:gd name="T2" fmla="*/ 2147483646 w 9248"/>
              <a:gd name="T3" fmla="*/ 389590526 h 10000"/>
              <a:gd name="T4" fmla="*/ 2147483646 w 9248"/>
              <a:gd name="T5" fmla="*/ 194768628 h 10000"/>
              <a:gd name="T6" fmla="*/ 2147483646 w 9248"/>
              <a:gd name="T7" fmla="*/ 0 h 10000"/>
              <a:gd name="T8" fmla="*/ 2147483646 w 9248"/>
              <a:gd name="T9" fmla="*/ 0 h 10000"/>
              <a:gd name="T10" fmla="*/ 0 w 9248"/>
              <a:gd name="T11" fmla="*/ 145065563 h 10000"/>
              <a:gd name="T12" fmla="*/ 2147483646 w 9248"/>
              <a:gd name="T13" fmla="*/ 2147483646 h 10000"/>
              <a:gd name="T14" fmla="*/ 2147483646 w 9248"/>
              <a:gd name="T15" fmla="*/ 2147483646 h 10000"/>
              <a:gd name="T16" fmla="*/ 2147483646 w 9248"/>
              <a:gd name="T17" fmla="*/ 2147483646 h 10000"/>
              <a:gd name="T18" fmla="*/ 2147483646 w 9248"/>
              <a:gd name="T19" fmla="*/ 2147483646 h 10000"/>
              <a:gd name="T20" fmla="*/ 2147483646 w 9248"/>
              <a:gd name="T21" fmla="*/ 2147483646 h 10000"/>
              <a:gd name="T22" fmla="*/ 2147483646 w 9248"/>
              <a:gd name="T23" fmla="*/ 2147483646 h 10000"/>
              <a:gd name="T24" fmla="*/ 2147483646 w 924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57200"/>
            <a:ext cx="6686549" cy="233778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/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BB0EBBE-F94C-B9B1-6116-4F0B560FA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FBD9B6A-6019-6A75-0CFB-BFB0FBCFD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D3BE409-8D47-901D-DB89-F61184A6A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8463" y="2433638"/>
            <a:ext cx="585787" cy="273050"/>
          </a:xfrm>
        </p:spPr>
        <p:txBody>
          <a:bodyPr/>
          <a:lstStyle>
            <a:lvl1pPr>
              <a:defRPr/>
            </a:lvl1pPr>
          </a:lstStyle>
          <a:p>
            <a:fld id="{D2E9F5EA-6766-6544-9D9B-9423DF5E6904}" type="slidenum">
              <a:rPr lang="zh-CN"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753194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>
            <a:extLst>
              <a:ext uri="{FF2B5EF4-FFF2-40B4-BE49-F238E27FC236}">
                <a16:creationId xmlns:a16="http://schemas.microsoft.com/office/drawing/2014/main" id="{9DB68765-EAAB-6024-B091-0677656C0579}"/>
              </a:ext>
            </a:extLst>
          </p:cNvPr>
          <p:cNvSpPr>
            <a:spLocks/>
          </p:cNvSpPr>
          <p:nvPr/>
        </p:nvSpPr>
        <p:spPr bwMode="auto">
          <a:xfrm flipV="1">
            <a:off x="-3175" y="2384425"/>
            <a:ext cx="1192213" cy="379413"/>
          </a:xfrm>
          <a:custGeom>
            <a:avLst/>
            <a:gdLst>
              <a:gd name="T0" fmla="*/ 2147483646 w 9248"/>
              <a:gd name="T1" fmla="*/ 2147483646 h 10000"/>
              <a:gd name="T2" fmla="*/ 2147483646 w 9248"/>
              <a:gd name="T3" fmla="*/ 389590526 h 10000"/>
              <a:gd name="T4" fmla="*/ 2147483646 w 9248"/>
              <a:gd name="T5" fmla="*/ 194768628 h 10000"/>
              <a:gd name="T6" fmla="*/ 2147483646 w 9248"/>
              <a:gd name="T7" fmla="*/ 0 h 10000"/>
              <a:gd name="T8" fmla="*/ 2147483646 w 9248"/>
              <a:gd name="T9" fmla="*/ 0 h 10000"/>
              <a:gd name="T10" fmla="*/ 0 w 9248"/>
              <a:gd name="T11" fmla="*/ 145065563 h 10000"/>
              <a:gd name="T12" fmla="*/ 2147483646 w 9248"/>
              <a:gd name="T13" fmla="*/ 2147483646 h 10000"/>
              <a:gd name="T14" fmla="*/ 2147483646 w 9248"/>
              <a:gd name="T15" fmla="*/ 2147483646 h 10000"/>
              <a:gd name="T16" fmla="*/ 2147483646 w 9248"/>
              <a:gd name="T17" fmla="*/ 2147483646 h 10000"/>
              <a:gd name="T18" fmla="*/ 2147483646 w 9248"/>
              <a:gd name="T19" fmla="*/ 2147483646 h 10000"/>
              <a:gd name="T20" fmla="*/ 2147483646 w 9248"/>
              <a:gd name="T21" fmla="*/ 2147483646 h 10000"/>
              <a:gd name="T22" fmla="*/ 2147483646 w 9248"/>
              <a:gd name="T23" fmla="*/ 2147483646 h 10000"/>
              <a:gd name="T24" fmla="*/ 2147483646 w 924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4BBE19F3-D948-605C-D885-8428F234CC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85775"/>
            <a:ext cx="45720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600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6" name="TextBox 14">
            <a:extLst>
              <a:ext uri="{FF2B5EF4-FFF2-40B4-BE49-F238E27FC236}">
                <a16:creationId xmlns:a16="http://schemas.microsoft.com/office/drawing/2014/main" id="{2A08D9FC-6B6F-5988-4468-0D20521C47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35963" y="2179638"/>
            <a:ext cx="45720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600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56259" y="2628900"/>
            <a:ext cx="5652416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/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5BA2489-146C-C32D-0098-4E9423BEA47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C5AA21A-8D4D-6B29-BE4C-865102701F5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784ED0F-E062-55B7-DAD1-E5EA347F034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398463" y="2433638"/>
            <a:ext cx="585787" cy="273050"/>
          </a:xfrm>
        </p:spPr>
        <p:txBody>
          <a:bodyPr/>
          <a:lstStyle>
            <a:lvl1pPr>
              <a:defRPr/>
            </a:lvl1pPr>
          </a:lstStyle>
          <a:p>
            <a:fld id="{B2FC68E9-21D8-C74E-836A-559A2F878352}" type="slidenum">
              <a:rPr lang="zh-CN"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3290340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E022296D-C8E1-32CA-AA7B-0A033689B495}"/>
              </a:ext>
            </a:extLst>
          </p:cNvPr>
          <p:cNvSpPr>
            <a:spLocks/>
          </p:cNvSpPr>
          <p:nvPr/>
        </p:nvSpPr>
        <p:spPr bwMode="auto">
          <a:xfrm flipV="1">
            <a:off x="-3175" y="3684588"/>
            <a:ext cx="1192213" cy="379412"/>
          </a:xfrm>
          <a:custGeom>
            <a:avLst/>
            <a:gdLst>
              <a:gd name="T0" fmla="*/ 2147483646 w 9248"/>
              <a:gd name="T1" fmla="*/ 2147483646 h 10000"/>
              <a:gd name="T2" fmla="*/ 2147483646 w 9248"/>
              <a:gd name="T3" fmla="*/ 389588475 h 10000"/>
              <a:gd name="T4" fmla="*/ 2147483646 w 9248"/>
              <a:gd name="T5" fmla="*/ 194766142 h 10000"/>
              <a:gd name="T6" fmla="*/ 2147483646 w 9248"/>
              <a:gd name="T7" fmla="*/ 0 h 10000"/>
              <a:gd name="T8" fmla="*/ 2147483646 w 9248"/>
              <a:gd name="T9" fmla="*/ 0 h 10000"/>
              <a:gd name="T10" fmla="*/ 0 w 9248"/>
              <a:gd name="T11" fmla="*/ 145064801 h 10000"/>
              <a:gd name="T12" fmla="*/ 2147483646 w 9248"/>
              <a:gd name="T13" fmla="*/ 2147483646 h 10000"/>
              <a:gd name="T14" fmla="*/ 2147483646 w 9248"/>
              <a:gd name="T15" fmla="*/ 2147483646 h 10000"/>
              <a:gd name="T16" fmla="*/ 2147483646 w 9248"/>
              <a:gd name="T17" fmla="*/ 2147483646 h 10000"/>
              <a:gd name="T18" fmla="*/ 2147483646 w 9248"/>
              <a:gd name="T19" fmla="*/ 2147483646 h 10000"/>
              <a:gd name="T20" fmla="*/ 2147483646 w 9248"/>
              <a:gd name="T21" fmla="*/ 2147483646 h 10000"/>
              <a:gd name="T22" fmla="*/ 2147483646 w 9248"/>
              <a:gd name="T23" fmla="*/ 2147483646 h 10000"/>
              <a:gd name="T24" fmla="*/ 2147483646 w 924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828800"/>
            <a:ext cx="6686550" cy="2043634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/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47E4FD-F276-5B7E-FD13-8B8F27AAD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BCBE16-070F-2FA3-422A-C33B351A1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A1935-D636-CB26-61C2-ED5ECD05B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8463" y="3736975"/>
            <a:ext cx="585787" cy="274638"/>
          </a:xfrm>
        </p:spPr>
        <p:txBody>
          <a:bodyPr/>
          <a:lstStyle>
            <a:lvl1pPr>
              <a:defRPr/>
            </a:lvl1pPr>
          </a:lstStyle>
          <a:p>
            <a:fld id="{66443EAF-C406-2247-B2E3-9BA0F9739582}" type="slidenum">
              <a:rPr lang="zh-CN"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7412380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1">
            <a:extLst>
              <a:ext uri="{FF2B5EF4-FFF2-40B4-BE49-F238E27FC236}">
                <a16:creationId xmlns:a16="http://schemas.microsoft.com/office/drawing/2014/main" id="{6FFBC653-0686-A9D6-13E6-8B7E90CD4120}"/>
              </a:ext>
            </a:extLst>
          </p:cNvPr>
          <p:cNvSpPr>
            <a:spLocks/>
          </p:cNvSpPr>
          <p:nvPr/>
        </p:nvSpPr>
        <p:spPr bwMode="auto">
          <a:xfrm flipV="1">
            <a:off x="-3175" y="3684588"/>
            <a:ext cx="1192213" cy="379412"/>
          </a:xfrm>
          <a:custGeom>
            <a:avLst/>
            <a:gdLst>
              <a:gd name="T0" fmla="*/ 2147483646 w 9248"/>
              <a:gd name="T1" fmla="*/ 2147483646 h 10000"/>
              <a:gd name="T2" fmla="*/ 2147483646 w 9248"/>
              <a:gd name="T3" fmla="*/ 389588475 h 10000"/>
              <a:gd name="T4" fmla="*/ 2147483646 w 9248"/>
              <a:gd name="T5" fmla="*/ 194766142 h 10000"/>
              <a:gd name="T6" fmla="*/ 2147483646 w 9248"/>
              <a:gd name="T7" fmla="*/ 0 h 10000"/>
              <a:gd name="T8" fmla="*/ 2147483646 w 9248"/>
              <a:gd name="T9" fmla="*/ 0 h 10000"/>
              <a:gd name="T10" fmla="*/ 0 w 9248"/>
              <a:gd name="T11" fmla="*/ 145064801 h 10000"/>
              <a:gd name="T12" fmla="*/ 2147483646 w 9248"/>
              <a:gd name="T13" fmla="*/ 2147483646 h 10000"/>
              <a:gd name="T14" fmla="*/ 2147483646 w 9248"/>
              <a:gd name="T15" fmla="*/ 2147483646 h 10000"/>
              <a:gd name="T16" fmla="*/ 2147483646 w 9248"/>
              <a:gd name="T17" fmla="*/ 2147483646 h 10000"/>
              <a:gd name="T18" fmla="*/ 2147483646 w 9248"/>
              <a:gd name="T19" fmla="*/ 2147483646 h 10000"/>
              <a:gd name="T20" fmla="*/ 2147483646 w 9248"/>
              <a:gd name="T21" fmla="*/ 2147483646 h 10000"/>
              <a:gd name="T22" fmla="*/ 2147483646 w 9248"/>
              <a:gd name="T23" fmla="*/ 2147483646 h 10000"/>
              <a:gd name="T24" fmla="*/ 2147483646 w 924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16">
            <a:extLst>
              <a:ext uri="{FF2B5EF4-FFF2-40B4-BE49-F238E27FC236}">
                <a16:creationId xmlns:a16="http://schemas.microsoft.com/office/drawing/2014/main" id="{3AF3A014-AE7A-61A3-270C-119E6631C0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85775"/>
            <a:ext cx="45720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600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5" name="TextBox 17">
            <a:extLst>
              <a:ext uri="{FF2B5EF4-FFF2-40B4-BE49-F238E27FC236}">
                <a16:creationId xmlns:a16="http://schemas.microsoft.com/office/drawing/2014/main" id="{1166E20A-1743-840E-C981-C409F71F56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35963" y="2179638"/>
            <a:ext cx="45720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600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/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652F99E4-E893-CD23-C0FC-47BF27B6E8E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98E215A0-7DCD-EB19-B34B-0E1BF39CABA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9744DD21-0EA7-4D1A-1073-D88F9D3539A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398463" y="3736975"/>
            <a:ext cx="585787" cy="274638"/>
          </a:xfrm>
        </p:spPr>
        <p:txBody>
          <a:bodyPr/>
          <a:lstStyle>
            <a:lvl1pPr>
              <a:defRPr/>
            </a:lvl1pPr>
          </a:lstStyle>
          <a:p>
            <a:fld id="{8B4C0505-4FD9-7041-BAA2-307B49BBE5C7}" type="slidenum">
              <a:rPr lang="zh-CN"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887225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5D18F1D7-EB26-7A33-649F-83319700F035}"/>
              </a:ext>
            </a:extLst>
          </p:cNvPr>
          <p:cNvSpPr>
            <a:spLocks/>
          </p:cNvSpPr>
          <p:nvPr/>
        </p:nvSpPr>
        <p:spPr bwMode="auto">
          <a:xfrm flipV="1">
            <a:off x="-3175" y="3684588"/>
            <a:ext cx="1192213" cy="379412"/>
          </a:xfrm>
          <a:custGeom>
            <a:avLst/>
            <a:gdLst>
              <a:gd name="T0" fmla="*/ 2147483646 w 9248"/>
              <a:gd name="T1" fmla="*/ 2147483646 h 10000"/>
              <a:gd name="T2" fmla="*/ 2147483646 w 9248"/>
              <a:gd name="T3" fmla="*/ 389588475 h 10000"/>
              <a:gd name="T4" fmla="*/ 2147483646 w 9248"/>
              <a:gd name="T5" fmla="*/ 194766142 h 10000"/>
              <a:gd name="T6" fmla="*/ 2147483646 w 9248"/>
              <a:gd name="T7" fmla="*/ 0 h 10000"/>
              <a:gd name="T8" fmla="*/ 2147483646 w 9248"/>
              <a:gd name="T9" fmla="*/ 0 h 10000"/>
              <a:gd name="T10" fmla="*/ 0 w 9248"/>
              <a:gd name="T11" fmla="*/ 145064801 h 10000"/>
              <a:gd name="T12" fmla="*/ 2147483646 w 9248"/>
              <a:gd name="T13" fmla="*/ 2147483646 h 10000"/>
              <a:gd name="T14" fmla="*/ 2147483646 w 9248"/>
              <a:gd name="T15" fmla="*/ 2147483646 h 10000"/>
              <a:gd name="T16" fmla="*/ 2147483646 w 9248"/>
              <a:gd name="T17" fmla="*/ 2147483646 h 10000"/>
              <a:gd name="T18" fmla="*/ 2147483646 w 9248"/>
              <a:gd name="T19" fmla="*/ 2147483646 h 10000"/>
              <a:gd name="T20" fmla="*/ 2147483646 w 9248"/>
              <a:gd name="T21" fmla="*/ 2147483646 h 10000"/>
              <a:gd name="T22" fmla="*/ 2147483646 w 9248"/>
              <a:gd name="T23" fmla="*/ 2147483646 h 10000"/>
              <a:gd name="T24" fmla="*/ 2147483646 w 924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70555"/>
            <a:ext cx="6686549" cy="2160015"/>
          </a:xfrm>
        </p:spPr>
        <p:txBody>
          <a:bodyPr anchor="ctr">
            <a:normAutofit/>
          </a:bodyPr>
          <a:lstStyle>
            <a:lvl1pPr algn="l">
              <a:defRPr sz="36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/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C9BF19-F29E-334F-235C-31712AF32C2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BDAF8E-191A-493A-18D2-531DA67516B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B3E19-38DC-DF86-540B-FD3751945C3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398463" y="3736975"/>
            <a:ext cx="585787" cy="274638"/>
          </a:xfrm>
        </p:spPr>
        <p:txBody>
          <a:bodyPr/>
          <a:lstStyle>
            <a:lvl1pPr>
              <a:defRPr/>
            </a:lvl1pPr>
          </a:lstStyle>
          <a:p>
            <a:fld id="{E446AD14-6B57-D849-B88C-621272F74E84}" type="slidenum">
              <a:rPr lang="zh-CN"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9456706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>
            <a:extLst>
              <a:ext uri="{FF2B5EF4-FFF2-40B4-BE49-F238E27FC236}">
                <a16:creationId xmlns:a16="http://schemas.microsoft.com/office/drawing/2014/main" id="{A0B394BD-2120-C9BE-41E6-15729A4B3F19}"/>
              </a:ext>
            </a:extLst>
          </p:cNvPr>
          <p:cNvSpPr>
            <a:spLocks/>
          </p:cNvSpPr>
          <p:nvPr/>
        </p:nvSpPr>
        <p:spPr bwMode="auto">
          <a:xfrm flipV="1">
            <a:off x="-3175" y="536575"/>
            <a:ext cx="1192213" cy="379413"/>
          </a:xfrm>
          <a:custGeom>
            <a:avLst/>
            <a:gdLst>
              <a:gd name="T0" fmla="*/ 2147483646 w 9248"/>
              <a:gd name="T1" fmla="*/ 2147483646 h 10000"/>
              <a:gd name="T2" fmla="*/ 2147483646 w 9248"/>
              <a:gd name="T3" fmla="*/ 389590526 h 10000"/>
              <a:gd name="T4" fmla="*/ 2147483646 w 9248"/>
              <a:gd name="T5" fmla="*/ 194768628 h 10000"/>
              <a:gd name="T6" fmla="*/ 2147483646 w 9248"/>
              <a:gd name="T7" fmla="*/ 0 h 10000"/>
              <a:gd name="T8" fmla="*/ 2147483646 w 9248"/>
              <a:gd name="T9" fmla="*/ 0 h 10000"/>
              <a:gd name="T10" fmla="*/ 0 w 9248"/>
              <a:gd name="T11" fmla="*/ 145065563 h 10000"/>
              <a:gd name="T12" fmla="*/ 2147483646 w 9248"/>
              <a:gd name="T13" fmla="*/ 2147483646 h 10000"/>
              <a:gd name="T14" fmla="*/ 2147483646 w 9248"/>
              <a:gd name="T15" fmla="*/ 2147483646 h 10000"/>
              <a:gd name="T16" fmla="*/ 2147483646 w 9248"/>
              <a:gd name="T17" fmla="*/ 2147483646 h 10000"/>
              <a:gd name="T18" fmla="*/ 2147483646 w 9248"/>
              <a:gd name="T19" fmla="*/ 2147483646 h 10000"/>
              <a:gd name="T20" fmla="*/ 2147483646 w 9248"/>
              <a:gd name="T21" fmla="*/ 2147483646 h 10000"/>
              <a:gd name="T22" fmla="*/ 2147483646 w 9248"/>
              <a:gd name="T23" fmla="*/ 2147483646 h 10000"/>
              <a:gd name="T24" fmla="*/ 2147483646 w 924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78B96BA-A15F-34E1-47A8-B689002F3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B934F23-4564-19F6-E1E8-72F971627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6A66A84-DEED-A31D-1C41-127F5FE00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C60AC5-C599-ED4B-A1D1-AB1D018A3F9C}" type="slidenum">
              <a:rPr lang="zh-CN"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0807308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>
            <a:extLst>
              <a:ext uri="{FF2B5EF4-FFF2-40B4-BE49-F238E27FC236}">
                <a16:creationId xmlns:a16="http://schemas.microsoft.com/office/drawing/2014/main" id="{4A701165-420F-B0DA-BCAD-A64DCA9471E5}"/>
              </a:ext>
            </a:extLst>
          </p:cNvPr>
          <p:cNvSpPr>
            <a:spLocks/>
          </p:cNvSpPr>
          <p:nvPr/>
        </p:nvSpPr>
        <p:spPr bwMode="auto">
          <a:xfrm flipV="1">
            <a:off x="-3175" y="536575"/>
            <a:ext cx="1192213" cy="379413"/>
          </a:xfrm>
          <a:custGeom>
            <a:avLst/>
            <a:gdLst>
              <a:gd name="T0" fmla="*/ 2147483646 w 9248"/>
              <a:gd name="T1" fmla="*/ 2147483646 h 10000"/>
              <a:gd name="T2" fmla="*/ 2147483646 w 9248"/>
              <a:gd name="T3" fmla="*/ 389590526 h 10000"/>
              <a:gd name="T4" fmla="*/ 2147483646 w 9248"/>
              <a:gd name="T5" fmla="*/ 194768628 h 10000"/>
              <a:gd name="T6" fmla="*/ 2147483646 w 9248"/>
              <a:gd name="T7" fmla="*/ 0 h 10000"/>
              <a:gd name="T8" fmla="*/ 2147483646 w 9248"/>
              <a:gd name="T9" fmla="*/ 0 h 10000"/>
              <a:gd name="T10" fmla="*/ 0 w 9248"/>
              <a:gd name="T11" fmla="*/ 145065563 h 10000"/>
              <a:gd name="T12" fmla="*/ 2147483646 w 9248"/>
              <a:gd name="T13" fmla="*/ 2147483646 h 10000"/>
              <a:gd name="T14" fmla="*/ 2147483646 w 9248"/>
              <a:gd name="T15" fmla="*/ 2147483646 h 10000"/>
              <a:gd name="T16" fmla="*/ 2147483646 w 9248"/>
              <a:gd name="T17" fmla="*/ 2147483646 h 10000"/>
              <a:gd name="T18" fmla="*/ 2147483646 w 9248"/>
              <a:gd name="T19" fmla="*/ 2147483646 h 10000"/>
              <a:gd name="T20" fmla="*/ 2147483646 w 9248"/>
              <a:gd name="T21" fmla="*/ 2147483646 h 10000"/>
              <a:gd name="T22" fmla="*/ 2147483646 w 9248"/>
              <a:gd name="T23" fmla="*/ 2147483646 h 10000"/>
              <a:gd name="T24" fmla="*/ 2147483646 w 924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1109" y="470554"/>
            <a:ext cx="1655701" cy="3962863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1909" y="470554"/>
            <a:ext cx="4857750" cy="396286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5C569AF-2B1B-EA4A-9DD6-2A8B203DE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BA76A73-B824-6CC5-DEA4-24D47F72B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F7889CC-2E36-A3C3-7422-C590EA2CA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5BBD17-7E65-644A-BD9D-E21497DA54E2}" type="slidenum">
              <a:rPr lang="zh-CN"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620623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8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2">
            <a:extLst>
              <a:ext uri="{FF2B5EF4-FFF2-40B4-BE49-F238E27FC236}">
                <a16:creationId xmlns:a16="http://schemas.microsoft.com/office/drawing/2014/main" id="{B302C148-0935-B208-7577-7DEF882BA41E}"/>
              </a:ext>
            </a:extLst>
          </p:cNvPr>
          <p:cNvGrpSpPr>
            <a:grpSpLocks/>
          </p:cNvGrpSpPr>
          <p:nvPr/>
        </p:nvGrpSpPr>
        <p:grpSpPr bwMode="auto">
          <a:xfrm>
            <a:off x="0" y="171450"/>
            <a:ext cx="2138363" cy="4978400"/>
            <a:chOff x="2487613" y="285750"/>
            <a:chExt cx="2428875" cy="5654676"/>
          </a:xfrm>
        </p:grpSpPr>
        <p:sp>
          <p:nvSpPr>
            <p:cNvPr id="1046" name="Freeform 11">
              <a:extLst>
                <a:ext uri="{FF2B5EF4-FFF2-40B4-BE49-F238E27FC236}">
                  <a16:creationId xmlns:a16="http://schemas.microsoft.com/office/drawing/2014/main" id="{1D2EDFE9-54E4-8532-D9E3-737AA9DFB5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>
                <a:gd name="T0" fmla="*/ 2147483646 w 22"/>
                <a:gd name="T1" fmla="*/ 2147483646 h 136"/>
                <a:gd name="T2" fmla="*/ 2147483646 w 22"/>
                <a:gd name="T3" fmla="*/ 2147483646 h 136"/>
                <a:gd name="T4" fmla="*/ 0 w 22"/>
                <a:gd name="T5" fmla="*/ 0 h 136"/>
                <a:gd name="T6" fmla="*/ 0 w 22"/>
                <a:gd name="T7" fmla="*/ 2147483646 h 136"/>
                <a:gd name="T8" fmla="*/ 2147483646 w 22"/>
                <a:gd name="T9" fmla="*/ 2147483646 h 136"/>
                <a:gd name="T10" fmla="*/ 2147483646 w 22"/>
                <a:gd name="T11" fmla="*/ 2147483646 h 1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7" name="Freeform 12">
              <a:extLst>
                <a:ext uri="{FF2B5EF4-FFF2-40B4-BE49-F238E27FC236}">
                  <a16:creationId xmlns:a16="http://schemas.microsoft.com/office/drawing/2014/main" id="{C26659A2-5036-FDDC-D07D-1062F7FD36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>
                <a:gd name="T0" fmla="*/ 2147483646 w 140"/>
                <a:gd name="T1" fmla="*/ 2147483646 h 504"/>
                <a:gd name="T2" fmla="*/ 2147483646 w 140"/>
                <a:gd name="T3" fmla="*/ 2147483646 h 504"/>
                <a:gd name="T4" fmla="*/ 2147483646 w 140"/>
                <a:gd name="T5" fmla="*/ 2147483646 h 504"/>
                <a:gd name="T6" fmla="*/ 2147483646 w 140"/>
                <a:gd name="T7" fmla="*/ 2147483646 h 504"/>
                <a:gd name="T8" fmla="*/ 0 w 140"/>
                <a:gd name="T9" fmla="*/ 0 h 504"/>
                <a:gd name="T10" fmla="*/ 2147483646 w 140"/>
                <a:gd name="T11" fmla="*/ 2147483646 h 504"/>
                <a:gd name="T12" fmla="*/ 2147483646 w 140"/>
                <a:gd name="T13" fmla="*/ 2147483646 h 5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8" name="Freeform 13">
              <a:extLst>
                <a:ext uri="{FF2B5EF4-FFF2-40B4-BE49-F238E27FC236}">
                  <a16:creationId xmlns:a16="http://schemas.microsoft.com/office/drawing/2014/main" id="{7AC1AF7C-A97F-F4E8-B0E8-655444B422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>
                <a:gd name="T0" fmla="*/ 2147483646 w 132"/>
                <a:gd name="T1" fmla="*/ 2147483646 h 308"/>
                <a:gd name="T2" fmla="*/ 0 w 132"/>
                <a:gd name="T3" fmla="*/ 0 h 308"/>
                <a:gd name="T4" fmla="*/ 0 w 132"/>
                <a:gd name="T5" fmla="*/ 2147483646 h 308"/>
                <a:gd name="T6" fmla="*/ 2147483646 w 132"/>
                <a:gd name="T7" fmla="*/ 2147483646 h 308"/>
                <a:gd name="T8" fmla="*/ 2147483646 w 132"/>
                <a:gd name="T9" fmla="*/ 2147483646 h 308"/>
                <a:gd name="T10" fmla="*/ 2147483646 w 132"/>
                <a:gd name="T11" fmla="*/ 2147483646 h 308"/>
                <a:gd name="T12" fmla="*/ 2147483646 w 132"/>
                <a:gd name="T13" fmla="*/ 2147483646 h 308"/>
                <a:gd name="T14" fmla="*/ 2147483646 w 132"/>
                <a:gd name="T15" fmla="*/ 2147483646 h 30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" name="Freeform 14">
              <a:extLst>
                <a:ext uri="{FF2B5EF4-FFF2-40B4-BE49-F238E27FC236}">
                  <a16:creationId xmlns:a16="http://schemas.microsoft.com/office/drawing/2014/main" id="{A79EB6D3-8468-D7CC-E1F0-A268B7B89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>
                <a:gd name="T0" fmla="*/ 2147483646 w 37"/>
                <a:gd name="T1" fmla="*/ 2147483646 h 79"/>
                <a:gd name="T2" fmla="*/ 2147483646 w 37"/>
                <a:gd name="T3" fmla="*/ 2147483646 h 79"/>
                <a:gd name="T4" fmla="*/ 0 w 37"/>
                <a:gd name="T5" fmla="*/ 0 h 79"/>
                <a:gd name="T6" fmla="*/ 2147483646 w 37"/>
                <a:gd name="T7" fmla="*/ 2147483646 h 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0" name="Freeform 15">
              <a:extLst>
                <a:ext uri="{FF2B5EF4-FFF2-40B4-BE49-F238E27FC236}">
                  <a16:creationId xmlns:a16="http://schemas.microsoft.com/office/drawing/2014/main" id="{EA97C14D-FF2B-256B-4BB6-EB19719805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>
                <a:gd name="T0" fmla="*/ 2147483646 w 178"/>
                <a:gd name="T1" fmla="*/ 2147483646 h 722"/>
                <a:gd name="T2" fmla="*/ 2147483646 w 178"/>
                <a:gd name="T3" fmla="*/ 2147483646 h 722"/>
                <a:gd name="T4" fmla="*/ 2147483646 w 178"/>
                <a:gd name="T5" fmla="*/ 2147483646 h 722"/>
                <a:gd name="T6" fmla="*/ 2147483646 w 178"/>
                <a:gd name="T7" fmla="*/ 2147483646 h 722"/>
                <a:gd name="T8" fmla="*/ 0 w 178"/>
                <a:gd name="T9" fmla="*/ 0 h 722"/>
                <a:gd name="T10" fmla="*/ 2147483646 w 178"/>
                <a:gd name="T11" fmla="*/ 2147483646 h 722"/>
                <a:gd name="T12" fmla="*/ 2147483646 w 178"/>
                <a:gd name="T13" fmla="*/ 2147483646 h 722"/>
                <a:gd name="T14" fmla="*/ 2147483646 w 178"/>
                <a:gd name="T15" fmla="*/ 2147483646 h 722"/>
                <a:gd name="T16" fmla="*/ 2147483646 w 178"/>
                <a:gd name="T17" fmla="*/ 2147483646 h 722"/>
                <a:gd name="T18" fmla="*/ 2147483646 w 178"/>
                <a:gd name="T19" fmla="*/ 2147483646 h 722"/>
                <a:gd name="T20" fmla="*/ 2147483646 w 178"/>
                <a:gd name="T21" fmla="*/ 2147483646 h 72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1" name="Freeform 16">
              <a:extLst>
                <a:ext uri="{FF2B5EF4-FFF2-40B4-BE49-F238E27FC236}">
                  <a16:creationId xmlns:a16="http://schemas.microsoft.com/office/drawing/2014/main" id="{4DABC78D-3DFB-DD2C-38BB-34A0A36B2F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>
                <a:gd name="T0" fmla="*/ 2147483646 w 23"/>
                <a:gd name="T1" fmla="*/ 2147483646 h 635"/>
                <a:gd name="T2" fmla="*/ 2147483646 w 23"/>
                <a:gd name="T3" fmla="*/ 2147483646 h 635"/>
                <a:gd name="T4" fmla="*/ 2147483646 w 23"/>
                <a:gd name="T5" fmla="*/ 2147483646 h 635"/>
                <a:gd name="T6" fmla="*/ 2147483646 w 23"/>
                <a:gd name="T7" fmla="*/ 2147483646 h 635"/>
                <a:gd name="T8" fmla="*/ 2147483646 w 23"/>
                <a:gd name="T9" fmla="*/ 2147483646 h 635"/>
                <a:gd name="T10" fmla="*/ 2147483646 w 23"/>
                <a:gd name="T11" fmla="*/ 2147483646 h 635"/>
                <a:gd name="T12" fmla="*/ 2147483646 w 23"/>
                <a:gd name="T13" fmla="*/ 0 h 635"/>
                <a:gd name="T14" fmla="*/ 2147483646 w 23"/>
                <a:gd name="T15" fmla="*/ 0 h 635"/>
                <a:gd name="T16" fmla="*/ 2147483646 w 23"/>
                <a:gd name="T17" fmla="*/ 2147483646 h 635"/>
                <a:gd name="T18" fmla="*/ 2147483646 w 23"/>
                <a:gd name="T19" fmla="*/ 2147483646 h 63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2" name="Freeform 17">
              <a:extLst>
                <a:ext uri="{FF2B5EF4-FFF2-40B4-BE49-F238E27FC236}">
                  <a16:creationId xmlns:a16="http://schemas.microsoft.com/office/drawing/2014/main" id="{C6BDF2B3-58E5-0D67-2EAB-E4FD1D66E8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>
                <a:gd name="T0" fmla="*/ 0 w 17"/>
                <a:gd name="T1" fmla="*/ 0 h 107"/>
                <a:gd name="T2" fmla="*/ 2147483646 w 17"/>
                <a:gd name="T3" fmla="*/ 2147483646 h 107"/>
                <a:gd name="T4" fmla="*/ 2147483646 w 17"/>
                <a:gd name="T5" fmla="*/ 2147483646 h 107"/>
                <a:gd name="T6" fmla="*/ 2147483646 w 17"/>
                <a:gd name="T7" fmla="*/ 2147483646 h 107"/>
                <a:gd name="T8" fmla="*/ 2147483646 w 17"/>
                <a:gd name="T9" fmla="*/ 2147483646 h 107"/>
                <a:gd name="T10" fmla="*/ 0 w 17"/>
                <a:gd name="T11" fmla="*/ 0 h 10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3" name="Freeform 18">
              <a:extLst>
                <a:ext uri="{FF2B5EF4-FFF2-40B4-BE49-F238E27FC236}">
                  <a16:creationId xmlns:a16="http://schemas.microsoft.com/office/drawing/2014/main" id="{17276C30-0D1E-A349-94AC-551259DEFD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>
                <a:gd name="T0" fmla="*/ 0 w 41"/>
                <a:gd name="T1" fmla="*/ 0 h 222"/>
                <a:gd name="T2" fmla="*/ 2147483646 w 41"/>
                <a:gd name="T3" fmla="*/ 2147483646 h 222"/>
                <a:gd name="T4" fmla="*/ 2147483646 w 41"/>
                <a:gd name="T5" fmla="*/ 2147483646 h 222"/>
                <a:gd name="T6" fmla="*/ 2147483646 w 41"/>
                <a:gd name="T7" fmla="*/ 2147483646 h 222"/>
                <a:gd name="T8" fmla="*/ 2147483646 w 41"/>
                <a:gd name="T9" fmla="*/ 2147483646 h 222"/>
                <a:gd name="T10" fmla="*/ 2147483646 w 41"/>
                <a:gd name="T11" fmla="*/ 2147483646 h 222"/>
                <a:gd name="T12" fmla="*/ 2147483646 w 41"/>
                <a:gd name="T13" fmla="*/ 2147483646 h 222"/>
                <a:gd name="T14" fmla="*/ 2147483646 w 41"/>
                <a:gd name="T15" fmla="*/ 2147483646 h 222"/>
                <a:gd name="T16" fmla="*/ 2147483646 w 41"/>
                <a:gd name="T17" fmla="*/ 2147483646 h 222"/>
                <a:gd name="T18" fmla="*/ 0 w 41"/>
                <a:gd name="T19" fmla="*/ 0 h 22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4" name="Freeform 19">
              <a:extLst>
                <a:ext uri="{FF2B5EF4-FFF2-40B4-BE49-F238E27FC236}">
                  <a16:creationId xmlns:a16="http://schemas.microsoft.com/office/drawing/2014/main" id="{CD1700B8-8106-DE91-9793-0E38A5C4B2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>
                <a:gd name="T0" fmla="*/ 2147483646 w 450"/>
                <a:gd name="T1" fmla="*/ 2147483646 h 878"/>
                <a:gd name="T2" fmla="*/ 2147483646 w 450"/>
                <a:gd name="T3" fmla="*/ 2147483646 h 878"/>
                <a:gd name="T4" fmla="*/ 2147483646 w 450"/>
                <a:gd name="T5" fmla="*/ 2147483646 h 878"/>
                <a:gd name="T6" fmla="*/ 2147483646 w 450"/>
                <a:gd name="T7" fmla="*/ 2147483646 h 878"/>
                <a:gd name="T8" fmla="*/ 2147483646 w 450"/>
                <a:gd name="T9" fmla="*/ 2147483646 h 878"/>
                <a:gd name="T10" fmla="*/ 2147483646 w 450"/>
                <a:gd name="T11" fmla="*/ 2147483646 h 878"/>
                <a:gd name="T12" fmla="*/ 2147483646 w 450"/>
                <a:gd name="T13" fmla="*/ 2147483646 h 878"/>
                <a:gd name="T14" fmla="*/ 2147483646 w 450"/>
                <a:gd name="T15" fmla="*/ 0 h 878"/>
                <a:gd name="T16" fmla="*/ 2147483646 w 450"/>
                <a:gd name="T17" fmla="*/ 2147483646 h 878"/>
                <a:gd name="T18" fmla="*/ 2147483646 w 450"/>
                <a:gd name="T19" fmla="*/ 2147483646 h 878"/>
                <a:gd name="T20" fmla="*/ 2147483646 w 450"/>
                <a:gd name="T21" fmla="*/ 2147483646 h 878"/>
                <a:gd name="T22" fmla="*/ 2147483646 w 450"/>
                <a:gd name="T23" fmla="*/ 2147483646 h 878"/>
                <a:gd name="T24" fmla="*/ 2147483646 w 450"/>
                <a:gd name="T25" fmla="*/ 2147483646 h 878"/>
                <a:gd name="T26" fmla="*/ 0 w 450"/>
                <a:gd name="T27" fmla="*/ 2147483646 h 878"/>
                <a:gd name="T28" fmla="*/ 0 w 450"/>
                <a:gd name="T29" fmla="*/ 2147483646 h 878"/>
                <a:gd name="T30" fmla="*/ 2147483646 w 450"/>
                <a:gd name="T31" fmla="*/ 2147483646 h 878"/>
                <a:gd name="T32" fmla="*/ 2147483646 w 450"/>
                <a:gd name="T33" fmla="*/ 2147483646 h 87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" name="Freeform 20">
              <a:extLst>
                <a:ext uri="{FF2B5EF4-FFF2-40B4-BE49-F238E27FC236}">
                  <a16:creationId xmlns:a16="http://schemas.microsoft.com/office/drawing/2014/main" id="{78325890-C7FF-9CE4-44FA-283946E2C8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>
                <a:gd name="T0" fmla="*/ 0 w 35"/>
                <a:gd name="T1" fmla="*/ 0 h 73"/>
                <a:gd name="T2" fmla="*/ 2147483646 w 35"/>
                <a:gd name="T3" fmla="*/ 2147483646 h 73"/>
                <a:gd name="T4" fmla="*/ 2147483646 w 35"/>
                <a:gd name="T5" fmla="*/ 2147483646 h 73"/>
                <a:gd name="T6" fmla="*/ 0 w 35"/>
                <a:gd name="T7" fmla="*/ 0 h 7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6" name="Freeform 21">
              <a:extLst>
                <a:ext uri="{FF2B5EF4-FFF2-40B4-BE49-F238E27FC236}">
                  <a16:creationId xmlns:a16="http://schemas.microsoft.com/office/drawing/2014/main" id="{C6D8024F-B278-6A59-E7BA-2D6C54EC18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>
                <a:gd name="T0" fmla="*/ 2147483646 w 8"/>
                <a:gd name="T1" fmla="*/ 2147483646 h 48"/>
                <a:gd name="T2" fmla="*/ 2147483646 w 8"/>
                <a:gd name="T3" fmla="*/ 2147483646 h 48"/>
                <a:gd name="T4" fmla="*/ 2147483646 w 8"/>
                <a:gd name="T5" fmla="*/ 2147483646 h 48"/>
                <a:gd name="T6" fmla="*/ 2147483646 w 8"/>
                <a:gd name="T7" fmla="*/ 0 h 48"/>
                <a:gd name="T8" fmla="*/ 0 w 8"/>
                <a:gd name="T9" fmla="*/ 2147483646 h 48"/>
                <a:gd name="T10" fmla="*/ 2147483646 w 8"/>
                <a:gd name="T11" fmla="*/ 2147483646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7" name="Freeform 22">
              <a:extLst>
                <a:ext uri="{FF2B5EF4-FFF2-40B4-BE49-F238E27FC236}">
                  <a16:creationId xmlns:a16="http://schemas.microsoft.com/office/drawing/2014/main" id="{9CA34072-AE73-0406-48B5-8A6E84D420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>
                <a:gd name="T0" fmla="*/ 2147483646 w 52"/>
                <a:gd name="T1" fmla="*/ 2147483646 h 135"/>
                <a:gd name="T2" fmla="*/ 0 w 52"/>
                <a:gd name="T3" fmla="*/ 0 h 135"/>
                <a:gd name="T4" fmla="*/ 2147483646 w 52"/>
                <a:gd name="T5" fmla="*/ 2147483646 h 135"/>
                <a:gd name="T6" fmla="*/ 2147483646 w 52"/>
                <a:gd name="T7" fmla="*/ 2147483646 h 135"/>
                <a:gd name="T8" fmla="*/ 2147483646 w 52"/>
                <a:gd name="T9" fmla="*/ 2147483646 h 135"/>
                <a:gd name="T10" fmla="*/ 2147483646 w 52"/>
                <a:gd name="T11" fmla="*/ 2147483646 h 135"/>
                <a:gd name="T12" fmla="*/ 2147483646 w 52"/>
                <a:gd name="T13" fmla="*/ 2147483646 h 135"/>
                <a:gd name="T14" fmla="*/ 2147483646 w 52"/>
                <a:gd name="T15" fmla="*/ 2147483646 h 13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27" name="Group 9">
            <a:extLst>
              <a:ext uri="{FF2B5EF4-FFF2-40B4-BE49-F238E27FC236}">
                <a16:creationId xmlns:a16="http://schemas.microsoft.com/office/drawing/2014/main" id="{391AD04A-FC2A-1DFF-D506-EC4D2F625A8F}"/>
              </a:ext>
            </a:extLst>
          </p:cNvPr>
          <p:cNvGrpSpPr>
            <a:grpSpLocks/>
          </p:cNvGrpSpPr>
          <p:nvPr/>
        </p:nvGrpSpPr>
        <p:grpSpPr bwMode="auto">
          <a:xfrm>
            <a:off x="20638" y="0"/>
            <a:ext cx="1766887" cy="5140325"/>
            <a:chOff x="6627813" y="194833"/>
            <a:chExt cx="1952625" cy="5678918"/>
          </a:xfrm>
        </p:grpSpPr>
        <p:sp>
          <p:nvSpPr>
            <p:cNvPr id="1034" name="Freeform 27">
              <a:extLst>
                <a:ext uri="{FF2B5EF4-FFF2-40B4-BE49-F238E27FC236}">
                  <a16:creationId xmlns:a16="http://schemas.microsoft.com/office/drawing/2014/main" id="{D519DF89-F26B-44BF-90D3-36047ADA346E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>
                <a:gd name="T0" fmla="*/ 2147483646 w 103"/>
                <a:gd name="T1" fmla="*/ 2147483646 h 920"/>
                <a:gd name="T2" fmla="*/ 2147483646 w 103"/>
                <a:gd name="T3" fmla="*/ 2147483646 h 920"/>
                <a:gd name="T4" fmla="*/ 2147483646 w 103"/>
                <a:gd name="T5" fmla="*/ 2147483646 h 920"/>
                <a:gd name="T6" fmla="*/ 2147483646 w 103"/>
                <a:gd name="T7" fmla="*/ 2147483646 h 920"/>
                <a:gd name="T8" fmla="*/ 2147483646 w 103"/>
                <a:gd name="T9" fmla="*/ 2147483646 h 920"/>
                <a:gd name="T10" fmla="*/ 2147483646 w 103"/>
                <a:gd name="T11" fmla="*/ 2147483646 h 920"/>
                <a:gd name="T12" fmla="*/ 2147483646 w 103"/>
                <a:gd name="T13" fmla="*/ 2147483646 h 920"/>
                <a:gd name="T14" fmla="*/ 2147483646 w 103"/>
                <a:gd name="T15" fmla="*/ 2147483646 h 920"/>
                <a:gd name="T16" fmla="*/ 2147483646 w 103"/>
                <a:gd name="T17" fmla="*/ 2147483646 h 920"/>
                <a:gd name="T18" fmla="*/ 2147483646 w 103"/>
                <a:gd name="T19" fmla="*/ 2147483646 h 920"/>
                <a:gd name="T20" fmla="*/ 2147483646 w 103"/>
                <a:gd name="T21" fmla="*/ 2147483646 h 920"/>
                <a:gd name="T22" fmla="*/ 2147483646 w 103"/>
                <a:gd name="T23" fmla="*/ 0 h 920"/>
                <a:gd name="T24" fmla="*/ 0 w 103"/>
                <a:gd name="T25" fmla="*/ 0 h 920"/>
                <a:gd name="T26" fmla="*/ 2147483646 w 103"/>
                <a:gd name="T27" fmla="*/ 2147483646 h 920"/>
                <a:gd name="T28" fmla="*/ 2147483646 w 103"/>
                <a:gd name="T29" fmla="*/ 2147483646 h 92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" name="Freeform 28">
              <a:extLst>
                <a:ext uri="{FF2B5EF4-FFF2-40B4-BE49-F238E27FC236}">
                  <a16:creationId xmlns:a16="http://schemas.microsoft.com/office/drawing/2014/main" id="{11C6ED48-97DC-116C-5F4C-25A7C33BC691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>
                <a:gd name="T0" fmla="*/ 2147483646 w 88"/>
                <a:gd name="T1" fmla="*/ 2147483646 h 330"/>
                <a:gd name="T2" fmla="*/ 2147483646 w 88"/>
                <a:gd name="T3" fmla="*/ 2147483646 h 330"/>
                <a:gd name="T4" fmla="*/ 2147483646 w 88"/>
                <a:gd name="T5" fmla="*/ 2147483646 h 330"/>
                <a:gd name="T6" fmla="*/ 2147483646 w 88"/>
                <a:gd name="T7" fmla="*/ 2147483646 h 330"/>
                <a:gd name="T8" fmla="*/ 2147483646 w 88"/>
                <a:gd name="T9" fmla="*/ 2147483646 h 330"/>
                <a:gd name="T10" fmla="*/ 0 w 88"/>
                <a:gd name="T11" fmla="*/ 0 h 330"/>
                <a:gd name="T12" fmla="*/ 2147483646 w 88"/>
                <a:gd name="T13" fmla="*/ 2147483646 h 330"/>
                <a:gd name="T14" fmla="*/ 2147483646 w 88"/>
                <a:gd name="T15" fmla="*/ 2147483646 h 33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6" name="Freeform 29">
              <a:extLst>
                <a:ext uri="{FF2B5EF4-FFF2-40B4-BE49-F238E27FC236}">
                  <a16:creationId xmlns:a16="http://schemas.microsoft.com/office/drawing/2014/main" id="{9FC61E24-3716-A886-0C55-277B536FF88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>
                <a:gd name="T0" fmla="*/ 2147483646 w 90"/>
                <a:gd name="T1" fmla="*/ 2147483646 h 207"/>
                <a:gd name="T2" fmla="*/ 0 w 90"/>
                <a:gd name="T3" fmla="*/ 0 h 207"/>
                <a:gd name="T4" fmla="*/ 2147483646 w 90"/>
                <a:gd name="T5" fmla="*/ 2147483646 h 207"/>
                <a:gd name="T6" fmla="*/ 2147483646 w 90"/>
                <a:gd name="T7" fmla="*/ 2147483646 h 207"/>
                <a:gd name="T8" fmla="*/ 2147483646 w 90"/>
                <a:gd name="T9" fmla="*/ 2147483646 h 207"/>
                <a:gd name="T10" fmla="*/ 2147483646 w 90"/>
                <a:gd name="T11" fmla="*/ 2147483646 h 207"/>
                <a:gd name="T12" fmla="*/ 2147483646 w 90"/>
                <a:gd name="T13" fmla="*/ 2147483646 h 207"/>
                <a:gd name="T14" fmla="*/ 2147483646 w 90"/>
                <a:gd name="T15" fmla="*/ 2147483646 h 20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7" name="Freeform 30">
              <a:extLst>
                <a:ext uri="{FF2B5EF4-FFF2-40B4-BE49-F238E27FC236}">
                  <a16:creationId xmlns:a16="http://schemas.microsoft.com/office/drawing/2014/main" id="{B9EAEA21-7391-3172-4D0F-9BCCB30DE57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>
                <a:gd name="T0" fmla="*/ 2147483646 w 115"/>
                <a:gd name="T1" fmla="*/ 2147483646 h 467"/>
                <a:gd name="T2" fmla="*/ 2147483646 w 115"/>
                <a:gd name="T3" fmla="*/ 2147483646 h 467"/>
                <a:gd name="T4" fmla="*/ 2147483646 w 115"/>
                <a:gd name="T5" fmla="*/ 2147483646 h 467"/>
                <a:gd name="T6" fmla="*/ 2147483646 w 115"/>
                <a:gd name="T7" fmla="*/ 2147483646 h 467"/>
                <a:gd name="T8" fmla="*/ 0 w 115"/>
                <a:gd name="T9" fmla="*/ 0 h 467"/>
                <a:gd name="T10" fmla="*/ 2147483646 w 115"/>
                <a:gd name="T11" fmla="*/ 2147483646 h 467"/>
                <a:gd name="T12" fmla="*/ 2147483646 w 115"/>
                <a:gd name="T13" fmla="*/ 2147483646 h 467"/>
                <a:gd name="T14" fmla="*/ 2147483646 w 115"/>
                <a:gd name="T15" fmla="*/ 2147483646 h 467"/>
                <a:gd name="T16" fmla="*/ 2147483646 w 115"/>
                <a:gd name="T17" fmla="*/ 2147483646 h 467"/>
                <a:gd name="T18" fmla="*/ 2147483646 w 115"/>
                <a:gd name="T19" fmla="*/ 2147483646 h 467"/>
                <a:gd name="T20" fmla="*/ 2147483646 w 115"/>
                <a:gd name="T21" fmla="*/ 2147483646 h 46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8" name="Freeform 31">
              <a:extLst>
                <a:ext uri="{FF2B5EF4-FFF2-40B4-BE49-F238E27FC236}">
                  <a16:creationId xmlns:a16="http://schemas.microsoft.com/office/drawing/2014/main" id="{4914CAEB-A6ED-46D9-D6F8-1C7B7FC338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>
                <a:gd name="T0" fmla="*/ 2147483646 w 36"/>
                <a:gd name="T1" fmla="*/ 2147483646 h 633"/>
                <a:gd name="T2" fmla="*/ 2147483646 w 36"/>
                <a:gd name="T3" fmla="*/ 2147483646 h 633"/>
                <a:gd name="T4" fmla="*/ 2147483646 w 36"/>
                <a:gd name="T5" fmla="*/ 2147483646 h 633"/>
                <a:gd name="T6" fmla="*/ 2147483646 w 36"/>
                <a:gd name="T7" fmla="*/ 2147483646 h 633"/>
                <a:gd name="T8" fmla="*/ 2147483646 w 36"/>
                <a:gd name="T9" fmla="*/ 2147483646 h 633"/>
                <a:gd name="T10" fmla="*/ 2147483646 w 36"/>
                <a:gd name="T11" fmla="*/ 0 h 633"/>
                <a:gd name="T12" fmla="*/ 2147483646 w 36"/>
                <a:gd name="T13" fmla="*/ 0 h 633"/>
                <a:gd name="T14" fmla="*/ 2147483646 w 36"/>
                <a:gd name="T15" fmla="*/ 2147483646 h 633"/>
                <a:gd name="T16" fmla="*/ 2147483646 w 36"/>
                <a:gd name="T17" fmla="*/ 2147483646 h 633"/>
                <a:gd name="T18" fmla="*/ 2147483646 w 36"/>
                <a:gd name="T19" fmla="*/ 2147483646 h 633"/>
                <a:gd name="T20" fmla="*/ 2147483646 w 36"/>
                <a:gd name="T21" fmla="*/ 2147483646 h 633"/>
                <a:gd name="T22" fmla="*/ 2147483646 w 36"/>
                <a:gd name="T23" fmla="*/ 2147483646 h 633"/>
                <a:gd name="T24" fmla="*/ 2147483646 w 36"/>
                <a:gd name="T25" fmla="*/ 2147483646 h 63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9" name="Freeform 32">
              <a:extLst>
                <a:ext uri="{FF2B5EF4-FFF2-40B4-BE49-F238E27FC236}">
                  <a16:creationId xmlns:a16="http://schemas.microsoft.com/office/drawing/2014/main" id="{F2238AA1-5974-AD22-352F-EFC5F09E96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>
                <a:gd name="T0" fmla="*/ 2147483646 w 28"/>
                <a:gd name="T1" fmla="*/ 2147483646 h 59"/>
                <a:gd name="T2" fmla="*/ 2147483646 w 28"/>
                <a:gd name="T3" fmla="*/ 2147483646 h 59"/>
                <a:gd name="T4" fmla="*/ 0 w 28"/>
                <a:gd name="T5" fmla="*/ 0 h 59"/>
                <a:gd name="T6" fmla="*/ 2147483646 w 28"/>
                <a:gd name="T7" fmla="*/ 2147483646 h 5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0" name="Freeform 33">
              <a:extLst>
                <a:ext uri="{FF2B5EF4-FFF2-40B4-BE49-F238E27FC236}">
                  <a16:creationId xmlns:a16="http://schemas.microsoft.com/office/drawing/2014/main" id="{C16C8FA0-8786-87A7-1476-610FFED5C9D5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>
                <a:gd name="T0" fmla="*/ 2147483646 w 17"/>
                <a:gd name="T1" fmla="*/ 2147483646 h 107"/>
                <a:gd name="T2" fmla="*/ 2147483646 w 17"/>
                <a:gd name="T3" fmla="*/ 2147483646 h 107"/>
                <a:gd name="T4" fmla="*/ 2147483646 w 17"/>
                <a:gd name="T5" fmla="*/ 2147483646 h 107"/>
                <a:gd name="T6" fmla="*/ 2147483646 w 17"/>
                <a:gd name="T7" fmla="*/ 2147483646 h 107"/>
                <a:gd name="T8" fmla="*/ 0 w 17"/>
                <a:gd name="T9" fmla="*/ 0 h 107"/>
                <a:gd name="T10" fmla="*/ 0 w 17"/>
                <a:gd name="T11" fmla="*/ 2147483646 h 107"/>
                <a:gd name="T12" fmla="*/ 2147483646 w 17"/>
                <a:gd name="T13" fmla="*/ 2147483646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1" name="Freeform 34">
              <a:extLst>
                <a:ext uri="{FF2B5EF4-FFF2-40B4-BE49-F238E27FC236}">
                  <a16:creationId xmlns:a16="http://schemas.microsoft.com/office/drawing/2014/main" id="{87194C31-8336-2AC1-5005-2A550F0DE84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>
                <a:gd name="T0" fmla="*/ 2147483646 w 294"/>
                <a:gd name="T1" fmla="*/ 2147483646 h 568"/>
                <a:gd name="T2" fmla="*/ 2147483646 w 294"/>
                <a:gd name="T3" fmla="*/ 2147483646 h 568"/>
                <a:gd name="T4" fmla="*/ 2147483646 w 294"/>
                <a:gd name="T5" fmla="*/ 2147483646 h 568"/>
                <a:gd name="T6" fmla="*/ 2147483646 w 294"/>
                <a:gd name="T7" fmla="*/ 2147483646 h 568"/>
                <a:gd name="T8" fmla="*/ 2147483646 w 294"/>
                <a:gd name="T9" fmla="*/ 2147483646 h 568"/>
                <a:gd name="T10" fmla="*/ 2147483646 w 294"/>
                <a:gd name="T11" fmla="*/ 2147483646 h 568"/>
                <a:gd name="T12" fmla="*/ 2147483646 w 294"/>
                <a:gd name="T13" fmla="*/ 0 h 568"/>
                <a:gd name="T14" fmla="*/ 2147483646 w 294"/>
                <a:gd name="T15" fmla="*/ 0 h 568"/>
                <a:gd name="T16" fmla="*/ 2147483646 w 294"/>
                <a:gd name="T17" fmla="*/ 2147483646 h 568"/>
                <a:gd name="T18" fmla="*/ 2147483646 w 294"/>
                <a:gd name="T19" fmla="*/ 2147483646 h 568"/>
                <a:gd name="T20" fmla="*/ 2147483646 w 294"/>
                <a:gd name="T21" fmla="*/ 2147483646 h 568"/>
                <a:gd name="T22" fmla="*/ 2147483646 w 294"/>
                <a:gd name="T23" fmla="*/ 2147483646 h 568"/>
                <a:gd name="T24" fmla="*/ 2147483646 w 294"/>
                <a:gd name="T25" fmla="*/ 2147483646 h 568"/>
                <a:gd name="T26" fmla="*/ 0 w 294"/>
                <a:gd name="T27" fmla="*/ 2147483646 h 568"/>
                <a:gd name="T28" fmla="*/ 2147483646 w 294"/>
                <a:gd name="T29" fmla="*/ 2147483646 h 568"/>
                <a:gd name="T30" fmla="*/ 2147483646 w 294"/>
                <a:gd name="T31" fmla="*/ 2147483646 h 56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2" name="Freeform 35">
              <a:extLst>
                <a:ext uri="{FF2B5EF4-FFF2-40B4-BE49-F238E27FC236}">
                  <a16:creationId xmlns:a16="http://schemas.microsoft.com/office/drawing/2014/main" id="{C259DFA6-69A9-435B-B3DF-1F0B183B10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>
                <a:gd name="T0" fmla="*/ 0 w 25"/>
                <a:gd name="T1" fmla="*/ 0 h 53"/>
                <a:gd name="T2" fmla="*/ 2147483646 w 25"/>
                <a:gd name="T3" fmla="*/ 2147483646 h 53"/>
                <a:gd name="T4" fmla="*/ 2147483646 w 25"/>
                <a:gd name="T5" fmla="*/ 2147483646 h 53"/>
                <a:gd name="T6" fmla="*/ 0 w 25"/>
                <a:gd name="T7" fmla="*/ 0 h 5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" name="Freeform 36">
              <a:extLst>
                <a:ext uri="{FF2B5EF4-FFF2-40B4-BE49-F238E27FC236}">
                  <a16:creationId xmlns:a16="http://schemas.microsoft.com/office/drawing/2014/main" id="{2EA5EE41-B9FA-C640-494E-541ECBC2D71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>
                <a:gd name="T0" fmla="*/ 0 w 29"/>
                <a:gd name="T1" fmla="*/ 0 h 141"/>
                <a:gd name="T2" fmla="*/ 2147483646 w 29"/>
                <a:gd name="T3" fmla="*/ 2147483646 h 141"/>
                <a:gd name="T4" fmla="*/ 2147483646 w 29"/>
                <a:gd name="T5" fmla="*/ 2147483646 h 141"/>
                <a:gd name="T6" fmla="*/ 2147483646 w 29"/>
                <a:gd name="T7" fmla="*/ 2147483646 h 141"/>
                <a:gd name="T8" fmla="*/ 2147483646 w 29"/>
                <a:gd name="T9" fmla="*/ 2147483646 h 141"/>
                <a:gd name="T10" fmla="*/ 2147483646 w 29"/>
                <a:gd name="T11" fmla="*/ 2147483646 h 141"/>
                <a:gd name="T12" fmla="*/ 2147483646 w 29"/>
                <a:gd name="T13" fmla="*/ 2147483646 h 141"/>
                <a:gd name="T14" fmla="*/ 0 w 29"/>
                <a:gd name="T15" fmla="*/ 0 h 1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" name="Freeform 37">
              <a:extLst>
                <a:ext uri="{FF2B5EF4-FFF2-40B4-BE49-F238E27FC236}">
                  <a16:creationId xmlns:a16="http://schemas.microsoft.com/office/drawing/2014/main" id="{C3DE48EA-2F99-7682-69A9-B06CF4580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>
                <a:gd name="T0" fmla="*/ 0 w 8"/>
                <a:gd name="T1" fmla="*/ 2147483646 h 48"/>
                <a:gd name="T2" fmla="*/ 2147483646 w 8"/>
                <a:gd name="T3" fmla="*/ 2147483646 h 48"/>
                <a:gd name="T4" fmla="*/ 2147483646 w 8"/>
                <a:gd name="T5" fmla="*/ 2147483646 h 48"/>
                <a:gd name="T6" fmla="*/ 2147483646 w 8"/>
                <a:gd name="T7" fmla="*/ 2147483646 h 48"/>
                <a:gd name="T8" fmla="*/ 0 w 8"/>
                <a:gd name="T9" fmla="*/ 0 h 48"/>
                <a:gd name="T10" fmla="*/ 0 w 8"/>
                <a:gd name="T11" fmla="*/ 2147483646 h 48"/>
                <a:gd name="T12" fmla="*/ 0 w 8"/>
                <a:gd name="T13" fmla="*/ 2147483646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5" name="Freeform 38">
              <a:extLst>
                <a:ext uri="{FF2B5EF4-FFF2-40B4-BE49-F238E27FC236}">
                  <a16:creationId xmlns:a16="http://schemas.microsoft.com/office/drawing/2014/main" id="{96501DF6-29EA-D917-A1A8-8D8F7E602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>
                <a:gd name="T0" fmla="*/ 2147483646 w 44"/>
                <a:gd name="T1" fmla="*/ 2147483646 h 111"/>
                <a:gd name="T2" fmla="*/ 0 w 44"/>
                <a:gd name="T3" fmla="*/ 0 h 111"/>
                <a:gd name="T4" fmla="*/ 2147483646 w 44"/>
                <a:gd name="T5" fmla="*/ 2147483646 h 111"/>
                <a:gd name="T6" fmla="*/ 2147483646 w 44"/>
                <a:gd name="T7" fmla="*/ 2147483646 h 111"/>
                <a:gd name="T8" fmla="*/ 2147483646 w 44"/>
                <a:gd name="T9" fmla="*/ 2147483646 h 111"/>
                <a:gd name="T10" fmla="*/ 2147483646 w 44"/>
                <a:gd name="T11" fmla="*/ 2147483646 h 111"/>
                <a:gd name="T12" fmla="*/ 2147483646 w 44"/>
                <a:gd name="T13" fmla="*/ 2147483646 h 111"/>
                <a:gd name="T14" fmla="*/ 2147483646 w 44"/>
                <a:gd name="T15" fmla="*/ 2147483646 h 11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6AEBEBF6-211D-92CB-D049-E582DBCF524F}"/>
              </a:ext>
            </a:extLst>
          </p:cNvPr>
          <p:cNvSpPr/>
          <p:nvPr/>
        </p:nvSpPr>
        <p:spPr>
          <a:xfrm>
            <a:off x="0" y="0"/>
            <a:ext cx="136525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29" name="Title Placeholder 1">
            <a:extLst>
              <a:ext uri="{FF2B5EF4-FFF2-40B4-BE49-F238E27FC236}">
                <a16:creationId xmlns:a16="http://schemas.microsoft.com/office/drawing/2014/main" id="{D5E3F86C-F463-C1A5-FD07-E5B4B27CCAD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944688" y="468313"/>
            <a:ext cx="6683375" cy="960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30" name="Text Placeholder 2">
            <a:extLst>
              <a:ext uri="{FF2B5EF4-FFF2-40B4-BE49-F238E27FC236}">
                <a16:creationId xmlns:a16="http://schemas.microsoft.com/office/drawing/2014/main" id="{443D670B-73D6-7328-CEAF-BE72A6B176B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941513" y="1600200"/>
            <a:ext cx="6686550" cy="291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853A3-CD63-4EEF-8E44-5D525DE60A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70813" y="4597400"/>
            <a:ext cx="860425" cy="2778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BFEFC-B6AB-B24C-F3D5-AEA8140034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1513" y="4602163"/>
            <a:ext cx="5715000" cy="273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A0F915-66A7-FE63-8032-23EC6CE798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398463" y="590550"/>
            <a:ext cx="585787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500">
                <a:solidFill>
                  <a:srgbClr val="FEFFFF"/>
                </a:solidFill>
              </a:defRPr>
            </a:lvl1pPr>
          </a:lstStyle>
          <a:p>
            <a:fld id="{5412601F-E770-5F47-9F01-585CDD4840BA}" type="slidenum">
              <a:rPr lang="zh-CN" altLang="zh-CN"/>
              <a:pPr/>
              <a:t>‹#›</a:t>
            </a:fld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  <p:sldLayoutId id="2147483982" r:id="rId13"/>
    <p:sldLayoutId id="2147483983" r:id="rId14"/>
    <p:sldLayoutId id="2147483984" r:id="rId15"/>
    <p:sldLayoutId id="2147483985" r:id="rId16"/>
  </p:sldLayoutIdLst>
  <p:txStyles>
    <p:titleStyle>
      <a:lvl1pPr algn="l" defTabSz="342900" rtl="0" eaLnBrk="0" fontAlgn="base" hangingPunct="0">
        <a:spcBef>
          <a:spcPct val="0"/>
        </a:spcBef>
        <a:spcAft>
          <a:spcPct val="0"/>
        </a:spcAft>
        <a:defRPr sz="2700" kern="1200">
          <a:solidFill>
            <a:srgbClr val="262626"/>
          </a:solidFill>
          <a:latin typeface="+mj-lt"/>
          <a:ea typeface="+mj-ea"/>
          <a:cs typeface="+mj-cs"/>
        </a:defRPr>
      </a:lvl1pPr>
      <a:lvl2pPr algn="l" defTabSz="342900" rtl="0" eaLnBrk="0" fontAlgn="base" hangingPunct="0">
        <a:spcBef>
          <a:spcPct val="0"/>
        </a:spcBef>
        <a:spcAft>
          <a:spcPct val="0"/>
        </a:spcAft>
        <a:defRPr sz="2700">
          <a:solidFill>
            <a:srgbClr val="262626"/>
          </a:solidFill>
          <a:latin typeface="Century Gothic" panose="020B0502020202020204" pitchFamily="34" charset="0"/>
          <a:ea typeface="幼圆" panose="02010509060101010101" pitchFamily="49" charset="-122"/>
        </a:defRPr>
      </a:lvl2pPr>
      <a:lvl3pPr algn="l" defTabSz="342900" rtl="0" eaLnBrk="0" fontAlgn="base" hangingPunct="0">
        <a:spcBef>
          <a:spcPct val="0"/>
        </a:spcBef>
        <a:spcAft>
          <a:spcPct val="0"/>
        </a:spcAft>
        <a:defRPr sz="2700">
          <a:solidFill>
            <a:srgbClr val="262626"/>
          </a:solidFill>
          <a:latin typeface="Century Gothic" panose="020B0502020202020204" pitchFamily="34" charset="0"/>
          <a:ea typeface="幼圆" panose="02010509060101010101" pitchFamily="49" charset="-122"/>
        </a:defRPr>
      </a:lvl3pPr>
      <a:lvl4pPr algn="l" defTabSz="342900" rtl="0" eaLnBrk="0" fontAlgn="base" hangingPunct="0">
        <a:spcBef>
          <a:spcPct val="0"/>
        </a:spcBef>
        <a:spcAft>
          <a:spcPct val="0"/>
        </a:spcAft>
        <a:defRPr sz="2700">
          <a:solidFill>
            <a:srgbClr val="262626"/>
          </a:solidFill>
          <a:latin typeface="Century Gothic" panose="020B0502020202020204" pitchFamily="34" charset="0"/>
          <a:ea typeface="幼圆" panose="02010509060101010101" pitchFamily="49" charset="-122"/>
        </a:defRPr>
      </a:lvl4pPr>
      <a:lvl5pPr algn="l" defTabSz="342900" rtl="0" eaLnBrk="0" fontAlgn="base" hangingPunct="0">
        <a:spcBef>
          <a:spcPct val="0"/>
        </a:spcBef>
        <a:spcAft>
          <a:spcPct val="0"/>
        </a:spcAft>
        <a:defRPr sz="2700">
          <a:solidFill>
            <a:srgbClr val="262626"/>
          </a:solidFill>
          <a:latin typeface="Century Gothic" panose="020B0502020202020204" pitchFamily="34" charset="0"/>
          <a:ea typeface="幼圆" panose="020105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0" fontAlgn="base" hangingPunct="0">
        <a:spcBef>
          <a:spcPts val="750"/>
        </a:spcBef>
        <a:spcAft>
          <a:spcPct val="0"/>
        </a:spcAft>
        <a:buClr>
          <a:schemeClr val="accent1"/>
        </a:buClr>
        <a:buFont typeface="Wingdings 3" pitchFamily="2" charset="2"/>
        <a:buChar char=""/>
        <a:defRPr sz="1300" kern="1200">
          <a:solidFill>
            <a:srgbClr val="404040"/>
          </a:solidFill>
          <a:latin typeface="+mn-lt"/>
          <a:ea typeface="+mn-ea"/>
          <a:cs typeface="+mn-cs"/>
        </a:defRPr>
      </a:lvl1pPr>
      <a:lvl2pPr marL="557213" indent="-214313" algn="l" defTabSz="342900" rtl="0" eaLnBrk="0" fontAlgn="base" hangingPunct="0">
        <a:spcBef>
          <a:spcPts val="750"/>
        </a:spcBef>
        <a:spcAft>
          <a:spcPct val="0"/>
        </a:spcAft>
        <a:buClr>
          <a:schemeClr val="accent1"/>
        </a:buClr>
        <a:buFont typeface="Wingdings 3" pitchFamily="2" charset="2"/>
        <a:buChar char=""/>
        <a:defRPr sz="1200" kern="1200">
          <a:solidFill>
            <a:srgbClr val="404040"/>
          </a:solidFill>
          <a:latin typeface="+mn-lt"/>
          <a:ea typeface="+mn-ea"/>
          <a:cs typeface="+mn-cs"/>
        </a:defRPr>
      </a:lvl2pPr>
      <a:lvl3pPr marL="857250" indent="-171450" algn="l" defTabSz="342900" rtl="0" eaLnBrk="0" fontAlgn="base" hangingPunct="0">
        <a:spcBef>
          <a:spcPts val="750"/>
        </a:spcBef>
        <a:spcAft>
          <a:spcPct val="0"/>
        </a:spcAft>
        <a:buClr>
          <a:schemeClr val="accent1"/>
        </a:buClr>
        <a:buFont typeface="Wingdings 3" pitchFamily="2" charset="2"/>
        <a:buChar char=""/>
        <a:defRPr sz="1000" kern="1200">
          <a:solidFill>
            <a:srgbClr val="404040"/>
          </a:solidFill>
          <a:latin typeface="+mn-lt"/>
          <a:ea typeface="+mn-ea"/>
          <a:cs typeface="+mn-cs"/>
        </a:defRPr>
      </a:lvl3pPr>
      <a:lvl4pPr marL="1200150" indent="-171450" algn="l" defTabSz="342900" rtl="0" eaLnBrk="0" fontAlgn="base" hangingPunct="0">
        <a:spcBef>
          <a:spcPts val="750"/>
        </a:spcBef>
        <a:spcAft>
          <a:spcPct val="0"/>
        </a:spcAft>
        <a:buClr>
          <a:schemeClr val="accent1"/>
        </a:buClr>
        <a:buFont typeface="Wingdings 3" pitchFamily="2" charset="2"/>
        <a:buChar char=""/>
        <a:defRPr sz="900" kern="1200">
          <a:solidFill>
            <a:srgbClr val="404040"/>
          </a:solidFill>
          <a:latin typeface="+mn-lt"/>
          <a:ea typeface="+mn-ea"/>
          <a:cs typeface="+mn-cs"/>
        </a:defRPr>
      </a:lvl4pPr>
      <a:lvl5pPr marL="1543050" indent="-171450" algn="l" defTabSz="342900" rtl="0" eaLnBrk="0" fontAlgn="base" hangingPunct="0">
        <a:spcBef>
          <a:spcPts val="750"/>
        </a:spcBef>
        <a:spcAft>
          <a:spcPct val="0"/>
        </a:spcAft>
        <a:buClr>
          <a:schemeClr val="accent1"/>
        </a:buClr>
        <a:buFont typeface="Wingdings 3" pitchFamily="2" charset="2"/>
        <a:buChar char=""/>
        <a:defRPr sz="900" kern="1200">
          <a:solidFill>
            <a:srgbClr val="404040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emf"/><Relationship Id="rId4" Type="http://schemas.openxmlformats.org/officeDocument/2006/relationships/oleObject" Target="../embeddings/oleObject24.bin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oleObject" Target="../embeddings/oleObject31.bin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oleObject" Target="../embeddings/oleObject33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oleObject" Target="../embeddings/oleObject3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oleObject" Target="../embeddings/oleObject37.bin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2" Type="http://schemas.openxmlformats.org/officeDocument/2006/relationships/oleObject" Target="../embeddings/oleObject38.bin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oleObject" Target="../embeddings/oleObject39.bin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oleObject" Target="../embeddings/oleObject40.bin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2" Type="http://schemas.openxmlformats.org/officeDocument/2006/relationships/oleObject" Target="../embeddings/oleObject41.bin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70897B84-8DB3-FE56-537D-8F30402B5C4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941513" y="1885950"/>
            <a:ext cx="6686550" cy="1697038"/>
          </a:xfrm>
        </p:spPr>
        <p:txBody>
          <a:bodyPr/>
          <a:lstStyle/>
          <a:p>
            <a:pPr eaLnBrk="1" hangingPunct="1"/>
            <a:r>
              <a:rPr lang="zh-CN" altLang="en-US" sz="4400"/>
              <a:t>第五章 环和域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74A0FA70-61C6-577C-1FA2-9E9AA9443B4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941513" y="3582988"/>
            <a:ext cx="6686550" cy="844550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>
                <a:solidFill>
                  <a:srgbClr val="898989"/>
                </a:solidFill>
              </a:rPr>
              <a:t>信息与软件学院</a:t>
            </a:r>
            <a:endParaRPr lang="en-US" altLang="zh-CN">
              <a:solidFill>
                <a:srgbClr val="898989"/>
              </a:solidFill>
            </a:endParaRPr>
          </a:p>
          <a:p>
            <a:pPr eaLnBrk="1" hangingPunct="1"/>
            <a:r>
              <a:rPr lang="zh-CN" altLang="en-US">
                <a:solidFill>
                  <a:srgbClr val="898989"/>
                </a:solidFill>
              </a:rPr>
              <a:t>电子科技大学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F8540C61-8DDD-3B36-A3AB-1062F45F77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44688" y="468313"/>
            <a:ext cx="6683375" cy="960437"/>
          </a:xfrm>
        </p:spPr>
        <p:txBody>
          <a:bodyPr/>
          <a:lstStyle/>
          <a:p>
            <a:pPr algn="ctr" eaLnBrk="1" hangingPunct="1"/>
            <a:r>
              <a:rPr lang="zh-CN" altLang="en-US" sz="4400"/>
              <a:t>内容安排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146CC131-4EB4-8618-8018-C36EE2ABE2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41513" y="1600200"/>
            <a:ext cx="6686550" cy="2833688"/>
          </a:xfrm>
        </p:spPr>
        <p:txBody>
          <a:bodyPr/>
          <a:lstStyle/>
          <a:p>
            <a:pPr eaLnBrk="1" hangingPunct="1"/>
            <a:r>
              <a:rPr lang="en-US" altLang="zh-CN" sz="3200"/>
              <a:t>5.1 </a:t>
            </a:r>
            <a:r>
              <a:rPr lang="zh-CN" altLang="en-US" sz="3200"/>
              <a:t>环的定义</a:t>
            </a:r>
            <a:endParaRPr lang="en-US" altLang="zh-CN" sz="3200"/>
          </a:p>
          <a:p>
            <a:pPr eaLnBrk="1" hangingPunct="1"/>
            <a:r>
              <a:rPr lang="en-US" altLang="zh-CN" sz="3200"/>
              <a:t>5.2 </a:t>
            </a:r>
            <a:r>
              <a:rPr lang="zh-CN" altLang="en-US" sz="3200"/>
              <a:t>整环、除环和域</a:t>
            </a:r>
            <a:endParaRPr lang="en-US" altLang="zh-CN" sz="3200"/>
          </a:p>
          <a:p>
            <a:pPr eaLnBrk="1" hangingPunct="1"/>
            <a:r>
              <a:rPr lang="en-US" altLang="zh-CN" sz="3200"/>
              <a:t>5.3 </a:t>
            </a:r>
            <a:r>
              <a:rPr lang="zh-CN" altLang="en-US" sz="3200"/>
              <a:t>子环、理想和商环</a:t>
            </a:r>
            <a:endParaRPr lang="en-US" altLang="zh-CN" sz="3200"/>
          </a:p>
          <a:p>
            <a:pPr eaLnBrk="1" hangingPunct="1"/>
            <a:r>
              <a:rPr lang="en-US" altLang="zh-CN" sz="3200"/>
              <a:t>5.4 </a:t>
            </a:r>
            <a:r>
              <a:rPr lang="zh-CN" altLang="en-US" sz="3200"/>
              <a:t>素理想、极大理想和商域</a:t>
            </a:r>
            <a:endParaRPr lang="en-US" altLang="zh-CN" sz="3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29333584-C01C-84FE-14C6-FACD31E4C1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44688" y="468313"/>
            <a:ext cx="6683375" cy="960437"/>
          </a:xfrm>
        </p:spPr>
        <p:txBody>
          <a:bodyPr/>
          <a:lstStyle/>
          <a:p>
            <a:pPr algn="ctr" eaLnBrk="1" hangingPunct="1"/>
            <a:r>
              <a:rPr lang="en-US" altLang="zh-CN"/>
              <a:t>5.</a:t>
            </a:r>
            <a:r>
              <a:rPr lang="zh-CN" altLang="en-US"/>
              <a:t>1 环的定义</a:t>
            </a:r>
          </a:p>
        </p:txBody>
      </p:sp>
      <p:graphicFrame>
        <p:nvGraphicFramePr>
          <p:cNvPr id="21507" name="Object 3">
            <a:extLst>
              <a:ext uri="{FF2B5EF4-FFF2-40B4-BE49-F238E27FC236}">
                <a16:creationId xmlns:a16="http://schemas.microsoft.com/office/drawing/2014/main" id="{453FBB72-01B4-1DA6-9B80-B0B24D47D5E2}"/>
              </a:ext>
            </a:extLst>
          </p:cNvPr>
          <p:cNvGraphicFramePr>
            <a:graphicFrameLocks/>
          </p:cNvGraphicFramePr>
          <p:nvPr/>
        </p:nvGraphicFramePr>
        <p:xfrm>
          <a:off x="1117600" y="1062038"/>
          <a:ext cx="7153275" cy="411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124700" imgH="4102100" progId="Word.Document.8">
                  <p:embed/>
                </p:oleObj>
              </mc:Choice>
              <mc:Fallback>
                <p:oleObj name="Document" r:id="rId2" imgW="7124700" imgH="4102100" progId="Word.Document.8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7600" y="1062038"/>
                        <a:ext cx="7153275" cy="411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662984E0-2FE2-F760-3898-97B1B3AE8B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44688" y="468313"/>
            <a:ext cx="6683375" cy="960437"/>
          </a:xfrm>
        </p:spPr>
        <p:txBody>
          <a:bodyPr/>
          <a:lstStyle/>
          <a:p>
            <a:pPr algn="ctr" eaLnBrk="1" hangingPunct="1"/>
            <a:r>
              <a:rPr lang="zh-CN" altLang="en-US"/>
              <a:t>环的定义（续）</a:t>
            </a:r>
          </a:p>
        </p:txBody>
      </p:sp>
      <p:graphicFrame>
        <p:nvGraphicFramePr>
          <p:cNvPr id="22531" name="Object 3">
            <a:extLst>
              <a:ext uri="{FF2B5EF4-FFF2-40B4-BE49-F238E27FC236}">
                <a16:creationId xmlns:a16="http://schemas.microsoft.com/office/drawing/2014/main" id="{3ED51575-DBB2-AC71-6570-8CCD57CA776D}"/>
              </a:ext>
            </a:extLst>
          </p:cNvPr>
          <p:cNvGraphicFramePr>
            <a:graphicFrameLocks/>
          </p:cNvGraphicFramePr>
          <p:nvPr/>
        </p:nvGraphicFramePr>
        <p:xfrm>
          <a:off x="1117600" y="1062038"/>
          <a:ext cx="6792913" cy="4030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467600" imgH="3962400" progId="Word.Document.12">
                  <p:embed/>
                </p:oleObj>
              </mc:Choice>
              <mc:Fallback>
                <p:oleObj r:id="rId2" imgW="7467600" imgH="3962400" progId="Word.Document.12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7600" y="1062038"/>
                        <a:ext cx="6792913" cy="4030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bevel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4" name="对象 1">
            <a:extLst>
              <a:ext uri="{FF2B5EF4-FFF2-40B4-BE49-F238E27FC236}">
                <a16:creationId xmlns:a16="http://schemas.microsoft.com/office/drawing/2014/main" id="{4FAE945F-6072-AC57-FC58-C0423240B6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9250" y="555625"/>
          <a:ext cx="6567488" cy="439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6083300" imgH="4064000" progId="Word.Document.12">
                  <p:embed/>
                </p:oleObj>
              </mc:Choice>
              <mc:Fallback>
                <p:oleObj name="文档" r:id="rId2" imgW="6083300" imgH="4064000" progId="Word.Document.12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555625"/>
                        <a:ext cx="6567488" cy="439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78" name="Object 2">
            <a:extLst>
              <a:ext uri="{FF2B5EF4-FFF2-40B4-BE49-F238E27FC236}">
                <a16:creationId xmlns:a16="http://schemas.microsoft.com/office/drawing/2014/main" id="{E120E6BB-F516-D835-5AC0-90EBEB89A3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487363"/>
          <a:ext cx="7351712" cy="450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188200" imgH="4406900" progId="Word.Document.8">
                  <p:embed/>
                </p:oleObj>
              </mc:Choice>
              <mc:Fallback>
                <p:oleObj name="Document" r:id="rId2" imgW="7188200" imgH="440690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487363"/>
                        <a:ext cx="7351712" cy="450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bevel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602" name="Object 2">
            <a:extLst>
              <a:ext uri="{FF2B5EF4-FFF2-40B4-BE49-F238E27FC236}">
                <a16:creationId xmlns:a16="http://schemas.microsoft.com/office/drawing/2014/main" id="{26FC8B54-9A4E-7326-43EF-C7B119B24B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2775" y="341313"/>
          <a:ext cx="8174038" cy="468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8255000" imgH="5372100" progId="Word.Document.8">
                  <p:embed/>
                </p:oleObj>
              </mc:Choice>
              <mc:Fallback>
                <p:oleObj name="Document" r:id="rId2" imgW="8255000" imgH="537210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775" y="341313"/>
                        <a:ext cx="8174038" cy="4681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bevel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3" name="文本框 2">
            <a:extLst>
              <a:ext uri="{FF2B5EF4-FFF2-40B4-BE49-F238E27FC236}">
                <a16:creationId xmlns:a16="http://schemas.microsoft.com/office/drawing/2014/main" id="{A38AB0F0-24C6-25DF-C583-5ECF0FD20B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8" y="3795713"/>
            <a:ext cx="720725" cy="3079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sz="1400" b="1"/>
              <a:t>分配律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26" name="对象 1">
            <a:extLst>
              <a:ext uri="{FF2B5EF4-FFF2-40B4-BE49-F238E27FC236}">
                <a16:creationId xmlns:a16="http://schemas.microsoft.com/office/drawing/2014/main" id="{28ED1D2F-50F5-97D4-BEEB-29E5AC578A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539750"/>
          <a:ext cx="6783387" cy="453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6083300" imgH="4064000" progId="Word.Document.12">
                  <p:embed/>
                </p:oleObj>
              </mc:Choice>
              <mc:Fallback>
                <p:oleObj name="文档" r:id="rId2" imgW="6083300" imgH="4064000" progId="Word.Document.12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539750"/>
                        <a:ext cx="6783387" cy="4535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36C8D06A-F3FF-618C-09EC-7E4EF0FA42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44688" y="468313"/>
            <a:ext cx="6683375" cy="960437"/>
          </a:xfrm>
        </p:spPr>
        <p:txBody>
          <a:bodyPr/>
          <a:lstStyle/>
          <a:p>
            <a:pPr algn="ctr" eaLnBrk="1" hangingPunct="1"/>
            <a:r>
              <a:rPr lang="zh-CN" altLang="en-US"/>
              <a:t>定理 </a:t>
            </a:r>
            <a:r>
              <a:rPr lang="en-US" altLang="zh-CN"/>
              <a:t>5.</a:t>
            </a:r>
            <a:r>
              <a:rPr lang="zh-CN" altLang="en-US"/>
              <a:t>1.1 证明</a:t>
            </a:r>
          </a:p>
        </p:txBody>
      </p:sp>
      <p:graphicFrame>
        <p:nvGraphicFramePr>
          <p:cNvPr id="27651" name="Object 3">
            <a:extLst>
              <a:ext uri="{FF2B5EF4-FFF2-40B4-BE49-F238E27FC236}">
                <a16:creationId xmlns:a16="http://schemas.microsoft.com/office/drawing/2014/main" id="{35DDA31F-E4CE-344D-F05F-9894EF541A69}"/>
              </a:ext>
            </a:extLst>
          </p:cNvPr>
          <p:cNvGraphicFramePr>
            <a:graphicFrameLocks/>
          </p:cNvGraphicFramePr>
          <p:nvPr/>
        </p:nvGraphicFramePr>
        <p:xfrm>
          <a:off x="1116013" y="987425"/>
          <a:ext cx="6792912" cy="417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480300" imgH="4114800" progId="Word.Document.12">
                  <p:embed/>
                </p:oleObj>
              </mc:Choice>
              <mc:Fallback>
                <p:oleObj r:id="rId2" imgW="7480300" imgH="4114800" progId="Word.Document.12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987425"/>
                        <a:ext cx="6792912" cy="417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6F790747-472D-B603-7B7A-26CADA84B6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44688" y="468313"/>
            <a:ext cx="6683375" cy="960437"/>
          </a:xfrm>
        </p:spPr>
        <p:txBody>
          <a:bodyPr/>
          <a:lstStyle/>
          <a:p>
            <a:pPr algn="ctr" eaLnBrk="1" hangingPunct="1"/>
            <a:r>
              <a:rPr lang="zh-CN" altLang="en-US"/>
              <a:t>定理 </a:t>
            </a:r>
            <a:r>
              <a:rPr lang="en-US" altLang="zh-CN"/>
              <a:t>5.</a:t>
            </a:r>
            <a:r>
              <a:rPr lang="zh-CN" altLang="en-US"/>
              <a:t>1.1 证明（续）</a:t>
            </a:r>
          </a:p>
        </p:txBody>
      </p:sp>
      <p:graphicFrame>
        <p:nvGraphicFramePr>
          <p:cNvPr id="28675" name="对象 1">
            <a:extLst>
              <a:ext uri="{FF2B5EF4-FFF2-40B4-BE49-F238E27FC236}">
                <a16:creationId xmlns:a16="http://schemas.microsoft.com/office/drawing/2014/main" id="{F1825267-F964-C32A-F6A6-77FB240EDE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5150" y="1417638"/>
          <a:ext cx="6048375" cy="222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6083300" imgH="2247900" progId="Word.Document.12">
                  <p:embed/>
                </p:oleObj>
              </mc:Choice>
              <mc:Fallback>
                <p:oleObj name="文档" r:id="rId2" imgW="6083300" imgH="2247900" progId="Word.Document.12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1417638"/>
                        <a:ext cx="6048375" cy="222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3FDE169F-8DB4-78F2-4B0E-CB5AF52852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44688" y="468313"/>
            <a:ext cx="6683375" cy="960437"/>
          </a:xfrm>
        </p:spPr>
        <p:txBody>
          <a:bodyPr/>
          <a:lstStyle/>
          <a:p>
            <a:pPr algn="ctr" eaLnBrk="1" hangingPunct="1"/>
            <a:r>
              <a:rPr lang="zh-CN" altLang="en-US"/>
              <a:t>定义 </a:t>
            </a:r>
            <a:r>
              <a:rPr lang="en-US" altLang="zh-CN"/>
              <a:t>5.</a:t>
            </a:r>
            <a:r>
              <a:rPr lang="zh-CN" altLang="en-US"/>
              <a:t>1.2 零因子</a:t>
            </a:r>
          </a:p>
        </p:txBody>
      </p:sp>
      <p:graphicFrame>
        <p:nvGraphicFramePr>
          <p:cNvPr id="29699" name="对象 1">
            <a:extLst>
              <a:ext uri="{FF2B5EF4-FFF2-40B4-BE49-F238E27FC236}">
                <a16:creationId xmlns:a16="http://schemas.microsoft.com/office/drawing/2014/main" id="{0E065E19-0665-D8D4-1B88-2E0D118ADF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9250" y="1131888"/>
          <a:ext cx="6265863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6083300" imgH="4064000" progId="Word.Document.12">
                  <p:embed/>
                </p:oleObj>
              </mc:Choice>
              <mc:Fallback>
                <p:oleObj name="文档" r:id="rId2" imgW="6083300" imgH="4064000" progId="Word.Document.12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1131888"/>
                        <a:ext cx="6265863" cy="406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98DF6E97-1DF5-75AD-0635-40123216B1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44688" y="468313"/>
            <a:ext cx="6683375" cy="960437"/>
          </a:xfrm>
        </p:spPr>
        <p:txBody>
          <a:bodyPr/>
          <a:lstStyle/>
          <a:p>
            <a:pPr algn="ctr" eaLnBrk="1" hangingPunct="1"/>
            <a:r>
              <a:rPr lang="zh-CN" altLang="en-US"/>
              <a:t>例 </a:t>
            </a:r>
            <a:r>
              <a:rPr lang="en-US" altLang="zh-CN"/>
              <a:t>5.</a:t>
            </a:r>
            <a:r>
              <a:rPr lang="zh-CN" altLang="en-US"/>
              <a:t>1.8 证明</a:t>
            </a:r>
          </a:p>
        </p:txBody>
      </p:sp>
      <p:graphicFrame>
        <p:nvGraphicFramePr>
          <p:cNvPr id="30723" name="对象 1">
            <a:extLst>
              <a:ext uri="{FF2B5EF4-FFF2-40B4-BE49-F238E27FC236}">
                <a16:creationId xmlns:a16="http://schemas.microsoft.com/office/drawing/2014/main" id="{C64DE19F-6C34-B3E3-41B1-5FD5FFE21E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1347788"/>
          <a:ext cx="6138862" cy="2338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6146800" imgH="2336800" progId="Word.Document.12">
                  <p:embed/>
                </p:oleObj>
              </mc:Choice>
              <mc:Fallback>
                <p:oleObj name="文档" r:id="rId2" imgW="6146800" imgH="2336800" progId="Word.Document.12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1347788"/>
                        <a:ext cx="6138862" cy="2338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3D5D7DD4-3E1E-52F9-9F7A-A33959EEBE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44688" y="468313"/>
            <a:ext cx="6683375" cy="960437"/>
          </a:xfrm>
        </p:spPr>
        <p:txBody>
          <a:bodyPr/>
          <a:lstStyle/>
          <a:p>
            <a:pPr algn="ctr" eaLnBrk="1" hangingPunct="1"/>
            <a:r>
              <a:rPr lang="zh-CN" altLang="en-US"/>
              <a:t>定理 </a:t>
            </a:r>
            <a:r>
              <a:rPr lang="en-US" altLang="zh-CN"/>
              <a:t>5.</a:t>
            </a:r>
            <a:r>
              <a:rPr lang="zh-CN" altLang="en-US"/>
              <a:t>1.2 无零因子环的消去律</a:t>
            </a:r>
          </a:p>
        </p:txBody>
      </p:sp>
      <p:graphicFrame>
        <p:nvGraphicFramePr>
          <p:cNvPr id="31747" name="对象 1">
            <a:extLst>
              <a:ext uri="{FF2B5EF4-FFF2-40B4-BE49-F238E27FC236}">
                <a16:creationId xmlns:a16="http://schemas.microsoft.com/office/drawing/2014/main" id="{4E8AF5DA-0DC4-7A76-FF79-2D7B9B0733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1203325"/>
          <a:ext cx="607695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6083300" imgH="4064000" progId="Word.Document.12">
                  <p:embed/>
                </p:oleObj>
              </mc:Choice>
              <mc:Fallback>
                <p:oleObj name="文档" r:id="rId2" imgW="6083300" imgH="4064000" progId="Word.Document.12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1203325"/>
                        <a:ext cx="6076950" cy="406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E2102042-F77B-C520-34D1-D3B1A9A7C2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44688" y="468313"/>
            <a:ext cx="6683375" cy="960437"/>
          </a:xfrm>
        </p:spPr>
        <p:txBody>
          <a:bodyPr/>
          <a:lstStyle/>
          <a:p>
            <a:pPr algn="ctr" eaLnBrk="1" hangingPunct="1"/>
            <a:r>
              <a:rPr lang="zh-CN" altLang="en-US"/>
              <a:t>定义 </a:t>
            </a:r>
            <a:r>
              <a:rPr lang="en-US" altLang="zh-CN"/>
              <a:t>5.</a:t>
            </a:r>
            <a:r>
              <a:rPr lang="zh-CN" altLang="en-US"/>
              <a:t>1.</a:t>
            </a:r>
            <a:r>
              <a:rPr lang="en-US" altLang="zh-CN"/>
              <a:t>3 </a:t>
            </a:r>
            <a:r>
              <a:rPr lang="zh-CN" altLang="en-US"/>
              <a:t>可逆元</a:t>
            </a:r>
          </a:p>
        </p:txBody>
      </p:sp>
      <p:graphicFrame>
        <p:nvGraphicFramePr>
          <p:cNvPr id="32771" name="对象 1">
            <a:extLst>
              <a:ext uri="{FF2B5EF4-FFF2-40B4-BE49-F238E27FC236}">
                <a16:creationId xmlns:a16="http://schemas.microsoft.com/office/drawing/2014/main" id="{797EF503-C612-4C42-D441-B77F52FFB8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2275" y="1393825"/>
          <a:ext cx="6080125" cy="319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6108700" imgH="3759200" progId="Word.Document.8">
                  <p:embed/>
                </p:oleObj>
              </mc:Choice>
              <mc:Fallback>
                <p:oleObj name="Document" r:id="rId2" imgW="6108700" imgH="3759200" progId="Word.Document.8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1393825"/>
                        <a:ext cx="6080125" cy="319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F48E29A9-FF9B-7C77-0A3F-D9AEB1E971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44688" y="468313"/>
            <a:ext cx="6683375" cy="960437"/>
          </a:xfrm>
        </p:spPr>
        <p:txBody>
          <a:bodyPr/>
          <a:lstStyle/>
          <a:p>
            <a:pPr algn="ctr" eaLnBrk="1" hangingPunct="1"/>
            <a:r>
              <a:rPr lang="zh-CN" altLang="en-US"/>
              <a:t>定理 </a:t>
            </a:r>
            <a:r>
              <a:rPr lang="en-US" altLang="zh-CN"/>
              <a:t>5.</a:t>
            </a:r>
            <a:r>
              <a:rPr lang="zh-CN" altLang="en-US"/>
              <a:t>1.3 无零因子环的特征</a:t>
            </a:r>
          </a:p>
        </p:txBody>
      </p:sp>
      <p:graphicFrame>
        <p:nvGraphicFramePr>
          <p:cNvPr id="33795" name="Object 3">
            <a:extLst>
              <a:ext uri="{FF2B5EF4-FFF2-40B4-BE49-F238E27FC236}">
                <a16:creationId xmlns:a16="http://schemas.microsoft.com/office/drawing/2014/main" id="{B60D8B94-6D70-4D42-7331-F319E69DD651}"/>
              </a:ext>
            </a:extLst>
          </p:cNvPr>
          <p:cNvGraphicFramePr>
            <a:graphicFrameLocks/>
          </p:cNvGraphicFramePr>
          <p:nvPr/>
        </p:nvGraphicFramePr>
        <p:xfrm>
          <a:off x="1116013" y="1060450"/>
          <a:ext cx="7121525" cy="3992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835900" imgH="3937000" progId="Word.Document.12">
                  <p:embed/>
                </p:oleObj>
              </mc:Choice>
              <mc:Fallback>
                <p:oleObj r:id="rId2" imgW="7835900" imgH="3937000" progId="Word.Document.12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1060450"/>
                        <a:ext cx="7121525" cy="3992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33796" name="文本框 3">
            <a:extLst>
              <a:ext uri="{FF2B5EF4-FFF2-40B4-BE49-F238E27FC236}">
                <a16:creationId xmlns:a16="http://schemas.microsoft.com/office/drawing/2014/main" id="{A710F973-A202-9BB3-7EBF-DE3B3A62B8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825" y="1058863"/>
            <a:ext cx="1223963" cy="369887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>
                <a:solidFill>
                  <a:srgbClr val="0070C0"/>
                </a:solidFill>
              </a:rPr>
              <a:t>定理</a:t>
            </a:r>
            <a:r>
              <a:rPr lang="en-US" altLang="zh-CN" b="1">
                <a:solidFill>
                  <a:srgbClr val="0070C0"/>
                </a:solidFill>
              </a:rPr>
              <a:t>5.1.3</a:t>
            </a:r>
            <a:endParaRPr lang="zh-CN" altLang="en-US" b="1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81DDD615-A381-2BE8-3889-170D104A47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44688" y="468313"/>
            <a:ext cx="6683375" cy="960437"/>
          </a:xfrm>
        </p:spPr>
        <p:txBody>
          <a:bodyPr/>
          <a:lstStyle/>
          <a:p>
            <a:pPr algn="ctr" eaLnBrk="1" hangingPunct="1"/>
            <a:r>
              <a:rPr lang="zh-CN" altLang="en-US"/>
              <a:t>定理 </a:t>
            </a:r>
            <a:r>
              <a:rPr lang="en-US" altLang="zh-CN"/>
              <a:t>5.</a:t>
            </a:r>
            <a:r>
              <a:rPr lang="zh-CN" altLang="en-US"/>
              <a:t>1.3 证明（续）</a:t>
            </a:r>
          </a:p>
        </p:txBody>
      </p:sp>
      <p:graphicFrame>
        <p:nvGraphicFramePr>
          <p:cNvPr id="34819" name="Object 3">
            <a:extLst>
              <a:ext uri="{FF2B5EF4-FFF2-40B4-BE49-F238E27FC236}">
                <a16:creationId xmlns:a16="http://schemas.microsoft.com/office/drawing/2014/main" id="{0887B84A-B7EC-2248-3E61-A6D62A976E45}"/>
              </a:ext>
            </a:extLst>
          </p:cNvPr>
          <p:cNvGraphicFramePr>
            <a:graphicFrameLocks/>
          </p:cNvGraphicFramePr>
          <p:nvPr/>
        </p:nvGraphicFramePr>
        <p:xfrm>
          <a:off x="1116013" y="1060450"/>
          <a:ext cx="7121525" cy="3992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823200" imgH="3937000" progId="Word.Document.12">
                  <p:embed/>
                </p:oleObj>
              </mc:Choice>
              <mc:Fallback>
                <p:oleObj r:id="rId2" imgW="7823200" imgH="3937000" progId="Word.Document.12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1060450"/>
                        <a:ext cx="7121525" cy="3992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bevel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6E3F5FD5-2E4C-46E5-BD5E-B2CCA058C4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44688" y="468313"/>
            <a:ext cx="6683375" cy="960437"/>
          </a:xfrm>
        </p:spPr>
        <p:txBody>
          <a:bodyPr/>
          <a:lstStyle/>
          <a:p>
            <a:pPr algn="ctr" eaLnBrk="1" hangingPunct="1"/>
            <a:r>
              <a:rPr lang="zh-CN" altLang="en-US"/>
              <a:t>定义 </a:t>
            </a:r>
            <a:r>
              <a:rPr lang="en-US" altLang="zh-CN"/>
              <a:t>5.</a:t>
            </a:r>
            <a:r>
              <a:rPr lang="zh-CN" altLang="en-US"/>
              <a:t>1.4 特征</a:t>
            </a:r>
          </a:p>
        </p:txBody>
      </p:sp>
      <p:graphicFrame>
        <p:nvGraphicFramePr>
          <p:cNvPr id="35843" name="Object 3">
            <a:extLst>
              <a:ext uri="{FF2B5EF4-FFF2-40B4-BE49-F238E27FC236}">
                <a16:creationId xmlns:a16="http://schemas.microsoft.com/office/drawing/2014/main" id="{3211C5C9-9DB9-8CF5-D356-AFE045EE4798}"/>
              </a:ext>
            </a:extLst>
          </p:cNvPr>
          <p:cNvGraphicFramePr>
            <a:graphicFrameLocks/>
          </p:cNvGraphicFramePr>
          <p:nvPr/>
        </p:nvGraphicFramePr>
        <p:xfrm>
          <a:off x="1116013" y="1060450"/>
          <a:ext cx="7121525" cy="3992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823200" imgH="3937000" progId="Word.Document.12">
                  <p:embed/>
                </p:oleObj>
              </mc:Choice>
              <mc:Fallback>
                <p:oleObj r:id="rId2" imgW="7823200" imgH="3937000" progId="Word.Document.12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1060450"/>
                        <a:ext cx="7121525" cy="3992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35844" name="文本框 3">
            <a:extLst>
              <a:ext uri="{FF2B5EF4-FFF2-40B4-BE49-F238E27FC236}">
                <a16:creationId xmlns:a16="http://schemas.microsoft.com/office/drawing/2014/main" id="{9DBFFE46-F87E-258F-40A2-BD69C5C2D3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063" y="1090613"/>
            <a:ext cx="1225550" cy="338137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600" b="1">
                <a:solidFill>
                  <a:srgbClr val="0000FF"/>
                </a:solidFill>
              </a:rPr>
              <a:t>定义 </a:t>
            </a:r>
            <a:r>
              <a:rPr lang="en-US" altLang="zh-CN" sz="1600" b="1">
                <a:solidFill>
                  <a:srgbClr val="0000FF"/>
                </a:solidFill>
              </a:rPr>
              <a:t>5.1.4</a:t>
            </a:r>
            <a:endParaRPr lang="zh-CN" altLang="en-US" sz="1600" b="1">
              <a:solidFill>
                <a:srgbClr val="0000FF"/>
              </a:solidFill>
            </a:endParaRPr>
          </a:p>
        </p:txBody>
      </p:sp>
      <p:sp useBgFill="1">
        <p:nvSpPr>
          <p:cNvPr id="35845" name="文本框 4">
            <a:extLst>
              <a:ext uri="{FF2B5EF4-FFF2-40B4-BE49-F238E27FC236}">
                <a16:creationId xmlns:a16="http://schemas.microsoft.com/office/drawing/2014/main" id="{5EB6B4DC-F13F-5304-741A-08D90A9BC4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2716213"/>
            <a:ext cx="1008062" cy="338137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600" b="1">
                <a:solidFill>
                  <a:srgbClr val="0000FF"/>
                </a:solidFill>
              </a:rPr>
              <a:t>例  </a:t>
            </a:r>
            <a:r>
              <a:rPr lang="en-US" altLang="zh-CN" sz="1600" b="1">
                <a:solidFill>
                  <a:srgbClr val="0000FF"/>
                </a:solidFill>
              </a:rPr>
              <a:t>5.1.9</a:t>
            </a:r>
            <a:endParaRPr lang="zh-CN" altLang="en-US" sz="1600" b="1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FEB02B11-6017-B2AC-C398-42E4450F56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44688" y="468313"/>
            <a:ext cx="6683375" cy="960437"/>
          </a:xfrm>
        </p:spPr>
        <p:txBody>
          <a:bodyPr/>
          <a:lstStyle/>
          <a:p>
            <a:pPr algn="ctr" eaLnBrk="1" hangingPunct="1"/>
            <a:r>
              <a:rPr lang="zh-CN" altLang="en-US"/>
              <a:t>例 </a:t>
            </a:r>
            <a:r>
              <a:rPr lang="en-US" altLang="zh-CN"/>
              <a:t>5.</a:t>
            </a:r>
            <a:r>
              <a:rPr lang="zh-CN" altLang="en-US"/>
              <a:t>1.9 证明（续）</a:t>
            </a:r>
          </a:p>
        </p:txBody>
      </p:sp>
      <p:graphicFrame>
        <p:nvGraphicFramePr>
          <p:cNvPr id="36867" name="Object 3">
            <a:extLst>
              <a:ext uri="{FF2B5EF4-FFF2-40B4-BE49-F238E27FC236}">
                <a16:creationId xmlns:a16="http://schemas.microsoft.com/office/drawing/2014/main" id="{B0EDA30B-9413-63A2-6D03-DD7FFC2743DB}"/>
              </a:ext>
            </a:extLst>
          </p:cNvPr>
          <p:cNvGraphicFramePr>
            <a:graphicFrameLocks/>
          </p:cNvGraphicFramePr>
          <p:nvPr/>
        </p:nvGraphicFramePr>
        <p:xfrm>
          <a:off x="1116013" y="1060450"/>
          <a:ext cx="7121525" cy="3992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823200" imgH="3937000" progId="Word.Document.12">
                  <p:embed/>
                </p:oleObj>
              </mc:Choice>
              <mc:Fallback>
                <p:oleObj r:id="rId2" imgW="7823200" imgH="3937000" progId="Word.Document.12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1060450"/>
                        <a:ext cx="7121525" cy="3992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A2D95D8F-A801-A393-336A-3546CE57A1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44688" y="468313"/>
            <a:ext cx="6683375" cy="960437"/>
          </a:xfrm>
        </p:spPr>
        <p:txBody>
          <a:bodyPr/>
          <a:lstStyle/>
          <a:p>
            <a:pPr algn="ctr" eaLnBrk="1" hangingPunct="1"/>
            <a:r>
              <a:rPr lang="en-US" altLang="zh-CN"/>
              <a:t>5.</a:t>
            </a:r>
            <a:r>
              <a:rPr lang="zh-CN" altLang="zh-CN"/>
              <a:t>2 整环、除环和域</a:t>
            </a:r>
          </a:p>
        </p:txBody>
      </p:sp>
      <p:graphicFrame>
        <p:nvGraphicFramePr>
          <p:cNvPr id="37891" name="对象 1">
            <a:extLst>
              <a:ext uri="{FF2B5EF4-FFF2-40B4-BE49-F238E27FC236}">
                <a16:creationId xmlns:a16="http://schemas.microsoft.com/office/drawing/2014/main" id="{5C507393-8942-CBB6-CA71-82F0F6D3B3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41513" y="1206500"/>
          <a:ext cx="6108700" cy="353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6146800" imgH="3556000" progId="Word.Document.12">
                  <p:embed/>
                </p:oleObj>
              </mc:Choice>
              <mc:Fallback>
                <p:oleObj name="文档" r:id="rId2" imgW="6146800" imgH="3556000" progId="Word.Document.12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1513" y="1206500"/>
                        <a:ext cx="6108700" cy="353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E6616D83-7FE8-359A-45DF-C6FC4E12D6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44688" y="468313"/>
            <a:ext cx="6683375" cy="960437"/>
          </a:xfrm>
        </p:spPr>
        <p:txBody>
          <a:bodyPr/>
          <a:lstStyle/>
          <a:p>
            <a:pPr algn="ctr" eaLnBrk="1" hangingPunct="1"/>
            <a:r>
              <a:rPr lang="en-US" altLang="zh-CN"/>
              <a:t>5.</a:t>
            </a:r>
            <a:r>
              <a:rPr lang="zh-CN" altLang="en-US"/>
              <a:t>2 整环、除环和域（续）</a:t>
            </a:r>
          </a:p>
        </p:txBody>
      </p:sp>
      <p:graphicFrame>
        <p:nvGraphicFramePr>
          <p:cNvPr id="38915" name="对象 1">
            <a:extLst>
              <a:ext uri="{FF2B5EF4-FFF2-40B4-BE49-F238E27FC236}">
                <a16:creationId xmlns:a16="http://schemas.microsoft.com/office/drawing/2014/main" id="{0EB27FB7-DD0E-9A6D-9669-A71B62C604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6013" y="1276350"/>
          <a:ext cx="7305675" cy="408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7315200" imgH="4089400" progId="Word.Document.12">
                  <p:embed/>
                </p:oleObj>
              </mc:Choice>
              <mc:Fallback>
                <p:oleObj name="文档" r:id="rId2" imgW="7315200" imgH="4089400" progId="Word.Document.12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1276350"/>
                        <a:ext cx="7305675" cy="408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82C4372A-8808-2416-B185-E4D794D692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44688" y="468313"/>
            <a:ext cx="6683375" cy="960437"/>
          </a:xfrm>
        </p:spPr>
        <p:txBody>
          <a:bodyPr/>
          <a:lstStyle/>
          <a:p>
            <a:pPr algn="ctr" eaLnBrk="1" hangingPunct="1"/>
            <a:r>
              <a:rPr lang="en-US" altLang="zh-CN"/>
              <a:t>5.</a:t>
            </a:r>
            <a:r>
              <a:rPr lang="zh-CN" altLang="en-US"/>
              <a:t>2 整环、除环和域（续）</a:t>
            </a:r>
          </a:p>
        </p:txBody>
      </p:sp>
      <p:graphicFrame>
        <p:nvGraphicFramePr>
          <p:cNvPr id="39939" name="Object 3">
            <a:extLst>
              <a:ext uri="{FF2B5EF4-FFF2-40B4-BE49-F238E27FC236}">
                <a16:creationId xmlns:a16="http://schemas.microsoft.com/office/drawing/2014/main" id="{83FEDF37-0505-CCE6-ABDA-5B51AED7E2AF}"/>
              </a:ext>
            </a:extLst>
          </p:cNvPr>
          <p:cNvGraphicFramePr>
            <a:graphicFrameLocks/>
          </p:cNvGraphicFramePr>
          <p:nvPr/>
        </p:nvGraphicFramePr>
        <p:xfrm>
          <a:off x="1116013" y="1060450"/>
          <a:ext cx="6986587" cy="399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099300" imgH="3937000" progId="Word.Document.8">
                  <p:embed/>
                </p:oleObj>
              </mc:Choice>
              <mc:Fallback>
                <p:oleObj name="Document" r:id="rId2" imgW="7099300" imgH="3937000" progId="Word.Document.8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1060450"/>
                        <a:ext cx="6986587" cy="399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FF9F00B7-E90D-4E93-DD62-3667C17DA4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44688" y="468313"/>
            <a:ext cx="6683375" cy="960437"/>
          </a:xfrm>
        </p:spPr>
        <p:txBody>
          <a:bodyPr/>
          <a:lstStyle/>
          <a:p>
            <a:pPr algn="ctr" eaLnBrk="1" hangingPunct="1"/>
            <a:r>
              <a:rPr lang="zh-CN" altLang="en-US"/>
              <a:t>命题 </a:t>
            </a:r>
            <a:r>
              <a:rPr lang="en-US" altLang="zh-CN"/>
              <a:t>5.</a:t>
            </a:r>
            <a:r>
              <a:rPr lang="zh-CN" altLang="en-US"/>
              <a:t>2.1 证明（续）</a:t>
            </a:r>
          </a:p>
        </p:txBody>
      </p:sp>
      <p:graphicFrame>
        <p:nvGraphicFramePr>
          <p:cNvPr id="40963" name="Object 3">
            <a:extLst>
              <a:ext uri="{FF2B5EF4-FFF2-40B4-BE49-F238E27FC236}">
                <a16:creationId xmlns:a16="http://schemas.microsoft.com/office/drawing/2014/main" id="{746295F3-0F4A-1BBD-CB46-2EC52B6DA99B}"/>
              </a:ext>
            </a:extLst>
          </p:cNvPr>
          <p:cNvGraphicFramePr>
            <a:graphicFrameLocks/>
          </p:cNvGraphicFramePr>
          <p:nvPr/>
        </p:nvGraphicFramePr>
        <p:xfrm>
          <a:off x="1116013" y="1060450"/>
          <a:ext cx="6986587" cy="399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112000" imgH="3937000" progId="Word.Document.12">
                  <p:embed/>
                </p:oleObj>
              </mc:Choice>
              <mc:Fallback>
                <p:oleObj r:id="rId2" imgW="7112000" imgH="3937000" progId="Word.Document.12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1060450"/>
                        <a:ext cx="6986587" cy="399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bevel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9303E433-7E4A-DA87-C358-378A51382C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44688" y="468313"/>
            <a:ext cx="6683375" cy="960437"/>
          </a:xfrm>
        </p:spPr>
        <p:txBody>
          <a:bodyPr/>
          <a:lstStyle/>
          <a:p>
            <a:pPr algn="ctr" eaLnBrk="1" hangingPunct="1"/>
            <a:r>
              <a:rPr lang="en-US" altLang="zh-CN"/>
              <a:t>5.</a:t>
            </a:r>
            <a:r>
              <a:rPr lang="zh-CN" altLang="en-US"/>
              <a:t>2 整环、除环和域（续）</a:t>
            </a:r>
          </a:p>
        </p:txBody>
      </p:sp>
      <p:graphicFrame>
        <p:nvGraphicFramePr>
          <p:cNvPr id="41987" name="对象 1">
            <a:extLst>
              <a:ext uri="{FF2B5EF4-FFF2-40B4-BE49-F238E27FC236}">
                <a16:creationId xmlns:a16="http://schemas.microsoft.com/office/drawing/2014/main" id="{F1571C0B-90D5-2FA5-B1AB-4225D24BB1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9250" y="944563"/>
          <a:ext cx="7246938" cy="224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7289800" imgH="2273300" progId="Word.Document.12">
                  <p:embed/>
                </p:oleObj>
              </mc:Choice>
              <mc:Fallback>
                <p:oleObj name="文档" r:id="rId2" imgW="7289800" imgH="2273300" progId="Word.Document.12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944563"/>
                        <a:ext cx="7246938" cy="224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58EA1069-E325-8BBA-6C3D-BD04390AE7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35150" y="123825"/>
            <a:ext cx="6684963" cy="576263"/>
          </a:xfrm>
        </p:spPr>
        <p:txBody>
          <a:bodyPr/>
          <a:lstStyle/>
          <a:p>
            <a:pPr algn="ctr" eaLnBrk="1" hangingPunct="1"/>
            <a:r>
              <a:rPr lang="zh-CN" altLang="en-US"/>
              <a:t>定理 </a:t>
            </a:r>
            <a:r>
              <a:rPr lang="en-US" altLang="zh-CN"/>
              <a:t>5.</a:t>
            </a:r>
            <a:r>
              <a:rPr lang="zh-CN" altLang="en-US"/>
              <a:t>2.1 有限除环的判定</a:t>
            </a:r>
          </a:p>
        </p:txBody>
      </p:sp>
      <p:sp>
        <p:nvSpPr>
          <p:cNvPr id="43011" name="矩形 1">
            <a:extLst>
              <a:ext uri="{FF2B5EF4-FFF2-40B4-BE49-F238E27FC236}">
                <a16:creationId xmlns:a16="http://schemas.microsoft.com/office/drawing/2014/main" id="{9A5E973D-5B9E-EA18-F519-954BCE86BD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693738"/>
            <a:ext cx="8015287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200" b="1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定理</a:t>
            </a:r>
            <a:r>
              <a:rPr lang="en-US" altLang="zh-CN" sz="2200" b="1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5.2.1</a:t>
            </a:r>
            <a:r>
              <a:rPr lang="en-US" altLang="zh-CN" sz="2200">
                <a:latin typeface="Calibri" panose="020F0502020204030204" pitchFamily="34" charset="0"/>
                <a:cs typeface="Times New Roman" panose="02020603050405020304" pitchFamily="18" charset="0"/>
              </a:rPr>
              <a:t>  </a:t>
            </a:r>
            <a:r>
              <a:rPr lang="zh-CN" altLang="zh-CN" sz="2200" b="1">
                <a:latin typeface="Calibri" panose="020F0502020204030204" pitchFamily="34" charset="0"/>
                <a:cs typeface="Times New Roman" panose="02020603050405020304" pitchFamily="18" charset="0"/>
              </a:rPr>
              <a:t>一个至少含有两个元素的无零因子的有限环是除环。</a:t>
            </a:r>
            <a:endParaRPr lang="zh-CN" altLang="en-US" sz="2200" b="1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D02EBFBA-8EC1-5FD8-216D-9C847A9FA7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1419225"/>
          <a:ext cx="7689850" cy="408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7696200" imgH="4089400" progId="Word.Document.12">
                  <p:embed/>
                </p:oleObj>
              </mc:Choice>
              <mc:Fallback>
                <p:oleObj name="文档" r:id="rId2" imgW="7696200" imgH="4089400" progId="Word.Document.12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1419225"/>
                        <a:ext cx="7689850" cy="408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9E6A8722-F527-B34F-80CA-F2ED6BC403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44688" y="468313"/>
            <a:ext cx="6683375" cy="960437"/>
          </a:xfrm>
        </p:spPr>
        <p:txBody>
          <a:bodyPr/>
          <a:lstStyle/>
          <a:p>
            <a:pPr algn="ctr" eaLnBrk="1" hangingPunct="1"/>
            <a:r>
              <a:rPr lang="en-US" altLang="zh-CN"/>
              <a:t>5.</a:t>
            </a:r>
            <a:r>
              <a:rPr lang="zh-CN" altLang="en-US"/>
              <a:t>2 整环、除环和域（续）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B6ADB06-9481-8359-1EE3-BE88173257CB}"/>
              </a:ext>
            </a:extLst>
          </p:cNvPr>
          <p:cNvSpPr/>
          <p:nvPr/>
        </p:nvSpPr>
        <p:spPr>
          <a:xfrm>
            <a:off x="1111250" y="971550"/>
            <a:ext cx="8064500" cy="1200150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zh-CN" sz="2400" b="1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推论</a:t>
            </a:r>
            <a:r>
              <a:rPr lang="en-US" altLang="zh-CN" sz="2400" b="1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5.2.1</a:t>
            </a:r>
            <a:r>
              <a:rPr lang="en-US" altLang="zh-CN" sz="240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400">
                <a:latin typeface="Calibri" panose="020F0502020204030204" pitchFamily="34" charset="0"/>
                <a:cs typeface="Times New Roman" panose="02020603050405020304" pitchFamily="18" charset="0"/>
              </a:rPr>
              <a:t>有限整环是域。</a:t>
            </a:r>
          </a:p>
          <a:p>
            <a:r>
              <a:rPr lang="zh-CN" altLang="zh-CN" sz="2400" b="1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证明：</a:t>
            </a:r>
            <a:r>
              <a:rPr lang="zh-CN" altLang="zh-CN" sz="2400">
                <a:solidFill>
                  <a:srgbClr val="0070C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400">
                <a:latin typeface="Calibri" panose="020F0502020204030204" pitchFamily="34" charset="0"/>
                <a:cs typeface="Times New Roman" panose="02020603050405020304" pitchFamily="18" charset="0"/>
              </a:rPr>
              <a:t>根据定理</a:t>
            </a:r>
            <a:r>
              <a:rPr lang="en-US" altLang="zh-CN" sz="2400">
                <a:latin typeface="Calibri" panose="020F0502020204030204" pitchFamily="34" charset="0"/>
                <a:cs typeface="Times New Roman" panose="02020603050405020304" pitchFamily="18" charset="0"/>
              </a:rPr>
              <a:t>5.2.1</a:t>
            </a:r>
            <a:r>
              <a:rPr lang="zh-CN" altLang="zh-CN" sz="2400">
                <a:latin typeface="Calibri" panose="020F0502020204030204" pitchFamily="34" charset="0"/>
                <a:cs typeface="Times New Roman" panose="02020603050405020304" pitchFamily="18" charset="0"/>
              </a:rPr>
              <a:t>，有限整环是除环，又整环满足乘法交换律，根据域的定义，有限整环是域。</a:t>
            </a:r>
            <a:r>
              <a:rPr lang="en-US" altLang="zh-CN" sz="2400">
                <a:latin typeface="Calibri" panose="020F0502020204030204" pitchFamily="34" charset="0"/>
                <a:cs typeface="Times New Roman" panose="02020603050405020304" pitchFamily="18" charset="0"/>
              </a:rPr>
              <a:t>                            </a:t>
            </a:r>
            <a:r>
              <a:rPr lang="zh-CN" altLang="zh-CN" sz="2400">
                <a:cs typeface="Times New Roman" panose="02020603050405020304" pitchFamily="18" charset="0"/>
              </a:rPr>
              <a:t>□</a:t>
            </a:r>
            <a:endParaRPr lang="zh-CN" altLang="en-US" sz="240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3E5F891D-E2F2-13A1-968E-328647DD8A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2859088"/>
          <a:ext cx="8280400" cy="237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8280400" imgH="1981200" progId="Word.Document.12">
                  <p:embed/>
                </p:oleObj>
              </mc:Choice>
              <mc:Fallback>
                <p:oleObj name="文档" r:id="rId2" imgW="8280400" imgH="1981200" progId="Word.Document.12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2859088"/>
                        <a:ext cx="8280400" cy="237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CF5F7BA1-09ED-CA96-58C6-F756ABA047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8" y="2255838"/>
          <a:ext cx="60769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4" imgW="6083300" imgH="520700" progId="Word.Document.12">
                  <p:embed/>
                </p:oleObj>
              </mc:Choice>
              <mc:Fallback>
                <p:oleObj name="文档" r:id="rId4" imgW="6083300" imgH="520700" progId="Word.Document.12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2255838"/>
                        <a:ext cx="607695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1E2C6576-76C1-3F12-D7AE-A01AEECAF7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44688" y="468313"/>
            <a:ext cx="6683375" cy="960437"/>
          </a:xfrm>
        </p:spPr>
        <p:txBody>
          <a:bodyPr/>
          <a:lstStyle/>
          <a:p>
            <a:pPr algn="ctr" eaLnBrk="1" hangingPunct="1"/>
            <a:r>
              <a:rPr lang="en-US" altLang="zh-CN"/>
              <a:t>5.</a:t>
            </a:r>
            <a:r>
              <a:rPr lang="zh-CN" altLang="en-US"/>
              <a:t>2 整环、除环和域（续）</a:t>
            </a:r>
          </a:p>
        </p:txBody>
      </p:sp>
      <p:grpSp>
        <p:nvGrpSpPr>
          <p:cNvPr id="45059" name="Group 4">
            <a:extLst>
              <a:ext uri="{FF2B5EF4-FFF2-40B4-BE49-F238E27FC236}">
                <a16:creationId xmlns:a16="http://schemas.microsoft.com/office/drawing/2014/main" id="{061F87C7-921B-34E3-E0BC-071F417AA74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42988" y="1276350"/>
            <a:ext cx="6837362" cy="3529013"/>
            <a:chOff x="1800" y="8931"/>
            <a:chExt cx="8306" cy="4286"/>
          </a:xfrm>
        </p:grpSpPr>
        <p:sp>
          <p:nvSpPr>
            <p:cNvPr id="45060" name="AutoShape 30">
              <a:extLst>
                <a:ext uri="{FF2B5EF4-FFF2-40B4-BE49-F238E27FC236}">
                  <a16:creationId xmlns:a16="http://schemas.microsoft.com/office/drawing/2014/main" id="{DFC72A69-2F4C-CED0-7AAE-3F458CB64104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800" y="8931"/>
              <a:ext cx="8306" cy="4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61" name="Text Box 29">
              <a:extLst>
                <a:ext uri="{FF2B5EF4-FFF2-40B4-BE49-F238E27FC236}">
                  <a16:creationId xmlns:a16="http://schemas.microsoft.com/office/drawing/2014/main" id="{DB58046C-866E-7279-2CBA-3C1779F11F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0" y="9168"/>
              <a:ext cx="1300" cy="47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Arial" panose="020B0604020202020204" pitchFamily="34" charset="0"/>
                <a:buNone/>
              </a:pPr>
              <a:r>
                <a:rPr lang="zh-CN" altLang="zh-CN" sz="1200" b="1">
                  <a:latin typeface="Calibri" panose="020F0502020204030204" pitchFamily="34" charset="0"/>
                  <a:cs typeface="Times New Roman" panose="02020603050405020304" pitchFamily="18" charset="0"/>
                </a:rPr>
                <a:t>环</a:t>
              </a:r>
              <a:endParaRPr lang="zh-CN" altLang="zh-CN" sz="1200" b="1">
                <a:cs typeface="Times New Roman" panose="02020603050405020304" pitchFamily="18" charset="0"/>
              </a:endParaRPr>
            </a:p>
          </p:txBody>
        </p:sp>
        <p:cxnSp>
          <p:nvCxnSpPr>
            <p:cNvPr id="45062" name="AutoShape 28">
              <a:extLst>
                <a:ext uri="{FF2B5EF4-FFF2-40B4-BE49-F238E27FC236}">
                  <a16:creationId xmlns:a16="http://schemas.microsoft.com/office/drawing/2014/main" id="{6241BB6B-B277-74A0-5562-240F087AF57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160" y="9639"/>
              <a:ext cx="1" cy="24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63" name="AutoShape 27">
              <a:extLst>
                <a:ext uri="{FF2B5EF4-FFF2-40B4-BE49-F238E27FC236}">
                  <a16:creationId xmlns:a16="http://schemas.microsoft.com/office/drawing/2014/main" id="{5EA4C803-AB79-DCB2-9EDE-9295CB31392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787" y="9907"/>
              <a:ext cx="6410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64" name="AutoShape 26">
              <a:extLst>
                <a:ext uri="{FF2B5EF4-FFF2-40B4-BE49-F238E27FC236}">
                  <a16:creationId xmlns:a16="http://schemas.microsoft.com/office/drawing/2014/main" id="{79DDDE3A-9F8A-887D-D002-FFE2848044A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787" y="9908"/>
              <a:ext cx="1" cy="20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65" name="AutoShape 25">
              <a:extLst>
                <a:ext uri="{FF2B5EF4-FFF2-40B4-BE49-F238E27FC236}">
                  <a16:creationId xmlns:a16="http://schemas.microsoft.com/office/drawing/2014/main" id="{6A3421C5-6F3D-DCA2-4E0E-1FB7A4C09F9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161" y="9908"/>
              <a:ext cx="1" cy="20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66" name="AutoShape 24">
              <a:extLst>
                <a:ext uri="{FF2B5EF4-FFF2-40B4-BE49-F238E27FC236}">
                  <a16:creationId xmlns:a16="http://schemas.microsoft.com/office/drawing/2014/main" id="{700F8B48-EB82-132C-A57E-659B5C28A02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311" y="9908"/>
              <a:ext cx="1" cy="20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5067" name="Text Box 23">
              <a:extLst>
                <a:ext uri="{FF2B5EF4-FFF2-40B4-BE49-F238E27FC236}">
                  <a16:creationId xmlns:a16="http://schemas.microsoft.com/office/drawing/2014/main" id="{52FBC3E0-FEF5-FD55-FB2C-2884C2C248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9" y="10112"/>
              <a:ext cx="1300" cy="47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Arial" panose="020B0604020202020204" pitchFamily="34" charset="0"/>
                <a:buNone/>
              </a:pPr>
              <a:r>
                <a:rPr lang="zh-CN" altLang="zh-CN" sz="1200" b="1">
                  <a:latin typeface="Calibri" panose="020F0502020204030204" pitchFamily="34" charset="0"/>
                  <a:cs typeface="Times New Roman" panose="02020603050405020304" pitchFamily="18" charset="0"/>
                </a:rPr>
                <a:t>交换环</a:t>
              </a:r>
              <a:endParaRPr lang="zh-CN" altLang="zh-CN" sz="1200" b="1">
                <a:cs typeface="Times New Roman" panose="02020603050405020304" pitchFamily="18" charset="0"/>
              </a:endParaRPr>
            </a:p>
          </p:txBody>
        </p:sp>
        <p:sp>
          <p:nvSpPr>
            <p:cNvPr id="45068" name="Text Box 22">
              <a:extLst>
                <a:ext uri="{FF2B5EF4-FFF2-40B4-BE49-F238E27FC236}">
                  <a16:creationId xmlns:a16="http://schemas.microsoft.com/office/drawing/2014/main" id="{8367DC92-A132-ABA6-C299-7B4B2A0C0F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1" y="10112"/>
              <a:ext cx="1404" cy="47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Arial" panose="020B0604020202020204" pitchFamily="34" charset="0"/>
                <a:buNone/>
              </a:pPr>
              <a:r>
                <a:rPr lang="zh-CN" altLang="zh-CN" sz="1200" b="1">
                  <a:latin typeface="Calibri" panose="020F0502020204030204" pitchFamily="34" charset="0"/>
                  <a:cs typeface="Times New Roman" panose="02020603050405020304" pitchFamily="18" charset="0"/>
                </a:rPr>
                <a:t>有单位元环</a:t>
              </a:r>
              <a:endParaRPr lang="zh-CN" altLang="zh-CN" sz="1200" b="1">
                <a:cs typeface="Times New Roman" panose="02020603050405020304" pitchFamily="18" charset="0"/>
              </a:endParaRPr>
            </a:p>
          </p:txBody>
        </p:sp>
        <p:sp>
          <p:nvSpPr>
            <p:cNvPr id="45069" name="Text Box 21">
              <a:extLst>
                <a:ext uri="{FF2B5EF4-FFF2-40B4-BE49-F238E27FC236}">
                  <a16:creationId xmlns:a16="http://schemas.microsoft.com/office/drawing/2014/main" id="{7983176B-7F0E-6455-5A44-6E075AECDD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13" y="10112"/>
              <a:ext cx="1405" cy="47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Arial" panose="020B0604020202020204" pitchFamily="34" charset="0"/>
                <a:buNone/>
              </a:pPr>
              <a:r>
                <a:rPr lang="zh-CN" altLang="zh-CN" sz="1200" b="1">
                  <a:latin typeface="Calibri" panose="020F0502020204030204" pitchFamily="34" charset="0"/>
                  <a:cs typeface="Times New Roman" panose="02020603050405020304" pitchFamily="18" charset="0"/>
                </a:rPr>
                <a:t>无零因子环</a:t>
              </a:r>
              <a:endParaRPr lang="zh-CN" altLang="zh-CN" sz="1200" b="1">
                <a:cs typeface="Times New Roman" panose="02020603050405020304" pitchFamily="18" charset="0"/>
              </a:endParaRPr>
            </a:p>
          </p:txBody>
        </p:sp>
        <p:cxnSp>
          <p:nvCxnSpPr>
            <p:cNvPr id="45070" name="AutoShape 20">
              <a:extLst>
                <a:ext uri="{FF2B5EF4-FFF2-40B4-BE49-F238E27FC236}">
                  <a16:creationId xmlns:a16="http://schemas.microsoft.com/office/drawing/2014/main" id="{81BE0EE2-D178-2CCD-F045-0819123CB7D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3936" y="9446"/>
              <a:ext cx="593" cy="2868"/>
            </a:xfrm>
            <a:prstGeom prst="bentConnector2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71" name="AutoShape 19">
              <a:extLst>
                <a:ext uri="{FF2B5EF4-FFF2-40B4-BE49-F238E27FC236}">
                  <a16:creationId xmlns:a16="http://schemas.microsoft.com/office/drawing/2014/main" id="{ACBF971C-3D70-08A0-7F18-61028EAC191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6051" y="9695"/>
              <a:ext cx="378" cy="2154"/>
            </a:xfrm>
            <a:prstGeom prst="bentConnector2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72" name="AutoShape 18">
              <a:extLst>
                <a:ext uri="{FF2B5EF4-FFF2-40B4-BE49-F238E27FC236}">
                  <a16:creationId xmlns:a16="http://schemas.microsoft.com/office/drawing/2014/main" id="{D81B8761-BA41-32F1-B0D7-F5AD472666F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316" y="10583"/>
              <a:ext cx="1" cy="37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73" name="AutoShape 17">
              <a:extLst>
                <a:ext uri="{FF2B5EF4-FFF2-40B4-BE49-F238E27FC236}">
                  <a16:creationId xmlns:a16="http://schemas.microsoft.com/office/drawing/2014/main" id="{895082F4-4103-5ACF-7769-716166F3B15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667" y="10961"/>
              <a:ext cx="1" cy="21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74" name="AutoShape 16">
              <a:extLst>
                <a:ext uri="{FF2B5EF4-FFF2-40B4-BE49-F238E27FC236}">
                  <a16:creationId xmlns:a16="http://schemas.microsoft.com/office/drawing/2014/main" id="{385DCB00-9474-72B2-E99F-4C5DEC13B58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194" y="11176"/>
              <a:ext cx="1" cy="29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75" name="AutoShape 15">
              <a:extLst>
                <a:ext uri="{FF2B5EF4-FFF2-40B4-BE49-F238E27FC236}">
                  <a16:creationId xmlns:a16="http://schemas.microsoft.com/office/drawing/2014/main" id="{98A4184A-49F8-C67F-35E1-7EC05B3AF08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279" y="10961"/>
              <a:ext cx="11" cy="50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5076" name="Text Box 14">
              <a:extLst>
                <a:ext uri="{FF2B5EF4-FFF2-40B4-BE49-F238E27FC236}">
                  <a16:creationId xmlns:a16="http://schemas.microsoft.com/office/drawing/2014/main" id="{B4154CA1-8BD0-09D9-89B3-951564A119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7" y="11466"/>
              <a:ext cx="1300" cy="47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Arial" panose="020B0604020202020204" pitchFamily="34" charset="0"/>
                <a:buNone/>
              </a:pPr>
              <a:r>
                <a:rPr lang="zh-CN" altLang="zh-CN" sz="1200" b="1">
                  <a:latin typeface="Calibri" panose="020F0502020204030204" pitchFamily="34" charset="0"/>
                  <a:cs typeface="Times New Roman" panose="02020603050405020304" pitchFamily="18" charset="0"/>
                </a:rPr>
                <a:t>整环</a:t>
              </a:r>
              <a:endParaRPr lang="zh-CN" altLang="zh-CN" sz="1200" b="1">
                <a:cs typeface="Times New Roman" panose="02020603050405020304" pitchFamily="18" charset="0"/>
              </a:endParaRPr>
            </a:p>
          </p:txBody>
        </p:sp>
        <p:sp>
          <p:nvSpPr>
            <p:cNvPr id="45077" name="Text Box 13">
              <a:extLst>
                <a:ext uri="{FF2B5EF4-FFF2-40B4-BE49-F238E27FC236}">
                  <a16:creationId xmlns:a16="http://schemas.microsoft.com/office/drawing/2014/main" id="{918759D7-FF8A-EF8D-5F89-9046C5452E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38" y="11466"/>
              <a:ext cx="1300" cy="47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Arial" panose="020B0604020202020204" pitchFamily="34" charset="0"/>
                <a:buNone/>
              </a:pPr>
              <a:r>
                <a:rPr lang="zh-CN" altLang="zh-CN" sz="1200" b="1">
                  <a:latin typeface="Calibri" panose="020F0502020204030204" pitchFamily="34" charset="0"/>
                  <a:cs typeface="Times New Roman" panose="02020603050405020304" pitchFamily="18" charset="0"/>
                </a:rPr>
                <a:t>除环</a:t>
              </a:r>
              <a:endParaRPr lang="zh-CN" altLang="zh-CN" sz="1200" b="1">
                <a:cs typeface="Times New Roman" panose="02020603050405020304" pitchFamily="18" charset="0"/>
              </a:endParaRPr>
            </a:p>
          </p:txBody>
        </p:sp>
        <p:cxnSp>
          <p:nvCxnSpPr>
            <p:cNvPr id="45078" name="AutoShape 12">
              <a:extLst>
                <a:ext uri="{FF2B5EF4-FFF2-40B4-BE49-F238E27FC236}">
                  <a16:creationId xmlns:a16="http://schemas.microsoft.com/office/drawing/2014/main" id="{FD14B2DD-73E2-DFD2-EF0A-3074D53A4FF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177" y="11937"/>
              <a:ext cx="1" cy="32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79" name="AutoShape 11">
              <a:extLst>
                <a:ext uri="{FF2B5EF4-FFF2-40B4-BE49-F238E27FC236}">
                  <a16:creationId xmlns:a16="http://schemas.microsoft.com/office/drawing/2014/main" id="{D07BF6C6-48CD-26A9-CCCD-2F05A471012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178" y="12261"/>
              <a:ext cx="2112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80" name="AutoShape 10">
              <a:extLst>
                <a:ext uri="{FF2B5EF4-FFF2-40B4-BE49-F238E27FC236}">
                  <a16:creationId xmlns:a16="http://schemas.microsoft.com/office/drawing/2014/main" id="{39ED5F44-E7BF-F21A-0281-98587C54E34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288" y="11937"/>
              <a:ext cx="2" cy="32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81" name="AutoShape 9">
              <a:extLst>
                <a:ext uri="{FF2B5EF4-FFF2-40B4-BE49-F238E27FC236}">
                  <a16:creationId xmlns:a16="http://schemas.microsoft.com/office/drawing/2014/main" id="{E2048A90-4D6E-1A63-6610-8236B637924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163" y="12261"/>
              <a:ext cx="1" cy="35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5082" name="Text Box 8">
              <a:extLst>
                <a:ext uri="{FF2B5EF4-FFF2-40B4-BE49-F238E27FC236}">
                  <a16:creationId xmlns:a16="http://schemas.microsoft.com/office/drawing/2014/main" id="{C1B4F9BE-49FB-041C-21B2-4C84DF2AC9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6" y="12616"/>
              <a:ext cx="1300" cy="47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Arial" panose="020B0604020202020204" pitchFamily="34" charset="0"/>
                <a:buNone/>
              </a:pPr>
              <a:r>
                <a:rPr lang="zh-CN" altLang="zh-CN" sz="1200" b="1">
                  <a:latin typeface="Calibri" panose="020F0502020204030204" pitchFamily="34" charset="0"/>
                  <a:cs typeface="Times New Roman" panose="02020603050405020304" pitchFamily="18" charset="0"/>
                </a:rPr>
                <a:t>域</a:t>
              </a:r>
              <a:endParaRPr lang="zh-CN" altLang="zh-CN" sz="1200" b="1">
                <a:cs typeface="Times New Roman" panose="02020603050405020304" pitchFamily="18" charset="0"/>
              </a:endParaRPr>
            </a:p>
          </p:txBody>
        </p:sp>
        <p:sp>
          <p:nvSpPr>
            <p:cNvPr id="45083" name="Text Box 7">
              <a:extLst>
                <a:ext uri="{FF2B5EF4-FFF2-40B4-BE49-F238E27FC236}">
                  <a16:creationId xmlns:a16="http://schemas.microsoft.com/office/drawing/2014/main" id="{18377AE5-DB60-14A7-ECA9-26C42602D0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93" y="10112"/>
              <a:ext cx="1405" cy="47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Arial" panose="020B0604020202020204" pitchFamily="34" charset="0"/>
                <a:buNone/>
              </a:pPr>
              <a:r>
                <a:rPr lang="zh-CN" altLang="zh-CN" sz="1200" b="1">
                  <a:latin typeface="Calibri" panose="020F0502020204030204" pitchFamily="34" charset="0"/>
                  <a:cs typeface="Times New Roman" panose="02020603050405020304" pitchFamily="18" charset="0"/>
                </a:rPr>
                <a:t>非零元有逆</a:t>
              </a:r>
              <a:r>
                <a:rPr lang="zh-CN" altLang="en-US" sz="1200" b="1">
                  <a:latin typeface="Calibri" panose="020F0502020204030204" pitchFamily="34" charset="0"/>
                  <a:cs typeface="Times New Roman" panose="02020603050405020304" pitchFamily="18" charset="0"/>
                </a:rPr>
                <a:t>环</a:t>
              </a:r>
              <a:endParaRPr lang="zh-CN" altLang="zh-CN" sz="1200" b="1">
                <a:cs typeface="Times New Roman" panose="02020603050405020304" pitchFamily="18" charset="0"/>
              </a:endParaRPr>
            </a:p>
          </p:txBody>
        </p:sp>
        <p:cxnSp>
          <p:nvCxnSpPr>
            <p:cNvPr id="45084" name="AutoShape 6">
              <a:extLst>
                <a:ext uri="{FF2B5EF4-FFF2-40B4-BE49-F238E27FC236}">
                  <a16:creationId xmlns:a16="http://schemas.microsoft.com/office/drawing/2014/main" id="{95558920-891E-DB95-B20A-FE09428797D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195" y="9908"/>
              <a:ext cx="1" cy="20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85" name="AutoShape 5">
              <a:extLst>
                <a:ext uri="{FF2B5EF4-FFF2-40B4-BE49-F238E27FC236}">
                  <a16:creationId xmlns:a16="http://schemas.microsoft.com/office/drawing/2014/main" id="{95F35FCE-2414-129A-B61A-09FC80FBA9B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7507" y="10014"/>
              <a:ext cx="1119" cy="2258"/>
            </a:xfrm>
            <a:prstGeom prst="bentConnector2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2934A53F-D84C-AD76-140B-D14FAE989C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44688" y="468313"/>
            <a:ext cx="6683375" cy="960437"/>
          </a:xfrm>
        </p:spPr>
        <p:txBody>
          <a:bodyPr/>
          <a:lstStyle/>
          <a:p>
            <a:pPr algn="ctr" eaLnBrk="1" hangingPunct="1"/>
            <a:r>
              <a:rPr lang="en-US" altLang="zh-CN"/>
              <a:t>5.</a:t>
            </a:r>
            <a:r>
              <a:rPr lang="zh-CN" altLang="zh-CN"/>
              <a:t>3 子环、理想和商环</a:t>
            </a:r>
          </a:p>
        </p:txBody>
      </p:sp>
      <p:graphicFrame>
        <p:nvGraphicFramePr>
          <p:cNvPr id="46083" name="Object 3">
            <a:extLst>
              <a:ext uri="{FF2B5EF4-FFF2-40B4-BE49-F238E27FC236}">
                <a16:creationId xmlns:a16="http://schemas.microsoft.com/office/drawing/2014/main" id="{288CEDF6-A1DE-D1DE-B585-72F66C26590A}"/>
              </a:ext>
            </a:extLst>
          </p:cNvPr>
          <p:cNvGraphicFramePr>
            <a:graphicFrameLocks/>
          </p:cNvGraphicFramePr>
          <p:nvPr/>
        </p:nvGraphicFramePr>
        <p:xfrm>
          <a:off x="1116013" y="989013"/>
          <a:ext cx="6926262" cy="4002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099300" imgH="4114800" progId="Word.Document.8">
                  <p:embed/>
                </p:oleObj>
              </mc:Choice>
              <mc:Fallback>
                <p:oleObj name="Document" r:id="rId2" imgW="7099300" imgH="4114800" progId="Word.Document.8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989013"/>
                        <a:ext cx="6926262" cy="4002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41820E98-5FA9-7E38-17E2-A0DD404739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44688" y="468313"/>
            <a:ext cx="6683375" cy="960437"/>
          </a:xfrm>
        </p:spPr>
        <p:txBody>
          <a:bodyPr/>
          <a:lstStyle/>
          <a:p>
            <a:pPr algn="ctr" eaLnBrk="1" hangingPunct="1"/>
            <a:r>
              <a:rPr lang="en-US" altLang="zh-CN"/>
              <a:t>5.</a:t>
            </a:r>
            <a:r>
              <a:rPr lang="zh-CN" altLang="en-US"/>
              <a:t>3 子环、理想和商环（续）</a:t>
            </a:r>
          </a:p>
        </p:txBody>
      </p:sp>
      <p:graphicFrame>
        <p:nvGraphicFramePr>
          <p:cNvPr id="47107" name="Object 3">
            <a:extLst>
              <a:ext uri="{FF2B5EF4-FFF2-40B4-BE49-F238E27FC236}">
                <a16:creationId xmlns:a16="http://schemas.microsoft.com/office/drawing/2014/main" id="{D11EE9D0-6A01-2DBE-F932-91A179F63C34}"/>
              </a:ext>
            </a:extLst>
          </p:cNvPr>
          <p:cNvGraphicFramePr>
            <a:graphicFrameLocks/>
          </p:cNvGraphicFramePr>
          <p:nvPr/>
        </p:nvGraphicFramePr>
        <p:xfrm>
          <a:off x="1116013" y="989013"/>
          <a:ext cx="6926262" cy="3867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099300" imgH="3962400" progId="Word.Document.8">
                  <p:embed/>
                </p:oleObj>
              </mc:Choice>
              <mc:Fallback>
                <p:oleObj name="Document" r:id="rId2" imgW="7099300" imgH="3962400" progId="Word.Document.8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989013"/>
                        <a:ext cx="6926262" cy="3867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A9A0BE17-94E9-CE0F-1816-CA6AC61438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44688" y="468313"/>
            <a:ext cx="6683375" cy="960437"/>
          </a:xfrm>
        </p:spPr>
        <p:txBody>
          <a:bodyPr/>
          <a:lstStyle/>
          <a:p>
            <a:pPr algn="ctr" eaLnBrk="1" hangingPunct="1"/>
            <a:r>
              <a:rPr lang="en-US" altLang="zh-CN"/>
              <a:t>5.</a:t>
            </a:r>
            <a:r>
              <a:rPr lang="zh-CN" altLang="en-US"/>
              <a:t>3 子环、理想和商环（续）</a:t>
            </a:r>
          </a:p>
        </p:txBody>
      </p:sp>
      <p:graphicFrame>
        <p:nvGraphicFramePr>
          <p:cNvPr id="48131" name="Object 3">
            <a:extLst>
              <a:ext uri="{FF2B5EF4-FFF2-40B4-BE49-F238E27FC236}">
                <a16:creationId xmlns:a16="http://schemas.microsoft.com/office/drawing/2014/main" id="{B11D0F16-AEFE-CDC7-CB8B-A4CEB55A9BED}"/>
              </a:ext>
            </a:extLst>
          </p:cNvPr>
          <p:cNvGraphicFramePr>
            <a:graphicFrameLocks/>
          </p:cNvGraphicFramePr>
          <p:nvPr/>
        </p:nvGraphicFramePr>
        <p:xfrm>
          <a:off x="755650" y="893763"/>
          <a:ext cx="8164513" cy="421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099300" imgH="3962400" progId="Word.Document.8">
                  <p:embed/>
                </p:oleObj>
              </mc:Choice>
              <mc:Fallback>
                <p:oleObj name="Document" r:id="rId2" imgW="7099300" imgH="3962400" progId="Word.Document.8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893763"/>
                        <a:ext cx="8164513" cy="421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694AD593-CE92-617D-FD72-556EE1BE52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44688" y="468313"/>
            <a:ext cx="6683375" cy="960437"/>
          </a:xfrm>
        </p:spPr>
        <p:txBody>
          <a:bodyPr/>
          <a:lstStyle/>
          <a:p>
            <a:pPr algn="ctr" eaLnBrk="1" hangingPunct="1"/>
            <a:r>
              <a:rPr lang="en-US" altLang="zh-CN"/>
              <a:t>5.</a:t>
            </a:r>
            <a:r>
              <a:rPr lang="zh-CN" altLang="en-US"/>
              <a:t>3 子环、理想和商环（续）</a:t>
            </a:r>
          </a:p>
        </p:txBody>
      </p:sp>
      <p:graphicFrame>
        <p:nvGraphicFramePr>
          <p:cNvPr id="49155" name="Object 3">
            <a:extLst>
              <a:ext uri="{FF2B5EF4-FFF2-40B4-BE49-F238E27FC236}">
                <a16:creationId xmlns:a16="http://schemas.microsoft.com/office/drawing/2014/main" id="{8F33F292-4980-4AA5-D4FA-54BA9C135866}"/>
              </a:ext>
            </a:extLst>
          </p:cNvPr>
          <p:cNvGraphicFramePr>
            <a:graphicFrameLocks/>
          </p:cNvGraphicFramePr>
          <p:nvPr/>
        </p:nvGraphicFramePr>
        <p:xfrm>
          <a:off x="1116013" y="987425"/>
          <a:ext cx="6986587" cy="403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112000" imgH="3962400" progId="Word.Document.12">
                  <p:embed/>
                </p:oleObj>
              </mc:Choice>
              <mc:Fallback>
                <p:oleObj r:id="rId2" imgW="7112000" imgH="3962400" progId="Word.Document.12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987425"/>
                        <a:ext cx="6986587" cy="403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bevel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95FFB9A4-F2A4-EC1F-C73B-DC1267A80C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44688" y="468313"/>
            <a:ext cx="6683375" cy="960437"/>
          </a:xfrm>
        </p:spPr>
        <p:txBody>
          <a:bodyPr/>
          <a:lstStyle/>
          <a:p>
            <a:pPr algn="ctr" eaLnBrk="1" hangingPunct="1"/>
            <a:r>
              <a:rPr lang="en-US" altLang="zh-CN"/>
              <a:t>5.</a:t>
            </a:r>
            <a:r>
              <a:rPr lang="zh-CN" altLang="en-US"/>
              <a:t>3 子环、理想和商环（续）</a:t>
            </a:r>
          </a:p>
        </p:txBody>
      </p:sp>
      <p:graphicFrame>
        <p:nvGraphicFramePr>
          <p:cNvPr id="50179" name="Object 3">
            <a:extLst>
              <a:ext uri="{FF2B5EF4-FFF2-40B4-BE49-F238E27FC236}">
                <a16:creationId xmlns:a16="http://schemas.microsoft.com/office/drawing/2014/main" id="{67F387CB-6D24-EB05-7BC8-499E8EAD5433}"/>
              </a:ext>
            </a:extLst>
          </p:cNvPr>
          <p:cNvGraphicFramePr>
            <a:graphicFrameLocks/>
          </p:cNvGraphicFramePr>
          <p:nvPr/>
        </p:nvGraphicFramePr>
        <p:xfrm>
          <a:off x="1116013" y="989013"/>
          <a:ext cx="6926262" cy="4002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099300" imgH="4114800" progId="Word.Document.8">
                  <p:embed/>
                </p:oleObj>
              </mc:Choice>
              <mc:Fallback>
                <p:oleObj name="Document" r:id="rId2" imgW="7099300" imgH="4114800" progId="Word.Document.8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989013"/>
                        <a:ext cx="6926262" cy="4002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bevel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BA762216-739F-799C-9050-8ABBD2E407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44688" y="468313"/>
            <a:ext cx="6683375" cy="960437"/>
          </a:xfrm>
        </p:spPr>
        <p:txBody>
          <a:bodyPr/>
          <a:lstStyle/>
          <a:p>
            <a:pPr algn="ctr" eaLnBrk="1" hangingPunct="1"/>
            <a:r>
              <a:rPr lang="zh-CN" altLang="en-US"/>
              <a:t>定理 </a:t>
            </a:r>
            <a:r>
              <a:rPr lang="en-US" altLang="zh-CN"/>
              <a:t>5.</a:t>
            </a:r>
            <a:r>
              <a:rPr lang="zh-CN" altLang="en-US"/>
              <a:t>3.2 环同态性质</a:t>
            </a:r>
          </a:p>
        </p:txBody>
      </p:sp>
      <p:graphicFrame>
        <p:nvGraphicFramePr>
          <p:cNvPr id="51203" name="Object 3">
            <a:extLst>
              <a:ext uri="{FF2B5EF4-FFF2-40B4-BE49-F238E27FC236}">
                <a16:creationId xmlns:a16="http://schemas.microsoft.com/office/drawing/2014/main" id="{EAB3127C-4704-094F-18B1-935DFEA54CF8}"/>
              </a:ext>
            </a:extLst>
          </p:cNvPr>
          <p:cNvGraphicFramePr>
            <a:graphicFrameLocks/>
          </p:cNvGraphicFramePr>
          <p:nvPr/>
        </p:nvGraphicFramePr>
        <p:xfrm>
          <a:off x="1116013" y="987425"/>
          <a:ext cx="6986587" cy="418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099300" imgH="4114800" progId="Word.Document.8">
                  <p:embed/>
                </p:oleObj>
              </mc:Choice>
              <mc:Fallback>
                <p:oleObj name="Document" r:id="rId2" imgW="7099300" imgH="4114800" progId="Word.Document.8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987425"/>
                        <a:ext cx="6986587" cy="418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bevel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FE265A30-BF99-9B8B-1F2F-D00D37217F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44688" y="468313"/>
            <a:ext cx="6683375" cy="960437"/>
          </a:xfrm>
        </p:spPr>
        <p:txBody>
          <a:bodyPr/>
          <a:lstStyle/>
          <a:p>
            <a:pPr algn="ctr" eaLnBrk="1" hangingPunct="1"/>
            <a:r>
              <a:rPr lang="zh-CN" altLang="en-US"/>
              <a:t>定理 </a:t>
            </a:r>
            <a:r>
              <a:rPr lang="en-US" altLang="zh-CN"/>
              <a:t>5.</a:t>
            </a:r>
            <a:r>
              <a:rPr lang="zh-CN" altLang="en-US"/>
              <a:t>3.2 证明（续）</a:t>
            </a:r>
          </a:p>
        </p:txBody>
      </p:sp>
      <p:graphicFrame>
        <p:nvGraphicFramePr>
          <p:cNvPr id="52227" name="Object 3">
            <a:extLst>
              <a:ext uri="{FF2B5EF4-FFF2-40B4-BE49-F238E27FC236}">
                <a16:creationId xmlns:a16="http://schemas.microsoft.com/office/drawing/2014/main" id="{2F866BA1-75C4-1855-7450-5D6C1D2FC7E0}"/>
              </a:ext>
            </a:extLst>
          </p:cNvPr>
          <p:cNvGraphicFramePr>
            <a:graphicFrameLocks/>
          </p:cNvGraphicFramePr>
          <p:nvPr/>
        </p:nvGraphicFramePr>
        <p:xfrm>
          <a:off x="1116013" y="962025"/>
          <a:ext cx="6986587" cy="418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112000" imgH="4114800" progId="Word.Document.8">
                  <p:embed/>
                </p:oleObj>
              </mc:Choice>
              <mc:Fallback>
                <p:oleObj name="Document" r:id="rId2" imgW="7112000" imgH="4114800" progId="Word.Document.8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962025"/>
                        <a:ext cx="6986587" cy="418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52228" name="文本框 1">
            <a:extLst>
              <a:ext uri="{FF2B5EF4-FFF2-40B4-BE49-F238E27FC236}">
                <a16:creationId xmlns:a16="http://schemas.microsoft.com/office/drawing/2014/main" id="{34AB8C6F-E1DF-3FE8-0951-FB744633ED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363" y="3363913"/>
            <a:ext cx="1008062" cy="369887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5.3.1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EB8AC164-64F8-8160-F15F-996D092C9A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44688" y="468313"/>
            <a:ext cx="6683375" cy="960437"/>
          </a:xfrm>
        </p:spPr>
        <p:txBody>
          <a:bodyPr/>
          <a:lstStyle/>
          <a:p>
            <a:pPr algn="ctr" eaLnBrk="1" hangingPunct="1"/>
            <a:r>
              <a:rPr lang="en-US" altLang="zh-CN"/>
              <a:t>5.</a:t>
            </a:r>
            <a:r>
              <a:rPr lang="zh-CN" altLang="en-US"/>
              <a:t>3 子环、理想和商环（续）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4FA7487-55EB-EEE1-9DD4-A0A1EB409C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850" y="947738"/>
            <a:ext cx="7658100" cy="388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12DB9AA4-AE34-0767-E801-3A5C876332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1439863"/>
            <a:ext cx="79629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F5E4FEA-91AC-F4F8-6A64-04FABB6DB8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350" y="3148013"/>
            <a:ext cx="7277100" cy="176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17115878-7BE3-F5A0-174D-9472AE8ECF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195263"/>
            <a:ext cx="8229600" cy="857250"/>
          </a:xfrm>
        </p:spPr>
        <p:txBody>
          <a:bodyPr/>
          <a:lstStyle/>
          <a:p>
            <a:pPr algn="ctr" eaLnBrk="1" hangingPunct="1"/>
            <a:r>
              <a:rPr lang="en-US" altLang="zh-CN"/>
              <a:t>5.</a:t>
            </a:r>
            <a:r>
              <a:rPr lang="zh-CN" altLang="en-US"/>
              <a:t>3 子环、理想和商环（续）</a:t>
            </a:r>
          </a:p>
        </p:txBody>
      </p:sp>
      <p:grpSp>
        <p:nvGrpSpPr>
          <p:cNvPr id="54275" name="组合 3">
            <a:extLst>
              <a:ext uri="{FF2B5EF4-FFF2-40B4-BE49-F238E27FC236}">
                <a16:creationId xmlns:a16="http://schemas.microsoft.com/office/drawing/2014/main" id="{BD2A7AE6-15F6-08DC-E69C-869FA2E8AB5C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1203325"/>
            <a:ext cx="8785225" cy="3860800"/>
            <a:chOff x="323528" y="1131590"/>
            <a:chExt cx="8784976" cy="3860800"/>
          </a:xfrm>
        </p:grpSpPr>
        <p:graphicFrame>
          <p:nvGraphicFramePr>
            <p:cNvPr id="54278" name="Object 3">
              <a:extLst>
                <a:ext uri="{FF2B5EF4-FFF2-40B4-BE49-F238E27FC236}">
                  <a16:creationId xmlns:a16="http://schemas.microsoft.com/office/drawing/2014/main" id="{62BA0F4E-A1A6-7253-CDA4-567700CE659A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611560" y="1131590"/>
            <a:ext cx="8402638" cy="3860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Document" r:id="rId2" imgW="8623300" imgH="3962400" progId="Word.Document.8">
                    <p:embed/>
                  </p:oleObj>
                </mc:Choice>
                <mc:Fallback>
                  <p:oleObj name="Document" r:id="rId2" imgW="8623300" imgH="3962400" progId="Word.Document.8">
                    <p:embed/>
                    <p:pic>
                      <p:nvPicPr>
                        <p:cNvPr id="0" name="Object 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1560" y="1131590"/>
                          <a:ext cx="8402638" cy="3860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bevel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 useBgFill="1">
          <p:nvSpPr>
            <p:cNvPr id="54279" name="文本框 2">
              <a:extLst>
                <a:ext uri="{FF2B5EF4-FFF2-40B4-BE49-F238E27FC236}">
                  <a16:creationId xmlns:a16="http://schemas.microsoft.com/office/drawing/2014/main" id="{B3E992EF-6CE8-151D-EE1F-7D849D5286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528" y="2355726"/>
              <a:ext cx="8784976" cy="2160240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3656851F-568C-24BA-7338-F798D840FB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13" y="2276475"/>
            <a:ext cx="8545512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BA4A6B3-2448-C041-B5A7-69F2C5B302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4410075"/>
            <a:ext cx="2032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b="1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乘法是否有意义</a:t>
            </a:r>
            <a:r>
              <a:rPr lang="zh-CN" altLang="zh-CN">
                <a:latin typeface="Calibri" panose="020F0502020204030204" pitchFamily="34" charset="0"/>
                <a:cs typeface="Times New Roman" panose="02020603050405020304" pitchFamily="18" charset="0"/>
              </a:rPr>
              <a:t>？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4F15DBBE-7B31-1AE9-21D8-853450B251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44688" y="468313"/>
            <a:ext cx="6683375" cy="960437"/>
          </a:xfrm>
        </p:spPr>
        <p:txBody>
          <a:bodyPr/>
          <a:lstStyle/>
          <a:p>
            <a:pPr algn="ctr" eaLnBrk="1" hangingPunct="1"/>
            <a:r>
              <a:rPr lang="en-US" altLang="zh-CN"/>
              <a:t>5.</a:t>
            </a:r>
            <a:r>
              <a:rPr lang="zh-CN" altLang="en-US"/>
              <a:t>3 子环、理想和商环（续）</a:t>
            </a:r>
          </a:p>
        </p:txBody>
      </p:sp>
      <p:graphicFrame>
        <p:nvGraphicFramePr>
          <p:cNvPr id="55299" name="对象 1">
            <a:extLst>
              <a:ext uri="{FF2B5EF4-FFF2-40B4-BE49-F238E27FC236}">
                <a16:creationId xmlns:a16="http://schemas.microsoft.com/office/drawing/2014/main" id="{A2CED0A4-EFD7-16AB-1DB3-D2E44B2ADB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9250" y="969963"/>
          <a:ext cx="5730875" cy="180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4000500" imgH="1257300" progId="Word.Document.12">
                  <p:embed/>
                </p:oleObj>
              </mc:Choice>
              <mc:Fallback>
                <p:oleObj name="文档" r:id="rId2" imgW="4000500" imgH="1257300" progId="Word.Document.12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969963"/>
                        <a:ext cx="5730875" cy="180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08459BD3-C726-1211-08D9-035E5D3370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7825" y="2447925"/>
            <a:ext cx="68421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>
                <a:latin typeface="Calibri" panose="020F0502020204030204" pitchFamily="34" charset="0"/>
                <a:cs typeface="Times New Roman" panose="02020603050405020304" pitchFamily="18" charset="0"/>
              </a:rPr>
              <a:t>理想一定是子环，反之未必。对于任意环</a:t>
            </a:r>
            <a:r>
              <a:rPr lang="en-US" altLang="zh-CN">
                <a:latin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zh-CN" altLang="zh-CN">
                <a:latin typeface="Calibri" panose="020F0502020204030204" pitchFamily="34" charset="0"/>
                <a:cs typeface="Times New Roman" panose="02020603050405020304" pitchFamily="18" charset="0"/>
              </a:rPr>
              <a:t>，</a:t>
            </a:r>
            <a:r>
              <a:rPr lang="en-US" altLang="zh-CN">
                <a:latin typeface="Calibri" panose="020F0502020204030204" pitchFamily="34" charset="0"/>
                <a:cs typeface="Times New Roman" panose="02020603050405020304" pitchFamily="18" charset="0"/>
              </a:rPr>
              <a:t>{0}</a:t>
            </a:r>
            <a:r>
              <a:rPr lang="zh-CN" altLang="zh-CN">
                <a:latin typeface="Calibri" panose="020F0502020204030204" pitchFamily="34" charset="0"/>
                <a:cs typeface="Times New Roman" panose="02020603050405020304" pitchFamily="18" charset="0"/>
              </a:rPr>
              <a:t>和</a:t>
            </a:r>
            <a:r>
              <a:rPr lang="en-US" altLang="zh-CN">
                <a:latin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zh-CN" altLang="zh-CN">
                <a:latin typeface="Calibri" panose="020F0502020204030204" pitchFamily="34" charset="0"/>
                <a:cs typeface="Times New Roman" panose="02020603050405020304" pitchFamily="18" charset="0"/>
              </a:rPr>
              <a:t>都是理想，分别称之为零理想和单位理想。</a:t>
            </a:r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DF1DCD2-1287-FA3C-000E-418C354ED7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9725" y="3273425"/>
            <a:ext cx="67976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B522D05-395C-FB4F-BBC6-418D7503C8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7825" y="3940175"/>
            <a:ext cx="29956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交换环的子环都是理想吗？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63A02162-173A-3384-FB71-DC0BD573DD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44688" y="468313"/>
            <a:ext cx="6683375" cy="960437"/>
          </a:xfrm>
        </p:spPr>
        <p:txBody>
          <a:bodyPr/>
          <a:lstStyle/>
          <a:p>
            <a:pPr algn="ctr" eaLnBrk="1" hangingPunct="1"/>
            <a:r>
              <a:rPr lang="en-US" altLang="zh-CN"/>
              <a:t>5.</a:t>
            </a:r>
            <a:r>
              <a:rPr lang="zh-CN" altLang="en-US"/>
              <a:t>3 子环、理想和商环（续）</a:t>
            </a:r>
          </a:p>
        </p:txBody>
      </p:sp>
      <p:pic>
        <p:nvPicPr>
          <p:cNvPr id="56323" name="图片 1">
            <a:extLst>
              <a:ext uri="{FF2B5EF4-FFF2-40B4-BE49-F238E27FC236}">
                <a16:creationId xmlns:a16="http://schemas.microsoft.com/office/drawing/2014/main" id="{307BD89A-6DA3-2491-672E-8C7718BBB9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058863"/>
            <a:ext cx="8016875" cy="167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24" name="图片 2">
            <a:extLst>
              <a:ext uri="{FF2B5EF4-FFF2-40B4-BE49-F238E27FC236}">
                <a16:creationId xmlns:a16="http://schemas.microsoft.com/office/drawing/2014/main" id="{40DEB02B-8179-DF1B-CA42-6F97B43CD6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838" y="3148013"/>
            <a:ext cx="7521575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7E477EDD-3522-F31E-3985-FB32393D93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44688" y="468313"/>
            <a:ext cx="6683375" cy="960437"/>
          </a:xfrm>
        </p:spPr>
        <p:txBody>
          <a:bodyPr/>
          <a:lstStyle/>
          <a:p>
            <a:pPr algn="ctr" eaLnBrk="1" hangingPunct="1"/>
            <a:r>
              <a:rPr lang="zh-CN" altLang="en-US"/>
              <a:t>推论 </a:t>
            </a:r>
            <a:r>
              <a:rPr lang="en-US" altLang="zh-CN"/>
              <a:t>5.</a:t>
            </a:r>
            <a:r>
              <a:rPr lang="zh-CN" altLang="en-US"/>
              <a:t>3.1 主理想的元素表示</a:t>
            </a:r>
          </a:p>
        </p:txBody>
      </p:sp>
      <p:graphicFrame>
        <p:nvGraphicFramePr>
          <p:cNvPr id="57347" name="Object 3">
            <a:extLst>
              <a:ext uri="{FF2B5EF4-FFF2-40B4-BE49-F238E27FC236}">
                <a16:creationId xmlns:a16="http://schemas.microsoft.com/office/drawing/2014/main" id="{CCA730D7-03EA-D8EE-381F-A794D84E2D74}"/>
              </a:ext>
            </a:extLst>
          </p:cNvPr>
          <p:cNvGraphicFramePr>
            <a:graphicFrameLocks/>
          </p:cNvGraphicFramePr>
          <p:nvPr/>
        </p:nvGraphicFramePr>
        <p:xfrm>
          <a:off x="1116013" y="947738"/>
          <a:ext cx="6926262" cy="166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099300" imgH="1714500" progId="Word.Document.8">
                  <p:embed/>
                </p:oleObj>
              </mc:Choice>
              <mc:Fallback>
                <p:oleObj name="Document" r:id="rId2" imgW="7099300" imgH="1714500" progId="Word.Document.8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947738"/>
                        <a:ext cx="6926262" cy="166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bevel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>
            <a:extLst>
              <a:ext uri="{FF2B5EF4-FFF2-40B4-BE49-F238E27FC236}">
                <a16:creationId xmlns:a16="http://schemas.microsoft.com/office/drawing/2014/main" id="{D2A9A30A-EB20-415B-14BA-0D084E73DF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2787650"/>
            <a:ext cx="8305800" cy="200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EDC6C046-8F04-AAF0-5613-C21C39C702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44688" y="468313"/>
            <a:ext cx="6683375" cy="960437"/>
          </a:xfrm>
        </p:spPr>
        <p:txBody>
          <a:bodyPr/>
          <a:lstStyle/>
          <a:p>
            <a:pPr algn="ctr" eaLnBrk="1" hangingPunct="1"/>
            <a:r>
              <a:rPr lang="zh-CN" altLang="en-US"/>
              <a:t>推论 </a:t>
            </a:r>
            <a:r>
              <a:rPr lang="en-US" altLang="zh-CN"/>
              <a:t>5.</a:t>
            </a:r>
            <a:r>
              <a:rPr lang="zh-CN" altLang="en-US"/>
              <a:t>3.1 证明（续）</a:t>
            </a:r>
          </a:p>
        </p:txBody>
      </p:sp>
      <p:pic>
        <p:nvPicPr>
          <p:cNvPr id="58371" name="图片 1">
            <a:extLst>
              <a:ext uri="{FF2B5EF4-FFF2-40B4-BE49-F238E27FC236}">
                <a16:creationId xmlns:a16="http://schemas.microsoft.com/office/drawing/2014/main" id="{FF21DC24-0EB4-C1E3-9503-2352B9ADEE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203325"/>
            <a:ext cx="8359775" cy="104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72" name="图片 2">
            <a:extLst>
              <a:ext uri="{FF2B5EF4-FFF2-40B4-BE49-F238E27FC236}">
                <a16:creationId xmlns:a16="http://schemas.microsoft.com/office/drawing/2014/main" id="{1C62A9E5-A4E6-4C64-D0DF-629ED32AD1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2859088"/>
            <a:ext cx="8008938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23F9B76B-B9B0-14F9-1FE0-218E78FB15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19250" y="38100"/>
            <a:ext cx="6684963" cy="588963"/>
          </a:xfrm>
        </p:spPr>
        <p:txBody>
          <a:bodyPr/>
          <a:lstStyle/>
          <a:p>
            <a:pPr algn="ctr" eaLnBrk="1" hangingPunct="1"/>
            <a:r>
              <a:rPr lang="en-US" altLang="zh-CN"/>
              <a:t>5.</a:t>
            </a:r>
            <a:r>
              <a:rPr lang="zh-CN" altLang="en-US"/>
              <a:t>3 子环、理想和商环（续）</a:t>
            </a:r>
          </a:p>
        </p:txBody>
      </p:sp>
      <p:pic>
        <p:nvPicPr>
          <p:cNvPr id="59395" name="图片 1">
            <a:extLst>
              <a:ext uri="{FF2B5EF4-FFF2-40B4-BE49-F238E27FC236}">
                <a16:creationId xmlns:a16="http://schemas.microsoft.com/office/drawing/2014/main" id="{F95BE1D9-31F3-18A0-9B53-B5514E4C24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577850"/>
            <a:ext cx="517525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0FDD6251-515A-FACE-440A-53350355F8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13" y="1492250"/>
            <a:ext cx="8229600" cy="178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889471A-21A7-C797-3DDE-51B21553B2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" y="3435350"/>
            <a:ext cx="8008938" cy="157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B28B89DE-FDE0-9ADC-ADDD-89110ABEC0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44688" y="468313"/>
            <a:ext cx="6683375" cy="960437"/>
          </a:xfrm>
        </p:spPr>
        <p:txBody>
          <a:bodyPr/>
          <a:lstStyle/>
          <a:p>
            <a:pPr algn="ctr" eaLnBrk="1" hangingPunct="1"/>
            <a:r>
              <a:rPr lang="en-US" altLang="zh-CN"/>
              <a:t>5.</a:t>
            </a:r>
            <a:r>
              <a:rPr lang="zh-CN" altLang="en-US"/>
              <a:t>3 子环、理想和商环（续）</a:t>
            </a:r>
          </a:p>
        </p:txBody>
      </p:sp>
      <p:pic>
        <p:nvPicPr>
          <p:cNvPr id="61443" name="图片 1">
            <a:extLst>
              <a:ext uri="{FF2B5EF4-FFF2-40B4-BE49-F238E27FC236}">
                <a16:creationId xmlns:a16="http://schemas.microsoft.com/office/drawing/2014/main" id="{5F3DC609-CEAD-0053-1685-B1F4F1A56B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919163"/>
            <a:ext cx="6272212" cy="143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B93669C-7BC0-3D50-202D-C67356F9CF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63" y="2500313"/>
            <a:ext cx="801687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D92F4E9-3BA4-2BBB-6FDF-841DF8F88D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350" y="3460750"/>
            <a:ext cx="7986713" cy="125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794F4A19-D315-7216-6632-E047FCF120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44688" y="468313"/>
            <a:ext cx="6683375" cy="960437"/>
          </a:xfrm>
        </p:spPr>
        <p:txBody>
          <a:bodyPr/>
          <a:lstStyle/>
          <a:p>
            <a:pPr algn="ctr" eaLnBrk="1" hangingPunct="1"/>
            <a:r>
              <a:rPr lang="en-US" altLang="zh-CN"/>
              <a:t>5.</a:t>
            </a:r>
            <a:r>
              <a:rPr lang="zh-CN" altLang="en-US"/>
              <a:t>3 子环、理想和商环（续）</a:t>
            </a:r>
          </a:p>
        </p:txBody>
      </p:sp>
      <p:pic>
        <p:nvPicPr>
          <p:cNvPr id="62467" name="图片 1">
            <a:extLst>
              <a:ext uri="{FF2B5EF4-FFF2-40B4-BE49-F238E27FC236}">
                <a16:creationId xmlns:a16="http://schemas.microsoft.com/office/drawing/2014/main" id="{15F26CFB-9EA0-CFD9-9C13-6514A4D292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987425"/>
            <a:ext cx="5464175" cy="150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68" name="图片 2">
            <a:extLst>
              <a:ext uri="{FF2B5EF4-FFF2-40B4-BE49-F238E27FC236}">
                <a16:creationId xmlns:a16="http://schemas.microsoft.com/office/drawing/2014/main" id="{AC10DF18-8125-339F-1BC7-2660D32FA6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2643188"/>
            <a:ext cx="6530975" cy="214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BC05259F-64C9-347E-1380-2462426299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44688" y="468313"/>
            <a:ext cx="6683375" cy="960437"/>
          </a:xfrm>
        </p:spPr>
        <p:txBody>
          <a:bodyPr/>
          <a:lstStyle/>
          <a:p>
            <a:pPr algn="ctr" eaLnBrk="1" hangingPunct="1"/>
            <a:r>
              <a:rPr lang="en-US" altLang="zh-CN"/>
              <a:t>5.</a:t>
            </a:r>
            <a:r>
              <a:rPr lang="zh-CN" altLang="en-US"/>
              <a:t>4 素理想、极大理想和商域</a:t>
            </a:r>
          </a:p>
        </p:txBody>
      </p:sp>
      <p:graphicFrame>
        <p:nvGraphicFramePr>
          <p:cNvPr id="63491" name="Object 3">
            <a:extLst>
              <a:ext uri="{FF2B5EF4-FFF2-40B4-BE49-F238E27FC236}">
                <a16:creationId xmlns:a16="http://schemas.microsoft.com/office/drawing/2014/main" id="{16A546B7-A4C9-49F3-EA95-7A29BF4163B8}"/>
              </a:ext>
            </a:extLst>
          </p:cNvPr>
          <p:cNvGraphicFramePr>
            <a:graphicFrameLocks/>
          </p:cNvGraphicFramePr>
          <p:nvPr/>
        </p:nvGraphicFramePr>
        <p:xfrm>
          <a:off x="1331913" y="987425"/>
          <a:ext cx="6926262" cy="173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099300" imgH="1841500" progId="Word.Document.8">
                  <p:embed/>
                </p:oleObj>
              </mc:Choice>
              <mc:Fallback>
                <p:oleObj name="Document" r:id="rId2" imgW="7099300" imgH="1841500" progId="Word.Document.8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987425"/>
                        <a:ext cx="6926262" cy="173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>
            <a:extLst>
              <a:ext uri="{FF2B5EF4-FFF2-40B4-BE49-F238E27FC236}">
                <a16:creationId xmlns:a16="http://schemas.microsoft.com/office/drawing/2014/main" id="{9132BBDC-1BFB-7935-416B-610B032647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2520950"/>
            <a:ext cx="77200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02E94A3-DB52-9222-BC15-86B64FC0AC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3114675"/>
            <a:ext cx="7986712" cy="1395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05DD4FC5-4806-1D00-C0DC-7D96E2C6B2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44688" y="468313"/>
            <a:ext cx="6683375" cy="960437"/>
          </a:xfrm>
        </p:spPr>
        <p:txBody>
          <a:bodyPr/>
          <a:lstStyle/>
          <a:p>
            <a:pPr algn="ctr" eaLnBrk="1" hangingPunct="1"/>
            <a:r>
              <a:rPr lang="en-US" altLang="zh-CN"/>
              <a:t>5.</a:t>
            </a:r>
            <a:r>
              <a:rPr lang="zh-CN" altLang="en-US"/>
              <a:t>4 素理想、极大理想和商域（续）</a:t>
            </a:r>
          </a:p>
        </p:txBody>
      </p:sp>
      <p:graphicFrame>
        <p:nvGraphicFramePr>
          <p:cNvPr id="64515" name="Object 3">
            <a:extLst>
              <a:ext uri="{FF2B5EF4-FFF2-40B4-BE49-F238E27FC236}">
                <a16:creationId xmlns:a16="http://schemas.microsoft.com/office/drawing/2014/main" id="{820E190C-8526-662E-F2E2-5E724FCE9A25}"/>
              </a:ext>
            </a:extLst>
          </p:cNvPr>
          <p:cNvGraphicFramePr>
            <a:graphicFrameLocks/>
          </p:cNvGraphicFramePr>
          <p:nvPr/>
        </p:nvGraphicFramePr>
        <p:xfrm>
          <a:off x="1116013" y="989013"/>
          <a:ext cx="6926262" cy="4002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099300" imgH="4114800" progId="Word.Document.8">
                  <p:embed/>
                </p:oleObj>
              </mc:Choice>
              <mc:Fallback>
                <p:oleObj name="Document" r:id="rId2" imgW="7099300" imgH="4114800" progId="Word.Document.8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989013"/>
                        <a:ext cx="6926262" cy="4002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bevel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F5FDE377-5EB2-104E-B68A-8853E6A230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44688" y="468313"/>
            <a:ext cx="6683375" cy="960437"/>
          </a:xfrm>
        </p:spPr>
        <p:txBody>
          <a:bodyPr/>
          <a:lstStyle/>
          <a:p>
            <a:pPr algn="ctr" eaLnBrk="1" hangingPunct="1"/>
            <a:r>
              <a:rPr lang="zh-CN" altLang="en-US"/>
              <a:t>定理 </a:t>
            </a:r>
            <a:r>
              <a:rPr lang="en-US" altLang="zh-CN"/>
              <a:t>5.4.</a:t>
            </a:r>
            <a:r>
              <a:rPr lang="zh-CN" altLang="en-US"/>
              <a:t>1 证明</a:t>
            </a:r>
          </a:p>
        </p:txBody>
      </p:sp>
      <p:graphicFrame>
        <p:nvGraphicFramePr>
          <p:cNvPr id="65539" name="Object 3">
            <a:extLst>
              <a:ext uri="{FF2B5EF4-FFF2-40B4-BE49-F238E27FC236}">
                <a16:creationId xmlns:a16="http://schemas.microsoft.com/office/drawing/2014/main" id="{ABFAED8D-7B54-C5D9-3A81-18F271DDA3AD}"/>
              </a:ext>
            </a:extLst>
          </p:cNvPr>
          <p:cNvGraphicFramePr>
            <a:graphicFrameLocks/>
          </p:cNvGraphicFramePr>
          <p:nvPr/>
        </p:nvGraphicFramePr>
        <p:xfrm>
          <a:off x="1116013" y="987425"/>
          <a:ext cx="6986587" cy="418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124700" imgH="4114800" progId="Word.Document.12">
                  <p:embed/>
                </p:oleObj>
              </mc:Choice>
              <mc:Fallback>
                <p:oleObj r:id="rId2" imgW="7124700" imgH="4114800" progId="Word.Document.12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987425"/>
                        <a:ext cx="6986587" cy="418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BE27CF01-FEDA-D506-B070-F7835ABAD1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44688" y="468313"/>
            <a:ext cx="6683375" cy="960437"/>
          </a:xfrm>
        </p:spPr>
        <p:txBody>
          <a:bodyPr/>
          <a:lstStyle/>
          <a:p>
            <a:pPr algn="ctr" eaLnBrk="1" hangingPunct="1"/>
            <a:r>
              <a:rPr lang="zh-CN" altLang="en-US"/>
              <a:t>定理 </a:t>
            </a:r>
            <a:r>
              <a:rPr lang="en-US" altLang="zh-CN"/>
              <a:t>5.4.</a:t>
            </a:r>
            <a:r>
              <a:rPr lang="zh-CN" altLang="en-US"/>
              <a:t>1 证明（续）</a:t>
            </a:r>
          </a:p>
        </p:txBody>
      </p:sp>
      <p:pic>
        <p:nvPicPr>
          <p:cNvPr id="66563" name="图片 1">
            <a:extLst>
              <a:ext uri="{FF2B5EF4-FFF2-40B4-BE49-F238E27FC236}">
                <a16:creationId xmlns:a16="http://schemas.microsoft.com/office/drawing/2014/main" id="{A55FD0D6-9FBA-CC86-9F35-4A13EB8879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276350"/>
            <a:ext cx="8008937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1BA3D95D-3D9C-26B1-7FFB-7362FE3650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44688" y="468313"/>
            <a:ext cx="6683375" cy="960437"/>
          </a:xfrm>
        </p:spPr>
        <p:txBody>
          <a:bodyPr/>
          <a:lstStyle/>
          <a:p>
            <a:pPr algn="ctr" eaLnBrk="1" hangingPunct="1"/>
            <a:r>
              <a:rPr lang="zh-CN" altLang="en-US"/>
              <a:t>定理 </a:t>
            </a:r>
            <a:r>
              <a:rPr lang="en-US" altLang="zh-CN"/>
              <a:t>5.4.</a:t>
            </a:r>
            <a:r>
              <a:rPr lang="zh-CN" altLang="en-US"/>
              <a:t>2 分式域</a:t>
            </a:r>
          </a:p>
        </p:txBody>
      </p:sp>
      <p:graphicFrame>
        <p:nvGraphicFramePr>
          <p:cNvPr id="67587" name="Object 3">
            <a:extLst>
              <a:ext uri="{FF2B5EF4-FFF2-40B4-BE49-F238E27FC236}">
                <a16:creationId xmlns:a16="http://schemas.microsoft.com/office/drawing/2014/main" id="{E6579526-3DAB-F222-3FA6-13837969491F}"/>
              </a:ext>
            </a:extLst>
          </p:cNvPr>
          <p:cNvGraphicFramePr>
            <a:graphicFrameLocks/>
          </p:cNvGraphicFramePr>
          <p:nvPr/>
        </p:nvGraphicFramePr>
        <p:xfrm>
          <a:off x="1116013" y="989013"/>
          <a:ext cx="6926262" cy="4002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099300" imgH="4114800" progId="Word.Document.8">
                  <p:embed/>
                </p:oleObj>
              </mc:Choice>
              <mc:Fallback>
                <p:oleObj name="Document" r:id="rId2" imgW="7099300" imgH="4114800" progId="Word.Document.8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989013"/>
                        <a:ext cx="6926262" cy="4002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bevel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595B28AF-B0E9-6392-2CAB-AA1BC9CCA7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44688" y="468313"/>
            <a:ext cx="6683375" cy="960437"/>
          </a:xfrm>
        </p:spPr>
        <p:txBody>
          <a:bodyPr/>
          <a:lstStyle/>
          <a:p>
            <a:pPr algn="ctr" eaLnBrk="1" hangingPunct="1"/>
            <a:r>
              <a:rPr lang="zh-CN" altLang="en-US"/>
              <a:t>定理 </a:t>
            </a:r>
            <a:r>
              <a:rPr lang="en-US" altLang="zh-CN"/>
              <a:t>5.4.</a:t>
            </a:r>
            <a:r>
              <a:rPr lang="zh-CN" altLang="en-US"/>
              <a:t>2 证明（续）</a:t>
            </a:r>
          </a:p>
        </p:txBody>
      </p:sp>
      <p:graphicFrame>
        <p:nvGraphicFramePr>
          <p:cNvPr id="68611" name="Object 3">
            <a:extLst>
              <a:ext uri="{FF2B5EF4-FFF2-40B4-BE49-F238E27FC236}">
                <a16:creationId xmlns:a16="http://schemas.microsoft.com/office/drawing/2014/main" id="{3634A553-794A-A21F-2271-A35C9D7C3264}"/>
              </a:ext>
            </a:extLst>
          </p:cNvPr>
          <p:cNvGraphicFramePr>
            <a:graphicFrameLocks/>
          </p:cNvGraphicFramePr>
          <p:nvPr/>
        </p:nvGraphicFramePr>
        <p:xfrm>
          <a:off x="1116013" y="987425"/>
          <a:ext cx="6986587" cy="418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PS文字 文档" r:id="rId2" imgW="6845300" imgH="3962400" progId="WPS.Document.6">
                  <p:embed/>
                </p:oleObj>
              </mc:Choice>
              <mc:Fallback>
                <p:oleObj name="WPS文字 文档" r:id="rId2" imgW="6845300" imgH="3962400" progId="WPS.Document.6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987425"/>
                        <a:ext cx="6986587" cy="418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7B880C5C-D770-E540-B375-393D49FF3D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44688" y="468313"/>
            <a:ext cx="6683375" cy="960437"/>
          </a:xfrm>
        </p:spPr>
        <p:txBody>
          <a:bodyPr/>
          <a:lstStyle/>
          <a:p>
            <a:pPr algn="ctr" eaLnBrk="1" hangingPunct="1"/>
            <a:r>
              <a:rPr lang="zh-CN" altLang="en-US"/>
              <a:t>定理 </a:t>
            </a:r>
            <a:r>
              <a:rPr lang="en-US" altLang="zh-CN"/>
              <a:t>5.4.</a:t>
            </a:r>
            <a:r>
              <a:rPr lang="zh-CN" altLang="en-US"/>
              <a:t>2 证明（续）</a:t>
            </a:r>
          </a:p>
        </p:txBody>
      </p:sp>
      <p:graphicFrame>
        <p:nvGraphicFramePr>
          <p:cNvPr id="69635" name="Object 3">
            <a:extLst>
              <a:ext uri="{FF2B5EF4-FFF2-40B4-BE49-F238E27FC236}">
                <a16:creationId xmlns:a16="http://schemas.microsoft.com/office/drawing/2014/main" id="{2AC2895B-AE79-7CF4-46BA-0D28FCDDC63F}"/>
              </a:ext>
            </a:extLst>
          </p:cNvPr>
          <p:cNvGraphicFramePr>
            <a:graphicFrameLocks/>
          </p:cNvGraphicFramePr>
          <p:nvPr/>
        </p:nvGraphicFramePr>
        <p:xfrm>
          <a:off x="900113" y="844550"/>
          <a:ext cx="7688262" cy="437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PS文字 文档" r:id="rId2" imgW="7531100" imgH="4127500" progId="WPS.Document.6">
                  <p:embed/>
                </p:oleObj>
              </mc:Choice>
              <mc:Fallback>
                <p:oleObj name="WPS文字 文档" r:id="rId2" imgW="7531100" imgH="4127500" progId="WPS.Document.6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844550"/>
                        <a:ext cx="7688262" cy="437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bevel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2887627D-EB81-908E-4166-20B94E96D0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44688" y="468313"/>
            <a:ext cx="6683375" cy="960437"/>
          </a:xfrm>
        </p:spPr>
        <p:txBody>
          <a:bodyPr/>
          <a:lstStyle/>
          <a:p>
            <a:pPr algn="ctr" eaLnBrk="1" hangingPunct="1"/>
            <a:r>
              <a:rPr lang="zh-CN" altLang="en-US"/>
              <a:t>定理 </a:t>
            </a:r>
            <a:r>
              <a:rPr lang="en-US" altLang="zh-CN"/>
              <a:t>5.4.</a:t>
            </a:r>
            <a:r>
              <a:rPr lang="zh-CN" altLang="en-US"/>
              <a:t>2 证明（续）</a:t>
            </a:r>
          </a:p>
        </p:txBody>
      </p:sp>
      <p:graphicFrame>
        <p:nvGraphicFramePr>
          <p:cNvPr id="70659" name="对象 1">
            <a:extLst>
              <a:ext uri="{FF2B5EF4-FFF2-40B4-BE49-F238E27FC236}">
                <a16:creationId xmlns:a16="http://schemas.microsoft.com/office/drawing/2014/main" id="{CD969B1B-E2C6-F440-8220-312B9E18FC81}"/>
              </a:ext>
            </a:extLst>
          </p:cNvPr>
          <p:cNvGraphicFramePr>
            <a:graphicFrameLocks/>
          </p:cNvGraphicFramePr>
          <p:nvPr/>
        </p:nvGraphicFramePr>
        <p:xfrm>
          <a:off x="900113" y="844550"/>
          <a:ext cx="7688262" cy="437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PS文字 文档" r:id="rId2" imgW="7531100" imgH="4127500" progId="WPS.Document.6">
                  <p:embed/>
                </p:oleObj>
              </mc:Choice>
              <mc:Fallback>
                <p:oleObj name="WPS文字 文档" r:id="rId2" imgW="7531100" imgH="4127500" progId="WPS.Document.6">
                  <p:embed/>
                  <p:pic>
                    <p:nvPicPr>
                      <p:cNvPr id="0" name="对象 1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844550"/>
                        <a:ext cx="7688262" cy="437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bevel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标题 1">
            <a:extLst>
              <a:ext uri="{FF2B5EF4-FFF2-40B4-BE49-F238E27FC236}">
                <a16:creationId xmlns:a16="http://schemas.microsoft.com/office/drawing/2014/main" id="{7EE3AC37-6D5C-568F-224A-F80D76E8F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5738" y="2139950"/>
            <a:ext cx="1403350" cy="960438"/>
          </a:xfrm>
        </p:spPr>
        <p:txBody>
          <a:bodyPr/>
          <a:lstStyle/>
          <a:p>
            <a:pPr eaLnBrk="1" hangingPunct="1"/>
            <a:r>
              <a:rPr lang="zh-CN" altLang="en-US"/>
              <a:t>谢谢！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丝状">
  <a:themeElements>
    <a:clrScheme name="丝状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丝状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丝状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860</TotalTime>
  <Pages>0</Pages>
  <Words>576</Words>
  <Characters>0</Characters>
  <Application>Microsoft Macintosh PowerPoint</Application>
  <DocSecurity>0</DocSecurity>
  <PresentationFormat>全屏显示(16:9)</PresentationFormat>
  <Lines>0</Lines>
  <Paragraphs>73</Paragraphs>
  <Slides>51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51</vt:i4>
      </vt:variant>
    </vt:vector>
  </HeadingPairs>
  <TitlesOfParts>
    <vt:vector size="63" baseType="lpstr">
      <vt:lpstr>Arial</vt:lpstr>
      <vt:lpstr>宋体</vt:lpstr>
      <vt:lpstr>Century Gothic</vt:lpstr>
      <vt:lpstr>幼圆</vt:lpstr>
      <vt:lpstr>Wingdings 3</vt:lpstr>
      <vt:lpstr>Calibri</vt:lpstr>
      <vt:lpstr>Times New Roman</vt:lpstr>
      <vt:lpstr>丝状</vt:lpstr>
      <vt:lpstr>Microsoft Word 97 - 2003 文档</vt:lpstr>
      <vt:lpstr>Microsoft Word Document</vt:lpstr>
      <vt:lpstr>Microsoft Word 文档</vt:lpstr>
      <vt:lpstr>WPS文字 文档</vt:lpstr>
      <vt:lpstr>第五章 环和域</vt:lpstr>
      <vt:lpstr>内容安排</vt:lpstr>
      <vt:lpstr>5.1 环的定义</vt:lpstr>
      <vt:lpstr>环的定义（续）</vt:lpstr>
      <vt:lpstr>PowerPoint 演示文稿</vt:lpstr>
      <vt:lpstr>PowerPoint 演示文稿</vt:lpstr>
      <vt:lpstr>PowerPoint 演示文稿</vt:lpstr>
      <vt:lpstr>PowerPoint 演示文稿</vt:lpstr>
      <vt:lpstr>定理 5.1.1 证明</vt:lpstr>
      <vt:lpstr>定理 5.1.1 证明（续）</vt:lpstr>
      <vt:lpstr>定义 5.1.2 零因子</vt:lpstr>
      <vt:lpstr>例 5.1.8 证明</vt:lpstr>
      <vt:lpstr>定理 5.1.2 无零因子环的消去律</vt:lpstr>
      <vt:lpstr>定义 5.1.3 可逆元</vt:lpstr>
      <vt:lpstr>定理 5.1.3 无零因子环的特征</vt:lpstr>
      <vt:lpstr>定理 5.1.3 证明（续）</vt:lpstr>
      <vt:lpstr>定义 5.1.4 特征</vt:lpstr>
      <vt:lpstr>例 5.1.9 证明（续）</vt:lpstr>
      <vt:lpstr>5.2 整环、除环和域</vt:lpstr>
      <vt:lpstr>5.2 整环、除环和域（续）</vt:lpstr>
      <vt:lpstr>5.2 整环、除环和域（续）</vt:lpstr>
      <vt:lpstr>命题 5.2.1 证明（续）</vt:lpstr>
      <vt:lpstr>5.2 整环、除环和域（续）</vt:lpstr>
      <vt:lpstr>定理 5.2.1 有限除环的判定</vt:lpstr>
      <vt:lpstr>5.2 整环、除环和域（续）</vt:lpstr>
      <vt:lpstr>5.2 整环、除环和域（续）</vt:lpstr>
      <vt:lpstr>5.3 子环、理想和商环</vt:lpstr>
      <vt:lpstr>5.3 子环、理想和商环（续）</vt:lpstr>
      <vt:lpstr>5.3 子环、理想和商环（续）</vt:lpstr>
      <vt:lpstr>5.3 子环、理想和商环（续）</vt:lpstr>
      <vt:lpstr>5.3 子环、理想和商环（续）</vt:lpstr>
      <vt:lpstr>定理 5.3.2 环同态性质</vt:lpstr>
      <vt:lpstr>定理 5.3.2 证明（续）</vt:lpstr>
      <vt:lpstr>5.3 子环、理想和商环（续）</vt:lpstr>
      <vt:lpstr>5.3 子环、理想和商环（续）</vt:lpstr>
      <vt:lpstr>5.3 子环、理想和商环（续）</vt:lpstr>
      <vt:lpstr>5.3 子环、理想和商环（续）</vt:lpstr>
      <vt:lpstr>推论 5.3.1 主理想的元素表示</vt:lpstr>
      <vt:lpstr>推论 5.3.1 证明（续）</vt:lpstr>
      <vt:lpstr>5.3 子环、理想和商环（续）</vt:lpstr>
      <vt:lpstr>5.3 子环、理想和商环（续）</vt:lpstr>
      <vt:lpstr>5.3 子环、理想和商环（续）</vt:lpstr>
      <vt:lpstr>5.4 素理想、极大理想和商域</vt:lpstr>
      <vt:lpstr>5.4 素理想、极大理想和商域（续）</vt:lpstr>
      <vt:lpstr>定理 5.4.1 证明</vt:lpstr>
      <vt:lpstr>定理 5.4.1 证明（续）</vt:lpstr>
      <vt:lpstr>定理 5.4.2 分式域</vt:lpstr>
      <vt:lpstr>定理 5.4.2 证明（续）</vt:lpstr>
      <vt:lpstr>定理 5.4.2 证明（续）</vt:lpstr>
      <vt:lpstr>定理 5.4.2 证明（续）</vt:lpstr>
      <vt:lpstr>谢谢！</vt:lpstr>
    </vt:vector>
  </TitlesOfParts>
  <Manager/>
  <Company/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第四章 环和域</dc:title>
  <dc:subject/>
  <dc:creator>shk_wu</dc:creator>
  <cp:keywords/>
  <dc:description/>
  <cp:lastModifiedBy>涵宇 况</cp:lastModifiedBy>
  <cp:revision>15</cp:revision>
  <dcterms:created xsi:type="dcterms:W3CDTF">2012-06-06T01:30:27Z</dcterms:created>
  <dcterms:modified xsi:type="dcterms:W3CDTF">2026-06-09T13:09:08Z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2052-9.1.0.4369</vt:lpwstr>
  </property>
</Properties>
</file>