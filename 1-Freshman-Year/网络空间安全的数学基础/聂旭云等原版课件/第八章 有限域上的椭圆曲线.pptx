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compatMode="1" saveSubsetFonts="1">
  <p:sldMasterIdLst>
    <p:sldMasterId id="2147484076" r:id="rId1"/>
    <p:sldMasterId id="2147484600" r:id="rId2"/>
    <p:sldMasterId id="2147484824" r:id="rId3"/>
  </p:sldMasterIdLst>
  <p:notesMasterIdLst>
    <p:notesMasterId r:id="rId27"/>
  </p:notesMasterIdLst>
  <p:handoutMasterIdLst>
    <p:handoutMasterId r:id="rId28"/>
  </p:handoutMasterIdLst>
  <p:sldIdLst>
    <p:sldId id="458" r:id="rId4"/>
    <p:sldId id="527" r:id="rId5"/>
    <p:sldId id="454" r:id="rId6"/>
    <p:sldId id="522" r:id="rId7"/>
    <p:sldId id="523" r:id="rId8"/>
    <p:sldId id="524" r:id="rId9"/>
    <p:sldId id="525" r:id="rId10"/>
    <p:sldId id="526" r:id="rId11"/>
    <p:sldId id="550" r:id="rId12"/>
    <p:sldId id="549" r:id="rId13"/>
    <p:sldId id="528" r:id="rId14"/>
    <p:sldId id="529" r:id="rId15"/>
    <p:sldId id="531" r:id="rId16"/>
    <p:sldId id="533" r:id="rId17"/>
    <p:sldId id="532" r:id="rId18"/>
    <p:sldId id="534" r:id="rId19"/>
    <p:sldId id="535" r:id="rId20"/>
    <p:sldId id="536" r:id="rId21"/>
    <p:sldId id="551" r:id="rId22"/>
    <p:sldId id="552" r:id="rId23"/>
    <p:sldId id="537" r:id="rId24"/>
    <p:sldId id="538" r:id="rId25"/>
    <p:sldId id="530" r:id="rId26"/>
  </p:sldIdLst>
  <p:sldSz cx="12192000" cy="6858000"/>
  <p:notesSz cx="9979025" cy="6834188"/>
  <p:defaultTextStyle>
    <a:defPPr>
      <a:defRPr lang="zh-CN"/>
    </a:defPPr>
    <a:lvl1pPr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846" autoAdjust="0"/>
    <p:restoredTop sz="94863" autoAdjust="0"/>
  </p:normalViewPr>
  <p:slideViewPr>
    <p:cSldViewPr>
      <p:cViewPr varScale="1">
        <p:scale>
          <a:sx n="120" d="100"/>
          <a:sy n="120" d="100"/>
        </p:scale>
        <p:origin x="1104" y="192"/>
      </p:cViewPr>
      <p:guideLst>
        <p:guide orient="horz" pos="2160"/>
        <p:guide pos="3840"/>
      </p:guideLst>
    </p:cSldViewPr>
  </p:slideViewPr>
  <p:notesTextViewPr>
    <p:cViewPr>
      <p:scale>
        <a:sx n="100" d="100"/>
        <a:sy n="100" d="100"/>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handoutMaster" Target="handoutMasters/handoutMaster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64AFFD0A-EAAD-ADE1-F4B2-328C1FC13F27}"/>
              </a:ext>
            </a:extLst>
          </p:cNvPr>
          <p:cNvSpPr>
            <a:spLocks noGrp="1"/>
          </p:cNvSpPr>
          <p:nvPr>
            <p:ph type="hdr" sz="quarter"/>
          </p:nvPr>
        </p:nvSpPr>
        <p:spPr>
          <a:xfrm>
            <a:off x="0" y="0"/>
            <a:ext cx="4324350" cy="342900"/>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a:extLst>
              <a:ext uri="{FF2B5EF4-FFF2-40B4-BE49-F238E27FC236}">
                <a16:creationId xmlns:a16="http://schemas.microsoft.com/office/drawing/2014/main" id="{28AEE20D-2438-5A46-68D9-25FAEA985638}"/>
              </a:ext>
            </a:extLst>
          </p:cNvPr>
          <p:cNvSpPr>
            <a:spLocks noGrp="1"/>
          </p:cNvSpPr>
          <p:nvPr>
            <p:ph type="dt" sz="quarter" idx="1"/>
          </p:nvPr>
        </p:nvSpPr>
        <p:spPr>
          <a:xfrm>
            <a:off x="5653088" y="0"/>
            <a:ext cx="4324350" cy="342900"/>
          </a:xfrm>
          <a:prstGeom prst="rect">
            <a:avLst/>
          </a:prstGeom>
        </p:spPr>
        <p:txBody>
          <a:bodyPr vert="horz" lIns="91440" tIns="45720" rIns="91440" bIns="45720" rtlCol="0"/>
          <a:lstStyle>
            <a:lvl1pPr algn="r">
              <a:defRPr sz="1200"/>
            </a:lvl1pPr>
          </a:lstStyle>
          <a:p>
            <a:pPr>
              <a:defRPr/>
            </a:pPr>
            <a:fld id="{FFF6BB1C-C4FD-7C4B-BDDC-9CC22787262C}" type="datetimeFigureOut">
              <a:rPr lang="zh-CN" altLang="en-US"/>
              <a:pPr>
                <a:defRPr/>
              </a:pPr>
              <a:t>2026/6/9</a:t>
            </a:fld>
            <a:endParaRPr lang="zh-CN" altLang="en-US"/>
          </a:p>
        </p:txBody>
      </p:sp>
      <p:sp>
        <p:nvSpPr>
          <p:cNvPr id="4" name="页脚占位符 3">
            <a:extLst>
              <a:ext uri="{FF2B5EF4-FFF2-40B4-BE49-F238E27FC236}">
                <a16:creationId xmlns:a16="http://schemas.microsoft.com/office/drawing/2014/main" id="{E205DB2B-B133-5943-AF37-68E6E8587464}"/>
              </a:ext>
            </a:extLst>
          </p:cNvPr>
          <p:cNvSpPr>
            <a:spLocks noGrp="1"/>
          </p:cNvSpPr>
          <p:nvPr>
            <p:ph type="ftr" sz="quarter" idx="2"/>
          </p:nvPr>
        </p:nvSpPr>
        <p:spPr>
          <a:xfrm>
            <a:off x="0" y="6491288"/>
            <a:ext cx="4324350" cy="342900"/>
          </a:xfrm>
          <a:prstGeom prst="rect">
            <a:avLst/>
          </a:prstGeom>
        </p:spPr>
        <p:txBody>
          <a:bodyPr vert="horz" lIns="91440" tIns="45720" rIns="91440" bIns="45720" rtlCol="0" anchor="b"/>
          <a:lstStyle>
            <a:lvl1pPr algn="l">
              <a:defRPr sz="1200"/>
            </a:lvl1pPr>
          </a:lstStyle>
          <a:p>
            <a:pPr>
              <a:defRPr/>
            </a:pPr>
            <a:endParaRPr lang="zh-CN" altLang="en-US"/>
          </a:p>
        </p:txBody>
      </p:sp>
      <p:sp>
        <p:nvSpPr>
          <p:cNvPr id="5" name="灯片编号占位符 4">
            <a:extLst>
              <a:ext uri="{FF2B5EF4-FFF2-40B4-BE49-F238E27FC236}">
                <a16:creationId xmlns:a16="http://schemas.microsoft.com/office/drawing/2014/main" id="{ECA055C6-4982-FDBB-4631-4145D3C21D28}"/>
              </a:ext>
            </a:extLst>
          </p:cNvPr>
          <p:cNvSpPr>
            <a:spLocks noGrp="1"/>
          </p:cNvSpPr>
          <p:nvPr>
            <p:ph type="sldNum" sz="quarter" idx="3"/>
          </p:nvPr>
        </p:nvSpPr>
        <p:spPr>
          <a:xfrm>
            <a:off x="5653088" y="6491288"/>
            <a:ext cx="4324350" cy="3429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BB6C74A6-A72B-BE4E-8561-0F494FB75B08}" type="slidenum">
              <a:rPr lang="zh-CN" altLang="en-US"/>
              <a:pPr/>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31F0ACC2-151F-02C5-21C4-28CBF4EF2E4A}"/>
              </a:ext>
            </a:extLst>
          </p:cNvPr>
          <p:cNvSpPr>
            <a:spLocks noGrp="1" noChangeArrowheads="1"/>
          </p:cNvSpPr>
          <p:nvPr>
            <p:ph type="hdr" sz="quarter"/>
          </p:nvPr>
        </p:nvSpPr>
        <p:spPr bwMode="auto">
          <a:xfrm>
            <a:off x="0" y="0"/>
            <a:ext cx="4324350" cy="3413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ea typeface="宋体" charset="-122"/>
              </a:defRPr>
            </a:lvl1pPr>
          </a:lstStyle>
          <a:p>
            <a:pPr>
              <a:defRPr/>
            </a:pPr>
            <a:endParaRPr lang="en-US" altLang="zh-CN"/>
          </a:p>
        </p:txBody>
      </p:sp>
      <p:sp>
        <p:nvSpPr>
          <p:cNvPr id="23555" name="Rectangle 3">
            <a:extLst>
              <a:ext uri="{FF2B5EF4-FFF2-40B4-BE49-F238E27FC236}">
                <a16:creationId xmlns:a16="http://schemas.microsoft.com/office/drawing/2014/main" id="{DAA5A21E-E779-1B93-1B56-01D752950857}"/>
              </a:ext>
            </a:extLst>
          </p:cNvPr>
          <p:cNvSpPr>
            <a:spLocks noGrp="1" noChangeArrowheads="1"/>
          </p:cNvSpPr>
          <p:nvPr>
            <p:ph type="dt" idx="1"/>
          </p:nvPr>
        </p:nvSpPr>
        <p:spPr bwMode="auto">
          <a:xfrm>
            <a:off x="5653088" y="0"/>
            <a:ext cx="4324350" cy="3413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ea typeface="宋体" charset="-122"/>
              </a:defRPr>
            </a:lvl1pPr>
          </a:lstStyle>
          <a:p>
            <a:pPr>
              <a:defRPr/>
            </a:pPr>
            <a:endParaRPr lang="en-US" altLang="zh-CN"/>
          </a:p>
        </p:txBody>
      </p:sp>
      <p:sp>
        <p:nvSpPr>
          <p:cNvPr id="26628" name="Rectangle 4">
            <a:extLst>
              <a:ext uri="{FF2B5EF4-FFF2-40B4-BE49-F238E27FC236}">
                <a16:creationId xmlns:a16="http://schemas.microsoft.com/office/drawing/2014/main" id="{9C4E760F-F872-8A0A-141F-FECA759A6FD0}"/>
              </a:ext>
            </a:extLst>
          </p:cNvPr>
          <p:cNvSpPr>
            <a:spLocks noRot="1" noChangeArrowheads="1" noTextEdit="1"/>
          </p:cNvSpPr>
          <p:nvPr>
            <p:ph type="sldImg" idx="2"/>
          </p:nvPr>
        </p:nvSpPr>
        <p:spPr bwMode="auto">
          <a:xfrm>
            <a:off x="2711450" y="512763"/>
            <a:ext cx="4556125" cy="25622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7" name="Rectangle 5">
            <a:extLst>
              <a:ext uri="{FF2B5EF4-FFF2-40B4-BE49-F238E27FC236}">
                <a16:creationId xmlns:a16="http://schemas.microsoft.com/office/drawing/2014/main" id="{A6C73453-23C0-8842-7BB8-109B1E099AC9}"/>
              </a:ext>
            </a:extLst>
          </p:cNvPr>
          <p:cNvSpPr>
            <a:spLocks noGrp="1" noChangeArrowheads="1"/>
          </p:cNvSpPr>
          <p:nvPr>
            <p:ph type="body" sz="quarter" idx="3"/>
          </p:nvPr>
        </p:nvSpPr>
        <p:spPr bwMode="auto">
          <a:xfrm>
            <a:off x="998538" y="3246438"/>
            <a:ext cx="7981950" cy="30749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3558" name="Rectangle 6">
            <a:extLst>
              <a:ext uri="{FF2B5EF4-FFF2-40B4-BE49-F238E27FC236}">
                <a16:creationId xmlns:a16="http://schemas.microsoft.com/office/drawing/2014/main" id="{A8A8ED5B-95D8-47A8-3C49-539C3B746AE4}"/>
              </a:ext>
            </a:extLst>
          </p:cNvPr>
          <p:cNvSpPr>
            <a:spLocks noGrp="1" noChangeArrowheads="1"/>
          </p:cNvSpPr>
          <p:nvPr>
            <p:ph type="ftr" sz="quarter" idx="4"/>
          </p:nvPr>
        </p:nvSpPr>
        <p:spPr bwMode="auto">
          <a:xfrm>
            <a:off x="0" y="6491288"/>
            <a:ext cx="4324350" cy="3413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ea typeface="宋体" charset="-122"/>
              </a:defRPr>
            </a:lvl1pPr>
          </a:lstStyle>
          <a:p>
            <a:pPr>
              <a:defRPr/>
            </a:pPr>
            <a:endParaRPr lang="en-US" altLang="zh-CN"/>
          </a:p>
        </p:txBody>
      </p:sp>
      <p:sp>
        <p:nvSpPr>
          <p:cNvPr id="23559" name="Rectangle 7">
            <a:extLst>
              <a:ext uri="{FF2B5EF4-FFF2-40B4-BE49-F238E27FC236}">
                <a16:creationId xmlns:a16="http://schemas.microsoft.com/office/drawing/2014/main" id="{9EC7EADC-C19C-4D67-4484-B34EA03A3789}"/>
              </a:ext>
            </a:extLst>
          </p:cNvPr>
          <p:cNvSpPr>
            <a:spLocks noGrp="1" noChangeArrowheads="1"/>
          </p:cNvSpPr>
          <p:nvPr>
            <p:ph type="sldNum" sz="quarter" idx="5"/>
          </p:nvPr>
        </p:nvSpPr>
        <p:spPr bwMode="auto">
          <a:xfrm>
            <a:off x="5653088" y="6491288"/>
            <a:ext cx="4324350" cy="3413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panose="020B0604020202020204" pitchFamily="34" charset="0"/>
              </a:defRPr>
            </a:lvl1pPr>
          </a:lstStyle>
          <a:p>
            <a:fld id="{2E934B64-2C4E-2447-BAF2-3C5264B6A66D}"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幻灯片图像占位符 1">
            <a:extLst>
              <a:ext uri="{FF2B5EF4-FFF2-40B4-BE49-F238E27FC236}">
                <a16:creationId xmlns:a16="http://schemas.microsoft.com/office/drawing/2014/main" id="{AEE28300-43F5-43F1-CD80-05CE20422205}"/>
              </a:ext>
            </a:extLst>
          </p:cNvPr>
          <p:cNvSpPr>
            <a:spLocks noGrp="1" noRot="1" noChangeAspect="1" noTextEdit="1"/>
          </p:cNvSpPr>
          <p:nvPr>
            <p:ph type="sldImg"/>
          </p:nvPr>
        </p:nvSpPr>
        <p:spPr>
          <a:ln/>
        </p:spPr>
      </p:sp>
      <p:sp>
        <p:nvSpPr>
          <p:cNvPr id="29699" name="备注占位符 2">
            <a:extLst>
              <a:ext uri="{FF2B5EF4-FFF2-40B4-BE49-F238E27FC236}">
                <a16:creationId xmlns:a16="http://schemas.microsoft.com/office/drawing/2014/main" id="{40FEA377-EDC9-C570-E2E3-F4270EAE03F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a typeface="宋体" panose="02010600030101010101" pitchFamily="2" charset="-122"/>
            </a:endParaRPr>
          </a:p>
        </p:txBody>
      </p:sp>
      <p:sp>
        <p:nvSpPr>
          <p:cNvPr id="29700" name="灯片编号占位符 3">
            <a:extLst>
              <a:ext uri="{FF2B5EF4-FFF2-40B4-BE49-F238E27FC236}">
                <a16:creationId xmlns:a16="http://schemas.microsoft.com/office/drawing/2014/main" id="{22AC5365-2748-7C8E-08FB-AE92B86B77C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892DE272-6092-8A43-A1D0-1B1D64F19BB0}" type="slidenum">
              <a:rPr lang="en-US" altLang="zh-CN">
                <a:latin typeface="Arial" panose="020B0604020202020204" pitchFamily="34" charset="0"/>
              </a:rPr>
              <a:pPr/>
              <a:t>1</a:t>
            </a:fld>
            <a:endParaRPr lang="en-US" altLang="zh-CN">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37536EE2-1F04-0211-0D7E-5ECC5D6A305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E0E9735C-0DAD-9C43-B34D-1BF326EF0B1D}" type="slidenum">
              <a:rPr lang="zh-CN" altLang="en-US">
                <a:solidFill>
                  <a:srgbClr val="000000"/>
                </a:solidFill>
                <a:latin typeface="Times New Roman" panose="02020603050405020304" pitchFamily="18" charset="0"/>
              </a:rPr>
              <a:pPr>
                <a:spcBef>
                  <a:spcPct val="0"/>
                </a:spcBef>
              </a:pPr>
              <a:t>19</a:t>
            </a:fld>
            <a:endParaRPr lang="en-US" altLang="zh-CN">
              <a:solidFill>
                <a:srgbClr val="000000"/>
              </a:solidFill>
              <a:latin typeface="Times New Roman" panose="02020603050405020304" pitchFamily="18" charset="0"/>
            </a:endParaRPr>
          </a:p>
        </p:txBody>
      </p:sp>
      <p:sp>
        <p:nvSpPr>
          <p:cNvPr id="49155" name="Rectangle 2">
            <a:extLst>
              <a:ext uri="{FF2B5EF4-FFF2-40B4-BE49-F238E27FC236}">
                <a16:creationId xmlns:a16="http://schemas.microsoft.com/office/drawing/2014/main" id="{A2EF33FC-3FD1-9202-BA6C-7D4F28133DBF}"/>
              </a:ext>
            </a:extLst>
          </p:cNvPr>
          <p:cNvSpPr>
            <a:spLocks noChangeArrowheads="1" noTextEdit="1"/>
          </p:cNvSpPr>
          <p:nvPr>
            <p:ph type="sldImg"/>
          </p:nvPr>
        </p:nvSpPr>
        <p:spPr>
          <a:xfrm>
            <a:off x="3429000" y="2400300"/>
            <a:ext cx="0" cy="0"/>
          </a:xfrm>
          <a:solidFill>
            <a:srgbClr val="FFFFFF"/>
          </a:solidFill>
          <a:ln/>
        </p:spPr>
      </p:sp>
      <p:sp>
        <p:nvSpPr>
          <p:cNvPr id="49156" name="Rectangle 3">
            <a:extLst>
              <a:ext uri="{FF2B5EF4-FFF2-40B4-BE49-F238E27FC236}">
                <a16:creationId xmlns:a16="http://schemas.microsoft.com/office/drawing/2014/main" id="{AF1B9008-A8FF-B2E6-14D3-BCF9B34D55DF}"/>
              </a:ext>
            </a:extLst>
          </p:cNvPr>
          <p:cNvSpPr>
            <a:spLocks noChangeArrowheads="1"/>
          </p:cNvSpPr>
          <p:nvPr>
            <p:ph type="body" idx="1"/>
          </p:nvPr>
        </p:nvSpPr>
        <p:spPr>
          <a:xfrm>
            <a:off x="914400" y="6262688"/>
            <a:ext cx="1403350" cy="274637"/>
          </a:xfrm>
          <a:solidFill>
            <a:srgbClr val="FFFFFF"/>
          </a:solidFill>
          <a:ln>
            <a:solidFill>
              <a:srgbClr val="000000"/>
            </a:solidFill>
          </a:ln>
        </p:spPr>
        <p:txBody>
          <a:bodyPr/>
          <a:lstStyle/>
          <a:p>
            <a:pPr eaLnBrk="1" hangingPunct="1"/>
            <a:endParaRPr lang="zh-CN" altLang="en-US">
              <a:latin typeface="Arial" panose="020B0604020202020204" pitchFamily="34" charset="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76C39F41-9279-1BF3-1DBC-3B77C287656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E2A2F830-6B0E-CB4F-A50A-381DBCE334F2}" type="slidenum">
              <a:rPr lang="zh-CN" altLang="en-US">
                <a:solidFill>
                  <a:srgbClr val="000000"/>
                </a:solidFill>
                <a:latin typeface="Times New Roman" panose="02020603050405020304" pitchFamily="18" charset="0"/>
              </a:rPr>
              <a:pPr>
                <a:spcBef>
                  <a:spcPct val="0"/>
                </a:spcBef>
              </a:pPr>
              <a:t>20</a:t>
            </a:fld>
            <a:endParaRPr lang="en-US" altLang="zh-CN">
              <a:solidFill>
                <a:srgbClr val="000000"/>
              </a:solidFill>
              <a:latin typeface="Times New Roman" panose="02020603050405020304" pitchFamily="18" charset="0"/>
            </a:endParaRPr>
          </a:p>
        </p:txBody>
      </p:sp>
      <p:sp>
        <p:nvSpPr>
          <p:cNvPr id="51203" name="Rectangle 2">
            <a:extLst>
              <a:ext uri="{FF2B5EF4-FFF2-40B4-BE49-F238E27FC236}">
                <a16:creationId xmlns:a16="http://schemas.microsoft.com/office/drawing/2014/main" id="{5530E57E-4C15-1E3E-57D1-EE24339C5039}"/>
              </a:ext>
            </a:extLst>
          </p:cNvPr>
          <p:cNvSpPr>
            <a:spLocks noChangeArrowheads="1" noTextEdit="1"/>
          </p:cNvSpPr>
          <p:nvPr>
            <p:ph type="sldImg"/>
          </p:nvPr>
        </p:nvSpPr>
        <p:spPr>
          <a:xfrm>
            <a:off x="3429000" y="2400300"/>
            <a:ext cx="0" cy="0"/>
          </a:xfrm>
          <a:solidFill>
            <a:srgbClr val="FFFFFF"/>
          </a:solidFill>
          <a:ln/>
        </p:spPr>
      </p:sp>
      <p:sp>
        <p:nvSpPr>
          <p:cNvPr id="51204" name="Rectangle 3">
            <a:extLst>
              <a:ext uri="{FF2B5EF4-FFF2-40B4-BE49-F238E27FC236}">
                <a16:creationId xmlns:a16="http://schemas.microsoft.com/office/drawing/2014/main" id="{37CA8F04-2B87-7E0B-D6FB-36BB81A76F79}"/>
              </a:ext>
            </a:extLst>
          </p:cNvPr>
          <p:cNvSpPr>
            <a:spLocks noChangeArrowheads="1"/>
          </p:cNvSpPr>
          <p:nvPr>
            <p:ph type="body" idx="1"/>
          </p:nvPr>
        </p:nvSpPr>
        <p:spPr>
          <a:xfrm>
            <a:off x="914400" y="6262688"/>
            <a:ext cx="1403350" cy="274637"/>
          </a:xfrm>
          <a:solidFill>
            <a:srgbClr val="FFFFFF"/>
          </a:solidFill>
          <a:ln>
            <a:solidFill>
              <a:srgbClr val="000000"/>
            </a:solidFill>
          </a:ln>
        </p:spPr>
        <p:txBody>
          <a:bodyPr/>
          <a:lstStyle/>
          <a:p>
            <a:pPr eaLnBrk="1" hangingPunct="1"/>
            <a:endParaRPr lang="zh-CN" altLang="en-US">
              <a:latin typeface="Arial" panose="020B0604020202020204" pitchFamily="34" charset="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平行四边形 3">
            <a:extLst>
              <a:ext uri="{FF2B5EF4-FFF2-40B4-BE49-F238E27FC236}">
                <a16:creationId xmlns:a16="http://schemas.microsoft.com/office/drawing/2014/main" id="{899995E1-109C-296A-77C1-46FC9664495F}"/>
              </a:ext>
            </a:extLst>
          </p:cNvPr>
          <p:cNvSpPr>
            <a:spLocks noChangeArrowheads="1"/>
          </p:cNvSpPr>
          <p:nvPr userDrawn="1"/>
        </p:nvSpPr>
        <p:spPr bwMode="auto">
          <a:xfrm>
            <a:off x="588963" y="407988"/>
            <a:ext cx="10460037" cy="608012"/>
          </a:xfrm>
          <a:prstGeom prst="parallelogram">
            <a:avLst>
              <a:gd name="adj" fmla="val 0"/>
            </a:avLst>
          </a:prstGeom>
          <a:blipFill dpi="0" rotWithShape="0">
            <a:blip r:embed="rId2"/>
            <a:srcRect/>
            <a:tile tx="0" ty="0" sx="100000" sy="100000" flip="none" algn="tl"/>
          </a:blipFill>
          <a:ln>
            <a:noFill/>
          </a:ln>
          <a:extLst>
            <a:ext uri="{91240B29-F687-4F45-9708-019B960494DF}">
              <a14:hiddenLine xmlns:a14="http://schemas.microsoft.com/office/drawing/2010/main" w="12700" algn="ctr">
                <a:solidFill>
                  <a:srgbClr val="000000"/>
                </a:solidFill>
                <a:miter lim="800000"/>
                <a:headEnd/>
                <a:tailEnd/>
              </a14:hiddenLine>
            </a:ext>
          </a:extLst>
        </p:spPr>
        <p:txBody>
          <a:bodyPr anchor="ctr"/>
          <a:lstStyle/>
          <a:p>
            <a:pPr algn="ctr">
              <a:defRPr/>
            </a:pPr>
            <a:endParaRPr lang="zh-CN" altLang="en-US" dirty="0">
              <a:solidFill>
                <a:prstClr val="white"/>
              </a:solidFill>
              <a:latin typeface="+mn-lt"/>
              <a:ea typeface="+mn-ea"/>
            </a:endParaRPr>
          </a:p>
        </p:txBody>
      </p:sp>
      <p:cxnSp>
        <p:nvCxnSpPr>
          <p:cNvPr id="5" name="直接连接符 8">
            <a:extLst>
              <a:ext uri="{FF2B5EF4-FFF2-40B4-BE49-F238E27FC236}">
                <a16:creationId xmlns:a16="http://schemas.microsoft.com/office/drawing/2014/main" id="{7039C0C5-DFBB-FFD3-A8C3-2AA05FCD370E}"/>
              </a:ext>
            </a:extLst>
          </p:cNvPr>
          <p:cNvCxnSpPr/>
          <p:nvPr userDrawn="1"/>
        </p:nvCxnSpPr>
        <p:spPr>
          <a:xfrm>
            <a:off x="588963" y="5988050"/>
            <a:ext cx="10460037" cy="19050"/>
          </a:xfrm>
          <a:prstGeom prst="line">
            <a:avLst/>
          </a:prstGeom>
          <a:ln w="38100">
            <a:solidFill>
              <a:schemeClr val="accent1">
                <a:lumMod val="60000"/>
                <a:lumOff val="40000"/>
              </a:schemeClr>
            </a:solidFill>
          </a:ln>
        </p:spPr>
        <p:style>
          <a:lnRef idx="1">
            <a:schemeClr val="accent5"/>
          </a:lnRef>
          <a:fillRef idx="0">
            <a:schemeClr val="accent5"/>
          </a:fillRef>
          <a:effectRef idx="0">
            <a:schemeClr val="accent5"/>
          </a:effectRef>
          <a:fontRef idx="minor">
            <a:schemeClr val="tx1"/>
          </a:fontRef>
        </p:style>
      </p:cxnSp>
      <p:sp>
        <p:nvSpPr>
          <p:cNvPr id="2" name="Title 1"/>
          <p:cNvSpPr>
            <a:spLocks noGrp="1"/>
          </p:cNvSpPr>
          <p:nvPr>
            <p:ph type="ctrTitle"/>
          </p:nvPr>
        </p:nvSpPr>
        <p:spPr>
          <a:xfrm>
            <a:off x="637383" y="1390656"/>
            <a:ext cx="10363200" cy="1780381"/>
          </a:xfrm>
        </p:spPr>
        <p:txBody>
          <a:bodyPr>
            <a:normAutofit/>
          </a:bodyPr>
          <a:lstStyle>
            <a:lvl1pPr algn="ctr">
              <a:defRPr sz="4800">
                <a:solidFill>
                  <a:schemeClr val="accent1">
                    <a:lumMod val="50000"/>
                  </a:schemeClr>
                </a:solidFill>
                <a:latin typeface="仿宋" panose="02010609060101010101" pitchFamily="49" charset="-122"/>
                <a:ea typeface="仿宋" panose="02010609060101010101" pitchFamily="49" charset="-122"/>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637383" y="3190876"/>
            <a:ext cx="9810484" cy="790574"/>
          </a:xfrm>
        </p:spPr>
        <p:txBody>
          <a:bodyPr anchor="ctr">
            <a:normAutofit/>
          </a:bodyPr>
          <a:lstStyle>
            <a:lvl1pPr marL="0" indent="0" algn="ctr">
              <a:buNone/>
              <a:defRPr sz="2800">
                <a:latin typeface="仿宋" panose="02010609060101010101" pitchFamily="49" charset="-122"/>
                <a:ea typeface="仿宋" panose="02010609060101010101" pitchFamily="49"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en-US" dirty="0"/>
          </a:p>
        </p:txBody>
      </p:sp>
      <p:sp>
        <p:nvSpPr>
          <p:cNvPr id="6" name="Date Placeholder 3">
            <a:extLst>
              <a:ext uri="{FF2B5EF4-FFF2-40B4-BE49-F238E27FC236}">
                <a16:creationId xmlns:a16="http://schemas.microsoft.com/office/drawing/2014/main" id="{AE8B594A-1FE4-43DA-79FE-DF43668E9055}"/>
              </a:ext>
            </a:extLst>
          </p:cNvPr>
          <p:cNvSpPr>
            <a:spLocks noGrp="1"/>
          </p:cNvSpPr>
          <p:nvPr>
            <p:ph type="dt" sz="half" idx="10"/>
          </p:nvPr>
        </p:nvSpPr>
        <p:spPr>
          <a:xfrm>
            <a:off x="584200" y="6356350"/>
            <a:ext cx="2743200" cy="365125"/>
          </a:xfrm>
        </p:spPr>
        <p:txBody>
          <a:bodyPr/>
          <a:lstStyle>
            <a:lvl1pPr>
              <a:defRPr>
                <a:latin typeface="Times New Roman" panose="02020603050405020304" pitchFamily="18" charset="0"/>
                <a:cs typeface="Times New Roman" panose="02020603050405020304" pitchFamily="18" charset="0"/>
              </a:defRPr>
            </a:lvl1pPr>
          </a:lstStyle>
          <a:p>
            <a:pPr>
              <a:defRPr/>
            </a:pPr>
            <a:fld id="{BC114F7B-C0EB-634B-9686-4FA5CBE88F83}" type="datetime1">
              <a:rPr lang="zh-CN" altLang="en-US"/>
              <a:pPr>
                <a:defRPr/>
              </a:pPr>
              <a:t>2026/6/9</a:t>
            </a:fld>
            <a:endParaRPr lang="zh-CN" altLang="en-US" dirty="0"/>
          </a:p>
        </p:txBody>
      </p:sp>
      <p:sp>
        <p:nvSpPr>
          <p:cNvPr id="7" name="Footer Placeholder 4">
            <a:extLst>
              <a:ext uri="{FF2B5EF4-FFF2-40B4-BE49-F238E27FC236}">
                <a16:creationId xmlns:a16="http://schemas.microsoft.com/office/drawing/2014/main" id="{CCEA4E13-A138-3F33-0C70-035E505523BD}"/>
              </a:ext>
            </a:extLst>
          </p:cNvPr>
          <p:cNvSpPr>
            <a:spLocks noGrp="1"/>
          </p:cNvSpPr>
          <p:nvPr>
            <p:ph type="ftr" sz="quarter" idx="11"/>
          </p:nvPr>
        </p:nvSpPr>
        <p:spPr>
          <a:xfrm>
            <a:off x="3784600" y="6356350"/>
            <a:ext cx="4241800" cy="365125"/>
          </a:xfrm>
        </p:spPr>
        <p:txBody>
          <a:bodyPr/>
          <a:lstStyle>
            <a:lvl1pPr>
              <a:defRPr>
                <a:latin typeface="Times New Roman" panose="02020603050405020304" pitchFamily="18" charset="0"/>
                <a:cs typeface="Times New Roman" panose="02020603050405020304" pitchFamily="18" charset="0"/>
              </a:defRPr>
            </a:lvl1pPr>
          </a:lstStyle>
          <a:p>
            <a:r>
              <a:rPr lang="zh-CN" altLang="en-US"/>
              <a:t>电子科技大学 信软学院</a:t>
            </a:r>
            <a:r>
              <a:rPr lang="en-US" altLang="zh-CN"/>
              <a:t>——</a:t>
            </a:r>
            <a:r>
              <a:rPr lang="zh-CN" altLang="en-US"/>
              <a:t>现代密码学 熊虎</a:t>
            </a:r>
            <a:endParaRPr lang="en-US" altLang="zh-CN"/>
          </a:p>
        </p:txBody>
      </p:sp>
      <p:sp>
        <p:nvSpPr>
          <p:cNvPr id="8" name="Slide Number Placeholder 5">
            <a:extLst>
              <a:ext uri="{FF2B5EF4-FFF2-40B4-BE49-F238E27FC236}">
                <a16:creationId xmlns:a16="http://schemas.microsoft.com/office/drawing/2014/main" id="{A1E751C0-286C-6BAC-9ECB-5E673C721D72}"/>
              </a:ext>
            </a:extLst>
          </p:cNvPr>
          <p:cNvSpPr>
            <a:spLocks noGrp="1"/>
          </p:cNvSpPr>
          <p:nvPr>
            <p:ph type="sldNum" sz="quarter" idx="12"/>
          </p:nvPr>
        </p:nvSpPr>
        <p:spPr>
          <a:xfrm>
            <a:off x="8509000" y="6356350"/>
            <a:ext cx="2743200" cy="365125"/>
          </a:xfrm>
        </p:spPr>
        <p:txBody>
          <a:bodyPr/>
          <a:lstStyle>
            <a:lvl1pPr>
              <a:defRPr>
                <a:latin typeface="Times New Roman" panose="02020603050405020304" pitchFamily="18" charset="0"/>
                <a:cs typeface="Times New Roman" panose="02020603050405020304" pitchFamily="18" charset="0"/>
              </a:defRPr>
            </a:lvl1pPr>
          </a:lstStyle>
          <a:p>
            <a:r>
              <a:rPr lang="zh-CN" altLang="en-US"/>
              <a:t>共 </a:t>
            </a:r>
            <a:r>
              <a:rPr lang="en-US" altLang="zh-CN"/>
              <a:t>51 </a:t>
            </a:r>
            <a:r>
              <a:rPr lang="zh-CN" altLang="en-US"/>
              <a:t>页</a:t>
            </a:r>
            <a:r>
              <a:rPr lang="en-US" altLang="zh-CN"/>
              <a:t>/</a:t>
            </a:r>
            <a:r>
              <a:rPr lang="zh-CN" altLang="en-US"/>
              <a:t>第</a:t>
            </a:r>
            <a:fld id="{0EDCF8E0-BF62-994E-970F-23383616F03F}" type="slidenum">
              <a:rPr lang="zh-CN" altLang="en-US"/>
              <a:pPr/>
              <a:t>‹#›</a:t>
            </a:fld>
            <a:r>
              <a:rPr lang="zh-CN" altLang="en-US"/>
              <a:t>页</a:t>
            </a:r>
          </a:p>
        </p:txBody>
      </p:sp>
    </p:spTree>
    <p:extLst>
      <p:ext uri="{BB962C8B-B14F-4D97-AF65-F5344CB8AC3E}">
        <p14:creationId xmlns:p14="http://schemas.microsoft.com/office/powerpoint/2010/main" val="24542294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8A02BDD-4608-2804-95FD-393CEAC4C844}"/>
              </a:ext>
            </a:extLst>
          </p:cNvPr>
          <p:cNvSpPr>
            <a:spLocks noChangeArrowheads="1"/>
          </p:cNvSpPr>
          <p:nvPr userDrawn="1"/>
        </p:nvSpPr>
        <p:spPr bwMode="auto">
          <a:xfrm>
            <a:off x="823913" y="407988"/>
            <a:ext cx="419100" cy="655637"/>
          </a:xfrm>
          <a:prstGeom prst="rect">
            <a:avLst/>
          </a:prstGeom>
          <a:blipFill dpi="0" rotWithShape="0">
            <a:blip r:embed="rId2"/>
            <a:srcRect/>
            <a:tile tx="0" ty="0" sx="100000" sy="100000" flip="none" algn="tl"/>
          </a:blipFill>
          <a:ln>
            <a:noFill/>
          </a:ln>
          <a:extLst>
            <a:ext uri="{91240B29-F687-4F45-9708-019B960494DF}">
              <a14:hiddenLine xmlns:a14="http://schemas.microsoft.com/office/drawing/2010/main" w="12700" algn="ctr">
                <a:solidFill>
                  <a:srgbClr val="000000"/>
                </a:solidFill>
                <a:miter lim="800000"/>
                <a:headEnd/>
                <a:tailEnd/>
              </a14:hiddenLine>
            </a:ext>
          </a:extLst>
        </p:spPr>
        <p:txBody>
          <a:bodyPr anchor="ctr"/>
          <a:lstStyle/>
          <a:p>
            <a:pPr algn="ctr">
              <a:defRPr/>
            </a:pPr>
            <a:endParaRPr lang="zh-CN" altLang="en-US" dirty="0">
              <a:solidFill>
                <a:prstClr val="white"/>
              </a:solidFill>
              <a:latin typeface="+mn-lt"/>
              <a:ea typeface="+mn-ea"/>
            </a:endParaRPr>
          </a:p>
        </p:txBody>
      </p:sp>
      <p:cxnSp>
        <p:nvCxnSpPr>
          <p:cNvPr id="3" name="直接连接符 8">
            <a:extLst>
              <a:ext uri="{FF2B5EF4-FFF2-40B4-BE49-F238E27FC236}">
                <a16:creationId xmlns:a16="http://schemas.microsoft.com/office/drawing/2014/main" id="{B156BBAC-1CAB-6A21-D940-7B1EFCC8578E}"/>
              </a:ext>
            </a:extLst>
          </p:cNvPr>
          <p:cNvCxnSpPr/>
          <p:nvPr userDrawn="1"/>
        </p:nvCxnSpPr>
        <p:spPr>
          <a:xfrm>
            <a:off x="1465263" y="1033463"/>
            <a:ext cx="9037637"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 name="直接连接符 9">
            <a:extLst>
              <a:ext uri="{FF2B5EF4-FFF2-40B4-BE49-F238E27FC236}">
                <a16:creationId xmlns:a16="http://schemas.microsoft.com/office/drawing/2014/main" id="{D137022F-BD1B-2D7F-16AC-C4CD05A72795}"/>
              </a:ext>
            </a:extLst>
          </p:cNvPr>
          <p:cNvCxnSpPr/>
          <p:nvPr userDrawn="1"/>
        </p:nvCxnSpPr>
        <p:spPr>
          <a:xfrm>
            <a:off x="693738" y="6249988"/>
            <a:ext cx="10779125"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5" name="图片 8">
            <a:extLst>
              <a:ext uri="{FF2B5EF4-FFF2-40B4-BE49-F238E27FC236}">
                <a16:creationId xmlns:a16="http://schemas.microsoft.com/office/drawing/2014/main" id="{7AA60C59-E2C3-E0C7-EE24-2FED43C48FBE}"/>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1272838" y="0"/>
            <a:ext cx="919162"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itle 1"/>
          <p:cNvSpPr>
            <a:spLocks noGrp="1"/>
          </p:cNvSpPr>
          <p:nvPr>
            <p:ph type="title"/>
          </p:nvPr>
        </p:nvSpPr>
        <p:spPr>
          <a:xfrm>
            <a:off x="1465264" y="365131"/>
            <a:ext cx="9037637" cy="668337"/>
          </a:xfrm>
        </p:spPr>
        <p:txBody>
          <a:bodyPr>
            <a:normAutofit/>
          </a:bodyPr>
          <a:lstStyle>
            <a:lvl1pPr>
              <a:defRPr sz="3200">
                <a:solidFill>
                  <a:schemeClr val="accent1">
                    <a:lumMod val="50000"/>
                  </a:schemeClr>
                </a:solidFill>
                <a:latin typeface="仿宋" panose="02010609060101010101" pitchFamily="49" charset="-122"/>
                <a:ea typeface="仿宋" panose="02010609060101010101" pitchFamily="49" charset="-122"/>
              </a:defRPr>
            </a:lvl1pPr>
          </a:lstStyle>
          <a:p>
            <a:r>
              <a:rPr lang="zh-CN" altLang="en-US" dirty="0"/>
              <a:t>单击此处编辑母版标题样式</a:t>
            </a:r>
            <a:endParaRPr lang="en-US" dirty="0"/>
          </a:p>
        </p:txBody>
      </p:sp>
      <p:sp>
        <p:nvSpPr>
          <p:cNvPr id="17" name="Content Placeholder 2"/>
          <p:cNvSpPr>
            <a:spLocks noGrp="1"/>
          </p:cNvSpPr>
          <p:nvPr>
            <p:ph idx="1"/>
          </p:nvPr>
        </p:nvSpPr>
        <p:spPr>
          <a:xfrm>
            <a:off x="823913" y="1466056"/>
            <a:ext cx="10515600" cy="4579144"/>
          </a:xfrm>
        </p:spPr>
        <p:txBody>
          <a:bodyPr/>
          <a:lstStyle>
            <a:lvl1pPr>
              <a:defRPr sz="2400">
                <a:solidFill>
                  <a:schemeClr val="tx1"/>
                </a:solidFill>
                <a:latin typeface="仿宋" panose="02010609060101010101" pitchFamily="49" charset="-122"/>
                <a:ea typeface="仿宋" panose="02010609060101010101" pitchFamily="49" charset="-122"/>
              </a:defRPr>
            </a:lvl1pPr>
            <a:lvl2pPr>
              <a:defRPr sz="2000">
                <a:solidFill>
                  <a:schemeClr val="tx1"/>
                </a:solidFill>
                <a:latin typeface="仿宋" panose="02010609060101010101" pitchFamily="49" charset="-122"/>
                <a:ea typeface="仿宋" panose="02010609060101010101" pitchFamily="49" charset="-122"/>
              </a:defRPr>
            </a:lvl2pPr>
            <a:lvl3pPr>
              <a:defRPr sz="1800" b="1">
                <a:solidFill>
                  <a:schemeClr val="tx1"/>
                </a:solidFill>
              </a:defRPr>
            </a:lvl3pPr>
            <a:lvl4pPr>
              <a:defRPr sz="1600">
                <a:solidFill>
                  <a:schemeClr val="tx1"/>
                </a:solidFill>
              </a:defRPr>
            </a:lvl4pPr>
            <a:lvl5pPr>
              <a:defRPr sz="1600">
                <a:solidFill>
                  <a:schemeClr val="tx1"/>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6" name="Date Placeholder 3">
            <a:extLst>
              <a:ext uri="{FF2B5EF4-FFF2-40B4-BE49-F238E27FC236}">
                <a16:creationId xmlns:a16="http://schemas.microsoft.com/office/drawing/2014/main" id="{AF5A3B61-D2A2-BC4B-E696-5E405D721BD3}"/>
              </a:ext>
            </a:extLst>
          </p:cNvPr>
          <p:cNvSpPr>
            <a:spLocks noGrp="1"/>
          </p:cNvSpPr>
          <p:nvPr>
            <p:ph type="dt" sz="half" idx="10"/>
          </p:nvPr>
        </p:nvSpPr>
        <p:spPr>
          <a:xfrm>
            <a:off x="736600" y="6356350"/>
            <a:ext cx="2743200" cy="365125"/>
          </a:xfrm>
        </p:spPr>
        <p:txBody>
          <a:bodyPr/>
          <a:lstStyle>
            <a:lvl1pPr eaLnBrk="0" fontAlgn="base" hangingPunct="0">
              <a:spcBef>
                <a:spcPct val="0"/>
              </a:spcBef>
              <a:spcAft>
                <a:spcPct val="0"/>
              </a:spcAft>
              <a:defRPr>
                <a:solidFill>
                  <a:prstClr val="black">
                    <a:tint val="75000"/>
                  </a:prstClr>
                </a:solidFill>
                <a:latin typeface="Times New Roman" panose="02020603050405020304" pitchFamily="18" charset="0"/>
                <a:ea typeface="仿宋" panose="02010609060101010101" pitchFamily="49" charset="-122"/>
                <a:cs typeface="Times New Roman" panose="02020603050405020304" pitchFamily="18" charset="0"/>
              </a:defRPr>
            </a:lvl1pPr>
          </a:lstStyle>
          <a:p>
            <a:pPr>
              <a:defRPr/>
            </a:pPr>
            <a:fld id="{83CB695D-42B8-324B-B06E-408F4407BF2D}" type="datetime1">
              <a:rPr lang="zh-CN" altLang="en-US"/>
              <a:pPr>
                <a:defRPr/>
              </a:pPr>
              <a:t>2026/6/9</a:t>
            </a:fld>
            <a:endParaRPr lang="zh-CN" altLang="en-US" dirty="0"/>
          </a:p>
        </p:txBody>
      </p:sp>
      <p:sp>
        <p:nvSpPr>
          <p:cNvPr id="7" name="Footer Placeholder 4">
            <a:extLst>
              <a:ext uri="{FF2B5EF4-FFF2-40B4-BE49-F238E27FC236}">
                <a16:creationId xmlns:a16="http://schemas.microsoft.com/office/drawing/2014/main" id="{0B4F459F-357A-B3E0-CA98-E5325BA093E7}"/>
              </a:ext>
            </a:extLst>
          </p:cNvPr>
          <p:cNvSpPr>
            <a:spLocks noGrp="1"/>
          </p:cNvSpPr>
          <p:nvPr>
            <p:ph type="ftr" sz="quarter" idx="11"/>
          </p:nvPr>
        </p:nvSpPr>
        <p:spPr>
          <a:xfrm>
            <a:off x="3884613" y="6356350"/>
            <a:ext cx="4394200" cy="365125"/>
          </a:xfrm>
        </p:spPr>
        <p:txBody>
          <a:bodyPr/>
          <a:lstStyle>
            <a:lvl1pPr>
              <a:defRPr>
                <a:latin typeface="Times New Roman" panose="02020603050405020304" pitchFamily="18" charset="0"/>
                <a:cs typeface="Times New Roman" panose="02020603050405020304" pitchFamily="18" charset="0"/>
              </a:defRPr>
            </a:lvl1pPr>
          </a:lstStyle>
          <a:p>
            <a:r>
              <a:rPr lang="zh-CN" altLang="en-US"/>
              <a:t>电子科技大学 信软学院</a:t>
            </a:r>
            <a:r>
              <a:rPr lang="en-US" altLang="zh-CN"/>
              <a:t>——</a:t>
            </a:r>
            <a:r>
              <a:rPr lang="zh-CN" altLang="en-US"/>
              <a:t>现代密码学 熊虎</a:t>
            </a:r>
          </a:p>
        </p:txBody>
      </p:sp>
      <p:sp>
        <p:nvSpPr>
          <p:cNvPr id="8" name="Slide Number Placeholder 5">
            <a:extLst>
              <a:ext uri="{FF2B5EF4-FFF2-40B4-BE49-F238E27FC236}">
                <a16:creationId xmlns:a16="http://schemas.microsoft.com/office/drawing/2014/main" id="{F9BBDED6-5054-BF94-8116-399C092E0FE1}"/>
              </a:ext>
            </a:extLst>
          </p:cNvPr>
          <p:cNvSpPr>
            <a:spLocks noGrp="1"/>
          </p:cNvSpPr>
          <p:nvPr>
            <p:ph type="sldNum" sz="quarter" idx="12"/>
          </p:nvPr>
        </p:nvSpPr>
        <p:spPr>
          <a:xfrm>
            <a:off x="8509000" y="6356350"/>
            <a:ext cx="2743200" cy="365125"/>
          </a:xfrm>
        </p:spPr>
        <p:txBody>
          <a:bodyPr/>
          <a:lstStyle>
            <a:lvl1pPr>
              <a:defRPr>
                <a:latin typeface="Times New Roman" panose="02020603050405020304" pitchFamily="18" charset="0"/>
                <a:cs typeface="Times New Roman" panose="02020603050405020304" pitchFamily="18" charset="0"/>
              </a:defRPr>
            </a:lvl1pPr>
          </a:lstStyle>
          <a:p>
            <a:r>
              <a:rPr lang="zh-CN" altLang="en-US"/>
              <a:t>共 </a:t>
            </a:r>
            <a:r>
              <a:rPr lang="en-US" altLang="zh-CN"/>
              <a:t>51 </a:t>
            </a:r>
            <a:r>
              <a:rPr lang="zh-CN" altLang="en-US"/>
              <a:t>页</a:t>
            </a:r>
            <a:r>
              <a:rPr lang="en-US" altLang="zh-CN"/>
              <a:t>/</a:t>
            </a:r>
            <a:r>
              <a:rPr lang="zh-CN" altLang="en-US"/>
              <a:t>第</a:t>
            </a:r>
            <a:fld id="{055DF707-3272-4A4C-AE60-B0BE324C191E}" type="slidenum">
              <a:rPr lang="zh-CN" altLang="en-US"/>
              <a:pPr/>
              <a:t>‹#›</a:t>
            </a:fld>
            <a:r>
              <a:rPr lang="zh-CN" altLang="en-US"/>
              <a:t>页</a:t>
            </a:r>
          </a:p>
        </p:txBody>
      </p:sp>
    </p:spTree>
    <p:extLst>
      <p:ext uri="{BB962C8B-B14F-4D97-AF65-F5344CB8AC3E}">
        <p14:creationId xmlns:p14="http://schemas.microsoft.com/office/powerpoint/2010/main" val="3137547965"/>
      </p:ext>
    </p:extLst>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AA48E8C6-560D-AE11-0939-8D9B6181DEEE}"/>
              </a:ext>
            </a:extLst>
          </p:cNvPr>
          <p:cNvSpPr>
            <a:spLocks noChangeArrowheads="1"/>
          </p:cNvSpPr>
          <p:nvPr userDrawn="1"/>
        </p:nvSpPr>
        <p:spPr bwMode="auto">
          <a:xfrm>
            <a:off x="823913" y="407988"/>
            <a:ext cx="419100" cy="655637"/>
          </a:xfrm>
          <a:prstGeom prst="rect">
            <a:avLst/>
          </a:prstGeom>
          <a:blipFill dpi="0" rotWithShape="0">
            <a:blip r:embed="rId2"/>
            <a:srcRect/>
            <a:tile tx="0" ty="0" sx="100000" sy="100000" flip="none" algn="tl"/>
          </a:blipFill>
          <a:ln>
            <a:noFill/>
          </a:ln>
          <a:extLst>
            <a:ext uri="{91240B29-F687-4F45-9708-019B960494DF}">
              <a14:hiddenLine xmlns:a14="http://schemas.microsoft.com/office/drawing/2010/main" w="12700" algn="ctr">
                <a:solidFill>
                  <a:srgbClr val="000000"/>
                </a:solidFill>
                <a:miter lim="800000"/>
                <a:headEnd/>
                <a:tailEnd/>
              </a14:hiddenLine>
            </a:ext>
          </a:extLst>
        </p:spPr>
        <p:txBody>
          <a:bodyPr anchor="ctr"/>
          <a:lstStyle/>
          <a:p>
            <a:pPr algn="ctr">
              <a:defRPr/>
            </a:pPr>
            <a:endParaRPr lang="zh-CN" altLang="en-US" dirty="0">
              <a:solidFill>
                <a:prstClr val="white"/>
              </a:solidFill>
              <a:latin typeface="+mn-lt"/>
              <a:ea typeface="+mn-ea"/>
            </a:endParaRPr>
          </a:p>
        </p:txBody>
      </p:sp>
      <p:cxnSp>
        <p:nvCxnSpPr>
          <p:cNvPr id="5" name="直接连接符 8">
            <a:extLst>
              <a:ext uri="{FF2B5EF4-FFF2-40B4-BE49-F238E27FC236}">
                <a16:creationId xmlns:a16="http://schemas.microsoft.com/office/drawing/2014/main" id="{699C77E5-1821-603A-E8E8-2248CA2E7EF9}"/>
              </a:ext>
            </a:extLst>
          </p:cNvPr>
          <p:cNvCxnSpPr/>
          <p:nvPr userDrawn="1"/>
        </p:nvCxnSpPr>
        <p:spPr>
          <a:xfrm>
            <a:off x="1465263" y="1033463"/>
            <a:ext cx="9037637"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 name="直接连接符 9">
            <a:extLst>
              <a:ext uri="{FF2B5EF4-FFF2-40B4-BE49-F238E27FC236}">
                <a16:creationId xmlns:a16="http://schemas.microsoft.com/office/drawing/2014/main" id="{9357DFC2-D9F1-3E63-72FC-F736B09ABBE2}"/>
              </a:ext>
            </a:extLst>
          </p:cNvPr>
          <p:cNvCxnSpPr/>
          <p:nvPr userDrawn="1"/>
        </p:nvCxnSpPr>
        <p:spPr>
          <a:xfrm>
            <a:off x="693738" y="6249988"/>
            <a:ext cx="10779125"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465264" y="365131"/>
            <a:ext cx="9037637" cy="668337"/>
          </a:xfrm>
        </p:spPr>
        <p:txBody>
          <a:bodyPr>
            <a:normAutofit/>
          </a:bodyPr>
          <a:lstStyle>
            <a:lvl1pPr>
              <a:defRPr sz="3200">
                <a:solidFill>
                  <a:schemeClr val="accent1">
                    <a:lumMod val="50000"/>
                  </a:schemeClr>
                </a:solidFill>
                <a:latin typeface="仿宋" panose="02010609060101010101" pitchFamily="49" charset="-122"/>
                <a:ea typeface="仿宋" panose="02010609060101010101" pitchFamily="49"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a:xfrm>
            <a:off x="823913" y="1466056"/>
            <a:ext cx="10515600" cy="4579144"/>
          </a:xfrm>
        </p:spPr>
        <p:txBody>
          <a:bodyPr/>
          <a:lstStyle>
            <a:lvl1pPr>
              <a:defRPr sz="2400">
                <a:latin typeface="仿宋" panose="02010609060101010101" pitchFamily="49" charset="-122"/>
                <a:ea typeface="仿宋" panose="02010609060101010101" pitchFamily="49" charset="-122"/>
              </a:defRPr>
            </a:lvl1pPr>
            <a:lvl2pPr>
              <a:defRPr sz="2000">
                <a:solidFill>
                  <a:schemeClr val="tx1"/>
                </a:solidFill>
                <a:latin typeface="仿宋" panose="02010609060101010101" pitchFamily="49" charset="-122"/>
                <a:ea typeface="仿宋" panose="02010609060101010101" pitchFamily="49" charset="-122"/>
              </a:defRPr>
            </a:lvl2pPr>
            <a:lvl3pPr>
              <a:defRPr sz="1800" b="1"/>
            </a:lvl3pPr>
            <a:lvl4pPr>
              <a:defRPr sz="1600"/>
            </a:lvl4pPr>
            <a:lvl5pPr>
              <a:defRPr sz="16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7" name="Date Placeholder 3">
            <a:extLst>
              <a:ext uri="{FF2B5EF4-FFF2-40B4-BE49-F238E27FC236}">
                <a16:creationId xmlns:a16="http://schemas.microsoft.com/office/drawing/2014/main" id="{16FF4F2A-E2AD-EBC6-7BB5-632D70673D95}"/>
              </a:ext>
            </a:extLst>
          </p:cNvPr>
          <p:cNvSpPr>
            <a:spLocks noGrp="1"/>
          </p:cNvSpPr>
          <p:nvPr>
            <p:ph type="dt" sz="half" idx="10"/>
          </p:nvPr>
        </p:nvSpPr>
        <p:spPr>
          <a:xfrm>
            <a:off x="736600" y="6356350"/>
            <a:ext cx="2743200" cy="365125"/>
          </a:xfrm>
        </p:spPr>
        <p:txBody>
          <a:bodyPr/>
          <a:lstStyle>
            <a:lvl1pPr>
              <a:defRPr>
                <a:latin typeface="Times New Roman" panose="02020603050405020304" pitchFamily="18" charset="0"/>
                <a:cs typeface="Times New Roman" panose="02020603050405020304" pitchFamily="18" charset="0"/>
              </a:defRPr>
            </a:lvl1pPr>
          </a:lstStyle>
          <a:p>
            <a:pPr>
              <a:defRPr/>
            </a:pPr>
            <a:fld id="{9E223ABB-1524-584F-8C2C-ECAE57B089A4}" type="datetime1">
              <a:rPr lang="zh-CN" altLang="en-US"/>
              <a:pPr>
                <a:defRPr/>
              </a:pPr>
              <a:t>2026/6/9</a:t>
            </a:fld>
            <a:endParaRPr lang="zh-CN" altLang="en-US" dirty="0"/>
          </a:p>
        </p:txBody>
      </p:sp>
      <p:sp>
        <p:nvSpPr>
          <p:cNvPr id="8" name="Slide Number Placeholder 5">
            <a:extLst>
              <a:ext uri="{FF2B5EF4-FFF2-40B4-BE49-F238E27FC236}">
                <a16:creationId xmlns:a16="http://schemas.microsoft.com/office/drawing/2014/main" id="{54C5F5C9-76F1-34EB-004E-66B573E8230C}"/>
              </a:ext>
            </a:extLst>
          </p:cNvPr>
          <p:cNvSpPr>
            <a:spLocks noGrp="1"/>
          </p:cNvSpPr>
          <p:nvPr>
            <p:ph type="sldNum" sz="quarter" idx="11"/>
          </p:nvPr>
        </p:nvSpPr>
        <p:spPr>
          <a:xfrm>
            <a:off x="8509000" y="6356350"/>
            <a:ext cx="2743200" cy="365125"/>
          </a:xfrm>
        </p:spPr>
        <p:txBody>
          <a:bodyPr/>
          <a:lstStyle>
            <a:lvl1pPr>
              <a:defRPr>
                <a:latin typeface="Times New Roman" panose="02020603050405020304" pitchFamily="18" charset="0"/>
                <a:cs typeface="Times New Roman" panose="02020603050405020304" pitchFamily="18" charset="0"/>
              </a:defRPr>
            </a:lvl1pPr>
          </a:lstStyle>
          <a:p>
            <a:r>
              <a:rPr lang="zh-CN" altLang="en-US"/>
              <a:t>共 </a:t>
            </a:r>
            <a:r>
              <a:rPr lang="en-US" altLang="zh-CN"/>
              <a:t>51 </a:t>
            </a:r>
            <a:r>
              <a:rPr lang="zh-CN" altLang="en-US"/>
              <a:t>页</a:t>
            </a:r>
            <a:r>
              <a:rPr lang="en-US" altLang="zh-CN"/>
              <a:t>/</a:t>
            </a:r>
            <a:r>
              <a:rPr lang="zh-CN" altLang="en-US"/>
              <a:t>第</a:t>
            </a:r>
            <a:fld id="{E2696A0E-E102-2E45-8F09-8FCAF4635DA9}" type="slidenum">
              <a:rPr lang="zh-CN" altLang="en-US"/>
              <a:pPr/>
              <a:t>‹#›</a:t>
            </a:fld>
            <a:r>
              <a:rPr lang="zh-CN" altLang="en-US"/>
              <a:t>页</a:t>
            </a:r>
          </a:p>
        </p:txBody>
      </p:sp>
      <p:sp>
        <p:nvSpPr>
          <p:cNvPr id="9" name="Footer Placeholder 4">
            <a:extLst>
              <a:ext uri="{FF2B5EF4-FFF2-40B4-BE49-F238E27FC236}">
                <a16:creationId xmlns:a16="http://schemas.microsoft.com/office/drawing/2014/main" id="{E31E0592-91B5-1BB8-9C5A-AED12F79350B}"/>
              </a:ext>
            </a:extLst>
          </p:cNvPr>
          <p:cNvSpPr>
            <a:spLocks noGrp="1"/>
          </p:cNvSpPr>
          <p:nvPr>
            <p:ph type="ftr" sz="quarter" idx="12"/>
          </p:nvPr>
        </p:nvSpPr>
        <p:spPr>
          <a:xfrm>
            <a:off x="3884613" y="6356350"/>
            <a:ext cx="4394200" cy="365125"/>
          </a:xfrm>
        </p:spPr>
        <p:txBody>
          <a:bodyPr/>
          <a:lstStyle>
            <a:lvl1pPr>
              <a:defRPr>
                <a:latin typeface="Times New Roman" panose="02020603050405020304" pitchFamily="18" charset="0"/>
                <a:cs typeface="Times New Roman" panose="02020603050405020304" pitchFamily="18" charset="0"/>
              </a:defRPr>
            </a:lvl1pPr>
          </a:lstStyle>
          <a:p>
            <a:r>
              <a:rPr lang="zh-CN" altLang="en-US"/>
              <a:t>电子科技大学 信软学院</a:t>
            </a:r>
            <a:r>
              <a:rPr lang="en-US" altLang="zh-CN"/>
              <a:t>——</a:t>
            </a:r>
            <a:r>
              <a:rPr lang="zh-CN" altLang="en-US"/>
              <a:t>现代密码学 熊虎</a:t>
            </a:r>
          </a:p>
        </p:txBody>
      </p:sp>
    </p:spTree>
    <p:extLst>
      <p:ext uri="{BB962C8B-B14F-4D97-AF65-F5344CB8AC3E}">
        <p14:creationId xmlns:p14="http://schemas.microsoft.com/office/powerpoint/2010/main" val="1977646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userDrawn="1">
  <p:cSld name="1_空白">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790B6BD5-AD37-C2CC-FECF-457AF9F60B93}"/>
              </a:ext>
            </a:extLst>
          </p:cNvPr>
          <p:cNvSpPr>
            <a:spLocks noChangeArrowheads="1"/>
          </p:cNvSpPr>
          <p:nvPr userDrawn="1"/>
        </p:nvSpPr>
        <p:spPr bwMode="auto">
          <a:xfrm>
            <a:off x="823913" y="407988"/>
            <a:ext cx="419100" cy="655637"/>
          </a:xfrm>
          <a:prstGeom prst="rect">
            <a:avLst/>
          </a:prstGeom>
          <a:blipFill dpi="0" rotWithShape="0">
            <a:blip r:embed="rId2"/>
            <a:srcRect/>
            <a:tile tx="0" ty="0" sx="100000" sy="100000" flip="none" algn="tl"/>
          </a:blipFill>
          <a:ln>
            <a:noFill/>
          </a:ln>
          <a:extLst>
            <a:ext uri="{91240B29-F687-4F45-9708-019B960494DF}">
              <a14:hiddenLine xmlns:a14="http://schemas.microsoft.com/office/drawing/2010/main" w="12700" algn="ctr">
                <a:solidFill>
                  <a:srgbClr val="000000"/>
                </a:solidFill>
                <a:miter lim="800000"/>
                <a:headEnd/>
                <a:tailEnd/>
              </a14:hiddenLine>
            </a:ext>
          </a:extLst>
        </p:spPr>
        <p:txBody>
          <a:bodyPr anchor="ctr"/>
          <a:lstStyle/>
          <a:p>
            <a:pPr algn="ctr">
              <a:defRPr/>
            </a:pPr>
            <a:endParaRPr lang="zh-CN" altLang="en-US" dirty="0">
              <a:solidFill>
                <a:prstClr val="white"/>
              </a:solidFill>
              <a:latin typeface="+mn-lt"/>
              <a:ea typeface="+mn-ea"/>
            </a:endParaRPr>
          </a:p>
        </p:txBody>
      </p:sp>
      <p:cxnSp>
        <p:nvCxnSpPr>
          <p:cNvPr id="3" name="直接连接符 8">
            <a:extLst>
              <a:ext uri="{FF2B5EF4-FFF2-40B4-BE49-F238E27FC236}">
                <a16:creationId xmlns:a16="http://schemas.microsoft.com/office/drawing/2014/main" id="{512F290B-79A7-B297-90BC-17E861EC470A}"/>
              </a:ext>
            </a:extLst>
          </p:cNvPr>
          <p:cNvCxnSpPr/>
          <p:nvPr userDrawn="1"/>
        </p:nvCxnSpPr>
        <p:spPr>
          <a:xfrm>
            <a:off x="1465263" y="1033463"/>
            <a:ext cx="9037637"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 name="直接连接符 9">
            <a:extLst>
              <a:ext uri="{FF2B5EF4-FFF2-40B4-BE49-F238E27FC236}">
                <a16:creationId xmlns:a16="http://schemas.microsoft.com/office/drawing/2014/main" id="{A344009E-6C27-56F2-0666-C532D88456B4}"/>
              </a:ext>
            </a:extLst>
          </p:cNvPr>
          <p:cNvCxnSpPr/>
          <p:nvPr userDrawn="1"/>
        </p:nvCxnSpPr>
        <p:spPr>
          <a:xfrm>
            <a:off x="693738" y="6249988"/>
            <a:ext cx="10779125"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5" name="图片 8">
            <a:extLst>
              <a:ext uri="{FF2B5EF4-FFF2-40B4-BE49-F238E27FC236}">
                <a16:creationId xmlns:a16="http://schemas.microsoft.com/office/drawing/2014/main" id="{F7DB548A-A892-DA0E-B585-BCDFE9F55450}"/>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1272838" y="0"/>
            <a:ext cx="919162"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itle 1"/>
          <p:cNvSpPr>
            <a:spLocks noGrp="1"/>
          </p:cNvSpPr>
          <p:nvPr>
            <p:ph type="title"/>
          </p:nvPr>
        </p:nvSpPr>
        <p:spPr>
          <a:xfrm>
            <a:off x="1465264" y="365131"/>
            <a:ext cx="9037637" cy="668337"/>
          </a:xfrm>
        </p:spPr>
        <p:txBody>
          <a:bodyPr>
            <a:normAutofit/>
          </a:bodyPr>
          <a:lstStyle>
            <a:lvl1pPr>
              <a:defRPr sz="3200">
                <a:solidFill>
                  <a:schemeClr val="accent1">
                    <a:lumMod val="50000"/>
                  </a:schemeClr>
                </a:solidFill>
                <a:latin typeface="仿宋" panose="02010609060101010101" pitchFamily="49" charset="-122"/>
                <a:ea typeface="仿宋" panose="02010609060101010101" pitchFamily="49" charset="-122"/>
              </a:defRPr>
            </a:lvl1pPr>
          </a:lstStyle>
          <a:p>
            <a:r>
              <a:rPr lang="zh-CN" altLang="en-US" dirty="0"/>
              <a:t>单击此处编辑母版标题样式</a:t>
            </a:r>
            <a:endParaRPr lang="en-US" dirty="0"/>
          </a:p>
        </p:txBody>
      </p:sp>
      <p:sp>
        <p:nvSpPr>
          <p:cNvPr id="17" name="Content Placeholder 2"/>
          <p:cNvSpPr>
            <a:spLocks noGrp="1"/>
          </p:cNvSpPr>
          <p:nvPr>
            <p:ph idx="1"/>
          </p:nvPr>
        </p:nvSpPr>
        <p:spPr>
          <a:xfrm>
            <a:off x="823913" y="1466056"/>
            <a:ext cx="10515600" cy="4579144"/>
          </a:xfrm>
        </p:spPr>
        <p:txBody>
          <a:bodyPr/>
          <a:lstStyle>
            <a:lvl1pPr>
              <a:defRPr sz="2400">
                <a:solidFill>
                  <a:schemeClr val="tx1"/>
                </a:solidFill>
                <a:latin typeface="仿宋" panose="02010609060101010101" pitchFamily="49" charset="-122"/>
                <a:ea typeface="仿宋" panose="02010609060101010101" pitchFamily="49" charset="-122"/>
              </a:defRPr>
            </a:lvl1pPr>
            <a:lvl2pPr>
              <a:defRPr sz="2000">
                <a:solidFill>
                  <a:schemeClr val="tx1"/>
                </a:solidFill>
                <a:latin typeface="仿宋" panose="02010609060101010101" pitchFamily="49" charset="-122"/>
                <a:ea typeface="仿宋" panose="02010609060101010101" pitchFamily="49" charset="-122"/>
              </a:defRPr>
            </a:lvl2pPr>
            <a:lvl3pPr>
              <a:defRPr sz="1800" b="1">
                <a:solidFill>
                  <a:schemeClr val="tx1"/>
                </a:solidFill>
              </a:defRPr>
            </a:lvl3pPr>
            <a:lvl4pPr>
              <a:defRPr sz="1600">
                <a:solidFill>
                  <a:schemeClr val="tx1"/>
                </a:solidFill>
              </a:defRPr>
            </a:lvl4pPr>
            <a:lvl5pPr>
              <a:defRPr sz="1600">
                <a:solidFill>
                  <a:schemeClr val="tx1"/>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6" name="Date Placeholder 3">
            <a:extLst>
              <a:ext uri="{FF2B5EF4-FFF2-40B4-BE49-F238E27FC236}">
                <a16:creationId xmlns:a16="http://schemas.microsoft.com/office/drawing/2014/main" id="{D91BEEE1-B712-FB36-49F6-29943A184AE5}"/>
              </a:ext>
            </a:extLst>
          </p:cNvPr>
          <p:cNvSpPr>
            <a:spLocks noGrp="1"/>
          </p:cNvSpPr>
          <p:nvPr>
            <p:ph type="dt" sz="half" idx="10"/>
          </p:nvPr>
        </p:nvSpPr>
        <p:spPr>
          <a:xfrm>
            <a:off x="736600" y="6356350"/>
            <a:ext cx="2743200" cy="365125"/>
          </a:xfrm>
        </p:spPr>
        <p:txBody>
          <a:bodyPr/>
          <a:lstStyle>
            <a:lvl1pPr eaLnBrk="0" fontAlgn="base" hangingPunct="0">
              <a:spcBef>
                <a:spcPct val="0"/>
              </a:spcBef>
              <a:spcAft>
                <a:spcPct val="0"/>
              </a:spcAft>
              <a:defRPr>
                <a:solidFill>
                  <a:prstClr val="black">
                    <a:tint val="75000"/>
                  </a:prstClr>
                </a:solidFill>
                <a:latin typeface="Times New Roman" panose="02020603050405020304" pitchFamily="18" charset="0"/>
                <a:ea typeface="仿宋" panose="02010609060101010101" pitchFamily="49" charset="-122"/>
                <a:cs typeface="Times New Roman" panose="02020603050405020304" pitchFamily="18" charset="0"/>
              </a:defRPr>
            </a:lvl1pPr>
          </a:lstStyle>
          <a:p>
            <a:pPr>
              <a:defRPr/>
            </a:pPr>
            <a:fld id="{902F7C4C-3DAE-A14E-B1BB-EA06C2E544C8}" type="datetime1">
              <a:rPr lang="zh-CN" altLang="en-US"/>
              <a:pPr>
                <a:defRPr/>
              </a:pPr>
              <a:t>2026/6/9</a:t>
            </a:fld>
            <a:endParaRPr lang="zh-CN" altLang="en-US" dirty="0"/>
          </a:p>
        </p:txBody>
      </p:sp>
      <p:sp>
        <p:nvSpPr>
          <p:cNvPr id="7" name="Footer Placeholder 4">
            <a:extLst>
              <a:ext uri="{FF2B5EF4-FFF2-40B4-BE49-F238E27FC236}">
                <a16:creationId xmlns:a16="http://schemas.microsoft.com/office/drawing/2014/main" id="{6C7B5E4A-B294-A0D9-0DFA-3FD415A5EB4C}"/>
              </a:ext>
            </a:extLst>
          </p:cNvPr>
          <p:cNvSpPr>
            <a:spLocks noGrp="1"/>
          </p:cNvSpPr>
          <p:nvPr>
            <p:ph type="ftr" sz="quarter" idx="11"/>
          </p:nvPr>
        </p:nvSpPr>
        <p:spPr>
          <a:xfrm>
            <a:off x="3884613" y="6356350"/>
            <a:ext cx="4394200" cy="365125"/>
          </a:xfrm>
        </p:spPr>
        <p:txBody>
          <a:bodyPr/>
          <a:lstStyle>
            <a:lvl1pPr>
              <a:defRPr>
                <a:latin typeface="Times New Roman" panose="02020603050405020304" pitchFamily="18" charset="0"/>
                <a:cs typeface="Times New Roman" panose="02020603050405020304" pitchFamily="18" charset="0"/>
              </a:defRPr>
            </a:lvl1pPr>
          </a:lstStyle>
          <a:p>
            <a:r>
              <a:rPr lang="zh-CN" altLang="en-US"/>
              <a:t>电子科技大学 信软学院</a:t>
            </a:r>
            <a:r>
              <a:rPr lang="en-US" altLang="zh-CN"/>
              <a:t>——</a:t>
            </a:r>
            <a:r>
              <a:rPr lang="zh-CN" altLang="en-US"/>
              <a:t>现代密码学 熊虎</a:t>
            </a:r>
          </a:p>
        </p:txBody>
      </p:sp>
      <p:sp>
        <p:nvSpPr>
          <p:cNvPr id="8" name="Slide Number Placeholder 5">
            <a:extLst>
              <a:ext uri="{FF2B5EF4-FFF2-40B4-BE49-F238E27FC236}">
                <a16:creationId xmlns:a16="http://schemas.microsoft.com/office/drawing/2014/main" id="{DFFCF2B3-E0C8-0E0A-7FC9-A98BA53E2166}"/>
              </a:ext>
            </a:extLst>
          </p:cNvPr>
          <p:cNvSpPr>
            <a:spLocks noGrp="1"/>
          </p:cNvSpPr>
          <p:nvPr>
            <p:ph type="sldNum" sz="quarter" idx="12"/>
          </p:nvPr>
        </p:nvSpPr>
        <p:spPr>
          <a:xfrm>
            <a:off x="8509000" y="6356350"/>
            <a:ext cx="2743200" cy="365125"/>
          </a:xfrm>
        </p:spPr>
        <p:txBody>
          <a:bodyPr/>
          <a:lstStyle>
            <a:lvl1pPr>
              <a:defRPr>
                <a:latin typeface="Times New Roman" panose="02020603050405020304" pitchFamily="18" charset="0"/>
                <a:cs typeface="Times New Roman" panose="02020603050405020304" pitchFamily="18" charset="0"/>
              </a:defRPr>
            </a:lvl1pPr>
          </a:lstStyle>
          <a:p>
            <a:r>
              <a:rPr lang="zh-CN" altLang="en-US"/>
              <a:t>共 </a:t>
            </a:r>
            <a:r>
              <a:rPr lang="en-US" altLang="zh-CN"/>
              <a:t>51 </a:t>
            </a:r>
            <a:r>
              <a:rPr lang="zh-CN" altLang="en-US"/>
              <a:t>页</a:t>
            </a:r>
            <a:r>
              <a:rPr lang="en-US" altLang="zh-CN"/>
              <a:t>/</a:t>
            </a:r>
            <a:r>
              <a:rPr lang="zh-CN" altLang="en-US"/>
              <a:t>第</a:t>
            </a:r>
            <a:fld id="{E5BE025D-4C3A-854A-B463-FE4D18A4F079}" type="slidenum">
              <a:rPr lang="zh-CN" altLang="en-US"/>
              <a:pPr/>
              <a:t>‹#›</a:t>
            </a:fld>
            <a:r>
              <a:rPr lang="zh-CN" altLang="en-US"/>
              <a:t>页</a:t>
            </a:r>
          </a:p>
        </p:txBody>
      </p:sp>
    </p:spTree>
    <p:extLst>
      <p:ext uri="{BB962C8B-B14F-4D97-AF65-F5344CB8AC3E}">
        <p14:creationId xmlns:p14="http://schemas.microsoft.com/office/powerpoint/2010/main" val="442051555"/>
      </p:ext>
    </p:extLst>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13_空白">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0C6891D1-B2F6-DF8D-C0C8-E80B6EFFC9C5}"/>
              </a:ext>
            </a:extLst>
          </p:cNvPr>
          <p:cNvSpPr>
            <a:spLocks noChangeArrowheads="1"/>
          </p:cNvSpPr>
          <p:nvPr userDrawn="1"/>
        </p:nvSpPr>
        <p:spPr bwMode="auto">
          <a:xfrm>
            <a:off x="823913" y="407988"/>
            <a:ext cx="419100" cy="655637"/>
          </a:xfrm>
          <a:prstGeom prst="rect">
            <a:avLst/>
          </a:prstGeom>
          <a:blipFill dpi="0" rotWithShape="0">
            <a:blip r:embed="rId2"/>
            <a:srcRect/>
            <a:tile tx="0" ty="0" sx="100000" sy="100000" flip="none" algn="tl"/>
          </a:blipFill>
          <a:ln>
            <a:noFill/>
          </a:ln>
          <a:extLst>
            <a:ext uri="{91240B29-F687-4F45-9708-019B960494DF}">
              <a14:hiddenLine xmlns:a14="http://schemas.microsoft.com/office/drawing/2010/main" w="12700" algn="ctr">
                <a:solidFill>
                  <a:srgbClr val="000000"/>
                </a:solidFill>
                <a:miter lim="800000"/>
                <a:headEnd/>
                <a:tailEnd/>
              </a14:hiddenLine>
            </a:ext>
          </a:extLst>
        </p:spPr>
        <p:txBody>
          <a:bodyPr anchor="ctr"/>
          <a:lstStyle/>
          <a:p>
            <a:pPr algn="ctr">
              <a:defRPr/>
            </a:pPr>
            <a:endParaRPr lang="zh-CN" altLang="en-US" dirty="0">
              <a:solidFill>
                <a:prstClr val="white"/>
              </a:solidFill>
              <a:latin typeface="+mn-lt"/>
              <a:ea typeface="+mn-ea"/>
            </a:endParaRPr>
          </a:p>
        </p:txBody>
      </p:sp>
      <p:cxnSp>
        <p:nvCxnSpPr>
          <p:cNvPr id="3" name="直接连接符 8">
            <a:extLst>
              <a:ext uri="{FF2B5EF4-FFF2-40B4-BE49-F238E27FC236}">
                <a16:creationId xmlns:a16="http://schemas.microsoft.com/office/drawing/2014/main" id="{C46812CC-DF2B-E11E-8FC0-AB9D429DE1B1}"/>
              </a:ext>
            </a:extLst>
          </p:cNvPr>
          <p:cNvCxnSpPr/>
          <p:nvPr userDrawn="1"/>
        </p:nvCxnSpPr>
        <p:spPr>
          <a:xfrm>
            <a:off x="1465263" y="1033463"/>
            <a:ext cx="9037637"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 name="直接连接符 9">
            <a:extLst>
              <a:ext uri="{FF2B5EF4-FFF2-40B4-BE49-F238E27FC236}">
                <a16:creationId xmlns:a16="http://schemas.microsoft.com/office/drawing/2014/main" id="{A922A727-769E-2AEF-90D2-CC78873CF524}"/>
              </a:ext>
            </a:extLst>
          </p:cNvPr>
          <p:cNvCxnSpPr/>
          <p:nvPr userDrawn="1"/>
        </p:nvCxnSpPr>
        <p:spPr>
          <a:xfrm>
            <a:off x="693738" y="6249988"/>
            <a:ext cx="10779125"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5" name="图片 8">
            <a:extLst>
              <a:ext uri="{FF2B5EF4-FFF2-40B4-BE49-F238E27FC236}">
                <a16:creationId xmlns:a16="http://schemas.microsoft.com/office/drawing/2014/main" id="{80C9F7BD-CA5E-F499-C3FB-40641EDA7940}"/>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1272838" y="0"/>
            <a:ext cx="919162"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itle 1"/>
          <p:cNvSpPr>
            <a:spLocks noGrp="1"/>
          </p:cNvSpPr>
          <p:nvPr>
            <p:ph type="title"/>
          </p:nvPr>
        </p:nvSpPr>
        <p:spPr>
          <a:xfrm>
            <a:off x="1465264" y="365131"/>
            <a:ext cx="9037637" cy="668337"/>
          </a:xfrm>
        </p:spPr>
        <p:txBody>
          <a:bodyPr>
            <a:normAutofit/>
          </a:bodyPr>
          <a:lstStyle>
            <a:lvl1pPr>
              <a:defRPr sz="3200">
                <a:solidFill>
                  <a:schemeClr val="accent1">
                    <a:lumMod val="50000"/>
                  </a:schemeClr>
                </a:solidFill>
                <a:latin typeface="仿宋" panose="02010609060101010101" pitchFamily="49" charset="-122"/>
                <a:ea typeface="仿宋" panose="02010609060101010101" pitchFamily="49" charset="-122"/>
              </a:defRPr>
            </a:lvl1pPr>
          </a:lstStyle>
          <a:p>
            <a:r>
              <a:rPr lang="zh-CN" altLang="en-US" dirty="0"/>
              <a:t>单击此处编辑母版标题样式</a:t>
            </a:r>
            <a:endParaRPr lang="en-US" dirty="0"/>
          </a:p>
        </p:txBody>
      </p:sp>
      <p:sp>
        <p:nvSpPr>
          <p:cNvPr id="17" name="Content Placeholder 2"/>
          <p:cNvSpPr>
            <a:spLocks noGrp="1"/>
          </p:cNvSpPr>
          <p:nvPr>
            <p:ph idx="1"/>
          </p:nvPr>
        </p:nvSpPr>
        <p:spPr>
          <a:xfrm>
            <a:off x="823913" y="1466056"/>
            <a:ext cx="10515600" cy="4579144"/>
          </a:xfrm>
        </p:spPr>
        <p:txBody>
          <a:bodyPr/>
          <a:lstStyle>
            <a:lvl1pPr>
              <a:defRPr sz="2400">
                <a:solidFill>
                  <a:schemeClr val="tx1"/>
                </a:solidFill>
                <a:latin typeface="仿宋" panose="02010609060101010101" pitchFamily="49" charset="-122"/>
                <a:ea typeface="仿宋" panose="02010609060101010101" pitchFamily="49" charset="-122"/>
              </a:defRPr>
            </a:lvl1pPr>
            <a:lvl2pPr>
              <a:defRPr sz="2000">
                <a:solidFill>
                  <a:schemeClr val="tx1"/>
                </a:solidFill>
                <a:latin typeface="仿宋" panose="02010609060101010101" pitchFamily="49" charset="-122"/>
                <a:ea typeface="仿宋" panose="02010609060101010101" pitchFamily="49" charset="-122"/>
              </a:defRPr>
            </a:lvl2pPr>
            <a:lvl3pPr>
              <a:defRPr sz="1800" b="1">
                <a:solidFill>
                  <a:schemeClr val="tx1"/>
                </a:solidFill>
              </a:defRPr>
            </a:lvl3pPr>
            <a:lvl4pPr>
              <a:defRPr sz="1600">
                <a:solidFill>
                  <a:schemeClr val="tx1"/>
                </a:solidFill>
              </a:defRPr>
            </a:lvl4pPr>
            <a:lvl5pPr>
              <a:defRPr sz="1600">
                <a:solidFill>
                  <a:schemeClr val="tx1"/>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6" name="Date Placeholder 3">
            <a:extLst>
              <a:ext uri="{FF2B5EF4-FFF2-40B4-BE49-F238E27FC236}">
                <a16:creationId xmlns:a16="http://schemas.microsoft.com/office/drawing/2014/main" id="{0392700D-38F9-C57E-F49D-992CCBA3B31B}"/>
              </a:ext>
            </a:extLst>
          </p:cNvPr>
          <p:cNvSpPr>
            <a:spLocks noGrp="1"/>
          </p:cNvSpPr>
          <p:nvPr>
            <p:ph type="dt" sz="half" idx="10"/>
          </p:nvPr>
        </p:nvSpPr>
        <p:spPr>
          <a:xfrm>
            <a:off x="736600" y="6356350"/>
            <a:ext cx="2743200" cy="365125"/>
          </a:xfrm>
        </p:spPr>
        <p:txBody>
          <a:bodyPr/>
          <a:lstStyle>
            <a:lvl1pPr eaLnBrk="0" fontAlgn="base" hangingPunct="0">
              <a:spcBef>
                <a:spcPct val="0"/>
              </a:spcBef>
              <a:spcAft>
                <a:spcPct val="0"/>
              </a:spcAft>
              <a:defRPr>
                <a:solidFill>
                  <a:prstClr val="black">
                    <a:tint val="75000"/>
                  </a:prstClr>
                </a:solidFill>
                <a:latin typeface="Times New Roman" panose="02020603050405020304" pitchFamily="18" charset="0"/>
                <a:ea typeface="仿宋" panose="02010609060101010101" pitchFamily="49" charset="-122"/>
                <a:cs typeface="Times New Roman" panose="02020603050405020304" pitchFamily="18" charset="0"/>
              </a:defRPr>
            </a:lvl1pPr>
          </a:lstStyle>
          <a:p>
            <a:pPr>
              <a:defRPr/>
            </a:pPr>
            <a:fld id="{D19F94CC-F9B0-CC48-8A85-7824B93EA2AB}" type="datetime1">
              <a:rPr lang="zh-CN" altLang="en-US"/>
              <a:pPr>
                <a:defRPr/>
              </a:pPr>
              <a:t>2026/6/9</a:t>
            </a:fld>
            <a:endParaRPr lang="zh-CN" altLang="en-US" dirty="0"/>
          </a:p>
        </p:txBody>
      </p:sp>
      <p:sp>
        <p:nvSpPr>
          <p:cNvPr id="7" name="Slide Number Placeholder 5">
            <a:extLst>
              <a:ext uri="{FF2B5EF4-FFF2-40B4-BE49-F238E27FC236}">
                <a16:creationId xmlns:a16="http://schemas.microsoft.com/office/drawing/2014/main" id="{1FA56067-2874-795C-D26F-757FF5DCEEED}"/>
              </a:ext>
            </a:extLst>
          </p:cNvPr>
          <p:cNvSpPr>
            <a:spLocks noGrp="1"/>
          </p:cNvSpPr>
          <p:nvPr>
            <p:ph type="sldNum" sz="quarter" idx="11"/>
          </p:nvPr>
        </p:nvSpPr>
        <p:spPr>
          <a:xfrm>
            <a:off x="8509000" y="6356350"/>
            <a:ext cx="2743200" cy="365125"/>
          </a:xfrm>
        </p:spPr>
        <p:txBody>
          <a:bodyPr/>
          <a:lstStyle>
            <a:lvl1pPr>
              <a:defRPr>
                <a:latin typeface="Times New Roman" panose="02020603050405020304" pitchFamily="18" charset="0"/>
                <a:cs typeface="Times New Roman" panose="02020603050405020304" pitchFamily="18" charset="0"/>
              </a:defRPr>
            </a:lvl1pPr>
          </a:lstStyle>
          <a:p>
            <a:r>
              <a:rPr lang="zh-CN" altLang="en-US"/>
              <a:t>共 </a:t>
            </a:r>
            <a:r>
              <a:rPr lang="en-US" altLang="zh-CN"/>
              <a:t>51 </a:t>
            </a:r>
            <a:r>
              <a:rPr lang="zh-CN" altLang="en-US"/>
              <a:t>页</a:t>
            </a:r>
            <a:r>
              <a:rPr lang="en-US" altLang="zh-CN"/>
              <a:t>/</a:t>
            </a:r>
            <a:r>
              <a:rPr lang="zh-CN" altLang="en-US"/>
              <a:t>第</a:t>
            </a:r>
            <a:fld id="{881085E4-E467-9348-A325-DA6C81D1A88B}" type="slidenum">
              <a:rPr lang="zh-CN" altLang="en-US"/>
              <a:pPr/>
              <a:t>‹#›</a:t>
            </a:fld>
            <a:r>
              <a:rPr lang="zh-CN" altLang="en-US"/>
              <a:t>页</a:t>
            </a:r>
          </a:p>
        </p:txBody>
      </p:sp>
      <p:sp>
        <p:nvSpPr>
          <p:cNvPr id="8" name="Footer Placeholder 4">
            <a:extLst>
              <a:ext uri="{FF2B5EF4-FFF2-40B4-BE49-F238E27FC236}">
                <a16:creationId xmlns:a16="http://schemas.microsoft.com/office/drawing/2014/main" id="{AB37CA12-3A26-971F-8228-72D4F59C2B93}"/>
              </a:ext>
            </a:extLst>
          </p:cNvPr>
          <p:cNvSpPr>
            <a:spLocks noGrp="1"/>
          </p:cNvSpPr>
          <p:nvPr>
            <p:ph type="ftr" sz="quarter" idx="12"/>
          </p:nvPr>
        </p:nvSpPr>
        <p:spPr>
          <a:xfrm>
            <a:off x="3898900" y="6356350"/>
            <a:ext cx="4330700" cy="365125"/>
          </a:xfrm>
        </p:spPr>
        <p:txBody>
          <a:bodyPr/>
          <a:lstStyle>
            <a:lvl1pPr>
              <a:defRPr/>
            </a:lvl1pPr>
          </a:lstStyle>
          <a:p>
            <a:r>
              <a:rPr lang="zh-CN" altLang="en-US"/>
              <a:t>电子科技大学 信软学院</a:t>
            </a:r>
            <a:r>
              <a:rPr lang="en-US" altLang="zh-CN">
                <a:latin typeface="Times New Roman" panose="02020603050405020304" pitchFamily="18" charset="0"/>
              </a:rPr>
              <a:t>——</a:t>
            </a:r>
            <a:r>
              <a:rPr lang="zh-CN" altLang="en-US"/>
              <a:t>现代密码学 熊虎</a:t>
            </a:r>
          </a:p>
        </p:txBody>
      </p:sp>
    </p:spTree>
    <p:extLst>
      <p:ext uri="{BB962C8B-B14F-4D97-AF65-F5344CB8AC3E}">
        <p14:creationId xmlns:p14="http://schemas.microsoft.com/office/powerpoint/2010/main" val="3020136008"/>
      </p:ext>
    </p:extLst>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userDrawn="1">
  <p:cSld name="14_空白">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4BB70E6E-50BD-A537-3A6B-509A54693509}"/>
              </a:ext>
            </a:extLst>
          </p:cNvPr>
          <p:cNvSpPr>
            <a:spLocks noChangeArrowheads="1"/>
          </p:cNvSpPr>
          <p:nvPr userDrawn="1"/>
        </p:nvSpPr>
        <p:spPr bwMode="auto">
          <a:xfrm>
            <a:off x="823913" y="407988"/>
            <a:ext cx="419100" cy="655637"/>
          </a:xfrm>
          <a:prstGeom prst="rect">
            <a:avLst/>
          </a:prstGeom>
          <a:blipFill dpi="0" rotWithShape="0">
            <a:blip r:embed="rId2"/>
            <a:srcRect/>
            <a:tile tx="0" ty="0" sx="100000" sy="100000" flip="none" algn="tl"/>
          </a:blipFill>
          <a:ln>
            <a:noFill/>
          </a:ln>
          <a:extLst>
            <a:ext uri="{91240B29-F687-4F45-9708-019B960494DF}">
              <a14:hiddenLine xmlns:a14="http://schemas.microsoft.com/office/drawing/2010/main" w="12700" algn="ctr">
                <a:solidFill>
                  <a:srgbClr val="000000"/>
                </a:solidFill>
                <a:miter lim="800000"/>
                <a:headEnd/>
                <a:tailEnd/>
              </a14:hiddenLine>
            </a:ext>
          </a:extLst>
        </p:spPr>
        <p:txBody>
          <a:bodyPr anchor="ctr"/>
          <a:lstStyle/>
          <a:p>
            <a:pPr algn="ctr">
              <a:defRPr/>
            </a:pPr>
            <a:endParaRPr lang="zh-CN" altLang="en-US" dirty="0">
              <a:solidFill>
                <a:prstClr val="white"/>
              </a:solidFill>
              <a:latin typeface="+mn-lt"/>
              <a:ea typeface="+mn-ea"/>
            </a:endParaRPr>
          </a:p>
        </p:txBody>
      </p:sp>
      <p:cxnSp>
        <p:nvCxnSpPr>
          <p:cNvPr id="3" name="直接连接符 8">
            <a:extLst>
              <a:ext uri="{FF2B5EF4-FFF2-40B4-BE49-F238E27FC236}">
                <a16:creationId xmlns:a16="http://schemas.microsoft.com/office/drawing/2014/main" id="{D23FB2B7-49F3-C6FB-ED4B-E0D9B1F69B11}"/>
              </a:ext>
            </a:extLst>
          </p:cNvPr>
          <p:cNvCxnSpPr/>
          <p:nvPr userDrawn="1"/>
        </p:nvCxnSpPr>
        <p:spPr>
          <a:xfrm>
            <a:off x="1465263" y="1033463"/>
            <a:ext cx="9037637"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 name="直接连接符 9">
            <a:extLst>
              <a:ext uri="{FF2B5EF4-FFF2-40B4-BE49-F238E27FC236}">
                <a16:creationId xmlns:a16="http://schemas.microsoft.com/office/drawing/2014/main" id="{AF481741-C75A-BAA5-80F6-F5AFBED019E1}"/>
              </a:ext>
            </a:extLst>
          </p:cNvPr>
          <p:cNvCxnSpPr/>
          <p:nvPr userDrawn="1"/>
        </p:nvCxnSpPr>
        <p:spPr>
          <a:xfrm>
            <a:off x="693738" y="6249988"/>
            <a:ext cx="10779125"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5" name="图片 8">
            <a:extLst>
              <a:ext uri="{FF2B5EF4-FFF2-40B4-BE49-F238E27FC236}">
                <a16:creationId xmlns:a16="http://schemas.microsoft.com/office/drawing/2014/main" id="{0E19032D-B862-EB9D-E252-73B1B1607DF7}"/>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1272838" y="0"/>
            <a:ext cx="919162"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itle 1"/>
          <p:cNvSpPr>
            <a:spLocks noGrp="1"/>
          </p:cNvSpPr>
          <p:nvPr>
            <p:ph type="title"/>
          </p:nvPr>
        </p:nvSpPr>
        <p:spPr>
          <a:xfrm>
            <a:off x="1465264" y="365131"/>
            <a:ext cx="9037637" cy="668337"/>
          </a:xfrm>
        </p:spPr>
        <p:txBody>
          <a:bodyPr>
            <a:normAutofit/>
          </a:bodyPr>
          <a:lstStyle>
            <a:lvl1pPr>
              <a:defRPr sz="3200">
                <a:solidFill>
                  <a:schemeClr val="accent1">
                    <a:lumMod val="50000"/>
                  </a:schemeClr>
                </a:solidFill>
                <a:latin typeface="仿宋" panose="02010609060101010101" pitchFamily="49" charset="-122"/>
                <a:ea typeface="仿宋" panose="02010609060101010101" pitchFamily="49" charset="-122"/>
              </a:defRPr>
            </a:lvl1pPr>
          </a:lstStyle>
          <a:p>
            <a:r>
              <a:rPr lang="zh-CN" altLang="en-US" dirty="0"/>
              <a:t>单击此处编辑母版标题样式</a:t>
            </a:r>
            <a:endParaRPr lang="en-US" dirty="0"/>
          </a:p>
        </p:txBody>
      </p:sp>
      <p:sp>
        <p:nvSpPr>
          <p:cNvPr id="17" name="Content Placeholder 2"/>
          <p:cNvSpPr>
            <a:spLocks noGrp="1"/>
          </p:cNvSpPr>
          <p:nvPr>
            <p:ph idx="1"/>
          </p:nvPr>
        </p:nvSpPr>
        <p:spPr>
          <a:xfrm>
            <a:off x="823913" y="1466056"/>
            <a:ext cx="10515600" cy="4579144"/>
          </a:xfrm>
        </p:spPr>
        <p:txBody>
          <a:bodyPr/>
          <a:lstStyle>
            <a:lvl1pPr>
              <a:defRPr sz="2400">
                <a:solidFill>
                  <a:schemeClr val="tx1"/>
                </a:solidFill>
                <a:latin typeface="仿宋" panose="02010609060101010101" pitchFamily="49" charset="-122"/>
                <a:ea typeface="仿宋" panose="02010609060101010101" pitchFamily="49" charset="-122"/>
              </a:defRPr>
            </a:lvl1pPr>
            <a:lvl2pPr>
              <a:defRPr sz="2000">
                <a:solidFill>
                  <a:schemeClr val="tx1"/>
                </a:solidFill>
                <a:latin typeface="仿宋" panose="02010609060101010101" pitchFamily="49" charset="-122"/>
                <a:ea typeface="仿宋" panose="02010609060101010101" pitchFamily="49" charset="-122"/>
              </a:defRPr>
            </a:lvl2pPr>
            <a:lvl3pPr>
              <a:defRPr sz="1800" b="1">
                <a:solidFill>
                  <a:schemeClr val="tx1"/>
                </a:solidFill>
              </a:defRPr>
            </a:lvl3pPr>
            <a:lvl4pPr>
              <a:defRPr sz="1600">
                <a:solidFill>
                  <a:schemeClr val="tx1"/>
                </a:solidFill>
              </a:defRPr>
            </a:lvl4pPr>
            <a:lvl5pPr>
              <a:defRPr sz="1600">
                <a:solidFill>
                  <a:schemeClr val="tx1"/>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6" name="Date Placeholder 3">
            <a:extLst>
              <a:ext uri="{FF2B5EF4-FFF2-40B4-BE49-F238E27FC236}">
                <a16:creationId xmlns:a16="http://schemas.microsoft.com/office/drawing/2014/main" id="{B4606A35-48E5-0E17-E504-2EED997BC52C}"/>
              </a:ext>
            </a:extLst>
          </p:cNvPr>
          <p:cNvSpPr>
            <a:spLocks noGrp="1"/>
          </p:cNvSpPr>
          <p:nvPr>
            <p:ph type="dt" sz="half" idx="10"/>
          </p:nvPr>
        </p:nvSpPr>
        <p:spPr>
          <a:xfrm>
            <a:off x="736600" y="6356350"/>
            <a:ext cx="2743200" cy="365125"/>
          </a:xfrm>
        </p:spPr>
        <p:txBody>
          <a:bodyPr/>
          <a:lstStyle>
            <a:lvl1pPr eaLnBrk="0" fontAlgn="base" hangingPunct="0">
              <a:spcBef>
                <a:spcPct val="0"/>
              </a:spcBef>
              <a:spcAft>
                <a:spcPct val="0"/>
              </a:spcAft>
              <a:defRPr>
                <a:solidFill>
                  <a:prstClr val="black">
                    <a:tint val="75000"/>
                  </a:prstClr>
                </a:solidFill>
                <a:latin typeface="Times New Roman" panose="02020603050405020304" pitchFamily="18" charset="0"/>
                <a:ea typeface="仿宋" panose="02010609060101010101" pitchFamily="49" charset="-122"/>
                <a:cs typeface="Times New Roman" panose="02020603050405020304" pitchFamily="18" charset="0"/>
              </a:defRPr>
            </a:lvl1pPr>
          </a:lstStyle>
          <a:p>
            <a:pPr>
              <a:defRPr/>
            </a:pPr>
            <a:fld id="{2708D5B0-AD00-C540-9BDC-F7C61D3F95CD}" type="datetime1">
              <a:rPr lang="zh-CN" altLang="en-US"/>
              <a:pPr>
                <a:defRPr/>
              </a:pPr>
              <a:t>2026/6/9</a:t>
            </a:fld>
            <a:endParaRPr lang="zh-CN" altLang="en-US" dirty="0"/>
          </a:p>
        </p:txBody>
      </p:sp>
      <p:sp>
        <p:nvSpPr>
          <p:cNvPr id="7" name="Slide Number Placeholder 5">
            <a:extLst>
              <a:ext uri="{FF2B5EF4-FFF2-40B4-BE49-F238E27FC236}">
                <a16:creationId xmlns:a16="http://schemas.microsoft.com/office/drawing/2014/main" id="{E3AF975D-BA4B-BE4A-D0B6-42E567B92D2F}"/>
              </a:ext>
            </a:extLst>
          </p:cNvPr>
          <p:cNvSpPr>
            <a:spLocks noGrp="1"/>
          </p:cNvSpPr>
          <p:nvPr>
            <p:ph type="sldNum" sz="quarter" idx="11"/>
          </p:nvPr>
        </p:nvSpPr>
        <p:spPr>
          <a:xfrm>
            <a:off x="8509000" y="6356350"/>
            <a:ext cx="2743200" cy="365125"/>
          </a:xfrm>
        </p:spPr>
        <p:txBody>
          <a:bodyPr/>
          <a:lstStyle>
            <a:lvl1pPr>
              <a:defRPr>
                <a:latin typeface="Times New Roman" panose="02020603050405020304" pitchFamily="18" charset="0"/>
                <a:cs typeface="Times New Roman" panose="02020603050405020304" pitchFamily="18" charset="0"/>
              </a:defRPr>
            </a:lvl1pPr>
          </a:lstStyle>
          <a:p>
            <a:r>
              <a:rPr lang="zh-CN" altLang="en-US"/>
              <a:t>共 </a:t>
            </a:r>
            <a:r>
              <a:rPr lang="en-US" altLang="zh-CN"/>
              <a:t>51 </a:t>
            </a:r>
            <a:r>
              <a:rPr lang="zh-CN" altLang="en-US"/>
              <a:t>页</a:t>
            </a:r>
            <a:r>
              <a:rPr lang="en-US" altLang="zh-CN"/>
              <a:t>/</a:t>
            </a:r>
            <a:r>
              <a:rPr lang="zh-CN" altLang="en-US"/>
              <a:t>第</a:t>
            </a:r>
            <a:fld id="{7031812B-B1AE-6741-B20D-79C5D6739963}" type="slidenum">
              <a:rPr lang="zh-CN" altLang="en-US"/>
              <a:pPr/>
              <a:t>‹#›</a:t>
            </a:fld>
            <a:r>
              <a:rPr lang="zh-CN" altLang="en-US"/>
              <a:t>页</a:t>
            </a:r>
          </a:p>
        </p:txBody>
      </p:sp>
      <p:sp>
        <p:nvSpPr>
          <p:cNvPr id="8" name="Footer Placeholder 4">
            <a:extLst>
              <a:ext uri="{FF2B5EF4-FFF2-40B4-BE49-F238E27FC236}">
                <a16:creationId xmlns:a16="http://schemas.microsoft.com/office/drawing/2014/main" id="{6BEE60FA-C184-DF52-6CED-C93F14B4AB73}"/>
              </a:ext>
            </a:extLst>
          </p:cNvPr>
          <p:cNvSpPr>
            <a:spLocks noGrp="1"/>
          </p:cNvSpPr>
          <p:nvPr>
            <p:ph type="ftr" sz="quarter" idx="12"/>
          </p:nvPr>
        </p:nvSpPr>
        <p:spPr>
          <a:xfrm>
            <a:off x="3898900" y="6356350"/>
            <a:ext cx="4330700" cy="365125"/>
          </a:xfrm>
        </p:spPr>
        <p:txBody>
          <a:bodyPr/>
          <a:lstStyle>
            <a:lvl1pPr>
              <a:defRPr/>
            </a:lvl1pPr>
          </a:lstStyle>
          <a:p>
            <a:r>
              <a:rPr lang="zh-CN" altLang="en-US"/>
              <a:t>电子科技大学 信软学院</a:t>
            </a:r>
            <a:r>
              <a:rPr lang="en-US" altLang="zh-CN">
                <a:latin typeface="Times New Roman" panose="02020603050405020304" pitchFamily="18" charset="0"/>
              </a:rPr>
              <a:t>——</a:t>
            </a:r>
            <a:r>
              <a:rPr lang="zh-CN" altLang="en-US"/>
              <a:t>现代密码学 熊虎</a:t>
            </a:r>
          </a:p>
        </p:txBody>
      </p:sp>
    </p:spTree>
    <p:extLst>
      <p:ext uri="{BB962C8B-B14F-4D97-AF65-F5344CB8AC3E}">
        <p14:creationId xmlns:p14="http://schemas.microsoft.com/office/powerpoint/2010/main" val="1010377601"/>
      </p:ext>
    </p:extLst>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userDrawn="1">
  <p:cSld name="15_空白">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1B82F4F4-7783-23A4-E3ED-0682F1692306}"/>
              </a:ext>
            </a:extLst>
          </p:cNvPr>
          <p:cNvSpPr>
            <a:spLocks noChangeArrowheads="1"/>
          </p:cNvSpPr>
          <p:nvPr userDrawn="1"/>
        </p:nvSpPr>
        <p:spPr bwMode="auto">
          <a:xfrm>
            <a:off x="823913" y="407988"/>
            <a:ext cx="419100" cy="655637"/>
          </a:xfrm>
          <a:prstGeom prst="rect">
            <a:avLst/>
          </a:prstGeom>
          <a:blipFill dpi="0" rotWithShape="0">
            <a:blip r:embed="rId2"/>
            <a:srcRect/>
            <a:tile tx="0" ty="0" sx="100000" sy="100000" flip="none" algn="tl"/>
          </a:blipFill>
          <a:ln>
            <a:noFill/>
          </a:ln>
          <a:extLst>
            <a:ext uri="{91240B29-F687-4F45-9708-019B960494DF}">
              <a14:hiddenLine xmlns:a14="http://schemas.microsoft.com/office/drawing/2010/main" w="12700" algn="ctr">
                <a:solidFill>
                  <a:srgbClr val="000000"/>
                </a:solidFill>
                <a:miter lim="800000"/>
                <a:headEnd/>
                <a:tailEnd/>
              </a14:hiddenLine>
            </a:ext>
          </a:extLst>
        </p:spPr>
        <p:txBody>
          <a:bodyPr anchor="ctr"/>
          <a:lstStyle/>
          <a:p>
            <a:pPr algn="ctr">
              <a:defRPr/>
            </a:pPr>
            <a:endParaRPr lang="zh-CN" altLang="en-US" dirty="0">
              <a:solidFill>
                <a:prstClr val="white"/>
              </a:solidFill>
              <a:latin typeface="+mn-lt"/>
              <a:ea typeface="+mn-ea"/>
            </a:endParaRPr>
          </a:p>
        </p:txBody>
      </p:sp>
      <p:cxnSp>
        <p:nvCxnSpPr>
          <p:cNvPr id="3" name="直接连接符 8">
            <a:extLst>
              <a:ext uri="{FF2B5EF4-FFF2-40B4-BE49-F238E27FC236}">
                <a16:creationId xmlns:a16="http://schemas.microsoft.com/office/drawing/2014/main" id="{D893A537-DECF-A236-9A9D-0A865044DBE1}"/>
              </a:ext>
            </a:extLst>
          </p:cNvPr>
          <p:cNvCxnSpPr/>
          <p:nvPr userDrawn="1"/>
        </p:nvCxnSpPr>
        <p:spPr>
          <a:xfrm>
            <a:off x="1465263" y="1033463"/>
            <a:ext cx="9037637"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 name="直接连接符 9">
            <a:extLst>
              <a:ext uri="{FF2B5EF4-FFF2-40B4-BE49-F238E27FC236}">
                <a16:creationId xmlns:a16="http://schemas.microsoft.com/office/drawing/2014/main" id="{00925115-37F2-30FC-7C4A-92680847D473}"/>
              </a:ext>
            </a:extLst>
          </p:cNvPr>
          <p:cNvCxnSpPr/>
          <p:nvPr userDrawn="1"/>
        </p:nvCxnSpPr>
        <p:spPr>
          <a:xfrm>
            <a:off x="693738" y="6249988"/>
            <a:ext cx="10779125"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5" name="图片 8">
            <a:extLst>
              <a:ext uri="{FF2B5EF4-FFF2-40B4-BE49-F238E27FC236}">
                <a16:creationId xmlns:a16="http://schemas.microsoft.com/office/drawing/2014/main" id="{5876380E-A650-99EF-68D3-450B63A13285}"/>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1272838" y="0"/>
            <a:ext cx="919162"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itle 1"/>
          <p:cNvSpPr>
            <a:spLocks noGrp="1"/>
          </p:cNvSpPr>
          <p:nvPr>
            <p:ph type="title"/>
          </p:nvPr>
        </p:nvSpPr>
        <p:spPr>
          <a:xfrm>
            <a:off x="1465264" y="365131"/>
            <a:ext cx="9037637" cy="668337"/>
          </a:xfrm>
        </p:spPr>
        <p:txBody>
          <a:bodyPr>
            <a:normAutofit/>
          </a:bodyPr>
          <a:lstStyle>
            <a:lvl1pPr>
              <a:defRPr sz="3200">
                <a:solidFill>
                  <a:schemeClr val="accent1">
                    <a:lumMod val="50000"/>
                  </a:schemeClr>
                </a:solidFill>
                <a:latin typeface="仿宋" panose="02010609060101010101" pitchFamily="49" charset="-122"/>
                <a:ea typeface="仿宋" panose="02010609060101010101" pitchFamily="49" charset="-122"/>
              </a:defRPr>
            </a:lvl1pPr>
          </a:lstStyle>
          <a:p>
            <a:r>
              <a:rPr lang="zh-CN" altLang="en-US" dirty="0"/>
              <a:t>单击此处编辑母版标题样式</a:t>
            </a:r>
            <a:endParaRPr lang="en-US" dirty="0"/>
          </a:p>
        </p:txBody>
      </p:sp>
      <p:sp>
        <p:nvSpPr>
          <p:cNvPr id="17" name="Content Placeholder 2"/>
          <p:cNvSpPr>
            <a:spLocks noGrp="1"/>
          </p:cNvSpPr>
          <p:nvPr>
            <p:ph idx="1"/>
          </p:nvPr>
        </p:nvSpPr>
        <p:spPr>
          <a:xfrm>
            <a:off x="823913" y="1466056"/>
            <a:ext cx="10515600" cy="4579144"/>
          </a:xfrm>
        </p:spPr>
        <p:txBody>
          <a:bodyPr/>
          <a:lstStyle>
            <a:lvl1pPr>
              <a:defRPr sz="2400">
                <a:solidFill>
                  <a:schemeClr val="tx1"/>
                </a:solidFill>
                <a:latin typeface="仿宋" panose="02010609060101010101" pitchFamily="49" charset="-122"/>
                <a:ea typeface="仿宋" panose="02010609060101010101" pitchFamily="49" charset="-122"/>
              </a:defRPr>
            </a:lvl1pPr>
            <a:lvl2pPr>
              <a:defRPr sz="2000">
                <a:solidFill>
                  <a:schemeClr val="tx1"/>
                </a:solidFill>
                <a:latin typeface="仿宋" panose="02010609060101010101" pitchFamily="49" charset="-122"/>
                <a:ea typeface="仿宋" panose="02010609060101010101" pitchFamily="49" charset="-122"/>
              </a:defRPr>
            </a:lvl2pPr>
            <a:lvl3pPr>
              <a:defRPr sz="1800" b="1">
                <a:solidFill>
                  <a:schemeClr val="tx1"/>
                </a:solidFill>
              </a:defRPr>
            </a:lvl3pPr>
            <a:lvl4pPr>
              <a:defRPr sz="1600">
                <a:solidFill>
                  <a:schemeClr val="tx1"/>
                </a:solidFill>
              </a:defRPr>
            </a:lvl4pPr>
            <a:lvl5pPr>
              <a:defRPr sz="1600">
                <a:solidFill>
                  <a:schemeClr val="tx1"/>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6" name="Date Placeholder 3">
            <a:extLst>
              <a:ext uri="{FF2B5EF4-FFF2-40B4-BE49-F238E27FC236}">
                <a16:creationId xmlns:a16="http://schemas.microsoft.com/office/drawing/2014/main" id="{CF724253-7AA0-1E11-388E-EA59E2B39A3F}"/>
              </a:ext>
            </a:extLst>
          </p:cNvPr>
          <p:cNvSpPr>
            <a:spLocks noGrp="1"/>
          </p:cNvSpPr>
          <p:nvPr>
            <p:ph type="dt" sz="half" idx="10"/>
          </p:nvPr>
        </p:nvSpPr>
        <p:spPr>
          <a:xfrm>
            <a:off x="736600" y="6356350"/>
            <a:ext cx="2743200" cy="365125"/>
          </a:xfrm>
        </p:spPr>
        <p:txBody>
          <a:bodyPr/>
          <a:lstStyle>
            <a:lvl1pPr eaLnBrk="0" fontAlgn="base" hangingPunct="0">
              <a:spcBef>
                <a:spcPct val="0"/>
              </a:spcBef>
              <a:spcAft>
                <a:spcPct val="0"/>
              </a:spcAft>
              <a:defRPr>
                <a:solidFill>
                  <a:prstClr val="black">
                    <a:tint val="75000"/>
                  </a:prstClr>
                </a:solidFill>
                <a:latin typeface="Times New Roman" panose="02020603050405020304" pitchFamily="18" charset="0"/>
                <a:ea typeface="仿宋" panose="02010609060101010101" pitchFamily="49" charset="-122"/>
                <a:cs typeface="Times New Roman" panose="02020603050405020304" pitchFamily="18" charset="0"/>
              </a:defRPr>
            </a:lvl1pPr>
          </a:lstStyle>
          <a:p>
            <a:pPr>
              <a:defRPr/>
            </a:pPr>
            <a:fld id="{A47E1C03-C91D-194A-B00D-469E6E3E2FA9}" type="datetime1">
              <a:rPr lang="zh-CN" altLang="en-US"/>
              <a:pPr>
                <a:defRPr/>
              </a:pPr>
              <a:t>2026/6/9</a:t>
            </a:fld>
            <a:endParaRPr lang="zh-CN" altLang="en-US" dirty="0"/>
          </a:p>
        </p:txBody>
      </p:sp>
      <p:sp>
        <p:nvSpPr>
          <p:cNvPr id="7" name="Slide Number Placeholder 5">
            <a:extLst>
              <a:ext uri="{FF2B5EF4-FFF2-40B4-BE49-F238E27FC236}">
                <a16:creationId xmlns:a16="http://schemas.microsoft.com/office/drawing/2014/main" id="{34A1C410-848E-C471-2145-5E2FD19D4936}"/>
              </a:ext>
            </a:extLst>
          </p:cNvPr>
          <p:cNvSpPr>
            <a:spLocks noGrp="1"/>
          </p:cNvSpPr>
          <p:nvPr>
            <p:ph type="sldNum" sz="quarter" idx="11"/>
          </p:nvPr>
        </p:nvSpPr>
        <p:spPr>
          <a:xfrm>
            <a:off x="8509000" y="6356350"/>
            <a:ext cx="2743200" cy="365125"/>
          </a:xfrm>
        </p:spPr>
        <p:txBody>
          <a:bodyPr/>
          <a:lstStyle>
            <a:lvl1pPr>
              <a:defRPr>
                <a:latin typeface="Times New Roman" panose="02020603050405020304" pitchFamily="18" charset="0"/>
                <a:cs typeface="Times New Roman" panose="02020603050405020304" pitchFamily="18" charset="0"/>
              </a:defRPr>
            </a:lvl1pPr>
          </a:lstStyle>
          <a:p>
            <a:r>
              <a:rPr lang="zh-CN" altLang="en-US"/>
              <a:t>共 </a:t>
            </a:r>
            <a:r>
              <a:rPr lang="en-US" altLang="zh-CN"/>
              <a:t>51 </a:t>
            </a:r>
            <a:r>
              <a:rPr lang="zh-CN" altLang="en-US"/>
              <a:t>页</a:t>
            </a:r>
            <a:r>
              <a:rPr lang="en-US" altLang="zh-CN"/>
              <a:t>/</a:t>
            </a:r>
            <a:r>
              <a:rPr lang="zh-CN" altLang="en-US"/>
              <a:t>第</a:t>
            </a:r>
            <a:fld id="{94994043-3A5D-DB42-9DDF-CAC7E1B6FEFE}" type="slidenum">
              <a:rPr lang="zh-CN" altLang="en-US"/>
              <a:pPr/>
              <a:t>‹#›</a:t>
            </a:fld>
            <a:r>
              <a:rPr lang="zh-CN" altLang="en-US"/>
              <a:t>页</a:t>
            </a:r>
          </a:p>
        </p:txBody>
      </p:sp>
      <p:sp>
        <p:nvSpPr>
          <p:cNvPr id="8" name="Footer Placeholder 4">
            <a:extLst>
              <a:ext uri="{FF2B5EF4-FFF2-40B4-BE49-F238E27FC236}">
                <a16:creationId xmlns:a16="http://schemas.microsoft.com/office/drawing/2014/main" id="{082587B2-F038-E88E-97AC-594CFE3219C5}"/>
              </a:ext>
            </a:extLst>
          </p:cNvPr>
          <p:cNvSpPr>
            <a:spLocks noGrp="1"/>
          </p:cNvSpPr>
          <p:nvPr>
            <p:ph type="ftr" sz="quarter" idx="12"/>
          </p:nvPr>
        </p:nvSpPr>
        <p:spPr>
          <a:xfrm>
            <a:off x="3898900" y="6356350"/>
            <a:ext cx="4330700" cy="365125"/>
          </a:xfrm>
        </p:spPr>
        <p:txBody>
          <a:bodyPr/>
          <a:lstStyle>
            <a:lvl1pPr>
              <a:defRPr/>
            </a:lvl1pPr>
          </a:lstStyle>
          <a:p>
            <a:r>
              <a:rPr lang="zh-CN" altLang="en-US"/>
              <a:t>电子科技大学 信软学院</a:t>
            </a:r>
            <a:r>
              <a:rPr lang="en-US" altLang="zh-CN">
                <a:latin typeface="Times New Roman" panose="02020603050405020304" pitchFamily="18" charset="0"/>
              </a:rPr>
              <a:t>——</a:t>
            </a:r>
            <a:r>
              <a:rPr lang="zh-CN" altLang="en-US"/>
              <a:t>现代密码学 熊虎</a:t>
            </a:r>
          </a:p>
        </p:txBody>
      </p:sp>
    </p:spTree>
    <p:extLst>
      <p:ext uri="{BB962C8B-B14F-4D97-AF65-F5344CB8AC3E}">
        <p14:creationId xmlns:p14="http://schemas.microsoft.com/office/powerpoint/2010/main" val="1826988548"/>
      </p:ext>
    </p:extLst>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userDrawn="1">
  <p:cSld name="16_空白">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0022D506-9B2D-F6F3-0CBA-606298198D8C}"/>
              </a:ext>
            </a:extLst>
          </p:cNvPr>
          <p:cNvSpPr>
            <a:spLocks noChangeArrowheads="1"/>
          </p:cNvSpPr>
          <p:nvPr userDrawn="1"/>
        </p:nvSpPr>
        <p:spPr bwMode="auto">
          <a:xfrm>
            <a:off x="823913" y="407988"/>
            <a:ext cx="419100" cy="655637"/>
          </a:xfrm>
          <a:prstGeom prst="rect">
            <a:avLst/>
          </a:prstGeom>
          <a:blipFill dpi="0" rotWithShape="0">
            <a:blip r:embed="rId2"/>
            <a:srcRect/>
            <a:tile tx="0" ty="0" sx="100000" sy="100000" flip="none" algn="tl"/>
          </a:blipFill>
          <a:ln>
            <a:noFill/>
          </a:ln>
          <a:extLst>
            <a:ext uri="{91240B29-F687-4F45-9708-019B960494DF}">
              <a14:hiddenLine xmlns:a14="http://schemas.microsoft.com/office/drawing/2010/main" w="12700" algn="ctr">
                <a:solidFill>
                  <a:srgbClr val="000000"/>
                </a:solidFill>
                <a:miter lim="800000"/>
                <a:headEnd/>
                <a:tailEnd/>
              </a14:hiddenLine>
            </a:ext>
          </a:extLst>
        </p:spPr>
        <p:txBody>
          <a:bodyPr anchor="ctr"/>
          <a:lstStyle/>
          <a:p>
            <a:pPr algn="ctr">
              <a:defRPr/>
            </a:pPr>
            <a:endParaRPr lang="zh-CN" altLang="en-US" dirty="0">
              <a:solidFill>
                <a:prstClr val="white"/>
              </a:solidFill>
              <a:latin typeface="+mn-lt"/>
              <a:ea typeface="+mn-ea"/>
            </a:endParaRPr>
          </a:p>
        </p:txBody>
      </p:sp>
      <p:cxnSp>
        <p:nvCxnSpPr>
          <p:cNvPr id="3" name="直接连接符 8">
            <a:extLst>
              <a:ext uri="{FF2B5EF4-FFF2-40B4-BE49-F238E27FC236}">
                <a16:creationId xmlns:a16="http://schemas.microsoft.com/office/drawing/2014/main" id="{B8ACE3B3-08B6-FF4C-04E5-3DFF490AFD4B}"/>
              </a:ext>
            </a:extLst>
          </p:cNvPr>
          <p:cNvCxnSpPr/>
          <p:nvPr userDrawn="1"/>
        </p:nvCxnSpPr>
        <p:spPr>
          <a:xfrm>
            <a:off x="1465263" y="1033463"/>
            <a:ext cx="9037637"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 name="直接连接符 9">
            <a:extLst>
              <a:ext uri="{FF2B5EF4-FFF2-40B4-BE49-F238E27FC236}">
                <a16:creationId xmlns:a16="http://schemas.microsoft.com/office/drawing/2014/main" id="{42E9EAFA-2BDC-29C8-5460-24298347D047}"/>
              </a:ext>
            </a:extLst>
          </p:cNvPr>
          <p:cNvCxnSpPr/>
          <p:nvPr userDrawn="1"/>
        </p:nvCxnSpPr>
        <p:spPr>
          <a:xfrm>
            <a:off x="693738" y="6249988"/>
            <a:ext cx="10779125"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5" name="图片 8">
            <a:extLst>
              <a:ext uri="{FF2B5EF4-FFF2-40B4-BE49-F238E27FC236}">
                <a16:creationId xmlns:a16="http://schemas.microsoft.com/office/drawing/2014/main" id="{1A1C635D-4229-EF20-4B2C-BB04212533E9}"/>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1272838" y="0"/>
            <a:ext cx="919162"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itle 1"/>
          <p:cNvSpPr>
            <a:spLocks noGrp="1"/>
          </p:cNvSpPr>
          <p:nvPr>
            <p:ph type="title"/>
          </p:nvPr>
        </p:nvSpPr>
        <p:spPr>
          <a:xfrm>
            <a:off x="1465264" y="365131"/>
            <a:ext cx="9037637" cy="668337"/>
          </a:xfrm>
        </p:spPr>
        <p:txBody>
          <a:bodyPr>
            <a:normAutofit/>
          </a:bodyPr>
          <a:lstStyle>
            <a:lvl1pPr>
              <a:defRPr sz="3200">
                <a:solidFill>
                  <a:schemeClr val="accent1">
                    <a:lumMod val="50000"/>
                  </a:schemeClr>
                </a:solidFill>
                <a:latin typeface="仿宋" panose="02010609060101010101" pitchFamily="49" charset="-122"/>
                <a:ea typeface="仿宋" panose="02010609060101010101" pitchFamily="49" charset="-122"/>
              </a:defRPr>
            </a:lvl1pPr>
          </a:lstStyle>
          <a:p>
            <a:r>
              <a:rPr lang="zh-CN" altLang="en-US" dirty="0"/>
              <a:t>单击此处编辑母版标题样式</a:t>
            </a:r>
            <a:endParaRPr lang="en-US" dirty="0"/>
          </a:p>
        </p:txBody>
      </p:sp>
      <p:sp>
        <p:nvSpPr>
          <p:cNvPr id="17" name="Content Placeholder 2"/>
          <p:cNvSpPr>
            <a:spLocks noGrp="1"/>
          </p:cNvSpPr>
          <p:nvPr>
            <p:ph idx="1"/>
          </p:nvPr>
        </p:nvSpPr>
        <p:spPr>
          <a:xfrm>
            <a:off x="823913" y="1466056"/>
            <a:ext cx="10515600" cy="4579144"/>
          </a:xfrm>
        </p:spPr>
        <p:txBody>
          <a:bodyPr/>
          <a:lstStyle>
            <a:lvl1pPr>
              <a:defRPr sz="2400">
                <a:solidFill>
                  <a:schemeClr val="tx1"/>
                </a:solidFill>
                <a:latin typeface="仿宋" panose="02010609060101010101" pitchFamily="49" charset="-122"/>
                <a:ea typeface="仿宋" panose="02010609060101010101" pitchFamily="49" charset="-122"/>
              </a:defRPr>
            </a:lvl1pPr>
            <a:lvl2pPr>
              <a:defRPr sz="2000">
                <a:solidFill>
                  <a:schemeClr val="tx1"/>
                </a:solidFill>
                <a:latin typeface="仿宋" panose="02010609060101010101" pitchFamily="49" charset="-122"/>
                <a:ea typeface="仿宋" panose="02010609060101010101" pitchFamily="49" charset="-122"/>
              </a:defRPr>
            </a:lvl2pPr>
            <a:lvl3pPr>
              <a:defRPr sz="1800" b="1">
                <a:solidFill>
                  <a:schemeClr val="tx1"/>
                </a:solidFill>
              </a:defRPr>
            </a:lvl3pPr>
            <a:lvl4pPr>
              <a:defRPr sz="1600">
                <a:solidFill>
                  <a:schemeClr val="tx1"/>
                </a:solidFill>
              </a:defRPr>
            </a:lvl4pPr>
            <a:lvl5pPr>
              <a:defRPr sz="1600">
                <a:solidFill>
                  <a:schemeClr val="tx1"/>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6" name="Date Placeholder 3">
            <a:extLst>
              <a:ext uri="{FF2B5EF4-FFF2-40B4-BE49-F238E27FC236}">
                <a16:creationId xmlns:a16="http://schemas.microsoft.com/office/drawing/2014/main" id="{E5A1574A-53BF-90DE-1580-DD559C3EC97F}"/>
              </a:ext>
            </a:extLst>
          </p:cNvPr>
          <p:cNvSpPr>
            <a:spLocks noGrp="1"/>
          </p:cNvSpPr>
          <p:nvPr>
            <p:ph type="dt" sz="half" idx="10"/>
          </p:nvPr>
        </p:nvSpPr>
        <p:spPr>
          <a:xfrm>
            <a:off x="736600" y="6356350"/>
            <a:ext cx="2743200" cy="365125"/>
          </a:xfrm>
        </p:spPr>
        <p:txBody>
          <a:bodyPr/>
          <a:lstStyle>
            <a:lvl1pPr eaLnBrk="0" fontAlgn="base" hangingPunct="0">
              <a:spcBef>
                <a:spcPct val="0"/>
              </a:spcBef>
              <a:spcAft>
                <a:spcPct val="0"/>
              </a:spcAft>
              <a:defRPr>
                <a:solidFill>
                  <a:prstClr val="black">
                    <a:tint val="75000"/>
                  </a:prstClr>
                </a:solidFill>
                <a:latin typeface="Times New Roman" panose="02020603050405020304" pitchFamily="18" charset="0"/>
                <a:ea typeface="仿宋" panose="02010609060101010101" pitchFamily="49" charset="-122"/>
                <a:cs typeface="Times New Roman" panose="02020603050405020304" pitchFamily="18" charset="0"/>
              </a:defRPr>
            </a:lvl1pPr>
          </a:lstStyle>
          <a:p>
            <a:pPr>
              <a:defRPr/>
            </a:pPr>
            <a:fld id="{11192548-9CFB-A347-BC5B-989C131B44B2}" type="datetime1">
              <a:rPr lang="zh-CN" altLang="en-US"/>
              <a:pPr>
                <a:defRPr/>
              </a:pPr>
              <a:t>2026/6/9</a:t>
            </a:fld>
            <a:endParaRPr lang="zh-CN" altLang="en-US" dirty="0"/>
          </a:p>
        </p:txBody>
      </p:sp>
      <p:sp>
        <p:nvSpPr>
          <p:cNvPr id="7" name="Slide Number Placeholder 5">
            <a:extLst>
              <a:ext uri="{FF2B5EF4-FFF2-40B4-BE49-F238E27FC236}">
                <a16:creationId xmlns:a16="http://schemas.microsoft.com/office/drawing/2014/main" id="{51D274AB-455B-16EA-A0AE-E4404845FAF7}"/>
              </a:ext>
            </a:extLst>
          </p:cNvPr>
          <p:cNvSpPr>
            <a:spLocks noGrp="1"/>
          </p:cNvSpPr>
          <p:nvPr>
            <p:ph type="sldNum" sz="quarter" idx="11"/>
          </p:nvPr>
        </p:nvSpPr>
        <p:spPr>
          <a:xfrm>
            <a:off x="8509000" y="6356350"/>
            <a:ext cx="2743200" cy="365125"/>
          </a:xfrm>
        </p:spPr>
        <p:txBody>
          <a:bodyPr/>
          <a:lstStyle>
            <a:lvl1pPr>
              <a:defRPr>
                <a:latin typeface="Times New Roman" panose="02020603050405020304" pitchFamily="18" charset="0"/>
                <a:cs typeface="Times New Roman" panose="02020603050405020304" pitchFamily="18" charset="0"/>
              </a:defRPr>
            </a:lvl1pPr>
          </a:lstStyle>
          <a:p>
            <a:r>
              <a:rPr lang="zh-CN" altLang="en-US"/>
              <a:t>共 </a:t>
            </a:r>
            <a:r>
              <a:rPr lang="en-US" altLang="zh-CN"/>
              <a:t>51 </a:t>
            </a:r>
            <a:r>
              <a:rPr lang="zh-CN" altLang="en-US"/>
              <a:t>页</a:t>
            </a:r>
            <a:r>
              <a:rPr lang="en-US" altLang="zh-CN"/>
              <a:t>/</a:t>
            </a:r>
            <a:r>
              <a:rPr lang="zh-CN" altLang="en-US"/>
              <a:t>第</a:t>
            </a:r>
            <a:fld id="{8A04CC19-4F90-A040-ADC7-9AD3760C0DD7}" type="slidenum">
              <a:rPr lang="zh-CN" altLang="en-US"/>
              <a:pPr/>
              <a:t>‹#›</a:t>
            </a:fld>
            <a:r>
              <a:rPr lang="zh-CN" altLang="en-US"/>
              <a:t>页</a:t>
            </a:r>
          </a:p>
        </p:txBody>
      </p:sp>
      <p:sp>
        <p:nvSpPr>
          <p:cNvPr id="8" name="Footer Placeholder 4">
            <a:extLst>
              <a:ext uri="{FF2B5EF4-FFF2-40B4-BE49-F238E27FC236}">
                <a16:creationId xmlns:a16="http://schemas.microsoft.com/office/drawing/2014/main" id="{53FCD27E-87F0-1917-81ED-CAF1F9660519}"/>
              </a:ext>
            </a:extLst>
          </p:cNvPr>
          <p:cNvSpPr>
            <a:spLocks noGrp="1"/>
          </p:cNvSpPr>
          <p:nvPr>
            <p:ph type="ftr" sz="quarter" idx="12"/>
          </p:nvPr>
        </p:nvSpPr>
        <p:spPr>
          <a:xfrm>
            <a:off x="3898900" y="6356350"/>
            <a:ext cx="4330700" cy="365125"/>
          </a:xfrm>
        </p:spPr>
        <p:txBody>
          <a:bodyPr/>
          <a:lstStyle>
            <a:lvl1pPr>
              <a:defRPr/>
            </a:lvl1pPr>
          </a:lstStyle>
          <a:p>
            <a:r>
              <a:rPr lang="zh-CN" altLang="en-US"/>
              <a:t>电子科技大学 信软学院</a:t>
            </a:r>
            <a:r>
              <a:rPr lang="en-US" altLang="zh-CN">
                <a:latin typeface="Times New Roman" panose="02020603050405020304" pitchFamily="18" charset="0"/>
              </a:rPr>
              <a:t>——</a:t>
            </a:r>
            <a:r>
              <a:rPr lang="zh-CN" altLang="en-US"/>
              <a:t>现代密码学 熊虎</a:t>
            </a:r>
          </a:p>
        </p:txBody>
      </p:sp>
    </p:spTree>
    <p:extLst>
      <p:ext uri="{BB962C8B-B14F-4D97-AF65-F5344CB8AC3E}">
        <p14:creationId xmlns:p14="http://schemas.microsoft.com/office/powerpoint/2010/main" val="621756586"/>
      </p:ext>
    </p:extLst>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Full Screen Image">
    <p:spTree>
      <p:nvGrpSpPr>
        <p:cNvPr id="1" name=""/>
        <p:cNvGrpSpPr/>
        <p:nvPr/>
      </p:nvGrpSpPr>
      <p:grpSpPr>
        <a:xfrm>
          <a:off x="0" y="0"/>
          <a:ext cx="0" cy="0"/>
          <a:chOff x="0" y="0"/>
          <a:chExt cx="0" cy="0"/>
        </a:xfrm>
      </p:grpSpPr>
      <p:cxnSp>
        <p:nvCxnSpPr>
          <p:cNvPr id="2" name="直接连接符 7">
            <a:extLst>
              <a:ext uri="{FF2B5EF4-FFF2-40B4-BE49-F238E27FC236}">
                <a16:creationId xmlns:a16="http://schemas.microsoft.com/office/drawing/2014/main" id="{4A345D85-4033-8E83-E6A7-A4FB5AFE5CEE}"/>
              </a:ext>
            </a:extLst>
          </p:cNvPr>
          <p:cNvCxnSpPr/>
          <p:nvPr/>
        </p:nvCxnSpPr>
        <p:spPr>
          <a:xfrm flipV="1">
            <a:off x="47413" y="6525896"/>
            <a:ext cx="8641080" cy="20955"/>
          </a:xfrm>
          <a:prstGeom prst="line">
            <a:avLst/>
          </a:prstGeom>
          <a:ln w="63500">
            <a:gradFill>
              <a:gsLst>
                <a:gs pos="84000">
                  <a:srgbClr val="C00000"/>
                </a:gs>
                <a:gs pos="100000">
                  <a:schemeClr val="accent1">
                    <a:tint val="23500"/>
                    <a:satMod val="160000"/>
                  </a:schemeClr>
                </a:gs>
              </a:gsLst>
              <a:lin ang="5400000" scaled="0"/>
            </a:gradFill>
          </a:ln>
        </p:spPr>
        <p:style>
          <a:lnRef idx="3">
            <a:schemeClr val="accent2"/>
          </a:lnRef>
          <a:fillRef idx="0">
            <a:schemeClr val="accent2"/>
          </a:fillRef>
          <a:effectRef idx="2">
            <a:schemeClr val="accent2"/>
          </a:effectRef>
          <a:fontRef idx="minor">
            <a:schemeClr val="tx1"/>
          </a:fontRef>
        </p:style>
      </p:cxnSp>
      <p:cxnSp>
        <p:nvCxnSpPr>
          <p:cNvPr id="3" name="直接连接符 8">
            <a:extLst>
              <a:ext uri="{FF2B5EF4-FFF2-40B4-BE49-F238E27FC236}">
                <a16:creationId xmlns:a16="http://schemas.microsoft.com/office/drawing/2014/main" id="{C1A05B24-CD22-FF86-6569-170AF2D760C0}"/>
              </a:ext>
            </a:extLst>
          </p:cNvPr>
          <p:cNvCxnSpPr/>
          <p:nvPr/>
        </p:nvCxnSpPr>
        <p:spPr>
          <a:xfrm flipV="1">
            <a:off x="1487593" y="609600"/>
            <a:ext cx="9713807" cy="11431"/>
          </a:xfrm>
          <a:prstGeom prst="line">
            <a:avLst/>
          </a:prstGeom>
          <a:ln w="63500">
            <a:gradFill>
              <a:gsLst>
                <a:gs pos="84000">
                  <a:srgbClr val="C00000"/>
                </a:gs>
                <a:gs pos="100000">
                  <a:schemeClr val="accent1">
                    <a:tint val="23500"/>
                    <a:satMod val="160000"/>
                  </a:schemeClr>
                </a:gs>
              </a:gsLst>
              <a:lin ang="5400000" scaled="0"/>
            </a:gradFill>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699459219"/>
      </p:ext>
    </p:extLst>
  </p:cSld>
  <p:clrMapOvr>
    <a:masterClrMapping/>
  </p:clrMapOvr>
  <p:transition spd="slow" advClick="0" advTm="5000">
    <p:random/>
  </p:transition>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平行四边形 3">
            <a:extLst>
              <a:ext uri="{FF2B5EF4-FFF2-40B4-BE49-F238E27FC236}">
                <a16:creationId xmlns:a16="http://schemas.microsoft.com/office/drawing/2014/main" id="{B2775FB0-2DD2-FD70-2B00-BF6374CBAE6C}"/>
              </a:ext>
            </a:extLst>
          </p:cNvPr>
          <p:cNvSpPr>
            <a:spLocks noChangeArrowheads="1"/>
          </p:cNvSpPr>
          <p:nvPr userDrawn="1"/>
        </p:nvSpPr>
        <p:spPr bwMode="auto">
          <a:xfrm>
            <a:off x="588963" y="407988"/>
            <a:ext cx="10460037" cy="608012"/>
          </a:xfrm>
          <a:prstGeom prst="parallelogram">
            <a:avLst>
              <a:gd name="adj" fmla="val 0"/>
            </a:avLst>
          </a:prstGeom>
          <a:blipFill dpi="0" rotWithShape="0">
            <a:blip r:embed="rId2"/>
            <a:srcRect/>
            <a:tile tx="0" ty="0" sx="100000" sy="100000" flip="none" algn="tl"/>
          </a:blipFill>
          <a:ln>
            <a:noFill/>
          </a:ln>
          <a:extLst>
            <a:ext uri="{91240B29-F687-4F45-9708-019B960494DF}">
              <a14:hiddenLine xmlns:a14="http://schemas.microsoft.com/office/drawing/2010/main" w="12700" algn="ctr">
                <a:solidFill>
                  <a:srgbClr val="000000"/>
                </a:solidFill>
                <a:miter lim="800000"/>
                <a:headEnd/>
                <a:tailEnd/>
              </a14:hiddenLine>
            </a:ext>
          </a:extLst>
        </p:spPr>
        <p:txBody>
          <a:bodyPr anchor="ctr"/>
          <a:lstStyle/>
          <a:p>
            <a:pPr algn="ctr">
              <a:defRPr/>
            </a:pPr>
            <a:endParaRPr lang="zh-CN" altLang="en-US" dirty="0">
              <a:solidFill>
                <a:prstClr val="white"/>
              </a:solidFill>
              <a:latin typeface="+mn-lt"/>
              <a:ea typeface="+mn-ea"/>
            </a:endParaRPr>
          </a:p>
        </p:txBody>
      </p:sp>
      <p:cxnSp>
        <p:nvCxnSpPr>
          <p:cNvPr id="5" name="直接连接符 8">
            <a:extLst>
              <a:ext uri="{FF2B5EF4-FFF2-40B4-BE49-F238E27FC236}">
                <a16:creationId xmlns:a16="http://schemas.microsoft.com/office/drawing/2014/main" id="{4711C896-893C-B7B3-D5E1-353CF16F64FC}"/>
              </a:ext>
            </a:extLst>
          </p:cNvPr>
          <p:cNvCxnSpPr/>
          <p:nvPr userDrawn="1"/>
        </p:nvCxnSpPr>
        <p:spPr>
          <a:xfrm>
            <a:off x="588963" y="5988050"/>
            <a:ext cx="10460037" cy="19050"/>
          </a:xfrm>
          <a:prstGeom prst="line">
            <a:avLst/>
          </a:prstGeom>
          <a:ln w="38100">
            <a:solidFill>
              <a:schemeClr val="accent1">
                <a:lumMod val="60000"/>
                <a:lumOff val="40000"/>
              </a:schemeClr>
            </a:solidFill>
          </a:ln>
        </p:spPr>
        <p:style>
          <a:lnRef idx="1">
            <a:schemeClr val="accent5"/>
          </a:lnRef>
          <a:fillRef idx="0">
            <a:schemeClr val="accent5"/>
          </a:fillRef>
          <a:effectRef idx="0">
            <a:schemeClr val="accent5"/>
          </a:effectRef>
          <a:fontRef idx="minor">
            <a:schemeClr val="tx1"/>
          </a:fontRef>
        </p:style>
      </p:cxnSp>
      <p:sp>
        <p:nvSpPr>
          <p:cNvPr id="2" name="Title 1"/>
          <p:cNvSpPr>
            <a:spLocks noGrp="1"/>
          </p:cNvSpPr>
          <p:nvPr>
            <p:ph type="ctrTitle"/>
          </p:nvPr>
        </p:nvSpPr>
        <p:spPr>
          <a:xfrm>
            <a:off x="637383" y="1390656"/>
            <a:ext cx="10363200" cy="1780381"/>
          </a:xfrm>
        </p:spPr>
        <p:txBody>
          <a:bodyPr>
            <a:normAutofit/>
          </a:bodyPr>
          <a:lstStyle>
            <a:lvl1pPr algn="ctr">
              <a:defRPr sz="4800" b="0">
                <a:solidFill>
                  <a:schemeClr val="accent1">
                    <a:lumMod val="50000"/>
                  </a:schemeClr>
                </a:solidFill>
                <a:latin typeface="仿宋" panose="02010609060101010101" pitchFamily="49" charset="-122"/>
                <a:ea typeface="仿宋" panose="02010609060101010101" pitchFamily="49" charset="-122"/>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637383" y="3190876"/>
            <a:ext cx="9810484" cy="790574"/>
          </a:xfrm>
        </p:spPr>
        <p:txBody>
          <a:bodyPr anchor="ctr">
            <a:normAutofit/>
          </a:bodyPr>
          <a:lstStyle>
            <a:lvl1pPr marL="0" indent="0" algn="ctr">
              <a:buNone/>
              <a:defRPr sz="2800" b="0">
                <a:latin typeface="仿宋" panose="02010609060101010101" pitchFamily="49" charset="-122"/>
                <a:ea typeface="仿宋" panose="02010609060101010101" pitchFamily="49"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en-US" dirty="0"/>
          </a:p>
        </p:txBody>
      </p:sp>
      <p:sp>
        <p:nvSpPr>
          <p:cNvPr id="6" name="Date Placeholder 3">
            <a:extLst>
              <a:ext uri="{FF2B5EF4-FFF2-40B4-BE49-F238E27FC236}">
                <a16:creationId xmlns:a16="http://schemas.microsoft.com/office/drawing/2014/main" id="{8B779419-CD9D-2F8C-206B-54976494511D}"/>
              </a:ext>
            </a:extLst>
          </p:cNvPr>
          <p:cNvSpPr>
            <a:spLocks noGrp="1"/>
          </p:cNvSpPr>
          <p:nvPr>
            <p:ph type="dt" sz="half" idx="10"/>
          </p:nvPr>
        </p:nvSpPr>
        <p:spPr>
          <a:xfrm>
            <a:off x="584200" y="6356350"/>
            <a:ext cx="2743200" cy="365125"/>
          </a:xfrm>
        </p:spPr>
        <p:txBody>
          <a:bodyPr/>
          <a:lstStyle>
            <a:lvl1pPr>
              <a:defRPr b="0">
                <a:latin typeface="Times New Roman" panose="02020603050405020304" pitchFamily="18" charset="0"/>
                <a:cs typeface="Times New Roman" panose="02020603050405020304" pitchFamily="18" charset="0"/>
              </a:defRPr>
            </a:lvl1pPr>
          </a:lstStyle>
          <a:p>
            <a:pPr>
              <a:defRPr/>
            </a:pPr>
            <a:fld id="{3CA01D3F-2E07-C64D-B30F-2094EA6D0257}" type="datetime1">
              <a:rPr lang="zh-CN" altLang="en-US"/>
              <a:pPr>
                <a:defRPr/>
              </a:pPr>
              <a:t>2026/6/9</a:t>
            </a:fld>
            <a:endParaRPr lang="zh-CN" altLang="en-US" dirty="0"/>
          </a:p>
        </p:txBody>
      </p:sp>
      <p:sp>
        <p:nvSpPr>
          <p:cNvPr id="7" name="Footer Placeholder 4">
            <a:extLst>
              <a:ext uri="{FF2B5EF4-FFF2-40B4-BE49-F238E27FC236}">
                <a16:creationId xmlns:a16="http://schemas.microsoft.com/office/drawing/2014/main" id="{32AD63D6-36C9-8F46-BFDB-A0268A578C17}"/>
              </a:ext>
            </a:extLst>
          </p:cNvPr>
          <p:cNvSpPr>
            <a:spLocks noGrp="1"/>
          </p:cNvSpPr>
          <p:nvPr>
            <p:ph type="ftr" sz="quarter" idx="11"/>
          </p:nvPr>
        </p:nvSpPr>
        <p:spPr>
          <a:xfrm>
            <a:off x="3784600" y="6356350"/>
            <a:ext cx="4241800" cy="365125"/>
          </a:xfrm>
        </p:spPr>
        <p:txBody>
          <a:bodyPr/>
          <a:lstStyle>
            <a:lvl1pPr>
              <a:defRPr b="0">
                <a:latin typeface="Times New Roman" panose="02020603050405020304" pitchFamily="18" charset="0"/>
                <a:cs typeface="Times New Roman" panose="02020603050405020304" pitchFamily="18" charset="0"/>
              </a:defRPr>
            </a:lvl1pPr>
          </a:lstStyle>
          <a:p>
            <a:r>
              <a:rPr lang="zh-CN" altLang="en-US"/>
              <a:t>电子科技大学 信息与软件工程学院</a:t>
            </a:r>
            <a:r>
              <a:rPr lang="en-US" altLang="zh-CN"/>
              <a:t>——</a:t>
            </a:r>
            <a:r>
              <a:rPr lang="zh-CN" altLang="en-US"/>
              <a:t>现代密码学  </a:t>
            </a:r>
            <a:endParaRPr lang="en-US" altLang="zh-CN"/>
          </a:p>
        </p:txBody>
      </p:sp>
      <p:sp>
        <p:nvSpPr>
          <p:cNvPr id="8" name="Slide Number Placeholder 5">
            <a:extLst>
              <a:ext uri="{FF2B5EF4-FFF2-40B4-BE49-F238E27FC236}">
                <a16:creationId xmlns:a16="http://schemas.microsoft.com/office/drawing/2014/main" id="{2A4351C6-B2D8-557A-9B4A-F928C96B22A1}"/>
              </a:ext>
            </a:extLst>
          </p:cNvPr>
          <p:cNvSpPr>
            <a:spLocks noGrp="1"/>
          </p:cNvSpPr>
          <p:nvPr>
            <p:ph type="sldNum" sz="quarter" idx="12"/>
          </p:nvPr>
        </p:nvSpPr>
        <p:spPr>
          <a:xfrm>
            <a:off x="8509000" y="6356350"/>
            <a:ext cx="2743200" cy="365125"/>
          </a:xfrm>
        </p:spPr>
        <p:txBody>
          <a:bodyPr/>
          <a:lstStyle>
            <a:lvl1pPr>
              <a:defRPr b="0">
                <a:latin typeface="Times New Roman" panose="02020603050405020304" pitchFamily="18" charset="0"/>
                <a:cs typeface="Times New Roman" panose="02020603050405020304" pitchFamily="18" charset="0"/>
              </a:defRPr>
            </a:lvl1pPr>
          </a:lstStyle>
          <a:p>
            <a:r>
              <a:rPr lang="zh-CN" altLang="en-US"/>
              <a:t>共 </a:t>
            </a:r>
            <a:r>
              <a:rPr lang="en-US" altLang="zh-CN"/>
              <a:t>51 </a:t>
            </a:r>
            <a:r>
              <a:rPr lang="zh-CN" altLang="en-US"/>
              <a:t>页</a:t>
            </a:r>
            <a:r>
              <a:rPr lang="en-US" altLang="zh-CN"/>
              <a:t>/</a:t>
            </a:r>
            <a:r>
              <a:rPr lang="zh-CN" altLang="en-US"/>
              <a:t>第</a:t>
            </a:r>
            <a:fld id="{E4A3DBA5-2292-C74F-823F-01563C6A0727}" type="slidenum">
              <a:rPr lang="zh-CN" altLang="en-US"/>
              <a:pPr/>
              <a:t>‹#›</a:t>
            </a:fld>
            <a:r>
              <a:rPr lang="zh-CN" altLang="en-US"/>
              <a:t>页</a:t>
            </a:r>
          </a:p>
        </p:txBody>
      </p:sp>
    </p:spTree>
    <p:extLst>
      <p:ext uri="{BB962C8B-B14F-4D97-AF65-F5344CB8AC3E}">
        <p14:creationId xmlns:p14="http://schemas.microsoft.com/office/powerpoint/2010/main" val="39682848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8F11805-9B9A-326D-ACF9-84E2018C9217}"/>
              </a:ext>
            </a:extLst>
          </p:cNvPr>
          <p:cNvSpPr>
            <a:spLocks noChangeArrowheads="1"/>
          </p:cNvSpPr>
          <p:nvPr userDrawn="1"/>
        </p:nvSpPr>
        <p:spPr bwMode="auto">
          <a:xfrm>
            <a:off x="823913" y="407988"/>
            <a:ext cx="419100" cy="655637"/>
          </a:xfrm>
          <a:prstGeom prst="rect">
            <a:avLst/>
          </a:prstGeom>
          <a:blipFill dpi="0" rotWithShape="0">
            <a:blip r:embed="rId2"/>
            <a:srcRect/>
            <a:tile tx="0" ty="0" sx="100000" sy="100000" flip="none" algn="tl"/>
          </a:blipFill>
          <a:ln>
            <a:noFill/>
          </a:ln>
          <a:extLst>
            <a:ext uri="{91240B29-F687-4F45-9708-019B960494DF}">
              <a14:hiddenLine xmlns:a14="http://schemas.microsoft.com/office/drawing/2010/main" w="12700" algn="ctr">
                <a:solidFill>
                  <a:srgbClr val="000000"/>
                </a:solidFill>
                <a:miter lim="800000"/>
                <a:headEnd/>
                <a:tailEnd/>
              </a14:hiddenLine>
            </a:ext>
          </a:extLst>
        </p:spPr>
        <p:txBody>
          <a:bodyPr anchor="ctr"/>
          <a:lstStyle/>
          <a:p>
            <a:pPr algn="ctr">
              <a:defRPr/>
            </a:pPr>
            <a:endParaRPr lang="zh-CN" altLang="en-US" b="1" dirty="0">
              <a:solidFill>
                <a:prstClr val="white"/>
              </a:solidFill>
              <a:latin typeface="+mn-lt"/>
              <a:ea typeface="+mn-ea"/>
            </a:endParaRPr>
          </a:p>
        </p:txBody>
      </p:sp>
      <p:cxnSp>
        <p:nvCxnSpPr>
          <p:cNvPr id="3" name="直接连接符 8">
            <a:extLst>
              <a:ext uri="{FF2B5EF4-FFF2-40B4-BE49-F238E27FC236}">
                <a16:creationId xmlns:a16="http://schemas.microsoft.com/office/drawing/2014/main" id="{2B4C3948-F71E-A951-3003-D7ADB45D25C2}"/>
              </a:ext>
            </a:extLst>
          </p:cNvPr>
          <p:cNvCxnSpPr/>
          <p:nvPr userDrawn="1"/>
        </p:nvCxnSpPr>
        <p:spPr>
          <a:xfrm>
            <a:off x="1465263" y="1033463"/>
            <a:ext cx="9037637"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 name="直接连接符 9">
            <a:extLst>
              <a:ext uri="{FF2B5EF4-FFF2-40B4-BE49-F238E27FC236}">
                <a16:creationId xmlns:a16="http://schemas.microsoft.com/office/drawing/2014/main" id="{633B924B-6281-A380-7F24-0B6D308C1849}"/>
              </a:ext>
            </a:extLst>
          </p:cNvPr>
          <p:cNvCxnSpPr/>
          <p:nvPr userDrawn="1"/>
        </p:nvCxnSpPr>
        <p:spPr>
          <a:xfrm>
            <a:off x="693738" y="6249988"/>
            <a:ext cx="10779125"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5" name="图片 8">
            <a:extLst>
              <a:ext uri="{FF2B5EF4-FFF2-40B4-BE49-F238E27FC236}">
                <a16:creationId xmlns:a16="http://schemas.microsoft.com/office/drawing/2014/main" id="{107ADCB2-6726-CDCB-5C9C-5EDB8A21E42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1272838" y="0"/>
            <a:ext cx="919162"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itle 1"/>
          <p:cNvSpPr>
            <a:spLocks noGrp="1"/>
          </p:cNvSpPr>
          <p:nvPr>
            <p:ph type="title"/>
          </p:nvPr>
        </p:nvSpPr>
        <p:spPr>
          <a:xfrm>
            <a:off x="1465264" y="365131"/>
            <a:ext cx="9037637" cy="668337"/>
          </a:xfrm>
        </p:spPr>
        <p:txBody>
          <a:bodyPr>
            <a:normAutofit/>
          </a:bodyPr>
          <a:lstStyle>
            <a:lvl1pPr>
              <a:defRPr sz="3200" b="1">
                <a:solidFill>
                  <a:schemeClr val="accent1">
                    <a:lumMod val="50000"/>
                  </a:schemeClr>
                </a:solidFill>
                <a:latin typeface="仿宋" panose="02010609060101010101" pitchFamily="49" charset="-122"/>
                <a:ea typeface="仿宋" panose="02010609060101010101" pitchFamily="49" charset="-122"/>
              </a:defRPr>
            </a:lvl1pPr>
          </a:lstStyle>
          <a:p>
            <a:r>
              <a:rPr lang="zh-CN" altLang="en-US" dirty="0"/>
              <a:t>单击此处编辑母版标题样式</a:t>
            </a:r>
            <a:endParaRPr lang="en-US" dirty="0"/>
          </a:p>
        </p:txBody>
      </p:sp>
      <p:sp>
        <p:nvSpPr>
          <p:cNvPr id="17" name="Content Placeholder 2"/>
          <p:cNvSpPr>
            <a:spLocks noGrp="1"/>
          </p:cNvSpPr>
          <p:nvPr>
            <p:ph idx="1"/>
          </p:nvPr>
        </p:nvSpPr>
        <p:spPr>
          <a:xfrm>
            <a:off x="823913" y="1466056"/>
            <a:ext cx="10515600" cy="4579144"/>
          </a:xfrm>
        </p:spPr>
        <p:txBody>
          <a:bodyPr/>
          <a:lstStyle>
            <a:lvl1pPr>
              <a:defRPr sz="2400" b="1">
                <a:solidFill>
                  <a:schemeClr val="tx1"/>
                </a:solidFill>
                <a:latin typeface="仿宋" panose="02010609060101010101" pitchFamily="49" charset="-122"/>
                <a:ea typeface="仿宋" panose="02010609060101010101" pitchFamily="49" charset="-122"/>
              </a:defRPr>
            </a:lvl1pPr>
            <a:lvl2pPr>
              <a:defRPr sz="2000" b="1">
                <a:solidFill>
                  <a:schemeClr val="tx1"/>
                </a:solidFill>
                <a:latin typeface="仿宋" panose="02010609060101010101" pitchFamily="49" charset="-122"/>
                <a:ea typeface="仿宋" panose="02010609060101010101" pitchFamily="49" charset="-122"/>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6" name="Date Placeholder 3">
            <a:extLst>
              <a:ext uri="{FF2B5EF4-FFF2-40B4-BE49-F238E27FC236}">
                <a16:creationId xmlns:a16="http://schemas.microsoft.com/office/drawing/2014/main" id="{67EC8B77-2C6D-1C6F-BB22-8A0B71DD0736}"/>
              </a:ext>
            </a:extLst>
          </p:cNvPr>
          <p:cNvSpPr>
            <a:spLocks noGrp="1"/>
          </p:cNvSpPr>
          <p:nvPr>
            <p:ph type="dt" sz="half" idx="10"/>
          </p:nvPr>
        </p:nvSpPr>
        <p:spPr>
          <a:xfrm>
            <a:off x="736600" y="6356350"/>
            <a:ext cx="2743200" cy="365125"/>
          </a:xfrm>
        </p:spPr>
        <p:txBody>
          <a:bodyPr/>
          <a:lstStyle>
            <a:lvl1pPr eaLnBrk="0" fontAlgn="base" hangingPunct="0">
              <a:spcBef>
                <a:spcPct val="0"/>
              </a:spcBef>
              <a:spcAft>
                <a:spcPct val="0"/>
              </a:spcAft>
              <a:defRPr b="1">
                <a:solidFill>
                  <a:prstClr val="black">
                    <a:tint val="75000"/>
                  </a:prstClr>
                </a:solidFill>
                <a:latin typeface="Times New Roman" panose="02020603050405020304" pitchFamily="18" charset="0"/>
                <a:ea typeface="仿宋" panose="02010609060101010101" pitchFamily="49" charset="-122"/>
                <a:cs typeface="Times New Roman" panose="02020603050405020304" pitchFamily="18" charset="0"/>
              </a:defRPr>
            </a:lvl1pPr>
          </a:lstStyle>
          <a:p>
            <a:pPr>
              <a:defRPr/>
            </a:pPr>
            <a:fld id="{232278BA-F5DF-D843-A918-E1FCC925103E}" type="datetime1">
              <a:rPr lang="zh-CN" altLang="en-US"/>
              <a:pPr>
                <a:defRPr/>
              </a:pPr>
              <a:t>2026/6/9</a:t>
            </a:fld>
            <a:endParaRPr lang="zh-CN" altLang="en-US" dirty="0"/>
          </a:p>
        </p:txBody>
      </p:sp>
      <p:sp>
        <p:nvSpPr>
          <p:cNvPr id="7" name="Footer Placeholder 4">
            <a:extLst>
              <a:ext uri="{FF2B5EF4-FFF2-40B4-BE49-F238E27FC236}">
                <a16:creationId xmlns:a16="http://schemas.microsoft.com/office/drawing/2014/main" id="{EB9A2720-1845-0DFC-9266-DB45EAE92ADE}"/>
              </a:ext>
            </a:extLst>
          </p:cNvPr>
          <p:cNvSpPr>
            <a:spLocks noGrp="1"/>
          </p:cNvSpPr>
          <p:nvPr>
            <p:ph type="ftr" sz="quarter" idx="11"/>
          </p:nvPr>
        </p:nvSpPr>
        <p:spPr>
          <a:xfrm>
            <a:off x="3884613" y="6356350"/>
            <a:ext cx="4394200" cy="365125"/>
          </a:xfrm>
        </p:spPr>
        <p:txBody>
          <a:bodyPr/>
          <a:lstStyle>
            <a:lvl1pPr>
              <a:defRPr>
                <a:latin typeface="Times New Roman" panose="02020603050405020304" pitchFamily="18" charset="0"/>
                <a:cs typeface="Times New Roman" panose="02020603050405020304" pitchFamily="18" charset="0"/>
              </a:defRPr>
            </a:lvl1pPr>
          </a:lstStyle>
          <a:p>
            <a:r>
              <a:rPr lang="zh-CN" altLang="en-US"/>
              <a:t>电子科技大学 信息与软件工程学院</a:t>
            </a:r>
            <a:r>
              <a:rPr lang="en-US" altLang="zh-CN"/>
              <a:t>——</a:t>
            </a:r>
            <a:r>
              <a:rPr lang="zh-CN" altLang="en-US"/>
              <a:t>现代密码学  </a:t>
            </a:r>
          </a:p>
        </p:txBody>
      </p:sp>
      <p:sp>
        <p:nvSpPr>
          <p:cNvPr id="8" name="Slide Number Placeholder 5">
            <a:extLst>
              <a:ext uri="{FF2B5EF4-FFF2-40B4-BE49-F238E27FC236}">
                <a16:creationId xmlns:a16="http://schemas.microsoft.com/office/drawing/2014/main" id="{7E8A639A-4AE3-95D9-8752-B601DF33B382}"/>
              </a:ext>
            </a:extLst>
          </p:cNvPr>
          <p:cNvSpPr>
            <a:spLocks noGrp="1"/>
          </p:cNvSpPr>
          <p:nvPr>
            <p:ph type="sldNum" sz="quarter" idx="12"/>
          </p:nvPr>
        </p:nvSpPr>
        <p:spPr>
          <a:xfrm>
            <a:off x="8509000" y="6356350"/>
            <a:ext cx="2743200" cy="365125"/>
          </a:xfrm>
        </p:spPr>
        <p:txBody>
          <a:bodyPr/>
          <a:lstStyle>
            <a:lvl1pPr>
              <a:defRPr>
                <a:latin typeface="Times New Roman" panose="02020603050405020304" pitchFamily="18" charset="0"/>
                <a:cs typeface="Times New Roman" panose="02020603050405020304" pitchFamily="18" charset="0"/>
              </a:defRPr>
            </a:lvl1pPr>
          </a:lstStyle>
          <a:p>
            <a:r>
              <a:rPr lang="zh-CN" altLang="en-US"/>
              <a:t>共 </a:t>
            </a:r>
            <a:r>
              <a:rPr lang="en-US" altLang="zh-CN"/>
              <a:t>51 </a:t>
            </a:r>
            <a:r>
              <a:rPr lang="zh-CN" altLang="en-US"/>
              <a:t>页</a:t>
            </a:r>
            <a:r>
              <a:rPr lang="en-US" altLang="zh-CN"/>
              <a:t>/</a:t>
            </a:r>
            <a:r>
              <a:rPr lang="zh-CN" altLang="en-US"/>
              <a:t>第</a:t>
            </a:r>
            <a:fld id="{9DCB8FCA-1238-5E46-AC5C-7D64EA6C9A76}" type="slidenum">
              <a:rPr lang="zh-CN" altLang="en-US"/>
              <a:pPr/>
              <a:t>‹#›</a:t>
            </a:fld>
            <a:r>
              <a:rPr lang="zh-CN" altLang="en-US"/>
              <a:t>页</a:t>
            </a:r>
          </a:p>
        </p:txBody>
      </p:sp>
    </p:spTree>
    <p:extLst>
      <p:ext uri="{BB962C8B-B14F-4D97-AF65-F5344CB8AC3E}">
        <p14:creationId xmlns:p14="http://schemas.microsoft.com/office/powerpoint/2010/main" val="1290997250"/>
      </p:ext>
    </p:extLst>
  </p:cSld>
  <p:clrMapOvr>
    <a:masterClrMapping/>
  </p:clrMapOvr>
  <p:transition spd="slow"/>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4C6010C9-8B25-BC34-5EBF-54E3B5FEE4D7}"/>
              </a:ext>
            </a:extLst>
          </p:cNvPr>
          <p:cNvSpPr>
            <a:spLocks noChangeArrowheads="1"/>
          </p:cNvSpPr>
          <p:nvPr userDrawn="1"/>
        </p:nvSpPr>
        <p:spPr bwMode="auto">
          <a:xfrm>
            <a:off x="823913" y="407988"/>
            <a:ext cx="419100" cy="655637"/>
          </a:xfrm>
          <a:prstGeom prst="rect">
            <a:avLst/>
          </a:prstGeom>
          <a:blipFill dpi="0" rotWithShape="0">
            <a:blip r:embed="rId2"/>
            <a:srcRect/>
            <a:tile tx="0" ty="0" sx="100000" sy="100000" flip="none" algn="tl"/>
          </a:blipFill>
          <a:ln>
            <a:noFill/>
          </a:ln>
          <a:extLst>
            <a:ext uri="{91240B29-F687-4F45-9708-019B960494DF}">
              <a14:hiddenLine xmlns:a14="http://schemas.microsoft.com/office/drawing/2010/main" w="12700" algn="ctr">
                <a:solidFill>
                  <a:srgbClr val="000000"/>
                </a:solidFill>
                <a:miter lim="800000"/>
                <a:headEnd/>
                <a:tailEnd/>
              </a14:hiddenLine>
            </a:ext>
          </a:extLst>
        </p:spPr>
        <p:txBody>
          <a:bodyPr anchor="ctr"/>
          <a:lstStyle/>
          <a:p>
            <a:pPr algn="ctr">
              <a:defRPr/>
            </a:pPr>
            <a:endParaRPr lang="zh-CN" altLang="en-US" dirty="0">
              <a:solidFill>
                <a:prstClr val="white"/>
              </a:solidFill>
              <a:latin typeface="+mn-lt"/>
              <a:ea typeface="+mn-ea"/>
            </a:endParaRPr>
          </a:p>
        </p:txBody>
      </p:sp>
      <p:cxnSp>
        <p:nvCxnSpPr>
          <p:cNvPr id="5" name="直接连接符 8">
            <a:extLst>
              <a:ext uri="{FF2B5EF4-FFF2-40B4-BE49-F238E27FC236}">
                <a16:creationId xmlns:a16="http://schemas.microsoft.com/office/drawing/2014/main" id="{B7EC852C-8264-DAF3-E2EE-BBB3DE5F04C5}"/>
              </a:ext>
            </a:extLst>
          </p:cNvPr>
          <p:cNvCxnSpPr/>
          <p:nvPr userDrawn="1"/>
        </p:nvCxnSpPr>
        <p:spPr>
          <a:xfrm>
            <a:off x="1465263" y="1033463"/>
            <a:ext cx="9037637"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 name="直接连接符 9">
            <a:extLst>
              <a:ext uri="{FF2B5EF4-FFF2-40B4-BE49-F238E27FC236}">
                <a16:creationId xmlns:a16="http://schemas.microsoft.com/office/drawing/2014/main" id="{E40F3909-30D6-A8BD-2EC2-2C939A746E14}"/>
              </a:ext>
            </a:extLst>
          </p:cNvPr>
          <p:cNvCxnSpPr/>
          <p:nvPr userDrawn="1"/>
        </p:nvCxnSpPr>
        <p:spPr>
          <a:xfrm>
            <a:off x="693738" y="6249988"/>
            <a:ext cx="10779125"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465264" y="365131"/>
            <a:ext cx="9037637" cy="668337"/>
          </a:xfrm>
        </p:spPr>
        <p:txBody>
          <a:bodyPr>
            <a:normAutofit/>
          </a:bodyPr>
          <a:lstStyle>
            <a:lvl1pPr>
              <a:defRPr sz="3200">
                <a:solidFill>
                  <a:schemeClr val="accent1">
                    <a:lumMod val="50000"/>
                  </a:schemeClr>
                </a:solidFill>
                <a:latin typeface="仿宋" panose="02010609060101010101" pitchFamily="49" charset="-122"/>
                <a:ea typeface="仿宋" panose="02010609060101010101" pitchFamily="49"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a:xfrm>
            <a:off x="823913" y="1466056"/>
            <a:ext cx="10515600" cy="4579144"/>
          </a:xfrm>
        </p:spPr>
        <p:txBody>
          <a:bodyPr/>
          <a:lstStyle>
            <a:lvl1pPr>
              <a:defRPr sz="2400">
                <a:latin typeface="仿宋" panose="02010609060101010101" pitchFamily="49" charset="-122"/>
                <a:ea typeface="仿宋" panose="02010609060101010101" pitchFamily="49" charset="-122"/>
              </a:defRPr>
            </a:lvl1pPr>
            <a:lvl2pPr>
              <a:defRPr sz="2000">
                <a:solidFill>
                  <a:schemeClr val="tx1"/>
                </a:solidFill>
                <a:latin typeface="仿宋" panose="02010609060101010101" pitchFamily="49" charset="-122"/>
                <a:ea typeface="仿宋" panose="02010609060101010101" pitchFamily="49" charset="-122"/>
              </a:defRPr>
            </a:lvl2pPr>
            <a:lvl3pPr>
              <a:defRPr sz="1800" b="1"/>
            </a:lvl3pPr>
            <a:lvl4pPr>
              <a:defRPr sz="1600"/>
            </a:lvl4pPr>
            <a:lvl5pPr>
              <a:defRPr sz="16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7" name="Date Placeholder 3">
            <a:extLst>
              <a:ext uri="{FF2B5EF4-FFF2-40B4-BE49-F238E27FC236}">
                <a16:creationId xmlns:a16="http://schemas.microsoft.com/office/drawing/2014/main" id="{2EEA7364-EA00-4D31-6C01-E223D8B27B1A}"/>
              </a:ext>
            </a:extLst>
          </p:cNvPr>
          <p:cNvSpPr>
            <a:spLocks noGrp="1"/>
          </p:cNvSpPr>
          <p:nvPr>
            <p:ph type="dt" sz="half" idx="10"/>
          </p:nvPr>
        </p:nvSpPr>
        <p:spPr>
          <a:xfrm>
            <a:off x="736600" y="6356350"/>
            <a:ext cx="2743200" cy="365125"/>
          </a:xfrm>
        </p:spPr>
        <p:txBody>
          <a:bodyPr/>
          <a:lstStyle>
            <a:lvl1pPr>
              <a:defRPr>
                <a:latin typeface="Times New Roman" panose="02020603050405020304" pitchFamily="18" charset="0"/>
                <a:cs typeface="Times New Roman" panose="02020603050405020304" pitchFamily="18" charset="0"/>
              </a:defRPr>
            </a:lvl1pPr>
          </a:lstStyle>
          <a:p>
            <a:pPr>
              <a:defRPr/>
            </a:pPr>
            <a:fld id="{B7ACA782-80D6-BA42-B478-809757885A1D}" type="datetime1">
              <a:rPr lang="zh-CN" altLang="en-US"/>
              <a:pPr>
                <a:defRPr/>
              </a:pPr>
              <a:t>2026/6/9</a:t>
            </a:fld>
            <a:endParaRPr lang="zh-CN" altLang="en-US" dirty="0"/>
          </a:p>
        </p:txBody>
      </p:sp>
      <p:sp>
        <p:nvSpPr>
          <p:cNvPr id="8" name="Slide Number Placeholder 5">
            <a:extLst>
              <a:ext uri="{FF2B5EF4-FFF2-40B4-BE49-F238E27FC236}">
                <a16:creationId xmlns:a16="http://schemas.microsoft.com/office/drawing/2014/main" id="{5F569263-6646-3634-BFFF-235ABCC9C5AF}"/>
              </a:ext>
            </a:extLst>
          </p:cNvPr>
          <p:cNvSpPr>
            <a:spLocks noGrp="1"/>
          </p:cNvSpPr>
          <p:nvPr>
            <p:ph type="sldNum" sz="quarter" idx="11"/>
          </p:nvPr>
        </p:nvSpPr>
        <p:spPr>
          <a:xfrm>
            <a:off x="8509000" y="6356350"/>
            <a:ext cx="2743200" cy="365125"/>
          </a:xfrm>
        </p:spPr>
        <p:txBody>
          <a:bodyPr/>
          <a:lstStyle>
            <a:lvl1pPr>
              <a:defRPr>
                <a:latin typeface="Times New Roman" panose="02020603050405020304" pitchFamily="18" charset="0"/>
                <a:cs typeface="Times New Roman" panose="02020603050405020304" pitchFamily="18" charset="0"/>
              </a:defRPr>
            </a:lvl1pPr>
          </a:lstStyle>
          <a:p>
            <a:r>
              <a:rPr lang="zh-CN" altLang="en-US"/>
              <a:t>共 </a:t>
            </a:r>
            <a:r>
              <a:rPr lang="en-US" altLang="zh-CN"/>
              <a:t>51 </a:t>
            </a:r>
            <a:r>
              <a:rPr lang="zh-CN" altLang="en-US"/>
              <a:t>页</a:t>
            </a:r>
            <a:r>
              <a:rPr lang="en-US" altLang="zh-CN"/>
              <a:t>/</a:t>
            </a:r>
            <a:r>
              <a:rPr lang="zh-CN" altLang="en-US"/>
              <a:t>第</a:t>
            </a:r>
            <a:fld id="{DB02E9F0-18A3-A847-A609-4FE4E1FEC81B}" type="slidenum">
              <a:rPr lang="zh-CN" altLang="en-US"/>
              <a:pPr/>
              <a:t>‹#›</a:t>
            </a:fld>
            <a:r>
              <a:rPr lang="zh-CN" altLang="en-US"/>
              <a:t>页</a:t>
            </a:r>
          </a:p>
        </p:txBody>
      </p:sp>
      <p:sp>
        <p:nvSpPr>
          <p:cNvPr id="9" name="Footer Placeholder 4">
            <a:extLst>
              <a:ext uri="{FF2B5EF4-FFF2-40B4-BE49-F238E27FC236}">
                <a16:creationId xmlns:a16="http://schemas.microsoft.com/office/drawing/2014/main" id="{6E9A7148-D7E7-73E8-4E8B-CB318D2E9CDB}"/>
              </a:ext>
            </a:extLst>
          </p:cNvPr>
          <p:cNvSpPr>
            <a:spLocks noGrp="1"/>
          </p:cNvSpPr>
          <p:nvPr>
            <p:ph type="ftr" sz="quarter" idx="12"/>
          </p:nvPr>
        </p:nvSpPr>
        <p:spPr>
          <a:xfrm>
            <a:off x="3884613" y="6356350"/>
            <a:ext cx="4394200" cy="365125"/>
          </a:xfrm>
        </p:spPr>
        <p:txBody>
          <a:bodyPr/>
          <a:lstStyle>
            <a:lvl1pPr>
              <a:defRPr>
                <a:latin typeface="Times New Roman" panose="02020603050405020304" pitchFamily="18" charset="0"/>
                <a:cs typeface="Times New Roman" panose="02020603050405020304" pitchFamily="18" charset="0"/>
              </a:defRPr>
            </a:lvl1pPr>
          </a:lstStyle>
          <a:p>
            <a:r>
              <a:rPr lang="zh-CN" altLang="en-US"/>
              <a:t>电子科技大学 信息与软件工程学院</a:t>
            </a:r>
            <a:r>
              <a:rPr lang="en-US" altLang="zh-CN"/>
              <a:t>——</a:t>
            </a:r>
            <a:r>
              <a:rPr lang="zh-CN" altLang="en-US"/>
              <a:t>现代密码学  </a:t>
            </a:r>
          </a:p>
        </p:txBody>
      </p:sp>
    </p:spTree>
    <p:extLst>
      <p:ext uri="{BB962C8B-B14F-4D97-AF65-F5344CB8AC3E}">
        <p14:creationId xmlns:p14="http://schemas.microsoft.com/office/powerpoint/2010/main" val="17462008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1_空白">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56FD498-F20A-F3BE-1260-BFCBC2E1A334}"/>
              </a:ext>
            </a:extLst>
          </p:cNvPr>
          <p:cNvSpPr>
            <a:spLocks noChangeArrowheads="1"/>
          </p:cNvSpPr>
          <p:nvPr userDrawn="1"/>
        </p:nvSpPr>
        <p:spPr bwMode="auto">
          <a:xfrm>
            <a:off x="823913" y="407988"/>
            <a:ext cx="419100" cy="655637"/>
          </a:xfrm>
          <a:prstGeom prst="rect">
            <a:avLst/>
          </a:prstGeom>
          <a:blipFill dpi="0" rotWithShape="0">
            <a:blip r:embed="rId2"/>
            <a:srcRect/>
            <a:tile tx="0" ty="0" sx="100000" sy="100000" flip="none" algn="tl"/>
          </a:blipFill>
          <a:ln>
            <a:noFill/>
          </a:ln>
          <a:extLst>
            <a:ext uri="{91240B29-F687-4F45-9708-019B960494DF}">
              <a14:hiddenLine xmlns:a14="http://schemas.microsoft.com/office/drawing/2010/main" w="12700" algn="ctr">
                <a:solidFill>
                  <a:srgbClr val="000000"/>
                </a:solidFill>
                <a:miter lim="800000"/>
                <a:headEnd/>
                <a:tailEnd/>
              </a14:hiddenLine>
            </a:ext>
          </a:extLst>
        </p:spPr>
        <p:txBody>
          <a:bodyPr anchor="ctr"/>
          <a:lstStyle/>
          <a:p>
            <a:pPr algn="ctr">
              <a:defRPr/>
            </a:pPr>
            <a:endParaRPr lang="zh-CN" altLang="en-US" dirty="0">
              <a:solidFill>
                <a:prstClr val="white"/>
              </a:solidFill>
              <a:latin typeface="+mn-lt"/>
              <a:ea typeface="+mn-ea"/>
            </a:endParaRPr>
          </a:p>
        </p:txBody>
      </p:sp>
      <p:cxnSp>
        <p:nvCxnSpPr>
          <p:cNvPr id="3" name="直接连接符 8">
            <a:extLst>
              <a:ext uri="{FF2B5EF4-FFF2-40B4-BE49-F238E27FC236}">
                <a16:creationId xmlns:a16="http://schemas.microsoft.com/office/drawing/2014/main" id="{E10BD409-4C0B-2F48-E596-D137A09489B9}"/>
              </a:ext>
            </a:extLst>
          </p:cNvPr>
          <p:cNvCxnSpPr/>
          <p:nvPr userDrawn="1"/>
        </p:nvCxnSpPr>
        <p:spPr>
          <a:xfrm>
            <a:off x="1465263" y="1033463"/>
            <a:ext cx="9037637"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 name="直接连接符 9">
            <a:extLst>
              <a:ext uri="{FF2B5EF4-FFF2-40B4-BE49-F238E27FC236}">
                <a16:creationId xmlns:a16="http://schemas.microsoft.com/office/drawing/2014/main" id="{437C16DF-F023-866B-76E2-51066490819E}"/>
              </a:ext>
            </a:extLst>
          </p:cNvPr>
          <p:cNvCxnSpPr/>
          <p:nvPr userDrawn="1"/>
        </p:nvCxnSpPr>
        <p:spPr>
          <a:xfrm>
            <a:off x="693738" y="6249988"/>
            <a:ext cx="10779125"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5" name="图片 8">
            <a:extLst>
              <a:ext uri="{FF2B5EF4-FFF2-40B4-BE49-F238E27FC236}">
                <a16:creationId xmlns:a16="http://schemas.microsoft.com/office/drawing/2014/main" id="{5BE5612B-3BD2-F23F-BA4B-88E97A3B05DC}"/>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1272838" y="0"/>
            <a:ext cx="919162"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itle 1"/>
          <p:cNvSpPr>
            <a:spLocks noGrp="1"/>
          </p:cNvSpPr>
          <p:nvPr>
            <p:ph type="title"/>
          </p:nvPr>
        </p:nvSpPr>
        <p:spPr>
          <a:xfrm>
            <a:off x="1465264" y="365131"/>
            <a:ext cx="9037637" cy="668337"/>
          </a:xfrm>
        </p:spPr>
        <p:txBody>
          <a:bodyPr>
            <a:normAutofit/>
          </a:bodyPr>
          <a:lstStyle>
            <a:lvl1pPr>
              <a:defRPr sz="3200">
                <a:solidFill>
                  <a:schemeClr val="accent1">
                    <a:lumMod val="50000"/>
                  </a:schemeClr>
                </a:solidFill>
                <a:latin typeface="仿宋" panose="02010609060101010101" pitchFamily="49" charset="-122"/>
                <a:ea typeface="仿宋" panose="02010609060101010101" pitchFamily="49" charset="-122"/>
              </a:defRPr>
            </a:lvl1pPr>
          </a:lstStyle>
          <a:p>
            <a:r>
              <a:rPr lang="zh-CN" altLang="en-US" dirty="0"/>
              <a:t>单击此处编辑母版标题样式</a:t>
            </a:r>
            <a:endParaRPr lang="en-US" dirty="0"/>
          </a:p>
        </p:txBody>
      </p:sp>
      <p:sp>
        <p:nvSpPr>
          <p:cNvPr id="17" name="Content Placeholder 2"/>
          <p:cNvSpPr>
            <a:spLocks noGrp="1"/>
          </p:cNvSpPr>
          <p:nvPr>
            <p:ph idx="1"/>
          </p:nvPr>
        </p:nvSpPr>
        <p:spPr>
          <a:xfrm>
            <a:off x="823913" y="1466056"/>
            <a:ext cx="10515600" cy="4579144"/>
          </a:xfrm>
        </p:spPr>
        <p:txBody>
          <a:bodyPr/>
          <a:lstStyle>
            <a:lvl1pPr>
              <a:defRPr sz="2400">
                <a:solidFill>
                  <a:schemeClr val="tx1"/>
                </a:solidFill>
                <a:latin typeface="仿宋" panose="02010609060101010101" pitchFamily="49" charset="-122"/>
                <a:ea typeface="仿宋" panose="02010609060101010101" pitchFamily="49" charset="-122"/>
              </a:defRPr>
            </a:lvl1pPr>
            <a:lvl2pPr>
              <a:defRPr sz="2000">
                <a:solidFill>
                  <a:schemeClr val="tx1"/>
                </a:solidFill>
                <a:latin typeface="仿宋" panose="02010609060101010101" pitchFamily="49" charset="-122"/>
                <a:ea typeface="仿宋" panose="02010609060101010101" pitchFamily="49" charset="-122"/>
              </a:defRPr>
            </a:lvl2pPr>
            <a:lvl3pPr>
              <a:defRPr sz="1800" b="1">
                <a:solidFill>
                  <a:schemeClr val="tx1"/>
                </a:solidFill>
              </a:defRPr>
            </a:lvl3pPr>
            <a:lvl4pPr>
              <a:defRPr sz="1600">
                <a:solidFill>
                  <a:schemeClr val="tx1"/>
                </a:solidFill>
              </a:defRPr>
            </a:lvl4pPr>
            <a:lvl5pPr>
              <a:defRPr sz="1600">
                <a:solidFill>
                  <a:schemeClr val="tx1"/>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6" name="Date Placeholder 3">
            <a:extLst>
              <a:ext uri="{FF2B5EF4-FFF2-40B4-BE49-F238E27FC236}">
                <a16:creationId xmlns:a16="http://schemas.microsoft.com/office/drawing/2014/main" id="{185FF7FD-C529-A6E5-019C-B772ED6F4468}"/>
              </a:ext>
            </a:extLst>
          </p:cNvPr>
          <p:cNvSpPr>
            <a:spLocks noGrp="1"/>
          </p:cNvSpPr>
          <p:nvPr>
            <p:ph type="dt" sz="half" idx="10"/>
          </p:nvPr>
        </p:nvSpPr>
        <p:spPr>
          <a:xfrm>
            <a:off x="736600" y="6356350"/>
            <a:ext cx="2743200" cy="365125"/>
          </a:xfrm>
        </p:spPr>
        <p:txBody>
          <a:bodyPr/>
          <a:lstStyle>
            <a:lvl1pPr eaLnBrk="0" fontAlgn="base" hangingPunct="0">
              <a:spcBef>
                <a:spcPct val="0"/>
              </a:spcBef>
              <a:spcAft>
                <a:spcPct val="0"/>
              </a:spcAft>
              <a:defRPr>
                <a:solidFill>
                  <a:prstClr val="black">
                    <a:tint val="75000"/>
                  </a:prstClr>
                </a:solidFill>
                <a:latin typeface="Times New Roman" panose="02020603050405020304" pitchFamily="18" charset="0"/>
                <a:ea typeface="仿宋" panose="02010609060101010101" pitchFamily="49" charset="-122"/>
                <a:cs typeface="Times New Roman" panose="02020603050405020304" pitchFamily="18" charset="0"/>
              </a:defRPr>
            </a:lvl1pPr>
          </a:lstStyle>
          <a:p>
            <a:pPr>
              <a:defRPr/>
            </a:pPr>
            <a:fld id="{A8BD3D3F-CF48-4B47-AC53-FDC8FD7AB97F}" type="datetime1">
              <a:rPr lang="zh-CN" altLang="en-US"/>
              <a:pPr>
                <a:defRPr/>
              </a:pPr>
              <a:t>2026/6/9</a:t>
            </a:fld>
            <a:endParaRPr lang="zh-CN" altLang="en-US" dirty="0"/>
          </a:p>
        </p:txBody>
      </p:sp>
      <p:sp>
        <p:nvSpPr>
          <p:cNvPr id="7" name="Footer Placeholder 4">
            <a:extLst>
              <a:ext uri="{FF2B5EF4-FFF2-40B4-BE49-F238E27FC236}">
                <a16:creationId xmlns:a16="http://schemas.microsoft.com/office/drawing/2014/main" id="{292DF8CD-FE39-859F-D680-003781459730}"/>
              </a:ext>
            </a:extLst>
          </p:cNvPr>
          <p:cNvSpPr>
            <a:spLocks noGrp="1"/>
          </p:cNvSpPr>
          <p:nvPr>
            <p:ph type="ftr" sz="quarter" idx="11"/>
          </p:nvPr>
        </p:nvSpPr>
        <p:spPr>
          <a:xfrm>
            <a:off x="3884613" y="6356350"/>
            <a:ext cx="4394200" cy="365125"/>
          </a:xfrm>
        </p:spPr>
        <p:txBody>
          <a:bodyPr/>
          <a:lstStyle>
            <a:lvl1pPr>
              <a:defRPr>
                <a:latin typeface="Times New Roman" panose="02020603050405020304" pitchFamily="18" charset="0"/>
                <a:cs typeface="Times New Roman" panose="02020603050405020304" pitchFamily="18" charset="0"/>
              </a:defRPr>
            </a:lvl1pPr>
          </a:lstStyle>
          <a:p>
            <a:r>
              <a:rPr lang="zh-CN" altLang="en-US"/>
              <a:t>电子科技大学 信息与软件工程学院</a:t>
            </a:r>
            <a:r>
              <a:rPr lang="en-US" altLang="zh-CN"/>
              <a:t>——</a:t>
            </a:r>
            <a:r>
              <a:rPr lang="zh-CN" altLang="en-US"/>
              <a:t>现代密码学  </a:t>
            </a:r>
          </a:p>
        </p:txBody>
      </p:sp>
      <p:sp>
        <p:nvSpPr>
          <p:cNvPr id="8" name="Slide Number Placeholder 5">
            <a:extLst>
              <a:ext uri="{FF2B5EF4-FFF2-40B4-BE49-F238E27FC236}">
                <a16:creationId xmlns:a16="http://schemas.microsoft.com/office/drawing/2014/main" id="{CAAA805C-11AB-3568-CF26-E3E4411095F8}"/>
              </a:ext>
            </a:extLst>
          </p:cNvPr>
          <p:cNvSpPr>
            <a:spLocks noGrp="1"/>
          </p:cNvSpPr>
          <p:nvPr>
            <p:ph type="sldNum" sz="quarter" idx="12"/>
          </p:nvPr>
        </p:nvSpPr>
        <p:spPr>
          <a:xfrm>
            <a:off x="8509000" y="6356350"/>
            <a:ext cx="2743200" cy="365125"/>
          </a:xfrm>
        </p:spPr>
        <p:txBody>
          <a:bodyPr/>
          <a:lstStyle>
            <a:lvl1pPr>
              <a:defRPr>
                <a:latin typeface="Times New Roman" panose="02020603050405020304" pitchFamily="18" charset="0"/>
                <a:cs typeface="Times New Roman" panose="02020603050405020304" pitchFamily="18" charset="0"/>
              </a:defRPr>
            </a:lvl1pPr>
          </a:lstStyle>
          <a:p>
            <a:r>
              <a:rPr lang="zh-CN" altLang="en-US"/>
              <a:t>共 </a:t>
            </a:r>
            <a:r>
              <a:rPr lang="en-US" altLang="zh-CN"/>
              <a:t>51 </a:t>
            </a:r>
            <a:r>
              <a:rPr lang="zh-CN" altLang="en-US"/>
              <a:t>页</a:t>
            </a:r>
            <a:r>
              <a:rPr lang="en-US" altLang="zh-CN"/>
              <a:t>/</a:t>
            </a:r>
            <a:r>
              <a:rPr lang="zh-CN" altLang="en-US"/>
              <a:t>第</a:t>
            </a:r>
            <a:fld id="{C1064B02-520A-6942-8708-42BDBDFA7C8C}" type="slidenum">
              <a:rPr lang="zh-CN" altLang="en-US"/>
              <a:pPr/>
              <a:t>‹#›</a:t>
            </a:fld>
            <a:r>
              <a:rPr lang="zh-CN" altLang="en-US"/>
              <a:t>页</a:t>
            </a:r>
          </a:p>
        </p:txBody>
      </p:sp>
    </p:spTree>
    <p:extLst>
      <p:ext uri="{BB962C8B-B14F-4D97-AF65-F5344CB8AC3E}">
        <p14:creationId xmlns:p14="http://schemas.microsoft.com/office/powerpoint/2010/main" val="2983877778"/>
      </p:ext>
    </p:extLst>
  </p:cSld>
  <p:clrMapOvr>
    <a:masterClrMapping/>
  </p:clrMapOvr>
  <p:transition spd="slow"/>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13_空白">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09F8E16-EEAA-D3A3-DEAA-63F216F0B582}"/>
              </a:ext>
            </a:extLst>
          </p:cNvPr>
          <p:cNvSpPr>
            <a:spLocks noChangeArrowheads="1"/>
          </p:cNvSpPr>
          <p:nvPr userDrawn="1"/>
        </p:nvSpPr>
        <p:spPr bwMode="auto">
          <a:xfrm>
            <a:off x="823913" y="407988"/>
            <a:ext cx="419100" cy="655637"/>
          </a:xfrm>
          <a:prstGeom prst="rect">
            <a:avLst/>
          </a:prstGeom>
          <a:blipFill dpi="0" rotWithShape="0">
            <a:blip r:embed="rId2"/>
            <a:srcRect/>
            <a:tile tx="0" ty="0" sx="100000" sy="100000" flip="none" algn="tl"/>
          </a:blipFill>
          <a:ln>
            <a:noFill/>
          </a:ln>
          <a:extLst>
            <a:ext uri="{91240B29-F687-4F45-9708-019B960494DF}">
              <a14:hiddenLine xmlns:a14="http://schemas.microsoft.com/office/drawing/2010/main" w="12700" algn="ctr">
                <a:solidFill>
                  <a:srgbClr val="000000"/>
                </a:solidFill>
                <a:miter lim="800000"/>
                <a:headEnd/>
                <a:tailEnd/>
              </a14:hiddenLine>
            </a:ext>
          </a:extLst>
        </p:spPr>
        <p:txBody>
          <a:bodyPr anchor="ctr"/>
          <a:lstStyle/>
          <a:p>
            <a:pPr algn="ctr">
              <a:defRPr/>
            </a:pPr>
            <a:endParaRPr lang="zh-CN" altLang="en-US" dirty="0">
              <a:solidFill>
                <a:prstClr val="white"/>
              </a:solidFill>
              <a:latin typeface="+mn-lt"/>
              <a:ea typeface="+mn-ea"/>
            </a:endParaRPr>
          </a:p>
        </p:txBody>
      </p:sp>
      <p:cxnSp>
        <p:nvCxnSpPr>
          <p:cNvPr id="3" name="直接连接符 8">
            <a:extLst>
              <a:ext uri="{FF2B5EF4-FFF2-40B4-BE49-F238E27FC236}">
                <a16:creationId xmlns:a16="http://schemas.microsoft.com/office/drawing/2014/main" id="{A3FE07D6-6EEB-85AF-9877-66E9F7D35A36}"/>
              </a:ext>
            </a:extLst>
          </p:cNvPr>
          <p:cNvCxnSpPr/>
          <p:nvPr userDrawn="1"/>
        </p:nvCxnSpPr>
        <p:spPr>
          <a:xfrm>
            <a:off x="1465263" y="1033463"/>
            <a:ext cx="9037637"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 name="直接连接符 9">
            <a:extLst>
              <a:ext uri="{FF2B5EF4-FFF2-40B4-BE49-F238E27FC236}">
                <a16:creationId xmlns:a16="http://schemas.microsoft.com/office/drawing/2014/main" id="{E2913D29-5A02-DB36-2952-E1FC27751C93}"/>
              </a:ext>
            </a:extLst>
          </p:cNvPr>
          <p:cNvCxnSpPr/>
          <p:nvPr userDrawn="1"/>
        </p:nvCxnSpPr>
        <p:spPr>
          <a:xfrm>
            <a:off x="693738" y="6249988"/>
            <a:ext cx="10779125"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5" name="图片 8">
            <a:extLst>
              <a:ext uri="{FF2B5EF4-FFF2-40B4-BE49-F238E27FC236}">
                <a16:creationId xmlns:a16="http://schemas.microsoft.com/office/drawing/2014/main" id="{3603DBD4-58AB-6FCC-2BB4-E3B4B57D06CF}"/>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1272838" y="0"/>
            <a:ext cx="919162"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itle 1"/>
          <p:cNvSpPr>
            <a:spLocks noGrp="1"/>
          </p:cNvSpPr>
          <p:nvPr>
            <p:ph type="title"/>
          </p:nvPr>
        </p:nvSpPr>
        <p:spPr>
          <a:xfrm>
            <a:off x="1465264" y="365131"/>
            <a:ext cx="9037637" cy="668337"/>
          </a:xfrm>
        </p:spPr>
        <p:txBody>
          <a:bodyPr>
            <a:normAutofit/>
          </a:bodyPr>
          <a:lstStyle>
            <a:lvl1pPr>
              <a:defRPr sz="3200">
                <a:solidFill>
                  <a:schemeClr val="accent1">
                    <a:lumMod val="50000"/>
                  </a:schemeClr>
                </a:solidFill>
                <a:latin typeface="仿宋" panose="02010609060101010101" pitchFamily="49" charset="-122"/>
                <a:ea typeface="仿宋" panose="02010609060101010101" pitchFamily="49" charset="-122"/>
              </a:defRPr>
            </a:lvl1pPr>
          </a:lstStyle>
          <a:p>
            <a:r>
              <a:rPr lang="zh-CN" altLang="en-US" dirty="0"/>
              <a:t>单击此处编辑母版标题样式</a:t>
            </a:r>
            <a:endParaRPr lang="en-US" dirty="0"/>
          </a:p>
        </p:txBody>
      </p:sp>
      <p:sp>
        <p:nvSpPr>
          <p:cNvPr id="17" name="Content Placeholder 2"/>
          <p:cNvSpPr>
            <a:spLocks noGrp="1"/>
          </p:cNvSpPr>
          <p:nvPr>
            <p:ph idx="1"/>
          </p:nvPr>
        </p:nvSpPr>
        <p:spPr>
          <a:xfrm>
            <a:off x="823913" y="1466056"/>
            <a:ext cx="10515600" cy="4579144"/>
          </a:xfrm>
        </p:spPr>
        <p:txBody>
          <a:bodyPr/>
          <a:lstStyle>
            <a:lvl1pPr>
              <a:defRPr sz="2400">
                <a:solidFill>
                  <a:schemeClr val="tx1"/>
                </a:solidFill>
                <a:latin typeface="仿宋" panose="02010609060101010101" pitchFamily="49" charset="-122"/>
                <a:ea typeface="仿宋" panose="02010609060101010101" pitchFamily="49" charset="-122"/>
              </a:defRPr>
            </a:lvl1pPr>
            <a:lvl2pPr>
              <a:defRPr sz="2000">
                <a:solidFill>
                  <a:schemeClr val="tx1"/>
                </a:solidFill>
                <a:latin typeface="仿宋" panose="02010609060101010101" pitchFamily="49" charset="-122"/>
                <a:ea typeface="仿宋" panose="02010609060101010101" pitchFamily="49" charset="-122"/>
              </a:defRPr>
            </a:lvl2pPr>
            <a:lvl3pPr>
              <a:defRPr sz="1800" b="1">
                <a:solidFill>
                  <a:schemeClr val="tx1"/>
                </a:solidFill>
              </a:defRPr>
            </a:lvl3pPr>
            <a:lvl4pPr>
              <a:defRPr sz="1600">
                <a:solidFill>
                  <a:schemeClr val="tx1"/>
                </a:solidFill>
              </a:defRPr>
            </a:lvl4pPr>
            <a:lvl5pPr>
              <a:defRPr sz="1600">
                <a:solidFill>
                  <a:schemeClr val="tx1"/>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6" name="Date Placeholder 3">
            <a:extLst>
              <a:ext uri="{FF2B5EF4-FFF2-40B4-BE49-F238E27FC236}">
                <a16:creationId xmlns:a16="http://schemas.microsoft.com/office/drawing/2014/main" id="{0E698784-2793-8E01-DEC0-34BBD1506F45}"/>
              </a:ext>
            </a:extLst>
          </p:cNvPr>
          <p:cNvSpPr>
            <a:spLocks noGrp="1"/>
          </p:cNvSpPr>
          <p:nvPr>
            <p:ph type="dt" sz="half" idx="10"/>
          </p:nvPr>
        </p:nvSpPr>
        <p:spPr>
          <a:xfrm>
            <a:off x="736600" y="6356350"/>
            <a:ext cx="2743200" cy="365125"/>
          </a:xfrm>
        </p:spPr>
        <p:txBody>
          <a:bodyPr/>
          <a:lstStyle>
            <a:lvl1pPr eaLnBrk="0" fontAlgn="base" hangingPunct="0">
              <a:spcBef>
                <a:spcPct val="0"/>
              </a:spcBef>
              <a:spcAft>
                <a:spcPct val="0"/>
              </a:spcAft>
              <a:defRPr>
                <a:solidFill>
                  <a:prstClr val="black">
                    <a:tint val="75000"/>
                  </a:prstClr>
                </a:solidFill>
                <a:latin typeface="Times New Roman" panose="02020603050405020304" pitchFamily="18" charset="0"/>
                <a:ea typeface="仿宋" panose="02010609060101010101" pitchFamily="49" charset="-122"/>
                <a:cs typeface="Times New Roman" panose="02020603050405020304" pitchFamily="18" charset="0"/>
              </a:defRPr>
            </a:lvl1pPr>
          </a:lstStyle>
          <a:p>
            <a:pPr>
              <a:defRPr/>
            </a:pPr>
            <a:fld id="{65BB5B2A-25CF-4149-9A19-F122F46CB5B0}" type="datetime1">
              <a:rPr lang="zh-CN" altLang="en-US"/>
              <a:pPr>
                <a:defRPr/>
              </a:pPr>
              <a:t>2026/6/9</a:t>
            </a:fld>
            <a:endParaRPr lang="zh-CN" altLang="en-US" dirty="0"/>
          </a:p>
        </p:txBody>
      </p:sp>
      <p:sp>
        <p:nvSpPr>
          <p:cNvPr id="7" name="Slide Number Placeholder 5">
            <a:extLst>
              <a:ext uri="{FF2B5EF4-FFF2-40B4-BE49-F238E27FC236}">
                <a16:creationId xmlns:a16="http://schemas.microsoft.com/office/drawing/2014/main" id="{DFB4D3B8-6CC7-BBAA-5F05-3BE12B5A7635}"/>
              </a:ext>
            </a:extLst>
          </p:cNvPr>
          <p:cNvSpPr>
            <a:spLocks noGrp="1"/>
          </p:cNvSpPr>
          <p:nvPr>
            <p:ph type="sldNum" sz="quarter" idx="11"/>
          </p:nvPr>
        </p:nvSpPr>
        <p:spPr>
          <a:xfrm>
            <a:off x="8509000" y="6356350"/>
            <a:ext cx="2743200" cy="365125"/>
          </a:xfrm>
        </p:spPr>
        <p:txBody>
          <a:bodyPr/>
          <a:lstStyle>
            <a:lvl1pPr>
              <a:defRPr>
                <a:latin typeface="Times New Roman" panose="02020603050405020304" pitchFamily="18" charset="0"/>
                <a:cs typeface="Times New Roman" panose="02020603050405020304" pitchFamily="18" charset="0"/>
              </a:defRPr>
            </a:lvl1pPr>
          </a:lstStyle>
          <a:p>
            <a:r>
              <a:rPr lang="zh-CN" altLang="en-US"/>
              <a:t>共 </a:t>
            </a:r>
            <a:r>
              <a:rPr lang="en-US" altLang="zh-CN"/>
              <a:t>51 </a:t>
            </a:r>
            <a:r>
              <a:rPr lang="zh-CN" altLang="en-US"/>
              <a:t>页</a:t>
            </a:r>
            <a:r>
              <a:rPr lang="en-US" altLang="zh-CN"/>
              <a:t>/</a:t>
            </a:r>
            <a:r>
              <a:rPr lang="zh-CN" altLang="en-US"/>
              <a:t>第</a:t>
            </a:r>
            <a:fld id="{670CE91D-62D2-3D49-997B-92C55BA69709}" type="slidenum">
              <a:rPr lang="zh-CN" altLang="en-US"/>
              <a:pPr/>
              <a:t>‹#›</a:t>
            </a:fld>
            <a:r>
              <a:rPr lang="zh-CN" altLang="en-US"/>
              <a:t>页</a:t>
            </a:r>
          </a:p>
        </p:txBody>
      </p:sp>
      <p:sp>
        <p:nvSpPr>
          <p:cNvPr id="8" name="Footer Placeholder 4">
            <a:extLst>
              <a:ext uri="{FF2B5EF4-FFF2-40B4-BE49-F238E27FC236}">
                <a16:creationId xmlns:a16="http://schemas.microsoft.com/office/drawing/2014/main" id="{99A13946-D787-8B0A-D1C4-3BE1CB56B28C}"/>
              </a:ext>
            </a:extLst>
          </p:cNvPr>
          <p:cNvSpPr>
            <a:spLocks noGrp="1"/>
          </p:cNvSpPr>
          <p:nvPr>
            <p:ph type="ftr" sz="quarter" idx="12"/>
          </p:nvPr>
        </p:nvSpPr>
        <p:spPr>
          <a:xfrm>
            <a:off x="3898900" y="6356350"/>
            <a:ext cx="4330700" cy="365125"/>
          </a:xfrm>
        </p:spPr>
        <p:txBody>
          <a:bodyPr/>
          <a:lstStyle>
            <a:lvl1pPr>
              <a:defRPr/>
            </a:lvl1pPr>
          </a:lstStyle>
          <a:p>
            <a:r>
              <a:rPr lang="zh-CN" altLang="en-US"/>
              <a:t>电子科技大学 信息与软件工程学院</a:t>
            </a:r>
            <a:r>
              <a:rPr lang="en-US" altLang="zh-CN">
                <a:latin typeface="Times New Roman" panose="02020603050405020304" pitchFamily="18" charset="0"/>
              </a:rPr>
              <a:t>——</a:t>
            </a:r>
            <a:r>
              <a:rPr lang="zh-CN" altLang="en-US"/>
              <a:t>现代密码学  </a:t>
            </a:r>
          </a:p>
        </p:txBody>
      </p:sp>
    </p:spTree>
    <p:extLst>
      <p:ext uri="{BB962C8B-B14F-4D97-AF65-F5344CB8AC3E}">
        <p14:creationId xmlns:p14="http://schemas.microsoft.com/office/powerpoint/2010/main" val="3630836616"/>
      </p:ext>
    </p:extLst>
  </p:cSld>
  <p:clrMapOvr>
    <a:masterClrMapping/>
  </p:clrMapOvr>
  <p:transition spd="slow"/>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14_空白">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D82C9425-0CC3-B5D9-38BA-C693F4B1AA28}"/>
              </a:ext>
            </a:extLst>
          </p:cNvPr>
          <p:cNvSpPr>
            <a:spLocks noChangeArrowheads="1"/>
          </p:cNvSpPr>
          <p:nvPr userDrawn="1"/>
        </p:nvSpPr>
        <p:spPr bwMode="auto">
          <a:xfrm>
            <a:off x="823913" y="407988"/>
            <a:ext cx="419100" cy="655637"/>
          </a:xfrm>
          <a:prstGeom prst="rect">
            <a:avLst/>
          </a:prstGeom>
          <a:blipFill dpi="0" rotWithShape="0">
            <a:blip r:embed="rId2"/>
            <a:srcRect/>
            <a:tile tx="0" ty="0" sx="100000" sy="100000" flip="none" algn="tl"/>
          </a:blipFill>
          <a:ln>
            <a:noFill/>
          </a:ln>
          <a:extLst>
            <a:ext uri="{91240B29-F687-4F45-9708-019B960494DF}">
              <a14:hiddenLine xmlns:a14="http://schemas.microsoft.com/office/drawing/2010/main" w="12700" algn="ctr">
                <a:solidFill>
                  <a:srgbClr val="000000"/>
                </a:solidFill>
                <a:miter lim="800000"/>
                <a:headEnd/>
                <a:tailEnd/>
              </a14:hiddenLine>
            </a:ext>
          </a:extLst>
        </p:spPr>
        <p:txBody>
          <a:bodyPr anchor="ctr"/>
          <a:lstStyle/>
          <a:p>
            <a:pPr algn="ctr">
              <a:defRPr/>
            </a:pPr>
            <a:endParaRPr lang="zh-CN" altLang="en-US" dirty="0">
              <a:solidFill>
                <a:prstClr val="white"/>
              </a:solidFill>
              <a:latin typeface="+mn-lt"/>
              <a:ea typeface="+mn-ea"/>
            </a:endParaRPr>
          </a:p>
        </p:txBody>
      </p:sp>
      <p:cxnSp>
        <p:nvCxnSpPr>
          <p:cNvPr id="3" name="直接连接符 8">
            <a:extLst>
              <a:ext uri="{FF2B5EF4-FFF2-40B4-BE49-F238E27FC236}">
                <a16:creationId xmlns:a16="http://schemas.microsoft.com/office/drawing/2014/main" id="{AD02801E-EA11-B34D-1D47-80F963220534}"/>
              </a:ext>
            </a:extLst>
          </p:cNvPr>
          <p:cNvCxnSpPr/>
          <p:nvPr userDrawn="1"/>
        </p:nvCxnSpPr>
        <p:spPr>
          <a:xfrm>
            <a:off x="1465263" y="1033463"/>
            <a:ext cx="9037637"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 name="直接连接符 9">
            <a:extLst>
              <a:ext uri="{FF2B5EF4-FFF2-40B4-BE49-F238E27FC236}">
                <a16:creationId xmlns:a16="http://schemas.microsoft.com/office/drawing/2014/main" id="{A3779E37-E39B-3716-ED64-001BE2949F0B}"/>
              </a:ext>
            </a:extLst>
          </p:cNvPr>
          <p:cNvCxnSpPr/>
          <p:nvPr userDrawn="1"/>
        </p:nvCxnSpPr>
        <p:spPr>
          <a:xfrm>
            <a:off x="693738" y="6249988"/>
            <a:ext cx="10779125"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5" name="图片 8">
            <a:extLst>
              <a:ext uri="{FF2B5EF4-FFF2-40B4-BE49-F238E27FC236}">
                <a16:creationId xmlns:a16="http://schemas.microsoft.com/office/drawing/2014/main" id="{DCA35469-92E9-B855-E5F7-A8A82FF6F074}"/>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1272838" y="0"/>
            <a:ext cx="919162"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itle 1"/>
          <p:cNvSpPr>
            <a:spLocks noGrp="1"/>
          </p:cNvSpPr>
          <p:nvPr>
            <p:ph type="title"/>
          </p:nvPr>
        </p:nvSpPr>
        <p:spPr>
          <a:xfrm>
            <a:off x="1465264" y="365131"/>
            <a:ext cx="9037637" cy="668337"/>
          </a:xfrm>
        </p:spPr>
        <p:txBody>
          <a:bodyPr>
            <a:normAutofit/>
          </a:bodyPr>
          <a:lstStyle>
            <a:lvl1pPr>
              <a:defRPr sz="3200">
                <a:solidFill>
                  <a:schemeClr val="accent1">
                    <a:lumMod val="50000"/>
                  </a:schemeClr>
                </a:solidFill>
                <a:latin typeface="仿宋" panose="02010609060101010101" pitchFamily="49" charset="-122"/>
                <a:ea typeface="仿宋" panose="02010609060101010101" pitchFamily="49" charset="-122"/>
              </a:defRPr>
            </a:lvl1pPr>
          </a:lstStyle>
          <a:p>
            <a:r>
              <a:rPr lang="zh-CN" altLang="en-US" dirty="0"/>
              <a:t>单击此处编辑母版标题样式</a:t>
            </a:r>
            <a:endParaRPr lang="en-US" dirty="0"/>
          </a:p>
        </p:txBody>
      </p:sp>
      <p:sp>
        <p:nvSpPr>
          <p:cNvPr id="17" name="Content Placeholder 2"/>
          <p:cNvSpPr>
            <a:spLocks noGrp="1"/>
          </p:cNvSpPr>
          <p:nvPr>
            <p:ph idx="1"/>
          </p:nvPr>
        </p:nvSpPr>
        <p:spPr>
          <a:xfrm>
            <a:off x="823913" y="1466056"/>
            <a:ext cx="10515600" cy="4579144"/>
          </a:xfrm>
        </p:spPr>
        <p:txBody>
          <a:bodyPr/>
          <a:lstStyle>
            <a:lvl1pPr>
              <a:defRPr sz="2400">
                <a:solidFill>
                  <a:schemeClr val="tx1"/>
                </a:solidFill>
                <a:latin typeface="仿宋" panose="02010609060101010101" pitchFamily="49" charset="-122"/>
                <a:ea typeface="仿宋" panose="02010609060101010101" pitchFamily="49" charset="-122"/>
              </a:defRPr>
            </a:lvl1pPr>
            <a:lvl2pPr>
              <a:defRPr sz="2000">
                <a:solidFill>
                  <a:schemeClr val="tx1"/>
                </a:solidFill>
                <a:latin typeface="仿宋" panose="02010609060101010101" pitchFamily="49" charset="-122"/>
                <a:ea typeface="仿宋" panose="02010609060101010101" pitchFamily="49" charset="-122"/>
              </a:defRPr>
            </a:lvl2pPr>
            <a:lvl3pPr>
              <a:defRPr sz="1800" b="1">
                <a:solidFill>
                  <a:schemeClr val="tx1"/>
                </a:solidFill>
              </a:defRPr>
            </a:lvl3pPr>
            <a:lvl4pPr>
              <a:defRPr sz="1600">
                <a:solidFill>
                  <a:schemeClr val="tx1"/>
                </a:solidFill>
              </a:defRPr>
            </a:lvl4pPr>
            <a:lvl5pPr>
              <a:defRPr sz="1600">
                <a:solidFill>
                  <a:schemeClr val="tx1"/>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6" name="Date Placeholder 3">
            <a:extLst>
              <a:ext uri="{FF2B5EF4-FFF2-40B4-BE49-F238E27FC236}">
                <a16:creationId xmlns:a16="http://schemas.microsoft.com/office/drawing/2014/main" id="{2CE9F1BC-4008-91B7-2032-391A0CA9B578}"/>
              </a:ext>
            </a:extLst>
          </p:cNvPr>
          <p:cNvSpPr>
            <a:spLocks noGrp="1"/>
          </p:cNvSpPr>
          <p:nvPr>
            <p:ph type="dt" sz="half" idx="10"/>
          </p:nvPr>
        </p:nvSpPr>
        <p:spPr>
          <a:xfrm>
            <a:off x="736600" y="6356350"/>
            <a:ext cx="2743200" cy="365125"/>
          </a:xfrm>
        </p:spPr>
        <p:txBody>
          <a:bodyPr/>
          <a:lstStyle>
            <a:lvl1pPr eaLnBrk="0" fontAlgn="base" hangingPunct="0">
              <a:spcBef>
                <a:spcPct val="0"/>
              </a:spcBef>
              <a:spcAft>
                <a:spcPct val="0"/>
              </a:spcAft>
              <a:defRPr>
                <a:solidFill>
                  <a:prstClr val="black">
                    <a:tint val="75000"/>
                  </a:prstClr>
                </a:solidFill>
                <a:latin typeface="Times New Roman" panose="02020603050405020304" pitchFamily="18" charset="0"/>
                <a:ea typeface="仿宋" panose="02010609060101010101" pitchFamily="49" charset="-122"/>
                <a:cs typeface="Times New Roman" panose="02020603050405020304" pitchFamily="18" charset="0"/>
              </a:defRPr>
            </a:lvl1pPr>
          </a:lstStyle>
          <a:p>
            <a:pPr>
              <a:defRPr/>
            </a:pPr>
            <a:fld id="{5586E2B8-0EEA-CE47-9F4E-4724AA9E4D89}" type="datetime1">
              <a:rPr lang="zh-CN" altLang="en-US"/>
              <a:pPr>
                <a:defRPr/>
              </a:pPr>
              <a:t>2026/6/9</a:t>
            </a:fld>
            <a:endParaRPr lang="zh-CN" altLang="en-US" dirty="0"/>
          </a:p>
        </p:txBody>
      </p:sp>
      <p:sp>
        <p:nvSpPr>
          <p:cNvPr id="7" name="Slide Number Placeholder 5">
            <a:extLst>
              <a:ext uri="{FF2B5EF4-FFF2-40B4-BE49-F238E27FC236}">
                <a16:creationId xmlns:a16="http://schemas.microsoft.com/office/drawing/2014/main" id="{8A1694AD-5C5E-68E4-DD54-21151FE0D23F}"/>
              </a:ext>
            </a:extLst>
          </p:cNvPr>
          <p:cNvSpPr>
            <a:spLocks noGrp="1"/>
          </p:cNvSpPr>
          <p:nvPr>
            <p:ph type="sldNum" sz="quarter" idx="11"/>
          </p:nvPr>
        </p:nvSpPr>
        <p:spPr>
          <a:xfrm>
            <a:off x="8509000" y="6356350"/>
            <a:ext cx="2743200" cy="365125"/>
          </a:xfrm>
        </p:spPr>
        <p:txBody>
          <a:bodyPr/>
          <a:lstStyle>
            <a:lvl1pPr>
              <a:defRPr>
                <a:latin typeface="Times New Roman" panose="02020603050405020304" pitchFamily="18" charset="0"/>
                <a:cs typeface="Times New Roman" panose="02020603050405020304" pitchFamily="18" charset="0"/>
              </a:defRPr>
            </a:lvl1pPr>
          </a:lstStyle>
          <a:p>
            <a:r>
              <a:rPr lang="zh-CN" altLang="en-US"/>
              <a:t>共 </a:t>
            </a:r>
            <a:r>
              <a:rPr lang="en-US" altLang="zh-CN"/>
              <a:t>51 </a:t>
            </a:r>
            <a:r>
              <a:rPr lang="zh-CN" altLang="en-US"/>
              <a:t>页</a:t>
            </a:r>
            <a:r>
              <a:rPr lang="en-US" altLang="zh-CN"/>
              <a:t>/</a:t>
            </a:r>
            <a:r>
              <a:rPr lang="zh-CN" altLang="en-US"/>
              <a:t>第</a:t>
            </a:r>
            <a:fld id="{886B4A21-A78E-4048-A338-9009FF35D3D5}" type="slidenum">
              <a:rPr lang="zh-CN" altLang="en-US"/>
              <a:pPr/>
              <a:t>‹#›</a:t>
            </a:fld>
            <a:r>
              <a:rPr lang="zh-CN" altLang="en-US"/>
              <a:t>页</a:t>
            </a:r>
          </a:p>
        </p:txBody>
      </p:sp>
      <p:sp>
        <p:nvSpPr>
          <p:cNvPr id="8" name="Footer Placeholder 4">
            <a:extLst>
              <a:ext uri="{FF2B5EF4-FFF2-40B4-BE49-F238E27FC236}">
                <a16:creationId xmlns:a16="http://schemas.microsoft.com/office/drawing/2014/main" id="{5BC5564F-E1AE-778C-A513-C8353FC94F1B}"/>
              </a:ext>
            </a:extLst>
          </p:cNvPr>
          <p:cNvSpPr>
            <a:spLocks noGrp="1"/>
          </p:cNvSpPr>
          <p:nvPr>
            <p:ph type="ftr" sz="quarter" idx="12"/>
          </p:nvPr>
        </p:nvSpPr>
        <p:spPr>
          <a:xfrm>
            <a:off x="3898900" y="6356350"/>
            <a:ext cx="4330700" cy="365125"/>
          </a:xfrm>
        </p:spPr>
        <p:txBody>
          <a:bodyPr/>
          <a:lstStyle>
            <a:lvl1pPr>
              <a:defRPr/>
            </a:lvl1pPr>
          </a:lstStyle>
          <a:p>
            <a:r>
              <a:rPr lang="zh-CN" altLang="en-US"/>
              <a:t>电子科技大学 信息与软件工程学院</a:t>
            </a:r>
            <a:r>
              <a:rPr lang="en-US" altLang="zh-CN">
                <a:latin typeface="Times New Roman" panose="02020603050405020304" pitchFamily="18" charset="0"/>
              </a:rPr>
              <a:t>——</a:t>
            </a:r>
            <a:r>
              <a:rPr lang="zh-CN" altLang="en-US"/>
              <a:t>现代密码学  </a:t>
            </a:r>
          </a:p>
        </p:txBody>
      </p:sp>
    </p:spTree>
    <p:extLst>
      <p:ext uri="{BB962C8B-B14F-4D97-AF65-F5344CB8AC3E}">
        <p14:creationId xmlns:p14="http://schemas.microsoft.com/office/powerpoint/2010/main" val="3745973834"/>
      </p:ext>
    </p:extLst>
  </p:cSld>
  <p:clrMapOvr>
    <a:masterClrMapping/>
  </p:clrMapOvr>
  <p:transition spd="slow"/>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15_空白">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05A0FFE6-E15E-285C-4443-823FADA9612B}"/>
              </a:ext>
            </a:extLst>
          </p:cNvPr>
          <p:cNvSpPr>
            <a:spLocks noChangeArrowheads="1"/>
          </p:cNvSpPr>
          <p:nvPr userDrawn="1"/>
        </p:nvSpPr>
        <p:spPr bwMode="auto">
          <a:xfrm>
            <a:off x="823913" y="407988"/>
            <a:ext cx="419100" cy="655637"/>
          </a:xfrm>
          <a:prstGeom prst="rect">
            <a:avLst/>
          </a:prstGeom>
          <a:blipFill dpi="0" rotWithShape="0">
            <a:blip r:embed="rId2"/>
            <a:srcRect/>
            <a:tile tx="0" ty="0" sx="100000" sy="100000" flip="none" algn="tl"/>
          </a:blipFill>
          <a:ln>
            <a:noFill/>
          </a:ln>
          <a:extLst>
            <a:ext uri="{91240B29-F687-4F45-9708-019B960494DF}">
              <a14:hiddenLine xmlns:a14="http://schemas.microsoft.com/office/drawing/2010/main" w="12700" algn="ctr">
                <a:solidFill>
                  <a:srgbClr val="000000"/>
                </a:solidFill>
                <a:miter lim="800000"/>
                <a:headEnd/>
                <a:tailEnd/>
              </a14:hiddenLine>
            </a:ext>
          </a:extLst>
        </p:spPr>
        <p:txBody>
          <a:bodyPr anchor="ctr"/>
          <a:lstStyle/>
          <a:p>
            <a:pPr algn="ctr">
              <a:defRPr/>
            </a:pPr>
            <a:endParaRPr lang="zh-CN" altLang="en-US" dirty="0">
              <a:solidFill>
                <a:prstClr val="white"/>
              </a:solidFill>
              <a:latin typeface="+mn-lt"/>
              <a:ea typeface="+mn-ea"/>
            </a:endParaRPr>
          </a:p>
        </p:txBody>
      </p:sp>
      <p:cxnSp>
        <p:nvCxnSpPr>
          <p:cNvPr id="3" name="直接连接符 8">
            <a:extLst>
              <a:ext uri="{FF2B5EF4-FFF2-40B4-BE49-F238E27FC236}">
                <a16:creationId xmlns:a16="http://schemas.microsoft.com/office/drawing/2014/main" id="{FF316DB5-C9BD-FBD0-8959-0EF0218DCBCC}"/>
              </a:ext>
            </a:extLst>
          </p:cNvPr>
          <p:cNvCxnSpPr/>
          <p:nvPr userDrawn="1"/>
        </p:nvCxnSpPr>
        <p:spPr>
          <a:xfrm>
            <a:off x="1465263" y="1033463"/>
            <a:ext cx="9037637"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 name="直接连接符 9">
            <a:extLst>
              <a:ext uri="{FF2B5EF4-FFF2-40B4-BE49-F238E27FC236}">
                <a16:creationId xmlns:a16="http://schemas.microsoft.com/office/drawing/2014/main" id="{66A197DD-6272-C6E8-B775-FD7E53878C4D}"/>
              </a:ext>
            </a:extLst>
          </p:cNvPr>
          <p:cNvCxnSpPr/>
          <p:nvPr userDrawn="1"/>
        </p:nvCxnSpPr>
        <p:spPr>
          <a:xfrm>
            <a:off x="693738" y="6249988"/>
            <a:ext cx="10779125"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5" name="图片 8">
            <a:extLst>
              <a:ext uri="{FF2B5EF4-FFF2-40B4-BE49-F238E27FC236}">
                <a16:creationId xmlns:a16="http://schemas.microsoft.com/office/drawing/2014/main" id="{722B9EB9-7FFA-C50A-FFA2-C7C932974F3C}"/>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1272838" y="0"/>
            <a:ext cx="919162"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itle 1"/>
          <p:cNvSpPr>
            <a:spLocks noGrp="1"/>
          </p:cNvSpPr>
          <p:nvPr>
            <p:ph type="title"/>
          </p:nvPr>
        </p:nvSpPr>
        <p:spPr>
          <a:xfrm>
            <a:off x="1465264" y="365131"/>
            <a:ext cx="9037637" cy="668337"/>
          </a:xfrm>
        </p:spPr>
        <p:txBody>
          <a:bodyPr>
            <a:normAutofit/>
          </a:bodyPr>
          <a:lstStyle>
            <a:lvl1pPr>
              <a:defRPr sz="3200">
                <a:solidFill>
                  <a:schemeClr val="accent1">
                    <a:lumMod val="50000"/>
                  </a:schemeClr>
                </a:solidFill>
                <a:latin typeface="仿宋" panose="02010609060101010101" pitchFamily="49" charset="-122"/>
                <a:ea typeface="仿宋" panose="02010609060101010101" pitchFamily="49" charset="-122"/>
              </a:defRPr>
            </a:lvl1pPr>
          </a:lstStyle>
          <a:p>
            <a:r>
              <a:rPr lang="zh-CN" altLang="en-US" dirty="0"/>
              <a:t>单击此处编辑母版标题样式</a:t>
            </a:r>
            <a:endParaRPr lang="en-US" dirty="0"/>
          </a:p>
        </p:txBody>
      </p:sp>
      <p:sp>
        <p:nvSpPr>
          <p:cNvPr id="17" name="Content Placeholder 2"/>
          <p:cNvSpPr>
            <a:spLocks noGrp="1"/>
          </p:cNvSpPr>
          <p:nvPr>
            <p:ph idx="1"/>
          </p:nvPr>
        </p:nvSpPr>
        <p:spPr>
          <a:xfrm>
            <a:off x="823913" y="1466056"/>
            <a:ext cx="10515600" cy="4579144"/>
          </a:xfrm>
        </p:spPr>
        <p:txBody>
          <a:bodyPr/>
          <a:lstStyle>
            <a:lvl1pPr>
              <a:defRPr sz="2400">
                <a:solidFill>
                  <a:schemeClr val="tx1"/>
                </a:solidFill>
                <a:latin typeface="仿宋" panose="02010609060101010101" pitchFamily="49" charset="-122"/>
                <a:ea typeface="仿宋" panose="02010609060101010101" pitchFamily="49" charset="-122"/>
              </a:defRPr>
            </a:lvl1pPr>
            <a:lvl2pPr>
              <a:defRPr sz="2000">
                <a:solidFill>
                  <a:schemeClr val="tx1"/>
                </a:solidFill>
                <a:latin typeface="仿宋" panose="02010609060101010101" pitchFamily="49" charset="-122"/>
                <a:ea typeface="仿宋" panose="02010609060101010101" pitchFamily="49" charset="-122"/>
              </a:defRPr>
            </a:lvl2pPr>
            <a:lvl3pPr>
              <a:defRPr sz="1800" b="1">
                <a:solidFill>
                  <a:schemeClr val="tx1"/>
                </a:solidFill>
              </a:defRPr>
            </a:lvl3pPr>
            <a:lvl4pPr>
              <a:defRPr sz="1600">
                <a:solidFill>
                  <a:schemeClr val="tx1"/>
                </a:solidFill>
              </a:defRPr>
            </a:lvl4pPr>
            <a:lvl5pPr>
              <a:defRPr sz="1600">
                <a:solidFill>
                  <a:schemeClr val="tx1"/>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6" name="Date Placeholder 3">
            <a:extLst>
              <a:ext uri="{FF2B5EF4-FFF2-40B4-BE49-F238E27FC236}">
                <a16:creationId xmlns:a16="http://schemas.microsoft.com/office/drawing/2014/main" id="{E286F612-2570-D1BA-A6B1-1C7F08BA5DAA}"/>
              </a:ext>
            </a:extLst>
          </p:cNvPr>
          <p:cNvSpPr>
            <a:spLocks noGrp="1"/>
          </p:cNvSpPr>
          <p:nvPr>
            <p:ph type="dt" sz="half" idx="10"/>
          </p:nvPr>
        </p:nvSpPr>
        <p:spPr>
          <a:xfrm>
            <a:off x="736600" y="6356350"/>
            <a:ext cx="2743200" cy="365125"/>
          </a:xfrm>
        </p:spPr>
        <p:txBody>
          <a:bodyPr/>
          <a:lstStyle>
            <a:lvl1pPr eaLnBrk="0" fontAlgn="base" hangingPunct="0">
              <a:spcBef>
                <a:spcPct val="0"/>
              </a:spcBef>
              <a:spcAft>
                <a:spcPct val="0"/>
              </a:spcAft>
              <a:defRPr>
                <a:solidFill>
                  <a:prstClr val="black">
                    <a:tint val="75000"/>
                  </a:prstClr>
                </a:solidFill>
                <a:latin typeface="Times New Roman" panose="02020603050405020304" pitchFamily="18" charset="0"/>
                <a:ea typeface="仿宋" panose="02010609060101010101" pitchFamily="49" charset="-122"/>
                <a:cs typeface="Times New Roman" panose="02020603050405020304" pitchFamily="18" charset="0"/>
              </a:defRPr>
            </a:lvl1pPr>
          </a:lstStyle>
          <a:p>
            <a:pPr>
              <a:defRPr/>
            </a:pPr>
            <a:fld id="{09087CA5-C31E-DB44-9017-6A565F250F3E}" type="datetime1">
              <a:rPr lang="zh-CN" altLang="en-US"/>
              <a:pPr>
                <a:defRPr/>
              </a:pPr>
              <a:t>2026/6/9</a:t>
            </a:fld>
            <a:endParaRPr lang="zh-CN" altLang="en-US" dirty="0"/>
          </a:p>
        </p:txBody>
      </p:sp>
      <p:sp>
        <p:nvSpPr>
          <p:cNvPr id="7" name="Slide Number Placeholder 5">
            <a:extLst>
              <a:ext uri="{FF2B5EF4-FFF2-40B4-BE49-F238E27FC236}">
                <a16:creationId xmlns:a16="http://schemas.microsoft.com/office/drawing/2014/main" id="{A71294E5-AB42-4E48-1855-ED8C9823008D}"/>
              </a:ext>
            </a:extLst>
          </p:cNvPr>
          <p:cNvSpPr>
            <a:spLocks noGrp="1"/>
          </p:cNvSpPr>
          <p:nvPr>
            <p:ph type="sldNum" sz="quarter" idx="11"/>
          </p:nvPr>
        </p:nvSpPr>
        <p:spPr>
          <a:xfrm>
            <a:off x="8509000" y="6356350"/>
            <a:ext cx="2743200" cy="365125"/>
          </a:xfrm>
        </p:spPr>
        <p:txBody>
          <a:bodyPr/>
          <a:lstStyle>
            <a:lvl1pPr>
              <a:defRPr>
                <a:latin typeface="Times New Roman" panose="02020603050405020304" pitchFamily="18" charset="0"/>
                <a:cs typeface="Times New Roman" panose="02020603050405020304" pitchFamily="18" charset="0"/>
              </a:defRPr>
            </a:lvl1pPr>
          </a:lstStyle>
          <a:p>
            <a:r>
              <a:rPr lang="zh-CN" altLang="en-US"/>
              <a:t>共 </a:t>
            </a:r>
            <a:r>
              <a:rPr lang="en-US" altLang="zh-CN"/>
              <a:t>51 </a:t>
            </a:r>
            <a:r>
              <a:rPr lang="zh-CN" altLang="en-US"/>
              <a:t>页</a:t>
            </a:r>
            <a:r>
              <a:rPr lang="en-US" altLang="zh-CN"/>
              <a:t>/</a:t>
            </a:r>
            <a:r>
              <a:rPr lang="zh-CN" altLang="en-US"/>
              <a:t>第</a:t>
            </a:r>
            <a:fld id="{C2B9EF7A-9F0B-7E47-B1AF-AA66DAA57538}" type="slidenum">
              <a:rPr lang="zh-CN" altLang="en-US"/>
              <a:pPr/>
              <a:t>‹#›</a:t>
            </a:fld>
            <a:r>
              <a:rPr lang="zh-CN" altLang="en-US"/>
              <a:t>页</a:t>
            </a:r>
          </a:p>
        </p:txBody>
      </p:sp>
      <p:sp>
        <p:nvSpPr>
          <p:cNvPr id="8" name="Footer Placeholder 4">
            <a:extLst>
              <a:ext uri="{FF2B5EF4-FFF2-40B4-BE49-F238E27FC236}">
                <a16:creationId xmlns:a16="http://schemas.microsoft.com/office/drawing/2014/main" id="{7AD95A3C-455D-4545-D809-A4E1A4B11241}"/>
              </a:ext>
            </a:extLst>
          </p:cNvPr>
          <p:cNvSpPr>
            <a:spLocks noGrp="1"/>
          </p:cNvSpPr>
          <p:nvPr>
            <p:ph type="ftr" sz="quarter" idx="12"/>
          </p:nvPr>
        </p:nvSpPr>
        <p:spPr>
          <a:xfrm>
            <a:off x="3898900" y="6356350"/>
            <a:ext cx="4330700" cy="365125"/>
          </a:xfrm>
        </p:spPr>
        <p:txBody>
          <a:bodyPr/>
          <a:lstStyle>
            <a:lvl1pPr>
              <a:defRPr/>
            </a:lvl1pPr>
          </a:lstStyle>
          <a:p>
            <a:r>
              <a:rPr lang="zh-CN" altLang="en-US"/>
              <a:t>电子科技大学 信息与软件工程学院</a:t>
            </a:r>
            <a:r>
              <a:rPr lang="en-US" altLang="zh-CN">
                <a:latin typeface="Times New Roman" panose="02020603050405020304" pitchFamily="18" charset="0"/>
              </a:rPr>
              <a:t>——</a:t>
            </a:r>
            <a:r>
              <a:rPr lang="zh-CN" altLang="en-US"/>
              <a:t>现代密码学  </a:t>
            </a:r>
          </a:p>
        </p:txBody>
      </p:sp>
    </p:spTree>
    <p:extLst>
      <p:ext uri="{BB962C8B-B14F-4D97-AF65-F5344CB8AC3E}">
        <p14:creationId xmlns:p14="http://schemas.microsoft.com/office/powerpoint/2010/main" val="23915770"/>
      </p:ext>
    </p:extLst>
  </p:cSld>
  <p:clrMapOvr>
    <a:masterClrMapping/>
  </p:clrMapOvr>
  <p:transition spd="slow"/>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userDrawn="1">
  <p:cSld name="16_空白">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B83358A-9FCA-B708-1977-0D9596701878}"/>
              </a:ext>
            </a:extLst>
          </p:cNvPr>
          <p:cNvSpPr>
            <a:spLocks noChangeArrowheads="1"/>
          </p:cNvSpPr>
          <p:nvPr userDrawn="1"/>
        </p:nvSpPr>
        <p:spPr bwMode="auto">
          <a:xfrm>
            <a:off x="823913" y="407988"/>
            <a:ext cx="419100" cy="655637"/>
          </a:xfrm>
          <a:prstGeom prst="rect">
            <a:avLst/>
          </a:prstGeom>
          <a:blipFill dpi="0" rotWithShape="0">
            <a:blip r:embed="rId2"/>
            <a:srcRect/>
            <a:tile tx="0" ty="0" sx="100000" sy="100000" flip="none" algn="tl"/>
          </a:blipFill>
          <a:ln>
            <a:noFill/>
          </a:ln>
          <a:extLst>
            <a:ext uri="{91240B29-F687-4F45-9708-019B960494DF}">
              <a14:hiddenLine xmlns:a14="http://schemas.microsoft.com/office/drawing/2010/main" w="12700" algn="ctr">
                <a:solidFill>
                  <a:srgbClr val="000000"/>
                </a:solidFill>
                <a:miter lim="800000"/>
                <a:headEnd/>
                <a:tailEnd/>
              </a14:hiddenLine>
            </a:ext>
          </a:extLst>
        </p:spPr>
        <p:txBody>
          <a:bodyPr anchor="ctr"/>
          <a:lstStyle/>
          <a:p>
            <a:pPr algn="ctr">
              <a:defRPr/>
            </a:pPr>
            <a:endParaRPr lang="zh-CN" altLang="en-US" dirty="0">
              <a:solidFill>
                <a:prstClr val="white"/>
              </a:solidFill>
              <a:latin typeface="+mn-lt"/>
              <a:ea typeface="+mn-ea"/>
            </a:endParaRPr>
          </a:p>
        </p:txBody>
      </p:sp>
      <p:cxnSp>
        <p:nvCxnSpPr>
          <p:cNvPr id="3" name="直接连接符 8">
            <a:extLst>
              <a:ext uri="{FF2B5EF4-FFF2-40B4-BE49-F238E27FC236}">
                <a16:creationId xmlns:a16="http://schemas.microsoft.com/office/drawing/2014/main" id="{7D9A98CB-3195-05DE-38A4-C87026283545}"/>
              </a:ext>
            </a:extLst>
          </p:cNvPr>
          <p:cNvCxnSpPr/>
          <p:nvPr userDrawn="1"/>
        </p:nvCxnSpPr>
        <p:spPr>
          <a:xfrm>
            <a:off x="1465263" y="1033463"/>
            <a:ext cx="9037637"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 name="直接连接符 9">
            <a:extLst>
              <a:ext uri="{FF2B5EF4-FFF2-40B4-BE49-F238E27FC236}">
                <a16:creationId xmlns:a16="http://schemas.microsoft.com/office/drawing/2014/main" id="{C253E844-67D2-37B6-CA16-549D02D30ADC}"/>
              </a:ext>
            </a:extLst>
          </p:cNvPr>
          <p:cNvCxnSpPr/>
          <p:nvPr userDrawn="1"/>
        </p:nvCxnSpPr>
        <p:spPr>
          <a:xfrm>
            <a:off x="693738" y="6249988"/>
            <a:ext cx="10779125"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5" name="图片 8">
            <a:extLst>
              <a:ext uri="{FF2B5EF4-FFF2-40B4-BE49-F238E27FC236}">
                <a16:creationId xmlns:a16="http://schemas.microsoft.com/office/drawing/2014/main" id="{9AC39926-D2A8-CACE-7063-BA7699C91AEC}"/>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1272838" y="0"/>
            <a:ext cx="919162"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itle 1"/>
          <p:cNvSpPr>
            <a:spLocks noGrp="1"/>
          </p:cNvSpPr>
          <p:nvPr>
            <p:ph type="title"/>
          </p:nvPr>
        </p:nvSpPr>
        <p:spPr>
          <a:xfrm>
            <a:off x="1465264" y="365131"/>
            <a:ext cx="9037637" cy="668337"/>
          </a:xfrm>
        </p:spPr>
        <p:txBody>
          <a:bodyPr>
            <a:normAutofit/>
          </a:bodyPr>
          <a:lstStyle>
            <a:lvl1pPr>
              <a:defRPr sz="3200">
                <a:solidFill>
                  <a:schemeClr val="accent1">
                    <a:lumMod val="50000"/>
                  </a:schemeClr>
                </a:solidFill>
                <a:latin typeface="仿宋" panose="02010609060101010101" pitchFamily="49" charset="-122"/>
                <a:ea typeface="仿宋" panose="02010609060101010101" pitchFamily="49" charset="-122"/>
              </a:defRPr>
            </a:lvl1pPr>
          </a:lstStyle>
          <a:p>
            <a:r>
              <a:rPr lang="zh-CN" altLang="en-US" dirty="0"/>
              <a:t>单击此处编辑母版标题样式</a:t>
            </a:r>
            <a:endParaRPr lang="en-US" dirty="0"/>
          </a:p>
        </p:txBody>
      </p:sp>
      <p:sp>
        <p:nvSpPr>
          <p:cNvPr id="17" name="Content Placeholder 2"/>
          <p:cNvSpPr>
            <a:spLocks noGrp="1"/>
          </p:cNvSpPr>
          <p:nvPr>
            <p:ph idx="1"/>
          </p:nvPr>
        </p:nvSpPr>
        <p:spPr>
          <a:xfrm>
            <a:off x="823913" y="1466056"/>
            <a:ext cx="10515600" cy="4579144"/>
          </a:xfrm>
        </p:spPr>
        <p:txBody>
          <a:bodyPr/>
          <a:lstStyle>
            <a:lvl1pPr>
              <a:defRPr sz="2400">
                <a:solidFill>
                  <a:schemeClr val="tx1"/>
                </a:solidFill>
                <a:latin typeface="仿宋" panose="02010609060101010101" pitchFamily="49" charset="-122"/>
                <a:ea typeface="仿宋" panose="02010609060101010101" pitchFamily="49" charset="-122"/>
              </a:defRPr>
            </a:lvl1pPr>
            <a:lvl2pPr>
              <a:defRPr sz="2000">
                <a:solidFill>
                  <a:schemeClr val="tx1"/>
                </a:solidFill>
                <a:latin typeface="仿宋" panose="02010609060101010101" pitchFamily="49" charset="-122"/>
                <a:ea typeface="仿宋" panose="02010609060101010101" pitchFamily="49" charset="-122"/>
              </a:defRPr>
            </a:lvl2pPr>
            <a:lvl3pPr>
              <a:defRPr sz="1800" b="1">
                <a:solidFill>
                  <a:schemeClr val="tx1"/>
                </a:solidFill>
              </a:defRPr>
            </a:lvl3pPr>
            <a:lvl4pPr>
              <a:defRPr sz="1600">
                <a:solidFill>
                  <a:schemeClr val="tx1"/>
                </a:solidFill>
              </a:defRPr>
            </a:lvl4pPr>
            <a:lvl5pPr>
              <a:defRPr sz="1600">
                <a:solidFill>
                  <a:schemeClr val="tx1"/>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6" name="Date Placeholder 3">
            <a:extLst>
              <a:ext uri="{FF2B5EF4-FFF2-40B4-BE49-F238E27FC236}">
                <a16:creationId xmlns:a16="http://schemas.microsoft.com/office/drawing/2014/main" id="{606DC4E6-3D2C-2638-E307-9172A3A38C88}"/>
              </a:ext>
            </a:extLst>
          </p:cNvPr>
          <p:cNvSpPr>
            <a:spLocks noGrp="1"/>
          </p:cNvSpPr>
          <p:nvPr>
            <p:ph type="dt" sz="half" idx="10"/>
          </p:nvPr>
        </p:nvSpPr>
        <p:spPr>
          <a:xfrm>
            <a:off x="736600" y="6356350"/>
            <a:ext cx="2743200" cy="365125"/>
          </a:xfrm>
        </p:spPr>
        <p:txBody>
          <a:bodyPr/>
          <a:lstStyle>
            <a:lvl1pPr eaLnBrk="0" fontAlgn="base" hangingPunct="0">
              <a:spcBef>
                <a:spcPct val="0"/>
              </a:spcBef>
              <a:spcAft>
                <a:spcPct val="0"/>
              </a:spcAft>
              <a:defRPr>
                <a:solidFill>
                  <a:prstClr val="black">
                    <a:tint val="75000"/>
                  </a:prstClr>
                </a:solidFill>
                <a:latin typeface="Times New Roman" panose="02020603050405020304" pitchFamily="18" charset="0"/>
                <a:ea typeface="仿宋" panose="02010609060101010101" pitchFamily="49" charset="-122"/>
                <a:cs typeface="Times New Roman" panose="02020603050405020304" pitchFamily="18" charset="0"/>
              </a:defRPr>
            </a:lvl1pPr>
          </a:lstStyle>
          <a:p>
            <a:pPr>
              <a:defRPr/>
            </a:pPr>
            <a:fld id="{E21BB4B3-828B-DA47-B411-50718A2A1F5D}" type="datetime1">
              <a:rPr lang="zh-CN" altLang="en-US"/>
              <a:pPr>
                <a:defRPr/>
              </a:pPr>
              <a:t>2026/6/9</a:t>
            </a:fld>
            <a:endParaRPr lang="zh-CN" altLang="en-US" dirty="0"/>
          </a:p>
        </p:txBody>
      </p:sp>
      <p:sp>
        <p:nvSpPr>
          <p:cNvPr id="7" name="Slide Number Placeholder 5">
            <a:extLst>
              <a:ext uri="{FF2B5EF4-FFF2-40B4-BE49-F238E27FC236}">
                <a16:creationId xmlns:a16="http://schemas.microsoft.com/office/drawing/2014/main" id="{FFB99E32-7104-9382-D3AD-3121603D5523}"/>
              </a:ext>
            </a:extLst>
          </p:cNvPr>
          <p:cNvSpPr>
            <a:spLocks noGrp="1"/>
          </p:cNvSpPr>
          <p:nvPr>
            <p:ph type="sldNum" sz="quarter" idx="11"/>
          </p:nvPr>
        </p:nvSpPr>
        <p:spPr>
          <a:xfrm>
            <a:off x="8509000" y="6356350"/>
            <a:ext cx="2743200" cy="365125"/>
          </a:xfrm>
        </p:spPr>
        <p:txBody>
          <a:bodyPr/>
          <a:lstStyle>
            <a:lvl1pPr>
              <a:defRPr>
                <a:latin typeface="Times New Roman" panose="02020603050405020304" pitchFamily="18" charset="0"/>
                <a:cs typeface="Times New Roman" panose="02020603050405020304" pitchFamily="18" charset="0"/>
              </a:defRPr>
            </a:lvl1pPr>
          </a:lstStyle>
          <a:p>
            <a:r>
              <a:rPr lang="zh-CN" altLang="en-US"/>
              <a:t>共 </a:t>
            </a:r>
            <a:r>
              <a:rPr lang="en-US" altLang="zh-CN"/>
              <a:t>51 </a:t>
            </a:r>
            <a:r>
              <a:rPr lang="zh-CN" altLang="en-US"/>
              <a:t>页</a:t>
            </a:r>
            <a:r>
              <a:rPr lang="en-US" altLang="zh-CN"/>
              <a:t>/</a:t>
            </a:r>
            <a:r>
              <a:rPr lang="zh-CN" altLang="en-US"/>
              <a:t>第</a:t>
            </a:r>
            <a:fld id="{61199696-F6C5-8547-A0E8-6F53DF9B8BCF}" type="slidenum">
              <a:rPr lang="zh-CN" altLang="en-US"/>
              <a:pPr/>
              <a:t>‹#›</a:t>
            </a:fld>
            <a:r>
              <a:rPr lang="zh-CN" altLang="en-US"/>
              <a:t>页</a:t>
            </a:r>
          </a:p>
        </p:txBody>
      </p:sp>
      <p:sp>
        <p:nvSpPr>
          <p:cNvPr id="8" name="Footer Placeholder 4">
            <a:extLst>
              <a:ext uri="{FF2B5EF4-FFF2-40B4-BE49-F238E27FC236}">
                <a16:creationId xmlns:a16="http://schemas.microsoft.com/office/drawing/2014/main" id="{2C321B08-A5C2-D5F2-3167-45163EC818F1}"/>
              </a:ext>
            </a:extLst>
          </p:cNvPr>
          <p:cNvSpPr>
            <a:spLocks noGrp="1"/>
          </p:cNvSpPr>
          <p:nvPr>
            <p:ph type="ftr" sz="quarter" idx="12"/>
          </p:nvPr>
        </p:nvSpPr>
        <p:spPr>
          <a:xfrm>
            <a:off x="3898900" y="6356350"/>
            <a:ext cx="4330700" cy="365125"/>
          </a:xfrm>
        </p:spPr>
        <p:txBody>
          <a:bodyPr/>
          <a:lstStyle>
            <a:lvl1pPr>
              <a:defRPr/>
            </a:lvl1pPr>
          </a:lstStyle>
          <a:p>
            <a:r>
              <a:rPr lang="zh-CN" altLang="en-US"/>
              <a:t>电子科技大学 信息与软件工程学院</a:t>
            </a:r>
            <a:r>
              <a:rPr lang="en-US" altLang="zh-CN">
                <a:latin typeface="Times New Roman" panose="02020603050405020304" pitchFamily="18" charset="0"/>
              </a:rPr>
              <a:t>——</a:t>
            </a:r>
            <a:r>
              <a:rPr lang="zh-CN" altLang="en-US"/>
              <a:t>现代密码学  </a:t>
            </a:r>
          </a:p>
        </p:txBody>
      </p:sp>
    </p:spTree>
    <p:extLst>
      <p:ext uri="{BB962C8B-B14F-4D97-AF65-F5344CB8AC3E}">
        <p14:creationId xmlns:p14="http://schemas.microsoft.com/office/powerpoint/2010/main" val="16001770"/>
      </p:ext>
    </p:extLst>
  </p:cSld>
  <p:clrMapOvr>
    <a:masterClrMapping/>
  </p:clrMapOvr>
  <p:transition spd="slow"/>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cSld name="8_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35C0BC11-D891-3D04-8446-F40ED8DEB8EC}"/>
              </a:ext>
            </a:extLst>
          </p:cNvPr>
          <p:cNvSpPr>
            <a:spLocks noGrp="1"/>
          </p:cNvSpPr>
          <p:nvPr>
            <p:ph type="dt" sz="half" idx="10"/>
          </p:nvPr>
        </p:nvSpPr>
        <p:spPr/>
        <p:txBody>
          <a:bodyPr/>
          <a:lstStyle>
            <a:lvl1pPr>
              <a:defRPr/>
            </a:lvl1pPr>
          </a:lstStyle>
          <a:p>
            <a:pPr>
              <a:defRPr/>
            </a:pPr>
            <a:fld id="{35E08AEB-C129-400B-982B-8396E441F776}" type="datetimeFigureOut">
              <a:rPr lang="zh-CN" altLang="en-US"/>
              <a:pPr>
                <a:defRPr/>
              </a:pPr>
              <a:t>2026/6/9</a:t>
            </a:fld>
            <a:endParaRPr lang="zh-CN" altLang="en-US"/>
          </a:p>
        </p:txBody>
      </p:sp>
      <p:sp>
        <p:nvSpPr>
          <p:cNvPr id="3" name="页脚占位符 4">
            <a:extLst>
              <a:ext uri="{FF2B5EF4-FFF2-40B4-BE49-F238E27FC236}">
                <a16:creationId xmlns:a16="http://schemas.microsoft.com/office/drawing/2014/main" id="{110C0DF2-DB86-FFC0-B229-E30EEB8FEDCF}"/>
              </a:ext>
            </a:extLst>
          </p:cNvPr>
          <p:cNvSpPr>
            <a:spLocks noGrp="1"/>
          </p:cNvSpPr>
          <p:nvPr>
            <p:ph type="ftr" sz="quarter" idx="11"/>
          </p:nvPr>
        </p:nvSpPr>
        <p:spPr/>
        <p:txBody>
          <a:bodyPr rtlCol="0"/>
          <a:lstStyle>
            <a:lvl1pPr>
              <a:defRPr>
                <a:solidFill>
                  <a:prstClr val="black">
                    <a:tint val="75000"/>
                  </a:prstClr>
                </a:solidFill>
              </a:defRPr>
            </a:lvl1pPr>
          </a:lstStyle>
          <a:p>
            <a:pPr>
              <a:defRPr/>
            </a:pPr>
            <a:endParaRPr lang="zh-CN" altLang="en-US"/>
          </a:p>
        </p:txBody>
      </p:sp>
      <p:sp>
        <p:nvSpPr>
          <p:cNvPr id="4" name="灯片编号占位符 5">
            <a:extLst>
              <a:ext uri="{FF2B5EF4-FFF2-40B4-BE49-F238E27FC236}">
                <a16:creationId xmlns:a16="http://schemas.microsoft.com/office/drawing/2014/main" id="{27978F3E-DF5A-B4AA-A376-0A0EEDD24249}"/>
              </a:ext>
            </a:extLst>
          </p:cNvPr>
          <p:cNvSpPr>
            <a:spLocks noGrp="1"/>
          </p:cNvSpPr>
          <p:nvPr>
            <p:ph type="sldNum" sz="quarter" idx="12"/>
          </p:nvPr>
        </p:nvSpPr>
        <p:spPr/>
        <p:txBody>
          <a:bodyPr/>
          <a:lstStyle>
            <a:lvl1pPr>
              <a:defRPr/>
            </a:lvl1pPr>
          </a:lstStyle>
          <a:p>
            <a:fld id="{E4BD943E-0927-F94F-8EAA-C1B3857B072B}" type="slidenum">
              <a:rPr lang="zh-CN" altLang="en-US"/>
              <a:pPr/>
              <a:t>‹#›</a:t>
            </a:fld>
            <a:endParaRPr lang="zh-CN" altLang="en-US"/>
          </a:p>
        </p:txBody>
      </p:sp>
    </p:spTree>
    <p:extLst>
      <p:ext uri="{BB962C8B-B14F-4D97-AF65-F5344CB8AC3E}">
        <p14:creationId xmlns:p14="http://schemas.microsoft.com/office/powerpoint/2010/main" val="12880016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56A47300-7EB4-1C21-A209-BEEA74E7E64A}"/>
              </a:ext>
            </a:extLst>
          </p:cNvPr>
          <p:cNvSpPr>
            <a:spLocks noChangeArrowheads="1"/>
          </p:cNvSpPr>
          <p:nvPr userDrawn="1"/>
        </p:nvSpPr>
        <p:spPr bwMode="auto">
          <a:xfrm>
            <a:off x="0" y="0"/>
            <a:ext cx="12192000" cy="549275"/>
          </a:xfrm>
          <a:prstGeom prst="rect">
            <a:avLst/>
          </a:prstGeom>
          <a:gradFill rotWithShape="1">
            <a:gsLst>
              <a:gs pos="0">
                <a:srgbClr val="5E9EFF"/>
              </a:gs>
              <a:gs pos="39999">
                <a:srgbClr val="85C2FF"/>
              </a:gs>
              <a:gs pos="70000">
                <a:srgbClr val="C4D6EB"/>
              </a:gs>
              <a:gs pos="100000">
                <a:srgbClr val="FFEBFA"/>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anose="02020603050405020304" pitchFamily="18" charset="0"/>
                <a:ea typeface="新宋体-18030" pitchFamily="2" charset="-122"/>
              </a:defRPr>
            </a:lvl1pPr>
            <a:lvl2pPr marL="742950" indent="-285750" eaLnBrk="0" hangingPunct="0">
              <a:defRPr sz="2400">
                <a:solidFill>
                  <a:schemeClr val="tx1"/>
                </a:solidFill>
                <a:latin typeface="Times New Roman" panose="02020603050405020304" pitchFamily="18" charset="0"/>
                <a:ea typeface="新宋体-18030" pitchFamily="2" charset="-122"/>
              </a:defRPr>
            </a:lvl2pPr>
            <a:lvl3pPr marL="1143000" indent="-228600" eaLnBrk="0" hangingPunct="0">
              <a:defRPr sz="2400">
                <a:solidFill>
                  <a:schemeClr val="tx1"/>
                </a:solidFill>
                <a:latin typeface="Times New Roman" panose="02020603050405020304" pitchFamily="18" charset="0"/>
                <a:ea typeface="新宋体-18030" pitchFamily="2" charset="-122"/>
              </a:defRPr>
            </a:lvl3pPr>
            <a:lvl4pPr marL="1600200" indent="-228600" eaLnBrk="0" hangingPunct="0">
              <a:defRPr sz="2400">
                <a:solidFill>
                  <a:schemeClr val="tx1"/>
                </a:solidFill>
                <a:latin typeface="Times New Roman" panose="02020603050405020304" pitchFamily="18" charset="0"/>
                <a:ea typeface="新宋体-18030" pitchFamily="2" charset="-122"/>
              </a:defRPr>
            </a:lvl4pPr>
            <a:lvl5pPr marL="2057400" indent="-228600" eaLnBrk="0" hangingPunct="0">
              <a:defRPr sz="2400">
                <a:solidFill>
                  <a:schemeClr val="tx1"/>
                </a:solidFill>
                <a:latin typeface="Times New Roman" panose="02020603050405020304" pitchFamily="18" charset="0"/>
                <a:ea typeface="新宋体-18030"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新宋体-18030"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新宋体-18030"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新宋体-18030"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新宋体-18030" pitchFamily="2" charset="-122"/>
              </a:defRPr>
            </a:lvl9pPr>
          </a:lstStyle>
          <a:p>
            <a:pPr eaLnBrk="1" hangingPunct="1">
              <a:defRPr/>
            </a:pPr>
            <a:endParaRPr lang="zh-CN" altLang="en-US">
              <a:solidFill>
                <a:srgbClr val="000000"/>
              </a:solidFill>
            </a:endParaRPr>
          </a:p>
        </p:txBody>
      </p:sp>
      <p:sp>
        <p:nvSpPr>
          <p:cNvPr id="3" name="Text Box 5">
            <a:extLst>
              <a:ext uri="{FF2B5EF4-FFF2-40B4-BE49-F238E27FC236}">
                <a16:creationId xmlns:a16="http://schemas.microsoft.com/office/drawing/2014/main" id="{F9127574-AFC7-BFBD-05C4-7E563627A939}"/>
              </a:ext>
            </a:extLst>
          </p:cNvPr>
          <p:cNvSpPr txBox="1">
            <a:spLocks noChangeArrowheads="1"/>
          </p:cNvSpPr>
          <p:nvPr userDrawn="1"/>
        </p:nvSpPr>
        <p:spPr bwMode="auto">
          <a:xfrm>
            <a:off x="1200150" y="0"/>
            <a:ext cx="9023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lang="zh-CN" altLang="en-US" sz="2400" b="1">
                <a:solidFill>
                  <a:srgbClr val="FF0000"/>
                </a:solidFill>
                <a:latin typeface="Times New Roman" panose="02020603050405020304" pitchFamily="18" charset="0"/>
              </a:rPr>
              <a:t>现代密码理论</a:t>
            </a:r>
            <a:r>
              <a:rPr lang="en-US" altLang="zh-CN" sz="2400" b="1">
                <a:solidFill>
                  <a:srgbClr val="FF0000"/>
                </a:solidFill>
                <a:latin typeface="Times New Roman" panose="02020603050405020304" pitchFamily="18" charset="0"/>
              </a:rPr>
              <a:t>---UESTC</a:t>
            </a:r>
          </a:p>
        </p:txBody>
      </p:sp>
      <p:sp>
        <p:nvSpPr>
          <p:cNvPr id="7170" name="Rectangle 2"/>
          <p:cNvSpPr>
            <a:spLocks noGrp="1" noChangeArrowheads="1"/>
          </p:cNvSpPr>
          <p:nvPr>
            <p:ph type="ctrTitle"/>
          </p:nvPr>
        </p:nvSpPr>
        <p:spPr bwMode="auto">
          <a:xfrm>
            <a:off x="711200" y="914400"/>
            <a:ext cx="10363200" cy="11430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defRPr/>
            </a:lvl1pPr>
          </a:lstStyle>
          <a:p>
            <a:pPr lvl="0"/>
            <a:r>
              <a:rPr lang="zh-CN" altLang="en-US" noProof="0"/>
              <a:t>单击此处编辑母版标题样式</a:t>
            </a:r>
          </a:p>
        </p:txBody>
      </p:sp>
      <p:sp>
        <p:nvSpPr>
          <p:cNvPr id="7171" name="Rectangle 3"/>
          <p:cNvSpPr>
            <a:spLocks noGrp="1" noChangeArrowheads="1"/>
          </p:cNvSpPr>
          <p:nvPr>
            <p:ph type="subTitle" idx="1"/>
          </p:nvPr>
        </p:nvSpPr>
        <p:spPr bwMode="auto">
          <a:xfrm>
            <a:off x="812800" y="2286000"/>
            <a:ext cx="10566400" cy="42672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287338" indent="-287338">
              <a:defRPr/>
            </a:lvl1pPr>
          </a:lstStyle>
          <a:p>
            <a:pPr lvl="0"/>
            <a:r>
              <a:rPr lang="zh-CN" altLang="en-US" noProof="0"/>
              <a:t>单击此处编辑母版副标题样式</a:t>
            </a:r>
          </a:p>
        </p:txBody>
      </p:sp>
    </p:spTree>
    <p:extLst>
      <p:ext uri="{BB962C8B-B14F-4D97-AF65-F5344CB8AC3E}">
        <p14:creationId xmlns:p14="http://schemas.microsoft.com/office/powerpoint/2010/main" val="9516771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600" y="1600201"/>
            <a:ext cx="109728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70762921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382063508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40950811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94567692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42123096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93017030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68443732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91371589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27852184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741351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534585" y="214314"/>
            <a:ext cx="10390716" cy="776287"/>
          </a:xfrm>
          <a:prstGeom prst="rect">
            <a:avLst/>
          </a:prstGeom>
        </p:spPr>
        <p:txBody>
          <a:bodyPr/>
          <a:lstStyle/>
          <a:p>
            <a:r>
              <a:rPr lang="zh-CN" altLang="en-US"/>
              <a:t>单击此处编辑母版标题样式</a:t>
            </a:r>
          </a:p>
        </p:txBody>
      </p:sp>
      <p:sp>
        <p:nvSpPr>
          <p:cNvPr id="3" name="文本占位符 2"/>
          <p:cNvSpPr>
            <a:spLocks noGrp="1"/>
          </p:cNvSpPr>
          <p:nvPr>
            <p:ph type="body" sz="half" idx="1"/>
          </p:nvPr>
        </p:nvSpPr>
        <p:spPr>
          <a:xfrm>
            <a:off x="1320800" y="1371600"/>
            <a:ext cx="5080000" cy="4114800"/>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604000" y="1371600"/>
            <a:ext cx="5080000" cy="4114800"/>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DC987C2A-9E42-3AEB-8ECE-F3345F1AF317}"/>
              </a:ext>
            </a:extLst>
          </p:cNvPr>
          <p:cNvSpPr>
            <a:spLocks noGrp="1"/>
          </p:cNvSpPr>
          <p:nvPr>
            <p:ph type="dt" sz="half" idx="10"/>
          </p:nvPr>
        </p:nvSpPr>
        <p:spPr>
          <a:xfrm>
            <a:off x="1549400" y="6243638"/>
            <a:ext cx="2540000" cy="457200"/>
          </a:xfrm>
          <a:prstGeom prst="rect">
            <a:avLst/>
          </a:prstGeom>
        </p:spPr>
        <p:txBody>
          <a:bodyPr/>
          <a:lstStyle>
            <a:lvl1pPr eaLnBrk="1" hangingPunct="1">
              <a:defRPr sz="2400">
                <a:solidFill>
                  <a:srgbClr val="000000"/>
                </a:solidFill>
                <a:latin typeface="Times New Roman" panose="02020603050405020304" pitchFamily="18" charset="0"/>
                <a:ea typeface="新宋体-18030" pitchFamily="2" charset="-122"/>
              </a:defRPr>
            </a:lvl1pPr>
          </a:lstStyle>
          <a:p>
            <a:pPr>
              <a:defRPr/>
            </a:pPr>
            <a:endParaRPr lang="en-US" altLang="zh-CN"/>
          </a:p>
        </p:txBody>
      </p:sp>
      <p:sp>
        <p:nvSpPr>
          <p:cNvPr id="6" name="页脚占位符 5">
            <a:extLst>
              <a:ext uri="{FF2B5EF4-FFF2-40B4-BE49-F238E27FC236}">
                <a16:creationId xmlns:a16="http://schemas.microsoft.com/office/drawing/2014/main" id="{969C892F-85FF-4618-4BE5-FD26EF88943A}"/>
              </a:ext>
            </a:extLst>
          </p:cNvPr>
          <p:cNvSpPr>
            <a:spLocks noGrp="1"/>
          </p:cNvSpPr>
          <p:nvPr>
            <p:ph type="ftr" sz="quarter" idx="11"/>
          </p:nvPr>
        </p:nvSpPr>
        <p:spPr>
          <a:xfrm>
            <a:off x="4876800" y="6243638"/>
            <a:ext cx="3860800" cy="457200"/>
          </a:xfrm>
          <a:prstGeom prst="rect">
            <a:avLst/>
          </a:prstGeom>
        </p:spPr>
        <p:txBody>
          <a:bodyPr/>
          <a:lstStyle>
            <a:lvl1pPr eaLnBrk="1" hangingPunct="1">
              <a:defRPr sz="2400">
                <a:solidFill>
                  <a:srgbClr val="000000"/>
                </a:solidFill>
                <a:latin typeface="Times New Roman" panose="02020603050405020304" pitchFamily="18" charset="0"/>
                <a:ea typeface="新宋体-18030" pitchFamily="2" charset="-122"/>
              </a:defRPr>
            </a:lvl1pPr>
          </a:lstStyle>
          <a:p>
            <a:pPr>
              <a:defRPr/>
            </a:pPr>
            <a:endParaRPr lang="en-US" altLang="zh-CN"/>
          </a:p>
        </p:txBody>
      </p:sp>
      <p:sp>
        <p:nvSpPr>
          <p:cNvPr id="7" name="灯片编号占位符 6">
            <a:extLst>
              <a:ext uri="{FF2B5EF4-FFF2-40B4-BE49-F238E27FC236}">
                <a16:creationId xmlns:a16="http://schemas.microsoft.com/office/drawing/2014/main" id="{B5DC1CF7-B672-49A1-008C-1D039866196C}"/>
              </a:ext>
            </a:extLst>
          </p:cNvPr>
          <p:cNvSpPr>
            <a:spLocks noGrp="1"/>
          </p:cNvSpPr>
          <p:nvPr>
            <p:ph type="sldNum" sz="quarter" idx="12"/>
          </p:nvPr>
        </p:nvSpPr>
        <p:spPr>
          <a:xfrm>
            <a:off x="9390063" y="6243638"/>
            <a:ext cx="2540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sz="2400">
                <a:solidFill>
                  <a:srgbClr val="000000"/>
                </a:solidFill>
                <a:latin typeface="Times New Roman" panose="02020603050405020304" pitchFamily="18" charset="0"/>
                <a:ea typeface="新宋体-18030" pitchFamily="2" charset="-122"/>
              </a:defRPr>
            </a:lvl1pPr>
          </a:lstStyle>
          <a:p>
            <a:fld id="{B9696DCB-CA04-E74A-87E8-C81F02AD35E9}" type="slidenum">
              <a:rPr lang="en-US" altLang="zh-CN"/>
              <a:pPr/>
              <a:t>‹#›</a:t>
            </a:fld>
            <a:endParaRPr lang="en-US" altLang="zh-CN"/>
          </a:p>
        </p:txBody>
      </p:sp>
    </p:spTree>
    <p:extLst>
      <p:ext uri="{BB962C8B-B14F-4D97-AF65-F5344CB8AC3E}">
        <p14:creationId xmlns:p14="http://schemas.microsoft.com/office/powerpoint/2010/main" val="19990563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1534585" y="214314"/>
            <a:ext cx="10390716" cy="776287"/>
          </a:xfrm>
          <a:prstGeom prst="rect">
            <a:avLst/>
          </a:prstGeom>
        </p:spPr>
        <p:txBody>
          <a:bodyPr/>
          <a:lstStyle/>
          <a:p>
            <a:r>
              <a:rPr lang="zh-CN" altLang="en-US"/>
              <a:t>单击此处编辑母版标题样式</a:t>
            </a:r>
          </a:p>
        </p:txBody>
      </p:sp>
      <p:sp>
        <p:nvSpPr>
          <p:cNvPr id="3" name="文本占位符 2"/>
          <p:cNvSpPr>
            <a:spLocks noGrp="1"/>
          </p:cNvSpPr>
          <p:nvPr>
            <p:ph type="body" sz="half" idx="1"/>
          </p:nvPr>
        </p:nvSpPr>
        <p:spPr>
          <a:xfrm>
            <a:off x="1320800" y="1371600"/>
            <a:ext cx="5080000" cy="4114800"/>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604000" y="1371600"/>
            <a:ext cx="5080000" cy="1981200"/>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604000" y="3505200"/>
            <a:ext cx="5080000" cy="1981200"/>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a:extLst>
              <a:ext uri="{FF2B5EF4-FFF2-40B4-BE49-F238E27FC236}">
                <a16:creationId xmlns:a16="http://schemas.microsoft.com/office/drawing/2014/main" id="{525AAC1B-D0DE-39AA-58AB-467C38A4DE41}"/>
              </a:ext>
            </a:extLst>
          </p:cNvPr>
          <p:cNvSpPr>
            <a:spLocks noGrp="1"/>
          </p:cNvSpPr>
          <p:nvPr>
            <p:ph type="dt" sz="half" idx="10"/>
          </p:nvPr>
        </p:nvSpPr>
        <p:spPr>
          <a:xfrm>
            <a:off x="1549400" y="6243638"/>
            <a:ext cx="2540000" cy="457200"/>
          </a:xfrm>
          <a:prstGeom prst="rect">
            <a:avLst/>
          </a:prstGeom>
        </p:spPr>
        <p:txBody>
          <a:bodyPr/>
          <a:lstStyle>
            <a:lvl1pPr eaLnBrk="1" hangingPunct="1">
              <a:defRPr sz="2400">
                <a:solidFill>
                  <a:srgbClr val="000000"/>
                </a:solidFill>
                <a:latin typeface="Times New Roman" panose="02020603050405020304" pitchFamily="18" charset="0"/>
                <a:ea typeface="新宋体-18030" pitchFamily="2" charset="-122"/>
              </a:defRPr>
            </a:lvl1pPr>
          </a:lstStyle>
          <a:p>
            <a:pPr>
              <a:defRPr/>
            </a:pPr>
            <a:endParaRPr lang="en-US" altLang="zh-CN"/>
          </a:p>
        </p:txBody>
      </p:sp>
      <p:sp>
        <p:nvSpPr>
          <p:cNvPr id="7" name="页脚占位符 6">
            <a:extLst>
              <a:ext uri="{FF2B5EF4-FFF2-40B4-BE49-F238E27FC236}">
                <a16:creationId xmlns:a16="http://schemas.microsoft.com/office/drawing/2014/main" id="{FBB148A0-D066-1BC9-F129-72F873350315}"/>
              </a:ext>
            </a:extLst>
          </p:cNvPr>
          <p:cNvSpPr>
            <a:spLocks noGrp="1"/>
          </p:cNvSpPr>
          <p:nvPr>
            <p:ph type="ftr" sz="quarter" idx="11"/>
          </p:nvPr>
        </p:nvSpPr>
        <p:spPr>
          <a:xfrm>
            <a:off x="4876800" y="6243638"/>
            <a:ext cx="3860800" cy="457200"/>
          </a:xfrm>
          <a:prstGeom prst="rect">
            <a:avLst/>
          </a:prstGeom>
        </p:spPr>
        <p:txBody>
          <a:bodyPr/>
          <a:lstStyle>
            <a:lvl1pPr eaLnBrk="1" hangingPunct="1">
              <a:defRPr sz="2400">
                <a:solidFill>
                  <a:srgbClr val="000000"/>
                </a:solidFill>
                <a:latin typeface="Times New Roman" panose="02020603050405020304" pitchFamily="18" charset="0"/>
                <a:ea typeface="新宋体-18030" pitchFamily="2" charset="-122"/>
              </a:defRPr>
            </a:lvl1pPr>
          </a:lstStyle>
          <a:p>
            <a:pPr>
              <a:defRPr/>
            </a:pPr>
            <a:endParaRPr lang="en-US" altLang="zh-CN"/>
          </a:p>
        </p:txBody>
      </p:sp>
      <p:sp>
        <p:nvSpPr>
          <p:cNvPr id="8" name="灯片编号占位符 7">
            <a:extLst>
              <a:ext uri="{FF2B5EF4-FFF2-40B4-BE49-F238E27FC236}">
                <a16:creationId xmlns:a16="http://schemas.microsoft.com/office/drawing/2014/main" id="{529BA8ED-46F8-7F30-D42B-C51D8054F033}"/>
              </a:ext>
            </a:extLst>
          </p:cNvPr>
          <p:cNvSpPr>
            <a:spLocks noGrp="1"/>
          </p:cNvSpPr>
          <p:nvPr>
            <p:ph type="sldNum" sz="quarter" idx="12"/>
          </p:nvPr>
        </p:nvSpPr>
        <p:spPr>
          <a:xfrm>
            <a:off x="9390063" y="6243638"/>
            <a:ext cx="2540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sz="2400">
                <a:solidFill>
                  <a:srgbClr val="000000"/>
                </a:solidFill>
                <a:latin typeface="Times New Roman" panose="02020603050405020304" pitchFamily="18" charset="0"/>
                <a:ea typeface="新宋体-18030" pitchFamily="2" charset="-122"/>
              </a:defRPr>
            </a:lvl1pPr>
          </a:lstStyle>
          <a:p>
            <a:fld id="{5B199F7C-90CF-A948-B125-4A345B23676D}" type="slidenum">
              <a:rPr lang="en-US" altLang="zh-CN"/>
              <a:pPr/>
              <a:t>‹#›</a:t>
            </a:fld>
            <a:endParaRPr lang="en-US" altLang="zh-CN"/>
          </a:p>
        </p:txBody>
      </p:sp>
    </p:spTree>
    <p:extLst>
      <p:ext uri="{BB962C8B-B14F-4D97-AF65-F5344CB8AC3E}">
        <p14:creationId xmlns:p14="http://schemas.microsoft.com/office/powerpoint/2010/main" val="82317041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534585" y="214314"/>
            <a:ext cx="10390716" cy="776287"/>
          </a:xfrm>
          <a:prstGeom prst="rect">
            <a:avLst/>
          </a:prstGeom>
        </p:spPr>
        <p:txBody>
          <a:bodyPr/>
          <a:lstStyle/>
          <a:p>
            <a:r>
              <a:rPr lang="zh-CN" altLang="en-US"/>
              <a:t>单击此处编辑母版标题样式</a:t>
            </a:r>
          </a:p>
        </p:txBody>
      </p:sp>
      <p:sp>
        <p:nvSpPr>
          <p:cNvPr id="3" name="表格占位符 2"/>
          <p:cNvSpPr>
            <a:spLocks noGrp="1"/>
          </p:cNvSpPr>
          <p:nvPr>
            <p:ph type="tbl" idx="1"/>
          </p:nvPr>
        </p:nvSpPr>
        <p:spPr>
          <a:xfrm>
            <a:off x="1320800" y="1371600"/>
            <a:ext cx="10363200" cy="4114800"/>
          </a:xfrm>
          <a:prstGeom prst="rect">
            <a:avLst/>
          </a:prstGeom>
        </p:spPr>
        <p:txBody>
          <a:bodyPr/>
          <a:lstStyle/>
          <a:p>
            <a:pPr lvl="0"/>
            <a:endParaRPr lang="zh-CN" altLang="en-US" noProof="0"/>
          </a:p>
        </p:txBody>
      </p:sp>
      <p:sp>
        <p:nvSpPr>
          <p:cNvPr id="4" name="Rectangle 11">
            <a:extLst>
              <a:ext uri="{FF2B5EF4-FFF2-40B4-BE49-F238E27FC236}">
                <a16:creationId xmlns:a16="http://schemas.microsoft.com/office/drawing/2014/main" id="{606258B9-24D9-A7D1-6601-AABA56C5EE1C}"/>
              </a:ext>
            </a:extLst>
          </p:cNvPr>
          <p:cNvSpPr>
            <a:spLocks noGrp="1" noChangeArrowheads="1"/>
          </p:cNvSpPr>
          <p:nvPr>
            <p:ph type="dt" sz="half" idx="10"/>
          </p:nvPr>
        </p:nvSpPr>
        <p:spPr>
          <a:xfrm>
            <a:off x="1549400" y="6243638"/>
            <a:ext cx="2540000" cy="457200"/>
          </a:xfrm>
          <a:prstGeom prst="rect">
            <a:avLst/>
          </a:prstGeom>
        </p:spPr>
        <p:txBody>
          <a:bodyPr/>
          <a:lstStyle>
            <a:lvl1pPr eaLnBrk="1" hangingPunct="1">
              <a:defRPr sz="2400">
                <a:solidFill>
                  <a:srgbClr val="000000"/>
                </a:solidFill>
                <a:latin typeface="Times New Roman" panose="02020603050405020304" pitchFamily="18" charset="0"/>
                <a:ea typeface="新宋体-18030" pitchFamily="2" charset="-122"/>
              </a:defRPr>
            </a:lvl1pPr>
          </a:lstStyle>
          <a:p>
            <a:pPr>
              <a:defRPr/>
            </a:pPr>
            <a:endParaRPr lang="en-US" altLang="zh-CN"/>
          </a:p>
        </p:txBody>
      </p:sp>
      <p:sp>
        <p:nvSpPr>
          <p:cNvPr id="5" name="Rectangle 12">
            <a:extLst>
              <a:ext uri="{FF2B5EF4-FFF2-40B4-BE49-F238E27FC236}">
                <a16:creationId xmlns:a16="http://schemas.microsoft.com/office/drawing/2014/main" id="{C7BC53B3-3044-FE42-7129-234081A4E785}"/>
              </a:ext>
            </a:extLst>
          </p:cNvPr>
          <p:cNvSpPr>
            <a:spLocks noGrp="1" noChangeArrowheads="1"/>
          </p:cNvSpPr>
          <p:nvPr>
            <p:ph type="ftr" sz="quarter" idx="11"/>
          </p:nvPr>
        </p:nvSpPr>
        <p:spPr>
          <a:xfrm>
            <a:off x="4876800" y="6243638"/>
            <a:ext cx="3860800" cy="457200"/>
          </a:xfrm>
          <a:prstGeom prst="rect">
            <a:avLst/>
          </a:prstGeom>
        </p:spPr>
        <p:txBody>
          <a:bodyPr/>
          <a:lstStyle>
            <a:lvl1pPr eaLnBrk="1" hangingPunct="1">
              <a:defRPr sz="2400">
                <a:solidFill>
                  <a:srgbClr val="000000"/>
                </a:solidFill>
                <a:latin typeface="Times New Roman" panose="02020603050405020304" pitchFamily="18" charset="0"/>
                <a:ea typeface="新宋体-18030" pitchFamily="2" charset="-122"/>
              </a:defRPr>
            </a:lvl1pPr>
          </a:lstStyle>
          <a:p>
            <a:pPr>
              <a:defRPr/>
            </a:pPr>
            <a:endParaRPr lang="en-US" altLang="zh-CN"/>
          </a:p>
        </p:txBody>
      </p:sp>
      <p:sp>
        <p:nvSpPr>
          <p:cNvPr id="6" name="Rectangle 13">
            <a:extLst>
              <a:ext uri="{FF2B5EF4-FFF2-40B4-BE49-F238E27FC236}">
                <a16:creationId xmlns:a16="http://schemas.microsoft.com/office/drawing/2014/main" id="{04A4AF03-B1B3-9AD3-4C9D-9FAF7BCCD1BD}"/>
              </a:ext>
            </a:extLst>
          </p:cNvPr>
          <p:cNvSpPr>
            <a:spLocks noGrp="1" noChangeArrowheads="1"/>
          </p:cNvSpPr>
          <p:nvPr>
            <p:ph type="sldNum" sz="quarter" idx="12"/>
          </p:nvPr>
        </p:nvSpPr>
        <p:spPr>
          <a:xfrm>
            <a:off x="9390063" y="6243638"/>
            <a:ext cx="2540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sz="2400">
                <a:solidFill>
                  <a:srgbClr val="000000"/>
                </a:solidFill>
                <a:latin typeface="Times New Roman" panose="02020603050405020304" pitchFamily="18" charset="0"/>
                <a:ea typeface="新宋体-18030" pitchFamily="2" charset="-122"/>
              </a:defRPr>
            </a:lvl1pPr>
          </a:lstStyle>
          <a:p>
            <a:fld id="{A7F6E71F-6471-444A-8677-4ACCCAE6D6B8}" type="slidenum">
              <a:rPr lang="en-US" altLang="zh-CN"/>
              <a:pPr/>
              <a:t>‹#›</a:t>
            </a:fld>
            <a:endParaRPr lang="en-US" altLang="zh-CN"/>
          </a:p>
        </p:txBody>
      </p:sp>
    </p:spTree>
    <p:extLst>
      <p:ext uri="{BB962C8B-B14F-4D97-AF65-F5344CB8AC3E}">
        <p14:creationId xmlns:p14="http://schemas.microsoft.com/office/powerpoint/2010/main" val="22835040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e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image" Target="../media/image1.jpeg"/><Relationship Id="rId5" Type="http://schemas.openxmlformats.org/officeDocument/2006/relationships/slideLayout" Target="../slideLayouts/slideLayout14.xml"/><Relationship Id="rId10" Type="http://schemas.openxmlformats.org/officeDocument/2006/relationships/theme" Target="../theme/theme2.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2" Type="http://schemas.openxmlformats.org/officeDocument/2006/relationships/slideLayout" Target="../slideLayouts/slideLayout20.xml"/><Relationship Id="rId16" Type="http://schemas.openxmlformats.org/officeDocument/2006/relationships/image" Target="../media/image3.jpeg"/><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5" Type="http://schemas.openxmlformats.org/officeDocument/2006/relationships/theme" Target="../theme/theme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FA3EBC91-F4A3-965A-7719-5044895C5694}"/>
              </a:ext>
            </a:extLst>
          </p:cNvPr>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1027" name="Text Placeholder 2">
            <a:extLst>
              <a:ext uri="{FF2B5EF4-FFF2-40B4-BE49-F238E27FC236}">
                <a16:creationId xmlns:a16="http://schemas.microsoft.com/office/drawing/2014/main" id="{535169B0-3C10-4922-B084-5EF277ECBC76}"/>
              </a:ext>
            </a:extLst>
          </p:cNvPr>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a:extLst>
              <a:ext uri="{FF2B5EF4-FFF2-40B4-BE49-F238E27FC236}">
                <a16:creationId xmlns:a16="http://schemas.microsoft.com/office/drawing/2014/main" id="{99CE3714-C525-96FA-C3C5-419F73B44C8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prstClr val="black">
                    <a:tint val="75000"/>
                  </a:prstClr>
                </a:solidFill>
                <a:latin typeface="Calibri" panose="020F0502020204030204" pitchFamily="34" charset="0"/>
                <a:ea typeface="仿宋" panose="02010609060101010101" pitchFamily="49" charset="-122"/>
              </a:defRPr>
            </a:lvl1pPr>
          </a:lstStyle>
          <a:p>
            <a:pPr>
              <a:defRPr/>
            </a:pPr>
            <a:fld id="{A7DDD650-CBEB-DD4C-A1AF-497CA20E87E8}" type="datetime1">
              <a:rPr lang="zh-CN" altLang="en-US"/>
              <a:pPr>
                <a:defRPr/>
              </a:pPr>
              <a:t>2026/6/9</a:t>
            </a:fld>
            <a:endParaRPr lang="zh-CN" altLang="en-US"/>
          </a:p>
        </p:txBody>
      </p:sp>
      <p:sp>
        <p:nvSpPr>
          <p:cNvPr id="5" name="Footer Placeholder 4">
            <a:extLst>
              <a:ext uri="{FF2B5EF4-FFF2-40B4-BE49-F238E27FC236}">
                <a16:creationId xmlns:a16="http://schemas.microsoft.com/office/drawing/2014/main" id="{34E92109-2070-E54D-EF45-4EE09C9EA00D}"/>
              </a:ext>
            </a:extLst>
          </p:cNvPr>
          <p:cNvSpPr>
            <a:spLocks noGrp="1"/>
          </p:cNvSpPr>
          <p:nvPr>
            <p:ph type="ftr" sz="quarter" idx="3"/>
          </p:nvPr>
        </p:nvSpPr>
        <p:spPr>
          <a:xfrm>
            <a:off x="3956050" y="6356350"/>
            <a:ext cx="4273550" cy="365125"/>
          </a:xfrm>
          <a:prstGeom prst="rect">
            <a:avLst/>
          </a:prstGeom>
        </p:spPr>
        <p:txBody>
          <a:bodyPr vert="horz" wrap="square" lIns="91440" tIns="45720" rIns="91440" bIns="45720" numCol="1" anchor="ctr" anchorCtr="0" compatLnSpc="1">
            <a:prstTxWarp prst="textNoShape">
              <a:avLst/>
            </a:prstTxWarp>
          </a:bodyPr>
          <a:lstStyle>
            <a:lvl1pPr algn="ctr">
              <a:defRPr sz="1200">
                <a:solidFill>
                  <a:srgbClr val="898989"/>
                </a:solidFill>
                <a:latin typeface="Calibri" panose="020F0502020204030204" pitchFamily="34" charset="0"/>
                <a:ea typeface="仿宋" panose="02010609060101010101" pitchFamily="49" charset="-122"/>
              </a:defRPr>
            </a:lvl1pPr>
          </a:lstStyle>
          <a:p>
            <a:r>
              <a:rPr lang="zh-CN" altLang="en-US"/>
              <a:t>电子科技大学 信软学院</a:t>
            </a:r>
            <a:r>
              <a:rPr lang="en-US" altLang="zh-CN">
                <a:latin typeface="Times New Roman" panose="02020603050405020304" pitchFamily="18" charset="0"/>
              </a:rPr>
              <a:t>——</a:t>
            </a:r>
            <a:r>
              <a:rPr lang="zh-CN" altLang="en-US"/>
              <a:t>现代密码学 熊虎</a:t>
            </a:r>
          </a:p>
        </p:txBody>
      </p:sp>
      <p:sp>
        <p:nvSpPr>
          <p:cNvPr id="6" name="Slide Number Placeholder 5">
            <a:extLst>
              <a:ext uri="{FF2B5EF4-FFF2-40B4-BE49-F238E27FC236}">
                <a16:creationId xmlns:a16="http://schemas.microsoft.com/office/drawing/2014/main" id="{45E4B6EB-307F-A3A8-EF34-7E10EEBFDFA4}"/>
              </a:ext>
            </a:extLst>
          </p:cNvPr>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anose="020F0502020204030204" pitchFamily="34" charset="0"/>
                <a:ea typeface="仿宋" panose="02010609060101010101" pitchFamily="49" charset="-122"/>
              </a:defRPr>
            </a:lvl1pPr>
          </a:lstStyle>
          <a:p>
            <a:r>
              <a:rPr lang="zh-CN" altLang="en-US"/>
              <a:t>共 </a:t>
            </a:r>
            <a:r>
              <a:rPr lang="en-US" altLang="zh-CN"/>
              <a:t>51 </a:t>
            </a:r>
            <a:r>
              <a:rPr lang="zh-CN" altLang="en-US"/>
              <a:t>页</a:t>
            </a:r>
            <a:r>
              <a:rPr lang="en-US" altLang="zh-CN"/>
              <a:t>/</a:t>
            </a:r>
            <a:r>
              <a:rPr lang="zh-CN" altLang="en-US"/>
              <a:t>第</a:t>
            </a:r>
            <a:fld id="{462A3734-52EB-5B44-9A3B-122BB1B7AFDE}" type="slidenum">
              <a:rPr lang="zh-CN" altLang="en-US"/>
              <a:pPr/>
              <a:t>‹#›</a:t>
            </a:fld>
            <a:r>
              <a:rPr lang="zh-CN" altLang="en-US"/>
              <a:t>页</a:t>
            </a:r>
          </a:p>
        </p:txBody>
      </p:sp>
      <p:pic>
        <p:nvPicPr>
          <p:cNvPr id="1031" name="图片 8">
            <a:extLst>
              <a:ext uri="{FF2B5EF4-FFF2-40B4-BE49-F238E27FC236}">
                <a16:creationId xmlns:a16="http://schemas.microsoft.com/office/drawing/2014/main" id="{502A8F70-6ACE-2DB0-89E6-A78FC2CB72A8}"/>
              </a:ext>
            </a:extLst>
          </p:cNvPr>
          <p:cNvPicPr>
            <a:picLocks noChangeAspect="1"/>
          </p:cNvPicPr>
          <p:nvPr userDrawn="1"/>
        </p:nvPicPr>
        <p:blipFill>
          <a:blip r:embed="rId11">
            <a:extLst>
              <a:ext uri="{28A0092B-C50C-407E-A947-70E740481C1C}">
                <a14:useLocalDpi xmlns:a14="http://schemas.microsoft.com/office/drawing/2010/main" val="0"/>
              </a:ext>
            </a:extLst>
          </a:blip>
          <a:srcRect/>
          <a:stretch>
            <a:fillRect/>
          </a:stretch>
        </p:blipFill>
        <p:spPr bwMode="auto">
          <a:xfrm>
            <a:off x="11272838" y="0"/>
            <a:ext cx="919162"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5033" r:id="rId1"/>
    <p:sldLayoutId id="2147485034" r:id="rId2"/>
    <p:sldLayoutId id="2147485035" r:id="rId3"/>
    <p:sldLayoutId id="2147485036" r:id="rId4"/>
    <p:sldLayoutId id="2147485037" r:id="rId5"/>
    <p:sldLayoutId id="2147485038" r:id="rId6"/>
    <p:sldLayoutId id="2147485039" r:id="rId7"/>
    <p:sldLayoutId id="2147485040" r:id="rId8"/>
    <p:sldLayoutId id="2147485041" r:id="rId9"/>
  </p:sldLayoutIdLst>
  <p:hf hdr="0"/>
  <p:txStyles>
    <p:titleStyle>
      <a:lvl1pPr algn="l" rtl="0" eaLnBrk="0" fontAlgn="base" hangingPunct="0">
        <a:lnSpc>
          <a:spcPct val="90000"/>
        </a:lnSpc>
        <a:spcBef>
          <a:spcPct val="0"/>
        </a:spcBef>
        <a:spcAft>
          <a:spcPct val="0"/>
        </a:spcAft>
        <a:defRPr sz="4400" kern="1200">
          <a:solidFill>
            <a:schemeClr val="tx1"/>
          </a:solidFill>
          <a:latin typeface="+mj-lt"/>
          <a:ea typeface="仿宋" panose="02010609060101010101" pitchFamily="49" charset="-122"/>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仿宋" panose="02010609060101010101" pitchFamily="49" charset="-122"/>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仿宋" panose="02010609060101010101" pitchFamily="49" charset="-122"/>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仿宋" panose="02010609060101010101" pitchFamily="49" charset="-122"/>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仿宋" panose="02010609060101010101" pitchFamily="49" charset="-122"/>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仿宋" panose="02010609060101010101" pitchFamily="49"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仿宋" panose="02010609060101010101" pitchFamily="49"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仿宋" panose="02010609060101010101" pitchFamily="49"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仿宋" panose="02010609060101010101" pitchFamily="49"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仿宋" panose="020106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Title Placeholder 1">
            <a:extLst>
              <a:ext uri="{FF2B5EF4-FFF2-40B4-BE49-F238E27FC236}">
                <a16:creationId xmlns:a16="http://schemas.microsoft.com/office/drawing/2014/main" id="{13A231DF-3DA6-FDF5-7A73-9485F29C8B8C}"/>
              </a:ext>
            </a:extLst>
          </p:cNvPr>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2051" name="Text Placeholder 2">
            <a:extLst>
              <a:ext uri="{FF2B5EF4-FFF2-40B4-BE49-F238E27FC236}">
                <a16:creationId xmlns:a16="http://schemas.microsoft.com/office/drawing/2014/main" id="{EFC403B6-52E2-43D7-2F83-850BC6865723}"/>
              </a:ext>
            </a:extLst>
          </p:cNvPr>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a:extLst>
              <a:ext uri="{FF2B5EF4-FFF2-40B4-BE49-F238E27FC236}">
                <a16:creationId xmlns:a16="http://schemas.microsoft.com/office/drawing/2014/main" id="{48061491-7B03-B65F-644F-18383A3BD8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1">
                <a:solidFill>
                  <a:prstClr val="black">
                    <a:tint val="75000"/>
                  </a:prstClr>
                </a:solidFill>
                <a:latin typeface="Calibri" panose="020F0502020204030204" pitchFamily="34" charset="0"/>
                <a:ea typeface="仿宋" panose="02010609060101010101" pitchFamily="49" charset="-122"/>
              </a:defRPr>
            </a:lvl1pPr>
          </a:lstStyle>
          <a:p>
            <a:pPr>
              <a:defRPr/>
            </a:pPr>
            <a:fld id="{1771EE36-6270-AD44-BC77-067EE2058CBE}" type="datetime1">
              <a:rPr lang="zh-CN" altLang="en-US"/>
              <a:pPr>
                <a:defRPr/>
              </a:pPr>
              <a:t>2026/6/9</a:t>
            </a:fld>
            <a:endParaRPr lang="zh-CN" altLang="en-US"/>
          </a:p>
        </p:txBody>
      </p:sp>
      <p:sp>
        <p:nvSpPr>
          <p:cNvPr id="5" name="Footer Placeholder 4">
            <a:extLst>
              <a:ext uri="{FF2B5EF4-FFF2-40B4-BE49-F238E27FC236}">
                <a16:creationId xmlns:a16="http://schemas.microsoft.com/office/drawing/2014/main" id="{0F48F817-E589-EFF3-66DE-B9E40ECA9E01}"/>
              </a:ext>
            </a:extLst>
          </p:cNvPr>
          <p:cNvSpPr>
            <a:spLocks noGrp="1"/>
          </p:cNvSpPr>
          <p:nvPr>
            <p:ph type="ftr" sz="quarter" idx="3"/>
          </p:nvPr>
        </p:nvSpPr>
        <p:spPr>
          <a:xfrm>
            <a:off x="3956050" y="6356350"/>
            <a:ext cx="4273550" cy="365125"/>
          </a:xfrm>
          <a:prstGeom prst="rect">
            <a:avLst/>
          </a:prstGeom>
        </p:spPr>
        <p:txBody>
          <a:bodyPr vert="horz" wrap="square" lIns="91440" tIns="45720" rIns="91440" bIns="45720" numCol="1" anchor="ctr" anchorCtr="0" compatLnSpc="1">
            <a:prstTxWarp prst="textNoShape">
              <a:avLst/>
            </a:prstTxWarp>
          </a:bodyPr>
          <a:lstStyle>
            <a:lvl1pPr algn="ctr">
              <a:defRPr sz="1200" b="1">
                <a:solidFill>
                  <a:srgbClr val="898989"/>
                </a:solidFill>
                <a:latin typeface="Calibri" panose="020F0502020204030204" pitchFamily="34" charset="0"/>
                <a:ea typeface="仿宋" panose="02010609060101010101" pitchFamily="49" charset="-122"/>
              </a:defRPr>
            </a:lvl1pPr>
          </a:lstStyle>
          <a:p>
            <a:r>
              <a:rPr lang="zh-CN" altLang="en-US"/>
              <a:t>电子科技大学 信息与软件工程学院</a:t>
            </a:r>
            <a:r>
              <a:rPr lang="en-US" altLang="zh-CN">
                <a:latin typeface="Times New Roman" panose="02020603050405020304" pitchFamily="18" charset="0"/>
              </a:rPr>
              <a:t>——</a:t>
            </a:r>
            <a:r>
              <a:rPr lang="zh-CN" altLang="en-US"/>
              <a:t>现代密码学  </a:t>
            </a:r>
          </a:p>
        </p:txBody>
      </p:sp>
      <p:sp>
        <p:nvSpPr>
          <p:cNvPr id="6" name="Slide Number Placeholder 5">
            <a:extLst>
              <a:ext uri="{FF2B5EF4-FFF2-40B4-BE49-F238E27FC236}">
                <a16:creationId xmlns:a16="http://schemas.microsoft.com/office/drawing/2014/main" id="{90C8FDBB-A9FC-2378-3FB1-0CE67F5AD209}"/>
              </a:ext>
            </a:extLst>
          </p:cNvPr>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a:defRPr sz="1200" b="1">
                <a:solidFill>
                  <a:srgbClr val="898989"/>
                </a:solidFill>
                <a:latin typeface="Calibri" panose="020F0502020204030204" pitchFamily="34" charset="0"/>
                <a:ea typeface="仿宋" panose="02010609060101010101" pitchFamily="49" charset="-122"/>
              </a:defRPr>
            </a:lvl1pPr>
          </a:lstStyle>
          <a:p>
            <a:r>
              <a:rPr lang="zh-CN" altLang="en-US"/>
              <a:t>共 </a:t>
            </a:r>
            <a:r>
              <a:rPr lang="en-US" altLang="zh-CN"/>
              <a:t>51 </a:t>
            </a:r>
            <a:r>
              <a:rPr lang="zh-CN" altLang="en-US"/>
              <a:t>页</a:t>
            </a:r>
            <a:r>
              <a:rPr lang="en-US" altLang="zh-CN"/>
              <a:t>/</a:t>
            </a:r>
            <a:r>
              <a:rPr lang="zh-CN" altLang="en-US"/>
              <a:t>第</a:t>
            </a:r>
            <a:fld id="{B4535536-B547-2D49-9433-FDCF4C458E97}" type="slidenum">
              <a:rPr lang="zh-CN" altLang="en-US"/>
              <a:pPr/>
              <a:t>‹#›</a:t>
            </a:fld>
            <a:r>
              <a:rPr lang="zh-CN" altLang="en-US"/>
              <a:t>页</a:t>
            </a:r>
          </a:p>
        </p:txBody>
      </p:sp>
      <p:pic>
        <p:nvPicPr>
          <p:cNvPr id="2055" name="图片 8">
            <a:extLst>
              <a:ext uri="{FF2B5EF4-FFF2-40B4-BE49-F238E27FC236}">
                <a16:creationId xmlns:a16="http://schemas.microsoft.com/office/drawing/2014/main" id="{E67922CA-08BB-E392-5989-C13544EFAA8A}"/>
              </a:ext>
            </a:extLst>
          </p:cNvPr>
          <p:cNvPicPr>
            <a:picLocks noChangeAspect="1"/>
          </p:cNvPicPr>
          <p:nvPr userDrawn="1"/>
        </p:nvPicPr>
        <p:blipFill>
          <a:blip r:embed="rId11">
            <a:extLst>
              <a:ext uri="{28A0092B-C50C-407E-A947-70E740481C1C}">
                <a14:useLocalDpi xmlns:a14="http://schemas.microsoft.com/office/drawing/2010/main" val="0"/>
              </a:ext>
            </a:extLst>
          </a:blip>
          <a:srcRect/>
          <a:stretch>
            <a:fillRect/>
          </a:stretch>
        </p:blipFill>
        <p:spPr bwMode="auto">
          <a:xfrm>
            <a:off x="11272838" y="0"/>
            <a:ext cx="919162"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5042" r:id="rId1"/>
    <p:sldLayoutId id="2147485043" r:id="rId2"/>
    <p:sldLayoutId id="2147485044" r:id="rId3"/>
    <p:sldLayoutId id="2147485045" r:id="rId4"/>
    <p:sldLayoutId id="2147485046" r:id="rId5"/>
    <p:sldLayoutId id="2147485047" r:id="rId6"/>
    <p:sldLayoutId id="2147485048" r:id="rId7"/>
    <p:sldLayoutId id="2147485049" r:id="rId8"/>
    <p:sldLayoutId id="2147485050" r:id="rId9"/>
  </p:sldLayoutIdLst>
  <p:hf hdr="0"/>
  <p:txStyles>
    <p:titleStyle>
      <a:lvl1pPr algn="l" rtl="0" eaLnBrk="0" fontAlgn="base" hangingPunct="0">
        <a:lnSpc>
          <a:spcPct val="90000"/>
        </a:lnSpc>
        <a:spcBef>
          <a:spcPct val="0"/>
        </a:spcBef>
        <a:spcAft>
          <a:spcPct val="0"/>
        </a:spcAft>
        <a:defRPr sz="4400" b="1" kern="1200">
          <a:solidFill>
            <a:schemeClr val="tx1"/>
          </a:solidFill>
          <a:latin typeface="+mj-lt"/>
          <a:ea typeface="仿宋" panose="02010609060101010101" pitchFamily="49" charset="-122"/>
          <a:cs typeface="+mj-cs"/>
        </a:defRPr>
      </a:lvl1pPr>
      <a:lvl2pPr algn="l" rtl="0" eaLnBrk="0" fontAlgn="base" hangingPunct="0">
        <a:lnSpc>
          <a:spcPct val="90000"/>
        </a:lnSpc>
        <a:spcBef>
          <a:spcPct val="0"/>
        </a:spcBef>
        <a:spcAft>
          <a:spcPct val="0"/>
        </a:spcAft>
        <a:defRPr sz="4400" b="1">
          <a:solidFill>
            <a:schemeClr val="tx1"/>
          </a:solidFill>
          <a:latin typeface="Calibri Light" panose="020F0302020204030204" pitchFamily="34" charset="0"/>
          <a:ea typeface="仿宋" panose="02010609060101010101" pitchFamily="49" charset="-122"/>
        </a:defRPr>
      </a:lvl2pPr>
      <a:lvl3pPr algn="l" rtl="0" eaLnBrk="0" fontAlgn="base" hangingPunct="0">
        <a:lnSpc>
          <a:spcPct val="90000"/>
        </a:lnSpc>
        <a:spcBef>
          <a:spcPct val="0"/>
        </a:spcBef>
        <a:spcAft>
          <a:spcPct val="0"/>
        </a:spcAft>
        <a:defRPr sz="4400" b="1">
          <a:solidFill>
            <a:schemeClr val="tx1"/>
          </a:solidFill>
          <a:latin typeface="Calibri Light" panose="020F0302020204030204" pitchFamily="34" charset="0"/>
          <a:ea typeface="仿宋" panose="02010609060101010101" pitchFamily="49" charset="-122"/>
        </a:defRPr>
      </a:lvl3pPr>
      <a:lvl4pPr algn="l" rtl="0" eaLnBrk="0" fontAlgn="base" hangingPunct="0">
        <a:lnSpc>
          <a:spcPct val="90000"/>
        </a:lnSpc>
        <a:spcBef>
          <a:spcPct val="0"/>
        </a:spcBef>
        <a:spcAft>
          <a:spcPct val="0"/>
        </a:spcAft>
        <a:defRPr sz="4400" b="1">
          <a:solidFill>
            <a:schemeClr val="tx1"/>
          </a:solidFill>
          <a:latin typeface="Calibri Light" panose="020F0302020204030204" pitchFamily="34" charset="0"/>
          <a:ea typeface="仿宋" panose="02010609060101010101" pitchFamily="49" charset="-122"/>
        </a:defRPr>
      </a:lvl4pPr>
      <a:lvl5pPr algn="l" rtl="0" eaLnBrk="0" fontAlgn="base" hangingPunct="0">
        <a:lnSpc>
          <a:spcPct val="90000"/>
        </a:lnSpc>
        <a:spcBef>
          <a:spcPct val="0"/>
        </a:spcBef>
        <a:spcAft>
          <a:spcPct val="0"/>
        </a:spcAft>
        <a:defRPr sz="4400" b="1">
          <a:solidFill>
            <a:schemeClr val="tx1"/>
          </a:solidFill>
          <a:latin typeface="Calibri Light" panose="020F0302020204030204" pitchFamily="34" charset="0"/>
          <a:ea typeface="仿宋" panose="02010609060101010101" pitchFamily="49" charset="-122"/>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b="1" kern="1200">
          <a:solidFill>
            <a:schemeClr val="tx1"/>
          </a:solidFill>
          <a:latin typeface="+mn-lt"/>
          <a:ea typeface="仿宋" panose="02010609060101010101" pitchFamily="49"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b="1" kern="1200">
          <a:solidFill>
            <a:schemeClr val="tx1"/>
          </a:solidFill>
          <a:latin typeface="+mn-lt"/>
          <a:ea typeface="仿宋" panose="02010609060101010101" pitchFamily="49"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b="1" kern="1200">
          <a:solidFill>
            <a:schemeClr val="tx1"/>
          </a:solidFill>
          <a:latin typeface="+mn-lt"/>
          <a:ea typeface="仿宋" panose="02010609060101010101" pitchFamily="49"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b="1" kern="1200">
          <a:solidFill>
            <a:schemeClr val="tx1"/>
          </a:solidFill>
          <a:latin typeface="+mn-lt"/>
          <a:ea typeface="仿宋" panose="02010609060101010101" pitchFamily="49"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b="1" kern="1200">
          <a:solidFill>
            <a:schemeClr val="tx1"/>
          </a:solidFill>
          <a:latin typeface="+mn-lt"/>
          <a:ea typeface="仿宋" panose="020106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6"/>
          <a:srcRect/>
          <a:stretch>
            <a:fillRect/>
          </a:stretch>
        </a:blipFill>
        <a:effectLst/>
      </p:bgPr>
    </p:bg>
    <p:spTree>
      <p:nvGrpSpPr>
        <p:cNvPr id="1" name=""/>
        <p:cNvGrpSpPr/>
        <p:nvPr/>
      </p:nvGrpSpPr>
      <p:grpSpPr>
        <a:xfrm>
          <a:off x="0" y="0"/>
          <a:ext cx="0" cy="0"/>
          <a:chOff x="0" y="0"/>
          <a:chExt cx="0" cy="0"/>
        </a:xfrm>
      </p:grpSpPr>
      <p:sp>
        <p:nvSpPr>
          <p:cNvPr id="1026" name="Text Box 5">
            <a:extLst>
              <a:ext uri="{FF2B5EF4-FFF2-40B4-BE49-F238E27FC236}">
                <a16:creationId xmlns:a16="http://schemas.microsoft.com/office/drawing/2014/main" id="{E8968B9A-BCCF-AA49-8237-A0DE2DA48443}"/>
              </a:ext>
            </a:extLst>
          </p:cNvPr>
          <p:cNvSpPr txBox="1">
            <a:spLocks noChangeArrowheads="1"/>
          </p:cNvSpPr>
          <p:nvPr userDrawn="1"/>
        </p:nvSpPr>
        <p:spPr bwMode="auto">
          <a:xfrm>
            <a:off x="0" y="0"/>
            <a:ext cx="12192000" cy="457200"/>
          </a:xfrm>
          <a:prstGeom prst="rect">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lang="zh-CN" altLang="en-US" sz="2400" b="1">
                <a:solidFill>
                  <a:srgbClr val="FF0000"/>
                </a:solidFill>
                <a:latin typeface="Times New Roman" panose="02020603050405020304" pitchFamily="18" charset="0"/>
              </a:rPr>
              <a:t>现代密码理论</a:t>
            </a:r>
            <a:r>
              <a:rPr lang="en-US" altLang="zh-CN" sz="2400" b="1">
                <a:solidFill>
                  <a:srgbClr val="FF0000"/>
                </a:solidFill>
                <a:latin typeface="Times New Roman" panose="02020603050405020304" pitchFamily="18" charset="0"/>
              </a:rPr>
              <a:t>---UESTC</a:t>
            </a:r>
          </a:p>
        </p:txBody>
      </p:sp>
    </p:spTree>
  </p:cSld>
  <p:clrMap bg1="lt1" tx1="dk1" bg2="lt2" tx2="dk2" accent1="accent1" accent2="accent2" accent3="accent3" accent4="accent4" accent5="accent5" accent6="accent6" hlink="hlink" folHlink="folHlink"/>
  <p:sldLayoutIdLst>
    <p:sldLayoutId id="2147485051" r:id="rId1"/>
    <p:sldLayoutId id="2147485023" r:id="rId2"/>
    <p:sldLayoutId id="2147485024" r:id="rId3"/>
    <p:sldLayoutId id="2147485025" r:id="rId4"/>
    <p:sldLayoutId id="2147485026" r:id="rId5"/>
    <p:sldLayoutId id="2147485027" r:id="rId6"/>
    <p:sldLayoutId id="2147485028" r:id="rId7"/>
    <p:sldLayoutId id="2147485029" r:id="rId8"/>
    <p:sldLayoutId id="2147485030" r:id="rId9"/>
    <p:sldLayoutId id="2147485031" r:id="rId10"/>
    <p:sldLayoutId id="2147485032" r:id="rId11"/>
    <p:sldLayoutId id="2147485052" r:id="rId12"/>
    <p:sldLayoutId id="2147485053" r:id="rId13"/>
    <p:sldLayoutId id="2147485054" r:id="rId14"/>
  </p:sldLayoutIdLst>
  <p:txStyles>
    <p:titleStyle>
      <a:lvl1pPr algn="l" rtl="0" eaLnBrk="0" fontAlgn="base" hangingPunct="0">
        <a:spcBef>
          <a:spcPct val="0"/>
        </a:spcBef>
        <a:spcAft>
          <a:spcPct val="0"/>
        </a:spcAft>
        <a:defRPr sz="3200" b="1">
          <a:solidFill>
            <a:srgbClr val="800000"/>
          </a:solidFill>
          <a:latin typeface="+mj-lt"/>
          <a:ea typeface="+mj-ea"/>
          <a:cs typeface="+mj-cs"/>
        </a:defRPr>
      </a:lvl1pPr>
      <a:lvl2pPr algn="l" rtl="0" eaLnBrk="0" fontAlgn="base" hangingPunct="0">
        <a:spcBef>
          <a:spcPct val="0"/>
        </a:spcBef>
        <a:spcAft>
          <a:spcPct val="0"/>
        </a:spcAft>
        <a:defRPr sz="3200" b="1">
          <a:solidFill>
            <a:srgbClr val="800000"/>
          </a:solidFill>
          <a:latin typeface="Times New Roman" pitchFamily="18" charset="0"/>
          <a:ea typeface="宋体" pitchFamily="2" charset="-122"/>
        </a:defRPr>
      </a:lvl2pPr>
      <a:lvl3pPr algn="l" rtl="0" eaLnBrk="0" fontAlgn="base" hangingPunct="0">
        <a:spcBef>
          <a:spcPct val="0"/>
        </a:spcBef>
        <a:spcAft>
          <a:spcPct val="0"/>
        </a:spcAft>
        <a:defRPr sz="3200" b="1">
          <a:solidFill>
            <a:srgbClr val="800000"/>
          </a:solidFill>
          <a:latin typeface="Times New Roman" pitchFamily="18" charset="0"/>
          <a:ea typeface="宋体" pitchFamily="2" charset="-122"/>
        </a:defRPr>
      </a:lvl3pPr>
      <a:lvl4pPr algn="l" rtl="0" eaLnBrk="0" fontAlgn="base" hangingPunct="0">
        <a:spcBef>
          <a:spcPct val="0"/>
        </a:spcBef>
        <a:spcAft>
          <a:spcPct val="0"/>
        </a:spcAft>
        <a:defRPr sz="3200" b="1">
          <a:solidFill>
            <a:srgbClr val="800000"/>
          </a:solidFill>
          <a:latin typeface="Times New Roman" pitchFamily="18" charset="0"/>
          <a:ea typeface="宋体" pitchFamily="2" charset="-122"/>
        </a:defRPr>
      </a:lvl4pPr>
      <a:lvl5pPr algn="l" rtl="0" eaLnBrk="0" fontAlgn="base" hangingPunct="0">
        <a:spcBef>
          <a:spcPct val="0"/>
        </a:spcBef>
        <a:spcAft>
          <a:spcPct val="0"/>
        </a:spcAft>
        <a:defRPr sz="3200" b="1">
          <a:solidFill>
            <a:srgbClr val="800000"/>
          </a:solidFill>
          <a:latin typeface="Times New Roman" pitchFamily="18" charset="0"/>
          <a:ea typeface="宋体" pitchFamily="2" charset="-122"/>
        </a:defRPr>
      </a:lvl5pPr>
      <a:lvl6pPr marL="457200" algn="l" rtl="0" fontAlgn="base">
        <a:spcBef>
          <a:spcPct val="0"/>
        </a:spcBef>
        <a:spcAft>
          <a:spcPct val="0"/>
        </a:spcAft>
        <a:defRPr sz="3200" b="1">
          <a:solidFill>
            <a:srgbClr val="800000"/>
          </a:solidFill>
          <a:latin typeface="Times New Roman" pitchFamily="18" charset="0"/>
          <a:ea typeface="宋体" pitchFamily="2" charset="-122"/>
        </a:defRPr>
      </a:lvl6pPr>
      <a:lvl7pPr marL="914400" algn="l" rtl="0" fontAlgn="base">
        <a:spcBef>
          <a:spcPct val="0"/>
        </a:spcBef>
        <a:spcAft>
          <a:spcPct val="0"/>
        </a:spcAft>
        <a:defRPr sz="3200" b="1">
          <a:solidFill>
            <a:srgbClr val="800000"/>
          </a:solidFill>
          <a:latin typeface="Times New Roman" pitchFamily="18" charset="0"/>
          <a:ea typeface="宋体" pitchFamily="2" charset="-122"/>
        </a:defRPr>
      </a:lvl7pPr>
      <a:lvl8pPr marL="1371600" algn="l" rtl="0" fontAlgn="base">
        <a:spcBef>
          <a:spcPct val="0"/>
        </a:spcBef>
        <a:spcAft>
          <a:spcPct val="0"/>
        </a:spcAft>
        <a:defRPr sz="3200" b="1">
          <a:solidFill>
            <a:srgbClr val="800000"/>
          </a:solidFill>
          <a:latin typeface="Times New Roman" pitchFamily="18" charset="0"/>
          <a:ea typeface="宋体" pitchFamily="2" charset="-122"/>
        </a:defRPr>
      </a:lvl8pPr>
      <a:lvl9pPr marL="1828800" algn="l" rtl="0" fontAlgn="base">
        <a:spcBef>
          <a:spcPct val="0"/>
        </a:spcBef>
        <a:spcAft>
          <a:spcPct val="0"/>
        </a:spcAft>
        <a:defRPr sz="3200" b="1">
          <a:solidFill>
            <a:srgbClr val="800000"/>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sz="28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800" b="1">
          <a:solidFill>
            <a:schemeClr val="tx1"/>
          </a:solidFill>
          <a:latin typeface="+mn-lt"/>
          <a:ea typeface="+mn-ea"/>
        </a:defRPr>
      </a:lvl3pPr>
      <a:lvl4pPr marL="1600200" indent="-228600" algn="l" rtl="0" eaLnBrk="0" fontAlgn="base" hangingPunct="0">
        <a:spcBef>
          <a:spcPct val="20000"/>
        </a:spcBef>
        <a:spcAft>
          <a:spcPct val="0"/>
        </a:spcAft>
        <a:buChar char="–"/>
        <a:defRPr sz="2800" b="1">
          <a:solidFill>
            <a:schemeClr val="tx1"/>
          </a:solidFill>
          <a:latin typeface="+mn-lt"/>
          <a:ea typeface="+mn-ea"/>
        </a:defRPr>
      </a:lvl4pPr>
      <a:lvl5pPr marL="2057400" indent="-228600" algn="l" rtl="0" eaLnBrk="0" fontAlgn="base" hangingPunct="0">
        <a:spcBef>
          <a:spcPct val="20000"/>
        </a:spcBef>
        <a:spcAft>
          <a:spcPct val="0"/>
        </a:spcAft>
        <a:buChar char="»"/>
        <a:defRPr sz="2800" b="1">
          <a:solidFill>
            <a:schemeClr val="tx1"/>
          </a:solidFill>
          <a:latin typeface="+mn-lt"/>
          <a:ea typeface="+mn-ea"/>
        </a:defRPr>
      </a:lvl5pPr>
      <a:lvl6pPr marL="2514600" indent="-228600" algn="l" rtl="0" fontAlgn="base">
        <a:spcBef>
          <a:spcPct val="20000"/>
        </a:spcBef>
        <a:spcAft>
          <a:spcPct val="0"/>
        </a:spcAft>
        <a:buChar char="»"/>
        <a:defRPr sz="2800" b="1">
          <a:solidFill>
            <a:schemeClr val="tx1"/>
          </a:solidFill>
          <a:latin typeface="+mn-lt"/>
          <a:ea typeface="+mn-ea"/>
        </a:defRPr>
      </a:lvl6pPr>
      <a:lvl7pPr marL="2971800" indent="-228600" algn="l" rtl="0" fontAlgn="base">
        <a:spcBef>
          <a:spcPct val="20000"/>
        </a:spcBef>
        <a:spcAft>
          <a:spcPct val="0"/>
        </a:spcAft>
        <a:buChar char="»"/>
        <a:defRPr sz="2800" b="1">
          <a:solidFill>
            <a:schemeClr val="tx1"/>
          </a:solidFill>
          <a:latin typeface="+mn-lt"/>
          <a:ea typeface="+mn-ea"/>
        </a:defRPr>
      </a:lvl7pPr>
      <a:lvl8pPr marL="3429000" indent="-228600" algn="l" rtl="0" fontAlgn="base">
        <a:spcBef>
          <a:spcPct val="20000"/>
        </a:spcBef>
        <a:spcAft>
          <a:spcPct val="0"/>
        </a:spcAft>
        <a:buChar char="»"/>
        <a:defRPr sz="2800" b="1">
          <a:solidFill>
            <a:schemeClr val="tx1"/>
          </a:solidFill>
          <a:latin typeface="+mn-lt"/>
          <a:ea typeface="+mn-ea"/>
        </a:defRPr>
      </a:lvl8pPr>
      <a:lvl9pPr marL="3886200" indent="-228600" algn="l" rtl="0" fontAlgn="base">
        <a:spcBef>
          <a:spcPct val="20000"/>
        </a:spcBef>
        <a:spcAft>
          <a:spcPct val="0"/>
        </a:spcAft>
        <a:buChar char="»"/>
        <a:defRPr sz="28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9.emf"/><Relationship Id="rId3" Type="http://schemas.openxmlformats.org/officeDocument/2006/relationships/image" Target="../media/image4.emf"/><Relationship Id="rId7" Type="http://schemas.openxmlformats.org/officeDocument/2006/relationships/image" Target="../media/image6.emf"/><Relationship Id="rId12" Type="http://schemas.openxmlformats.org/officeDocument/2006/relationships/oleObject" Target="../embeddings/oleObject6.bin"/><Relationship Id="rId2" Type="http://schemas.openxmlformats.org/officeDocument/2006/relationships/oleObject" Target="../embeddings/oleObject1.bin"/><Relationship Id="rId1" Type="http://schemas.openxmlformats.org/officeDocument/2006/relationships/slideLayout" Target="../slideLayouts/slideLayout4.xml"/><Relationship Id="rId6" Type="http://schemas.openxmlformats.org/officeDocument/2006/relationships/oleObject" Target="../embeddings/oleObject3.bin"/><Relationship Id="rId11" Type="http://schemas.openxmlformats.org/officeDocument/2006/relationships/image" Target="../media/image8.emf"/><Relationship Id="rId5" Type="http://schemas.openxmlformats.org/officeDocument/2006/relationships/image" Target="../media/image5.emf"/><Relationship Id="rId15" Type="http://schemas.openxmlformats.org/officeDocument/2006/relationships/image" Target="../media/image10.emf"/><Relationship Id="rId10" Type="http://schemas.openxmlformats.org/officeDocument/2006/relationships/oleObject" Target="../embeddings/oleObject5.bin"/><Relationship Id="rId4" Type="http://schemas.openxmlformats.org/officeDocument/2006/relationships/oleObject" Target="../embeddings/oleObject2.bin"/><Relationship Id="rId9" Type="http://schemas.openxmlformats.org/officeDocument/2006/relationships/image" Target="../media/image7.emf"/><Relationship Id="rId14" Type="http://schemas.openxmlformats.org/officeDocument/2006/relationships/oleObject" Target="../embeddings/oleObject7.bin"/></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11.bin"/><Relationship Id="rId3" Type="http://schemas.openxmlformats.org/officeDocument/2006/relationships/image" Target="../media/image11.emf"/><Relationship Id="rId7" Type="http://schemas.openxmlformats.org/officeDocument/2006/relationships/image" Target="../media/image13.emf"/><Relationship Id="rId2" Type="http://schemas.openxmlformats.org/officeDocument/2006/relationships/oleObject" Target="../embeddings/oleObject8.bin"/><Relationship Id="rId1" Type="http://schemas.openxmlformats.org/officeDocument/2006/relationships/slideLayout" Target="../slideLayouts/slideLayout4.xml"/><Relationship Id="rId6" Type="http://schemas.openxmlformats.org/officeDocument/2006/relationships/oleObject" Target="../embeddings/oleObject10.bin"/><Relationship Id="rId11" Type="http://schemas.openxmlformats.org/officeDocument/2006/relationships/image" Target="../media/image6.emf"/><Relationship Id="rId5" Type="http://schemas.openxmlformats.org/officeDocument/2006/relationships/image" Target="../media/image12.emf"/><Relationship Id="rId10" Type="http://schemas.openxmlformats.org/officeDocument/2006/relationships/oleObject" Target="../embeddings/oleObject13.bin"/><Relationship Id="rId4" Type="http://schemas.openxmlformats.org/officeDocument/2006/relationships/oleObject" Target="../embeddings/oleObject9.bin"/><Relationship Id="rId9" Type="http://schemas.openxmlformats.org/officeDocument/2006/relationships/oleObject" Target="../embeddings/oleObject12.bin"/></Relationships>
</file>

<file path=ppt/slides/_rels/slide5.xml.rels><?xml version="1.0" encoding="UTF-8" standalone="yes"?>
<Relationships xmlns="http://schemas.openxmlformats.org/package/2006/relationships"><Relationship Id="rId13" Type="http://schemas.openxmlformats.org/officeDocument/2006/relationships/image" Target="../media/image18.emf"/><Relationship Id="rId18" Type="http://schemas.openxmlformats.org/officeDocument/2006/relationships/image" Target="../media/image20.emf"/><Relationship Id="rId26" Type="http://schemas.openxmlformats.org/officeDocument/2006/relationships/oleObject" Target="../embeddings/oleObject28.bin"/><Relationship Id="rId39" Type="http://schemas.openxmlformats.org/officeDocument/2006/relationships/oleObject" Target="../embeddings/oleObject36.bin"/><Relationship Id="rId21" Type="http://schemas.openxmlformats.org/officeDocument/2006/relationships/oleObject" Target="../embeddings/oleObject25.bin"/><Relationship Id="rId34" Type="http://schemas.openxmlformats.org/officeDocument/2006/relationships/oleObject" Target="../embeddings/oleObject33.bin"/><Relationship Id="rId7" Type="http://schemas.openxmlformats.org/officeDocument/2006/relationships/image" Target="../media/image15.emf"/><Relationship Id="rId12" Type="http://schemas.openxmlformats.org/officeDocument/2006/relationships/oleObject" Target="../embeddings/oleObject19.bin"/><Relationship Id="rId17" Type="http://schemas.openxmlformats.org/officeDocument/2006/relationships/oleObject" Target="../embeddings/oleObject22.bin"/><Relationship Id="rId25" Type="http://schemas.openxmlformats.org/officeDocument/2006/relationships/oleObject" Target="../embeddings/oleObject27.bin"/><Relationship Id="rId33" Type="http://schemas.openxmlformats.org/officeDocument/2006/relationships/image" Target="../media/image9.emf"/><Relationship Id="rId38" Type="http://schemas.openxmlformats.org/officeDocument/2006/relationships/oleObject" Target="../embeddings/oleObject35.bin"/><Relationship Id="rId2" Type="http://schemas.openxmlformats.org/officeDocument/2006/relationships/oleObject" Target="../embeddings/oleObject14.bin"/><Relationship Id="rId16" Type="http://schemas.openxmlformats.org/officeDocument/2006/relationships/image" Target="../media/image19.emf"/><Relationship Id="rId20" Type="http://schemas.openxmlformats.org/officeDocument/2006/relationships/oleObject" Target="../embeddings/oleObject24.bin"/><Relationship Id="rId29" Type="http://schemas.openxmlformats.org/officeDocument/2006/relationships/oleObject" Target="../embeddings/oleObject30.bin"/><Relationship Id="rId1" Type="http://schemas.openxmlformats.org/officeDocument/2006/relationships/slideLayout" Target="../slideLayouts/slideLayout4.xml"/><Relationship Id="rId6" Type="http://schemas.openxmlformats.org/officeDocument/2006/relationships/oleObject" Target="../embeddings/oleObject16.bin"/><Relationship Id="rId11" Type="http://schemas.openxmlformats.org/officeDocument/2006/relationships/image" Target="../media/image17.emf"/><Relationship Id="rId24" Type="http://schemas.openxmlformats.org/officeDocument/2006/relationships/image" Target="../media/image22.emf"/><Relationship Id="rId32" Type="http://schemas.openxmlformats.org/officeDocument/2006/relationships/oleObject" Target="../embeddings/oleObject32.bin"/><Relationship Id="rId37" Type="http://schemas.openxmlformats.org/officeDocument/2006/relationships/image" Target="../media/image26.emf"/><Relationship Id="rId40" Type="http://schemas.openxmlformats.org/officeDocument/2006/relationships/image" Target="../media/image8.emf"/><Relationship Id="rId5" Type="http://schemas.openxmlformats.org/officeDocument/2006/relationships/image" Target="../media/image14.emf"/><Relationship Id="rId15" Type="http://schemas.openxmlformats.org/officeDocument/2006/relationships/oleObject" Target="../embeddings/oleObject21.bin"/><Relationship Id="rId23" Type="http://schemas.openxmlformats.org/officeDocument/2006/relationships/oleObject" Target="../embeddings/oleObject26.bin"/><Relationship Id="rId28" Type="http://schemas.openxmlformats.org/officeDocument/2006/relationships/image" Target="../media/image23.emf"/><Relationship Id="rId36" Type="http://schemas.openxmlformats.org/officeDocument/2006/relationships/oleObject" Target="../embeddings/oleObject34.bin"/><Relationship Id="rId10" Type="http://schemas.openxmlformats.org/officeDocument/2006/relationships/oleObject" Target="../embeddings/oleObject18.bin"/><Relationship Id="rId19" Type="http://schemas.openxmlformats.org/officeDocument/2006/relationships/oleObject" Target="../embeddings/oleObject23.bin"/><Relationship Id="rId31" Type="http://schemas.openxmlformats.org/officeDocument/2006/relationships/oleObject" Target="../embeddings/oleObject31.bin"/><Relationship Id="rId4" Type="http://schemas.openxmlformats.org/officeDocument/2006/relationships/oleObject" Target="../embeddings/oleObject15.bin"/><Relationship Id="rId9" Type="http://schemas.openxmlformats.org/officeDocument/2006/relationships/image" Target="../media/image16.emf"/><Relationship Id="rId14" Type="http://schemas.openxmlformats.org/officeDocument/2006/relationships/oleObject" Target="../embeddings/oleObject20.bin"/><Relationship Id="rId22" Type="http://schemas.openxmlformats.org/officeDocument/2006/relationships/image" Target="../media/image21.emf"/><Relationship Id="rId27" Type="http://schemas.openxmlformats.org/officeDocument/2006/relationships/oleObject" Target="../embeddings/oleObject29.bin"/><Relationship Id="rId30" Type="http://schemas.openxmlformats.org/officeDocument/2006/relationships/image" Target="../media/image24.emf"/><Relationship Id="rId35" Type="http://schemas.openxmlformats.org/officeDocument/2006/relationships/image" Target="../media/image25.emf"/><Relationship Id="rId8" Type="http://schemas.openxmlformats.org/officeDocument/2006/relationships/oleObject" Target="../embeddings/oleObject17.bin"/><Relationship Id="rId3" Type="http://schemas.openxmlformats.org/officeDocument/2006/relationships/image" Target="../media/image6.emf"/></Relationships>
</file>

<file path=ppt/slides/_rels/slide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40.bin"/><Relationship Id="rId13" Type="http://schemas.openxmlformats.org/officeDocument/2006/relationships/oleObject" Target="../embeddings/oleObject43.bin"/><Relationship Id="rId3" Type="http://schemas.openxmlformats.org/officeDocument/2006/relationships/image" Target="../media/image8.emf"/><Relationship Id="rId7" Type="http://schemas.openxmlformats.org/officeDocument/2006/relationships/image" Target="../media/image28.emf"/><Relationship Id="rId12" Type="http://schemas.openxmlformats.org/officeDocument/2006/relationships/oleObject" Target="../embeddings/oleObject42.bin"/><Relationship Id="rId2" Type="http://schemas.openxmlformats.org/officeDocument/2006/relationships/oleObject" Target="../embeddings/oleObject37.bin"/><Relationship Id="rId16" Type="http://schemas.openxmlformats.org/officeDocument/2006/relationships/image" Target="../media/image31.emf"/><Relationship Id="rId1" Type="http://schemas.openxmlformats.org/officeDocument/2006/relationships/slideLayout" Target="../slideLayouts/slideLayout4.xml"/><Relationship Id="rId6" Type="http://schemas.openxmlformats.org/officeDocument/2006/relationships/oleObject" Target="../embeddings/oleObject39.bin"/><Relationship Id="rId11" Type="http://schemas.openxmlformats.org/officeDocument/2006/relationships/image" Target="../media/image19.emf"/><Relationship Id="rId5" Type="http://schemas.openxmlformats.org/officeDocument/2006/relationships/image" Target="../media/image14.emf"/><Relationship Id="rId15" Type="http://schemas.openxmlformats.org/officeDocument/2006/relationships/oleObject" Target="../embeddings/oleObject44.bin"/><Relationship Id="rId10" Type="http://schemas.openxmlformats.org/officeDocument/2006/relationships/oleObject" Target="../embeddings/oleObject41.bin"/><Relationship Id="rId4" Type="http://schemas.openxmlformats.org/officeDocument/2006/relationships/oleObject" Target="../embeddings/oleObject38.bin"/><Relationship Id="rId9" Type="http://schemas.openxmlformats.org/officeDocument/2006/relationships/image" Target="../media/image29.emf"/><Relationship Id="rId14" Type="http://schemas.openxmlformats.org/officeDocument/2006/relationships/image" Target="../media/image30.emf"/></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48.bin"/><Relationship Id="rId13" Type="http://schemas.openxmlformats.org/officeDocument/2006/relationships/image" Target="../media/image37.emf"/><Relationship Id="rId3" Type="http://schemas.openxmlformats.org/officeDocument/2006/relationships/image" Target="../media/image32.emf"/><Relationship Id="rId7" Type="http://schemas.openxmlformats.org/officeDocument/2006/relationships/image" Target="../media/image34.emf"/><Relationship Id="rId12" Type="http://schemas.openxmlformats.org/officeDocument/2006/relationships/oleObject" Target="../embeddings/oleObject50.bin"/><Relationship Id="rId2" Type="http://schemas.openxmlformats.org/officeDocument/2006/relationships/oleObject" Target="../embeddings/oleObject45.bin"/><Relationship Id="rId1" Type="http://schemas.openxmlformats.org/officeDocument/2006/relationships/slideLayout" Target="../slideLayouts/slideLayout4.xml"/><Relationship Id="rId6" Type="http://schemas.openxmlformats.org/officeDocument/2006/relationships/oleObject" Target="../embeddings/oleObject47.bin"/><Relationship Id="rId11" Type="http://schemas.openxmlformats.org/officeDocument/2006/relationships/image" Target="../media/image36.emf"/><Relationship Id="rId5" Type="http://schemas.openxmlformats.org/officeDocument/2006/relationships/image" Target="../media/image33.emf"/><Relationship Id="rId10" Type="http://schemas.openxmlformats.org/officeDocument/2006/relationships/oleObject" Target="../embeddings/oleObject49.bin"/><Relationship Id="rId4" Type="http://schemas.openxmlformats.org/officeDocument/2006/relationships/oleObject" Target="../embeddings/oleObject46.bin"/><Relationship Id="rId9" Type="http://schemas.openxmlformats.org/officeDocument/2006/relationships/image" Target="../media/image35.emf"/></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50.bin"/><Relationship Id="rId13" Type="http://schemas.openxmlformats.org/officeDocument/2006/relationships/image" Target="../media/image39.emf"/><Relationship Id="rId18" Type="http://schemas.openxmlformats.org/officeDocument/2006/relationships/oleObject" Target="../embeddings/oleObject54.bin"/><Relationship Id="rId3" Type="http://schemas.openxmlformats.org/officeDocument/2006/relationships/image" Target="../media/image32.emf"/><Relationship Id="rId21" Type="http://schemas.openxmlformats.org/officeDocument/2006/relationships/image" Target="../media/image42.emf"/><Relationship Id="rId7" Type="http://schemas.openxmlformats.org/officeDocument/2006/relationships/image" Target="../media/image34.emf"/><Relationship Id="rId12" Type="http://schemas.openxmlformats.org/officeDocument/2006/relationships/oleObject" Target="../embeddings/oleObject52.bin"/><Relationship Id="rId17" Type="http://schemas.openxmlformats.org/officeDocument/2006/relationships/image" Target="../media/image10.emf"/><Relationship Id="rId2" Type="http://schemas.openxmlformats.org/officeDocument/2006/relationships/oleObject" Target="../embeddings/oleObject45.bin"/><Relationship Id="rId16" Type="http://schemas.openxmlformats.org/officeDocument/2006/relationships/oleObject" Target="../embeddings/oleObject7.bin"/><Relationship Id="rId20" Type="http://schemas.openxmlformats.org/officeDocument/2006/relationships/oleObject" Target="../embeddings/oleObject55.bin"/><Relationship Id="rId1" Type="http://schemas.openxmlformats.org/officeDocument/2006/relationships/slideLayout" Target="../slideLayouts/slideLayout4.xml"/><Relationship Id="rId6" Type="http://schemas.openxmlformats.org/officeDocument/2006/relationships/oleObject" Target="../embeddings/oleObject47.bin"/><Relationship Id="rId11" Type="http://schemas.openxmlformats.org/officeDocument/2006/relationships/image" Target="../media/image38.emf"/><Relationship Id="rId5" Type="http://schemas.openxmlformats.org/officeDocument/2006/relationships/image" Target="../media/image33.emf"/><Relationship Id="rId15" Type="http://schemas.openxmlformats.org/officeDocument/2006/relationships/image" Target="../media/image40.emf"/><Relationship Id="rId10" Type="http://schemas.openxmlformats.org/officeDocument/2006/relationships/oleObject" Target="../embeddings/oleObject51.bin"/><Relationship Id="rId19" Type="http://schemas.openxmlformats.org/officeDocument/2006/relationships/image" Target="../media/image41.emf"/><Relationship Id="rId4" Type="http://schemas.openxmlformats.org/officeDocument/2006/relationships/oleObject" Target="../embeddings/oleObject46.bin"/><Relationship Id="rId9" Type="http://schemas.openxmlformats.org/officeDocument/2006/relationships/image" Target="../media/image37.emf"/><Relationship Id="rId14" Type="http://schemas.openxmlformats.org/officeDocument/2006/relationships/oleObject" Target="../embeddings/oleObject53.bin"/></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59.bin"/><Relationship Id="rId13" Type="http://schemas.openxmlformats.org/officeDocument/2006/relationships/image" Target="../media/image46.emf"/><Relationship Id="rId3" Type="http://schemas.openxmlformats.org/officeDocument/2006/relationships/image" Target="../media/image42.emf"/><Relationship Id="rId7" Type="http://schemas.openxmlformats.org/officeDocument/2006/relationships/image" Target="../media/image44.emf"/><Relationship Id="rId12" Type="http://schemas.openxmlformats.org/officeDocument/2006/relationships/oleObject" Target="../embeddings/oleObject60.bin"/><Relationship Id="rId17" Type="http://schemas.openxmlformats.org/officeDocument/2006/relationships/image" Target="../media/image48.emf"/><Relationship Id="rId2" Type="http://schemas.openxmlformats.org/officeDocument/2006/relationships/oleObject" Target="../embeddings/oleObject56.bin"/><Relationship Id="rId16" Type="http://schemas.openxmlformats.org/officeDocument/2006/relationships/oleObject" Target="../embeddings/oleObject62.bin"/><Relationship Id="rId1" Type="http://schemas.openxmlformats.org/officeDocument/2006/relationships/slideLayout" Target="../slideLayouts/slideLayout4.xml"/><Relationship Id="rId6" Type="http://schemas.openxmlformats.org/officeDocument/2006/relationships/oleObject" Target="../embeddings/oleObject58.bin"/><Relationship Id="rId11" Type="http://schemas.openxmlformats.org/officeDocument/2006/relationships/image" Target="../media/image40.emf"/><Relationship Id="rId5" Type="http://schemas.openxmlformats.org/officeDocument/2006/relationships/image" Target="../media/image43.emf"/><Relationship Id="rId15" Type="http://schemas.openxmlformats.org/officeDocument/2006/relationships/image" Target="../media/image47.emf"/><Relationship Id="rId10" Type="http://schemas.openxmlformats.org/officeDocument/2006/relationships/oleObject" Target="../embeddings/oleObject53.bin"/><Relationship Id="rId4" Type="http://schemas.openxmlformats.org/officeDocument/2006/relationships/oleObject" Target="../embeddings/oleObject57.bin"/><Relationship Id="rId9" Type="http://schemas.openxmlformats.org/officeDocument/2006/relationships/image" Target="../media/image45.emf"/><Relationship Id="rId14" Type="http://schemas.openxmlformats.org/officeDocument/2006/relationships/oleObject" Target="../embeddings/oleObject61.bin"/></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66.bin"/><Relationship Id="rId13" Type="http://schemas.openxmlformats.org/officeDocument/2006/relationships/image" Target="../media/image9.emf"/><Relationship Id="rId18" Type="http://schemas.openxmlformats.org/officeDocument/2006/relationships/image" Target="../media/image53.emf"/><Relationship Id="rId3" Type="http://schemas.openxmlformats.org/officeDocument/2006/relationships/image" Target="../media/image49.emf"/><Relationship Id="rId7" Type="http://schemas.openxmlformats.org/officeDocument/2006/relationships/image" Target="../media/image5.emf"/><Relationship Id="rId12" Type="http://schemas.openxmlformats.org/officeDocument/2006/relationships/oleObject" Target="../embeddings/oleObject68.bin"/><Relationship Id="rId17" Type="http://schemas.openxmlformats.org/officeDocument/2006/relationships/oleObject" Target="../embeddings/oleObject71.bin"/><Relationship Id="rId2" Type="http://schemas.openxmlformats.org/officeDocument/2006/relationships/oleObject" Target="../embeddings/oleObject63.bin"/><Relationship Id="rId16" Type="http://schemas.openxmlformats.org/officeDocument/2006/relationships/image" Target="../media/image52.emf"/><Relationship Id="rId20" Type="http://schemas.openxmlformats.org/officeDocument/2006/relationships/image" Target="../media/image54.emf"/><Relationship Id="rId1" Type="http://schemas.openxmlformats.org/officeDocument/2006/relationships/slideLayout" Target="../slideLayouts/slideLayout4.xml"/><Relationship Id="rId6" Type="http://schemas.openxmlformats.org/officeDocument/2006/relationships/oleObject" Target="../embeddings/oleObject65.bin"/><Relationship Id="rId11" Type="http://schemas.openxmlformats.org/officeDocument/2006/relationships/image" Target="../media/image51.emf"/><Relationship Id="rId5" Type="http://schemas.openxmlformats.org/officeDocument/2006/relationships/image" Target="../media/image50.emf"/><Relationship Id="rId15" Type="http://schemas.openxmlformats.org/officeDocument/2006/relationships/oleObject" Target="../embeddings/oleObject70.bin"/><Relationship Id="rId10" Type="http://schemas.openxmlformats.org/officeDocument/2006/relationships/oleObject" Target="../embeddings/oleObject67.bin"/><Relationship Id="rId19" Type="http://schemas.openxmlformats.org/officeDocument/2006/relationships/oleObject" Target="../embeddings/oleObject72.bin"/><Relationship Id="rId4" Type="http://schemas.openxmlformats.org/officeDocument/2006/relationships/oleObject" Target="../embeddings/oleObject64.bin"/><Relationship Id="rId9" Type="http://schemas.openxmlformats.org/officeDocument/2006/relationships/image" Target="../media/image6.emf"/><Relationship Id="rId14" Type="http://schemas.openxmlformats.org/officeDocument/2006/relationships/oleObject" Target="../embeddings/oleObject69.bin"/></Relationships>
</file>

<file path=ppt/slides/_rels/slide13.xml.rels><?xml version="1.0" encoding="UTF-8" standalone="yes"?>
<Relationships xmlns="http://schemas.openxmlformats.org/package/2006/relationships"><Relationship Id="rId13" Type="http://schemas.openxmlformats.org/officeDocument/2006/relationships/oleObject" Target="../embeddings/oleObject79.bin"/><Relationship Id="rId18" Type="http://schemas.openxmlformats.org/officeDocument/2006/relationships/image" Target="../media/image15.emf"/><Relationship Id="rId26" Type="http://schemas.openxmlformats.org/officeDocument/2006/relationships/image" Target="../media/image14.emf"/><Relationship Id="rId3" Type="http://schemas.openxmlformats.org/officeDocument/2006/relationships/image" Target="../media/image12.emf"/><Relationship Id="rId21" Type="http://schemas.openxmlformats.org/officeDocument/2006/relationships/oleObject" Target="../embeddings/oleObject83.bin"/><Relationship Id="rId34" Type="http://schemas.openxmlformats.org/officeDocument/2006/relationships/image" Target="../media/image60.emf"/><Relationship Id="rId7" Type="http://schemas.openxmlformats.org/officeDocument/2006/relationships/image" Target="../media/image54.emf"/><Relationship Id="rId12" Type="http://schemas.openxmlformats.org/officeDocument/2006/relationships/image" Target="../media/image56.emf"/><Relationship Id="rId17" Type="http://schemas.openxmlformats.org/officeDocument/2006/relationships/oleObject" Target="../embeddings/oleObject81.bin"/><Relationship Id="rId25" Type="http://schemas.openxmlformats.org/officeDocument/2006/relationships/oleObject" Target="../embeddings/oleObject85.bin"/><Relationship Id="rId33" Type="http://schemas.openxmlformats.org/officeDocument/2006/relationships/oleObject" Target="../embeddings/oleObject89.bin"/><Relationship Id="rId2" Type="http://schemas.openxmlformats.org/officeDocument/2006/relationships/oleObject" Target="../embeddings/oleObject73.bin"/><Relationship Id="rId16" Type="http://schemas.openxmlformats.org/officeDocument/2006/relationships/image" Target="../media/image57.emf"/><Relationship Id="rId20" Type="http://schemas.openxmlformats.org/officeDocument/2006/relationships/image" Target="../media/image16.emf"/><Relationship Id="rId29" Type="http://schemas.openxmlformats.org/officeDocument/2006/relationships/oleObject" Target="../embeddings/oleObject87.bin"/><Relationship Id="rId1" Type="http://schemas.openxmlformats.org/officeDocument/2006/relationships/slideLayout" Target="../slideLayouts/slideLayout4.xml"/><Relationship Id="rId6" Type="http://schemas.openxmlformats.org/officeDocument/2006/relationships/oleObject" Target="../embeddings/oleObject75.bin"/><Relationship Id="rId11" Type="http://schemas.openxmlformats.org/officeDocument/2006/relationships/oleObject" Target="../embeddings/oleObject78.bin"/><Relationship Id="rId24" Type="http://schemas.openxmlformats.org/officeDocument/2006/relationships/image" Target="../media/image59.emf"/><Relationship Id="rId32" Type="http://schemas.openxmlformats.org/officeDocument/2006/relationships/image" Target="../media/image33.emf"/><Relationship Id="rId5" Type="http://schemas.openxmlformats.org/officeDocument/2006/relationships/image" Target="../media/image49.emf"/><Relationship Id="rId15" Type="http://schemas.openxmlformats.org/officeDocument/2006/relationships/oleObject" Target="../embeddings/oleObject80.bin"/><Relationship Id="rId23" Type="http://schemas.openxmlformats.org/officeDocument/2006/relationships/oleObject" Target="../embeddings/oleObject84.bin"/><Relationship Id="rId28" Type="http://schemas.openxmlformats.org/officeDocument/2006/relationships/image" Target="../media/image28.emf"/><Relationship Id="rId36" Type="http://schemas.openxmlformats.org/officeDocument/2006/relationships/image" Target="../media/image34.emf"/><Relationship Id="rId10" Type="http://schemas.openxmlformats.org/officeDocument/2006/relationships/image" Target="../media/image55.emf"/><Relationship Id="rId19" Type="http://schemas.openxmlformats.org/officeDocument/2006/relationships/oleObject" Target="../embeddings/oleObject82.bin"/><Relationship Id="rId31" Type="http://schemas.openxmlformats.org/officeDocument/2006/relationships/oleObject" Target="../embeddings/oleObject88.bin"/><Relationship Id="rId4" Type="http://schemas.openxmlformats.org/officeDocument/2006/relationships/oleObject" Target="../embeddings/oleObject74.bin"/><Relationship Id="rId9" Type="http://schemas.openxmlformats.org/officeDocument/2006/relationships/oleObject" Target="../embeddings/oleObject77.bin"/><Relationship Id="rId14" Type="http://schemas.openxmlformats.org/officeDocument/2006/relationships/image" Target="../media/image53.emf"/><Relationship Id="rId22" Type="http://schemas.openxmlformats.org/officeDocument/2006/relationships/image" Target="../media/image58.emf"/><Relationship Id="rId27" Type="http://schemas.openxmlformats.org/officeDocument/2006/relationships/oleObject" Target="../embeddings/oleObject86.bin"/><Relationship Id="rId30" Type="http://schemas.openxmlformats.org/officeDocument/2006/relationships/image" Target="../media/image32.emf"/><Relationship Id="rId35" Type="http://schemas.openxmlformats.org/officeDocument/2006/relationships/oleObject" Target="../embeddings/oleObject90.bin"/><Relationship Id="rId8" Type="http://schemas.openxmlformats.org/officeDocument/2006/relationships/oleObject" Target="../embeddings/oleObject76.bin"/></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94.bin"/><Relationship Id="rId3" Type="http://schemas.openxmlformats.org/officeDocument/2006/relationships/image" Target="../media/image61.emf"/><Relationship Id="rId7" Type="http://schemas.openxmlformats.org/officeDocument/2006/relationships/image" Target="../media/image63.emf"/><Relationship Id="rId2" Type="http://schemas.openxmlformats.org/officeDocument/2006/relationships/oleObject" Target="../embeddings/oleObject91.bin"/><Relationship Id="rId1" Type="http://schemas.openxmlformats.org/officeDocument/2006/relationships/slideLayout" Target="../slideLayouts/slideLayout4.xml"/><Relationship Id="rId6" Type="http://schemas.openxmlformats.org/officeDocument/2006/relationships/oleObject" Target="../embeddings/oleObject93.bin"/><Relationship Id="rId5" Type="http://schemas.openxmlformats.org/officeDocument/2006/relationships/image" Target="../media/image62.emf"/><Relationship Id="rId4" Type="http://schemas.openxmlformats.org/officeDocument/2006/relationships/oleObject" Target="../embeddings/oleObject92.bin"/><Relationship Id="rId9" Type="http://schemas.openxmlformats.org/officeDocument/2006/relationships/image" Target="../media/image64.emf"/></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98.bin"/><Relationship Id="rId13" Type="http://schemas.openxmlformats.org/officeDocument/2006/relationships/image" Target="../media/image70.emf"/><Relationship Id="rId3" Type="http://schemas.openxmlformats.org/officeDocument/2006/relationships/image" Target="../media/image65.emf"/><Relationship Id="rId7" Type="http://schemas.openxmlformats.org/officeDocument/2006/relationships/image" Target="../media/image67.emf"/><Relationship Id="rId12" Type="http://schemas.openxmlformats.org/officeDocument/2006/relationships/oleObject" Target="../embeddings/oleObject100.bin"/><Relationship Id="rId2" Type="http://schemas.openxmlformats.org/officeDocument/2006/relationships/oleObject" Target="../embeddings/oleObject95.bin"/><Relationship Id="rId16" Type="http://schemas.openxmlformats.org/officeDocument/2006/relationships/oleObject" Target="../embeddings/oleObject102.bin"/><Relationship Id="rId1" Type="http://schemas.openxmlformats.org/officeDocument/2006/relationships/slideLayout" Target="../slideLayouts/slideLayout4.xml"/><Relationship Id="rId6" Type="http://schemas.openxmlformats.org/officeDocument/2006/relationships/oleObject" Target="../embeddings/oleObject97.bin"/><Relationship Id="rId11" Type="http://schemas.openxmlformats.org/officeDocument/2006/relationships/image" Target="../media/image69.emf"/><Relationship Id="rId5" Type="http://schemas.openxmlformats.org/officeDocument/2006/relationships/image" Target="../media/image66.emf"/><Relationship Id="rId15" Type="http://schemas.openxmlformats.org/officeDocument/2006/relationships/image" Target="../media/image8.emf"/><Relationship Id="rId10" Type="http://schemas.openxmlformats.org/officeDocument/2006/relationships/oleObject" Target="../embeddings/oleObject99.bin"/><Relationship Id="rId4" Type="http://schemas.openxmlformats.org/officeDocument/2006/relationships/oleObject" Target="../embeddings/oleObject96.bin"/><Relationship Id="rId9" Type="http://schemas.openxmlformats.org/officeDocument/2006/relationships/image" Target="../media/image68.emf"/><Relationship Id="rId14" Type="http://schemas.openxmlformats.org/officeDocument/2006/relationships/oleObject" Target="../embeddings/oleObject101.bin"/></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03.bin"/><Relationship Id="rId2" Type="http://schemas.openxmlformats.org/officeDocument/2006/relationships/image" Target="../media/image71.png"/><Relationship Id="rId1" Type="http://schemas.openxmlformats.org/officeDocument/2006/relationships/slideLayout" Target="../slideLayouts/slideLayout4.xml"/><Relationship Id="rId4" Type="http://schemas.openxmlformats.org/officeDocument/2006/relationships/image" Target="../media/image66.emf"/></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107.bin"/><Relationship Id="rId13" Type="http://schemas.openxmlformats.org/officeDocument/2006/relationships/image" Target="../media/image76.emf"/><Relationship Id="rId18" Type="http://schemas.openxmlformats.org/officeDocument/2006/relationships/oleObject" Target="../embeddings/oleObject112.bin"/><Relationship Id="rId3" Type="http://schemas.openxmlformats.org/officeDocument/2006/relationships/image" Target="../media/image72.emf"/><Relationship Id="rId21" Type="http://schemas.openxmlformats.org/officeDocument/2006/relationships/image" Target="../media/image80.emf"/><Relationship Id="rId7" Type="http://schemas.openxmlformats.org/officeDocument/2006/relationships/image" Target="../media/image6.emf"/><Relationship Id="rId12" Type="http://schemas.openxmlformats.org/officeDocument/2006/relationships/oleObject" Target="../embeddings/oleObject109.bin"/><Relationship Id="rId17" Type="http://schemas.openxmlformats.org/officeDocument/2006/relationships/image" Target="../media/image78.emf"/><Relationship Id="rId2" Type="http://schemas.openxmlformats.org/officeDocument/2006/relationships/oleObject" Target="../embeddings/oleObject104.bin"/><Relationship Id="rId16" Type="http://schemas.openxmlformats.org/officeDocument/2006/relationships/oleObject" Target="../embeddings/oleObject111.bin"/><Relationship Id="rId20" Type="http://schemas.openxmlformats.org/officeDocument/2006/relationships/oleObject" Target="../embeddings/oleObject113.bin"/><Relationship Id="rId1" Type="http://schemas.openxmlformats.org/officeDocument/2006/relationships/slideLayout" Target="../slideLayouts/slideLayout4.xml"/><Relationship Id="rId6" Type="http://schemas.openxmlformats.org/officeDocument/2006/relationships/oleObject" Target="../embeddings/oleObject106.bin"/><Relationship Id="rId11" Type="http://schemas.openxmlformats.org/officeDocument/2006/relationships/image" Target="../media/image75.emf"/><Relationship Id="rId5" Type="http://schemas.openxmlformats.org/officeDocument/2006/relationships/image" Target="../media/image73.emf"/><Relationship Id="rId15" Type="http://schemas.openxmlformats.org/officeDocument/2006/relationships/image" Target="../media/image77.emf"/><Relationship Id="rId23" Type="http://schemas.openxmlformats.org/officeDocument/2006/relationships/image" Target="../media/image81.emf"/><Relationship Id="rId10" Type="http://schemas.openxmlformats.org/officeDocument/2006/relationships/oleObject" Target="../embeddings/oleObject108.bin"/><Relationship Id="rId19" Type="http://schemas.openxmlformats.org/officeDocument/2006/relationships/image" Target="../media/image79.emf"/><Relationship Id="rId4" Type="http://schemas.openxmlformats.org/officeDocument/2006/relationships/oleObject" Target="../embeddings/oleObject105.bin"/><Relationship Id="rId9" Type="http://schemas.openxmlformats.org/officeDocument/2006/relationships/image" Target="../media/image74.emf"/><Relationship Id="rId14" Type="http://schemas.openxmlformats.org/officeDocument/2006/relationships/oleObject" Target="../embeddings/oleObject110.bin"/><Relationship Id="rId22" Type="http://schemas.openxmlformats.org/officeDocument/2006/relationships/oleObject" Target="../embeddings/oleObject114.bin"/></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118.bin"/><Relationship Id="rId3" Type="http://schemas.openxmlformats.org/officeDocument/2006/relationships/image" Target="../media/image82.emf"/><Relationship Id="rId7" Type="http://schemas.openxmlformats.org/officeDocument/2006/relationships/image" Target="../media/image84.emf"/><Relationship Id="rId2" Type="http://schemas.openxmlformats.org/officeDocument/2006/relationships/oleObject" Target="../embeddings/oleObject115.bin"/><Relationship Id="rId1" Type="http://schemas.openxmlformats.org/officeDocument/2006/relationships/slideLayout" Target="../slideLayouts/slideLayout4.xml"/><Relationship Id="rId6" Type="http://schemas.openxmlformats.org/officeDocument/2006/relationships/oleObject" Target="../embeddings/oleObject117.bin"/><Relationship Id="rId11" Type="http://schemas.openxmlformats.org/officeDocument/2006/relationships/image" Target="../media/image76.emf"/><Relationship Id="rId5" Type="http://schemas.openxmlformats.org/officeDocument/2006/relationships/image" Target="../media/image83.emf"/><Relationship Id="rId10" Type="http://schemas.openxmlformats.org/officeDocument/2006/relationships/oleObject" Target="../embeddings/oleObject119.bin"/><Relationship Id="rId4" Type="http://schemas.openxmlformats.org/officeDocument/2006/relationships/oleObject" Target="../embeddings/oleObject116.bin"/><Relationship Id="rId9" Type="http://schemas.openxmlformats.org/officeDocument/2006/relationships/image" Target="../media/image73.emf"/></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123.bin"/><Relationship Id="rId13" Type="http://schemas.openxmlformats.org/officeDocument/2006/relationships/oleObject" Target="../embeddings/oleObject126.bin"/><Relationship Id="rId18" Type="http://schemas.openxmlformats.org/officeDocument/2006/relationships/image" Target="../media/image92.emf"/><Relationship Id="rId3" Type="http://schemas.openxmlformats.org/officeDocument/2006/relationships/image" Target="../media/image85.emf"/><Relationship Id="rId7" Type="http://schemas.openxmlformats.org/officeDocument/2006/relationships/image" Target="../media/image87.emf"/><Relationship Id="rId12" Type="http://schemas.openxmlformats.org/officeDocument/2006/relationships/image" Target="../media/image89.emf"/><Relationship Id="rId17" Type="http://schemas.openxmlformats.org/officeDocument/2006/relationships/oleObject" Target="../embeddings/oleObject128.bin"/><Relationship Id="rId2" Type="http://schemas.openxmlformats.org/officeDocument/2006/relationships/oleObject" Target="../embeddings/oleObject120.bin"/><Relationship Id="rId16" Type="http://schemas.openxmlformats.org/officeDocument/2006/relationships/image" Target="../media/image91.emf"/><Relationship Id="rId20" Type="http://schemas.openxmlformats.org/officeDocument/2006/relationships/image" Target="../media/image93.emf"/><Relationship Id="rId1" Type="http://schemas.openxmlformats.org/officeDocument/2006/relationships/slideLayout" Target="../slideLayouts/slideLayout17.xml"/><Relationship Id="rId6" Type="http://schemas.openxmlformats.org/officeDocument/2006/relationships/oleObject" Target="../embeddings/oleObject122.bin"/><Relationship Id="rId11" Type="http://schemas.openxmlformats.org/officeDocument/2006/relationships/oleObject" Target="../embeddings/oleObject125.bin"/><Relationship Id="rId5" Type="http://schemas.openxmlformats.org/officeDocument/2006/relationships/image" Target="../media/image86.emf"/><Relationship Id="rId15" Type="http://schemas.openxmlformats.org/officeDocument/2006/relationships/oleObject" Target="../embeddings/oleObject127.bin"/><Relationship Id="rId10" Type="http://schemas.openxmlformats.org/officeDocument/2006/relationships/image" Target="../media/image88.emf"/><Relationship Id="rId19" Type="http://schemas.openxmlformats.org/officeDocument/2006/relationships/oleObject" Target="../embeddings/oleObject129.bin"/><Relationship Id="rId4" Type="http://schemas.openxmlformats.org/officeDocument/2006/relationships/oleObject" Target="../embeddings/oleObject121.bin"/><Relationship Id="rId9" Type="http://schemas.openxmlformats.org/officeDocument/2006/relationships/oleObject" Target="../embeddings/oleObject124.bin"/><Relationship Id="rId14" Type="http://schemas.openxmlformats.org/officeDocument/2006/relationships/image" Target="../media/image90.emf"/></Relationships>
</file>

<file path=ppt/slides/_rels/slide22.xml.rels><?xml version="1.0" encoding="UTF-8" standalone="yes"?>
<Relationships xmlns="http://schemas.openxmlformats.org/package/2006/relationships"><Relationship Id="rId13" Type="http://schemas.openxmlformats.org/officeDocument/2006/relationships/image" Target="../media/image92.emf"/><Relationship Id="rId18" Type="http://schemas.openxmlformats.org/officeDocument/2006/relationships/oleObject" Target="../embeddings/oleObject138.bin"/><Relationship Id="rId26" Type="http://schemas.openxmlformats.org/officeDocument/2006/relationships/oleObject" Target="../embeddings/oleObject142.bin"/><Relationship Id="rId21" Type="http://schemas.openxmlformats.org/officeDocument/2006/relationships/image" Target="../media/image102.emf"/><Relationship Id="rId34" Type="http://schemas.openxmlformats.org/officeDocument/2006/relationships/oleObject" Target="../embeddings/oleObject146.bin"/><Relationship Id="rId7" Type="http://schemas.openxmlformats.org/officeDocument/2006/relationships/image" Target="../media/image96.emf"/><Relationship Id="rId12" Type="http://schemas.openxmlformats.org/officeDocument/2006/relationships/oleObject" Target="../embeddings/oleObject135.bin"/><Relationship Id="rId17" Type="http://schemas.openxmlformats.org/officeDocument/2006/relationships/image" Target="../media/image100.emf"/><Relationship Id="rId25" Type="http://schemas.openxmlformats.org/officeDocument/2006/relationships/image" Target="../media/image104.emf"/><Relationship Id="rId33" Type="http://schemas.openxmlformats.org/officeDocument/2006/relationships/image" Target="../media/image108.emf"/><Relationship Id="rId38" Type="http://schemas.openxmlformats.org/officeDocument/2006/relationships/image" Target="../media/image110.emf"/><Relationship Id="rId2" Type="http://schemas.openxmlformats.org/officeDocument/2006/relationships/oleObject" Target="../embeddings/oleObject130.bin"/><Relationship Id="rId16" Type="http://schemas.openxmlformats.org/officeDocument/2006/relationships/oleObject" Target="../embeddings/oleObject137.bin"/><Relationship Id="rId20" Type="http://schemas.openxmlformats.org/officeDocument/2006/relationships/oleObject" Target="../embeddings/oleObject139.bin"/><Relationship Id="rId29" Type="http://schemas.openxmlformats.org/officeDocument/2006/relationships/image" Target="../media/image106.emf"/><Relationship Id="rId1" Type="http://schemas.openxmlformats.org/officeDocument/2006/relationships/slideLayout" Target="../slideLayouts/slideLayout7.xml"/><Relationship Id="rId6" Type="http://schemas.openxmlformats.org/officeDocument/2006/relationships/oleObject" Target="../embeddings/oleObject132.bin"/><Relationship Id="rId11" Type="http://schemas.openxmlformats.org/officeDocument/2006/relationships/image" Target="../media/image98.emf"/><Relationship Id="rId24" Type="http://schemas.openxmlformats.org/officeDocument/2006/relationships/oleObject" Target="../embeddings/oleObject141.bin"/><Relationship Id="rId32" Type="http://schemas.openxmlformats.org/officeDocument/2006/relationships/oleObject" Target="../embeddings/oleObject145.bin"/><Relationship Id="rId37" Type="http://schemas.openxmlformats.org/officeDocument/2006/relationships/oleObject" Target="../embeddings/oleObject148.bin"/><Relationship Id="rId5" Type="http://schemas.openxmlformats.org/officeDocument/2006/relationships/image" Target="../media/image95.emf"/><Relationship Id="rId15" Type="http://schemas.openxmlformats.org/officeDocument/2006/relationships/image" Target="../media/image99.emf"/><Relationship Id="rId23" Type="http://schemas.openxmlformats.org/officeDocument/2006/relationships/image" Target="../media/image103.emf"/><Relationship Id="rId28" Type="http://schemas.openxmlformats.org/officeDocument/2006/relationships/oleObject" Target="../embeddings/oleObject143.bin"/><Relationship Id="rId36" Type="http://schemas.openxmlformats.org/officeDocument/2006/relationships/oleObject" Target="../embeddings/oleObject147.bin"/><Relationship Id="rId10" Type="http://schemas.openxmlformats.org/officeDocument/2006/relationships/oleObject" Target="../embeddings/oleObject134.bin"/><Relationship Id="rId19" Type="http://schemas.openxmlformats.org/officeDocument/2006/relationships/image" Target="../media/image101.emf"/><Relationship Id="rId31" Type="http://schemas.openxmlformats.org/officeDocument/2006/relationships/image" Target="../media/image107.emf"/><Relationship Id="rId4" Type="http://schemas.openxmlformats.org/officeDocument/2006/relationships/oleObject" Target="../embeddings/oleObject131.bin"/><Relationship Id="rId9" Type="http://schemas.openxmlformats.org/officeDocument/2006/relationships/image" Target="../media/image97.emf"/><Relationship Id="rId14" Type="http://schemas.openxmlformats.org/officeDocument/2006/relationships/oleObject" Target="../embeddings/oleObject136.bin"/><Relationship Id="rId22" Type="http://schemas.openxmlformats.org/officeDocument/2006/relationships/oleObject" Target="../embeddings/oleObject140.bin"/><Relationship Id="rId27" Type="http://schemas.openxmlformats.org/officeDocument/2006/relationships/image" Target="../media/image105.emf"/><Relationship Id="rId30" Type="http://schemas.openxmlformats.org/officeDocument/2006/relationships/oleObject" Target="../embeddings/oleObject144.bin"/><Relationship Id="rId35" Type="http://schemas.openxmlformats.org/officeDocument/2006/relationships/image" Target="../media/image109.emf"/><Relationship Id="rId8" Type="http://schemas.openxmlformats.org/officeDocument/2006/relationships/oleObject" Target="../embeddings/oleObject133.bin"/><Relationship Id="rId3" Type="http://schemas.openxmlformats.org/officeDocument/2006/relationships/image" Target="../media/image94.e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A11EA02-E7B4-DED7-FA8E-E55D405DBAAB}"/>
              </a:ext>
            </a:extLst>
          </p:cNvPr>
          <p:cNvSpPr>
            <a:spLocks noGrp="1"/>
          </p:cNvSpPr>
          <p:nvPr>
            <p:ph type="ctrTitle"/>
          </p:nvPr>
        </p:nvSpPr>
        <p:spPr>
          <a:xfrm>
            <a:off x="2209800" y="1379538"/>
            <a:ext cx="7772400" cy="1781175"/>
          </a:xfrm>
        </p:spPr>
        <p:txBody>
          <a:bodyPr/>
          <a:lstStyle/>
          <a:p>
            <a:pPr eaLnBrk="1" hangingPunct="1"/>
            <a:r>
              <a:rPr lang="zh-CN" altLang="en-US">
                <a:solidFill>
                  <a:srgbClr val="1F4E79"/>
                </a:solidFill>
              </a:rPr>
              <a:t>信息安全数学基础</a:t>
            </a:r>
          </a:p>
        </p:txBody>
      </p:sp>
      <p:sp>
        <p:nvSpPr>
          <p:cNvPr id="28675" name="副标题 2">
            <a:extLst>
              <a:ext uri="{FF2B5EF4-FFF2-40B4-BE49-F238E27FC236}">
                <a16:creationId xmlns:a16="http://schemas.microsoft.com/office/drawing/2014/main" id="{984A8468-0231-96B9-85DC-56C12F6F9375}"/>
              </a:ext>
            </a:extLst>
          </p:cNvPr>
          <p:cNvSpPr>
            <a:spLocks noGrp="1"/>
          </p:cNvSpPr>
          <p:nvPr>
            <p:ph type="subTitle" idx="1"/>
          </p:nvPr>
        </p:nvSpPr>
        <p:spPr>
          <a:xfrm>
            <a:off x="2416175" y="3033713"/>
            <a:ext cx="7358063" cy="790575"/>
          </a:xfrm>
        </p:spPr>
        <p:txBody>
          <a:bodyPr/>
          <a:lstStyle/>
          <a:p>
            <a:r>
              <a:rPr lang="zh-CN" altLang="en-US" sz="3600"/>
              <a:t>第八章 有限域上的椭圆曲线</a:t>
            </a:r>
          </a:p>
        </p:txBody>
      </p:sp>
      <p:sp>
        <p:nvSpPr>
          <p:cNvPr id="28676" name="副标题 2">
            <a:extLst>
              <a:ext uri="{FF2B5EF4-FFF2-40B4-BE49-F238E27FC236}">
                <a16:creationId xmlns:a16="http://schemas.microsoft.com/office/drawing/2014/main" id="{8D41B9F4-3851-393C-EC04-D8A3A9DDD24B}"/>
              </a:ext>
            </a:extLst>
          </p:cNvPr>
          <p:cNvSpPr txBox="1">
            <a:spLocks/>
          </p:cNvSpPr>
          <p:nvPr/>
        </p:nvSpPr>
        <p:spPr bwMode="auto">
          <a:xfrm>
            <a:off x="2209800" y="4292600"/>
            <a:ext cx="7772400" cy="107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Times New Roman" panose="02020603050405020304" pitchFamily="18" charset="0"/>
                <a:ea typeface="仿宋" panose="02010609060101010101" pitchFamily="49" charset="-122"/>
              </a:defRPr>
            </a:lvl1pPr>
            <a:lvl2pPr marL="685800" indent="-228600">
              <a:lnSpc>
                <a:spcPct val="90000"/>
              </a:lnSpc>
              <a:spcBef>
                <a:spcPts val="500"/>
              </a:spcBef>
              <a:buFont typeface="Arial" panose="020B0604020202020204" pitchFamily="34" charset="0"/>
              <a:buChar char="•"/>
              <a:defRPr sz="2400">
                <a:solidFill>
                  <a:schemeClr val="tx1"/>
                </a:solidFill>
                <a:latin typeface="Times New Roman" panose="02020603050405020304" pitchFamily="18" charset="0"/>
                <a:ea typeface="仿宋" panose="02010609060101010101" pitchFamily="49"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Times New Roman" panose="02020603050405020304" pitchFamily="18" charset="0"/>
                <a:ea typeface="仿宋" panose="02010609060101010101" pitchFamily="49" charset="-122"/>
              </a:defRPr>
            </a:lvl3pPr>
            <a:lvl4pPr marL="1600200" indent="-228600">
              <a:lnSpc>
                <a:spcPct val="90000"/>
              </a:lnSpc>
              <a:spcBef>
                <a:spcPts val="500"/>
              </a:spcBef>
              <a:buFont typeface="Arial" panose="020B0604020202020204" pitchFamily="34" charset="0"/>
              <a:buChar char="•"/>
              <a:defRPr>
                <a:solidFill>
                  <a:schemeClr val="tx1"/>
                </a:solidFill>
                <a:latin typeface="Times New Roman" panose="02020603050405020304" pitchFamily="18" charset="0"/>
                <a:ea typeface="仿宋" panose="02010609060101010101" pitchFamily="49" charset="-122"/>
              </a:defRPr>
            </a:lvl4pPr>
            <a:lvl5pPr marL="2057400" indent="-228600">
              <a:lnSpc>
                <a:spcPct val="90000"/>
              </a:lnSpc>
              <a:spcBef>
                <a:spcPts val="500"/>
              </a:spcBef>
              <a:buFont typeface="Arial" panose="020B0604020202020204" pitchFamily="34" charset="0"/>
              <a:buChar char="•"/>
              <a:defRPr>
                <a:solidFill>
                  <a:schemeClr val="tx1"/>
                </a:solidFill>
                <a:latin typeface="Times New Roman" panose="02020603050405020304" pitchFamily="18" charset="0"/>
                <a:ea typeface="仿宋" panose="02010609060101010101" pitchFamily="49"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Times New Roman" panose="02020603050405020304" pitchFamily="18" charset="0"/>
                <a:ea typeface="仿宋" panose="02010609060101010101" pitchFamily="49"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Times New Roman" panose="02020603050405020304" pitchFamily="18" charset="0"/>
                <a:ea typeface="仿宋" panose="02010609060101010101" pitchFamily="49"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Times New Roman" panose="02020603050405020304" pitchFamily="18" charset="0"/>
                <a:ea typeface="仿宋" panose="02010609060101010101" pitchFamily="49"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Times New Roman" panose="02020603050405020304" pitchFamily="18" charset="0"/>
                <a:ea typeface="仿宋" panose="02010609060101010101" pitchFamily="49" charset="-122"/>
              </a:defRPr>
            </a:lvl9pPr>
          </a:lstStyle>
          <a:p>
            <a:pPr algn="ctr">
              <a:buFont typeface="Arial" panose="020B0604020202020204" pitchFamily="34" charset="0"/>
              <a:buNone/>
            </a:pPr>
            <a:r>
              <a:rPr lang="zh-CN" altLang="en-US" sz="2400">
                <a:solidFill>
                  <a:srgbClr val="000000"/>
                </a:solidFill>
                <a:latin typeface="仿宋" panose="02010609060101010101" pitchFamily="49" charset="-122"/>
              </a:rPr>
              <a:t>信息与软件工程学院</a:t>
            </a:r>
            <a:endParaRPr lang="en-US" altLang="zh-CN" sz="2400">
              <a:solidFill>
                <a:srgbClr val="000000"/>
              </a:solidFill>
              <a:latin typeface="仿宋" panose="02010609060101010101" pitchFamily="49" charset="-122"/>
            </a:endParaRPr>
          </a:p>
          <a:p>
            <a:pPr algn="ctr">
              <a:buFont typeface="Arial" panose="020B0604020202020204" pitchFamily="34" charset="0"/>
              <a:buNone/>
            </a:pPr>
            <a:r>
              <a:rPr lang="zh-CN" altLang="en-US" sz="2400">
                <a:solidFill>
                  <a:srgbClr val="000000"/>
                </a:solidFill>
                <a:latin typeface="仿宋" panose="02010609060101010101" pitchFamily="49" charset="-122"/>
              </a:rPr>
              <a:t>电子科技大学</a:t>
            </a:r>
            <a:endParaRPr lang="en-US" altLang="zh-CN" sz="2400">
              <a:solidFill>
                <a:srgbClr val="000000"/>
              </a:solidFill>
              <a:latin typeface="仿宋" panose="02010609060101010101" pitchFamily="49" charset="-122"/>
            </a:endParaRPr>
          </a:p>
        </p:txBody>
      </p:sp>
    </p:spTree>
  </p:cSld>
  <p:clrMapOvr>
    <a:masterClrMapping/>
  </p:clrMapOvr>
  <p:transition spd="slow">
    <p:rand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3DBBD-3265-3630-3A0F-06C21D80258F}"/>
              </a:ext>
            </a:extLst>
          </p:cNvPr>
          <p:cNvSpPr>
            <a:spLocks noGrp="1"/>
          </p:cNvSpPr>
          <p:nvPr>
            <p:ph type="title"/>
          </p:nvPr>
        </p:nvSpPr>
        <p:spPr>
          <a:xfrm>
            <a:off x="2706688" y="323850"/>
            <a:ext cx="6778625" cy="668338"/>
          </a:xfrm>
        </p:spPr>
        <p:txBody>
          <a:bodyPr/>
          <a:lstStyle/>
          <a:p>
            <a:r>
              <a:rPr lang="zh-CN" altLang="en-US">
                <a:solidFill>
                  <a:srgbClr val="1F4E79"/>
                </a:solidFill>
              </a:rPr>
              <a:t>第八章 有限域上的椭圆曲线</a:t>
            </a:r>
          </a:p>
        </p:txBody>
      </p:sp>
      <p:sp>
        <p:nvSpPr>
          <p:cNvPr id="5" name="空心弧 4">
            <a:extLst>
              <a:ext uri="{FF2B5EF4-FFF2-40B4-BE49-F238E27FC236}">
                <a16:creationId xmlns:a16="http://schemas.microsoft.com/office/drawing/2014/main" id="{E1C40FE7-30B3-AD82-96E2-C5E0659E3A2C}"/>
              </a:ext>
            </a:extLst>
          </p:cNvPr>
          <p:cNvSpPr/>
          <p:nvPr/>
        </p:nvSpPr>
        <p:spPr bwMode="auto">
          <a:xfrm>
            <a:off x="-1608138" y="850900"/>
            <a:ext cx="5472113" cy="5473700"/>
          </a:xfrm>
          <a:prstGeom prst="blockArc">
            <a:avLst>
              <a:gd name="adj1" fmla="val 18439391"/>
              <a:gd name="adj2" fmla="val 3251710"/>
              <a:gd name="adj3" fmla="val 0"/>
            </a:avLst>
          </a:prstGeom>
        </p:spPr>
        <p:style>
          <a:lnRef idx="1">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zh-CN" altLang="en-US"/>
          </a:p>
        </p:txBody>
      </p:sp>
      <p:sp>
        <p:nvSpPr>
          <p:cNvPr id="6" name="任意多边形 5">
            <a:extLst>
              <a:ext uri="{FF2B5EF4-FFF2-40B4-BE49-F238E27FC236}">
                <a16:creationId xmlns:a16="http://schemas.microsoft.com/office/drawing/2014/main" id="{9F9961D3-A7B2-F336-C866-01CA73FC4FCB}"/>
              </a:ext>
            </a:extLst>
          </p:cNvPr>
          <p:cNvSpPr/>
          <p:nvPr/>
        </p:nvSpPr>
        <p:spPr bwMode="auto">
          <a:xfrm>
            <a:off x="3632200" y="2120900"/>
            <a:ext cx="5864225" cy="812800"/>
          </a:xfrm>
          <a:custGeom>
            <a:avLst/>
            <a:gdLst>
              <a:gd name="connsiteX0" fmla="*/ 0 w 5788800"/>
              <a:gd name="connsiteY0" fmla="*/ 0 h 812800"/>
              <a:gd name="connsiteX1" fmla="*/ 5788800 w 5788800"/>
              <a:gd name="connsiteY1" fmla="*/ 0 h 812800"/>
              <a:gd name="connsiteX2" fmla="*/ 5788800 w 5788800"/>
              <a:gd name="connsiteY2" fmla="*/ 812800 h 812800"/>
              <a:gd name="connsiteX3" fmla="*/ 0 w 5788800"/>
              <a:gd name="connsiteY3" fmla="*/ 812800 h 812800"/>
              <a:gd name="connsiteX4" fmla="*/ 0 w 5788800"/>
              <a:gd name="connsiteY4" fmla="*/ 0 h 812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88800" h="812800">
                <a:moveTo>
                  <a:pt x="0" y="0"/>
                </a:moveTo>
                <a:lnTo>
                  <a:pt x="5788800" y="0"/>
                </a:lnTo>
                <a:lnTo>
                  <a:pt x="5788800" y="812800"/>
                </a:lnTo>
                <a:lnTo>
                  <a:pt x="0" y="81280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lIns="645160" tIns="60960" rIns="60960" bIns="60960" anchor="ctr"/>
          <a:lstStyle>
            <a:lvl1pPr defTabSz="1066800">
              <a:defRPr>
                <a:solidFill>
                  <a:schemeClr val="tx1"/>
                </a:solidFill>
                <a:latin typeface="Verdana" panose="020B0604030504040204" pitchFamily="34" charset="0"/>
                <a:ea typeface="宋体" panose="02010600030101010101" pitchFamily="2" charset="-122"/>
              </a:defRPr>
            </a:lvl1pPr>
            <a:lvl2pPr marL="742950" indent="-285750" defTabSz="1066800">
              <a:defRPr>
                <a:solidFill>
                  <a:schemeClr val="tx1"/>
                </a:solidFill>
                <a:latin typeface="Verdana" panose="020B0604030504040204" pitchFamily="34" charset="0"/>
                <a:ea typeface="宋体" panose="02010600030101010101" pitchFamily="2" charset="-122"/>
              </a:defRPr>
            </a:lvl2pPr>
            <a:lvl3pPr marL="1143000" indent="-228600" defTabSz="1066800">
              <a:defRPr>
                <a:solidFill>
                  <a:schemeClr val="tx1"/>
                </a:solidFill>
                <a:latin typeface="Verdana" panose="020B0604030504040204" pitchFamily="34" charset="0"/>
                <a:ea typeface="宋体" panose="02010600030101010101" pitchFamily="2" charset="-122"/>
              </a:defRPr>
            </a:lvl3pPr>
            <a:lvl4pPr marL="1600200" indent="-228600" defTabSz="1066800">
              <a:defRPr>
                <a:solidFill>
                  <a:schemeClr val="tx1"/>
                </a:solidFill>
                <a:latin typeface="Verdana" panose="020B0604030504040204" pitchFamily="34" charset="0"/>
                <a:ea typeface="宋体" panose="02010600030101010101" pitchFamily="2" charset="-122"/>
              </a:defRPr>
            </a:lvl4pPr>
            <a:lvl5pPr marL="2057400" indent="-228600" defTabSz="1066800">
              <a:defRPr>
                <a:solidFill>
                  <a:schemeClr val="tx1"/>
                </a:solidFill>
                <a:latin typeface="Verdana" panose="020B0604030504040204" pitchFamily="34" charset="0"/>
                <a:ea typeface="宋体" panose="02010600030101010101" pitchFamily="2" charset="-122"/>
              </a:defRPr>
            </a:lvl5pPr>
            <a:lvl6pPr marL="2514600" indent="-228600" defTabSz="10668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defTabSz="10668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defTabSz="10668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defTabSz="10668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nSpc>
                <a:spcPct val="90000"/>
              </a:lnSpc>
              <a:spcAft>
                <a:spcPct val="35000"/>
              </a:spcAft>
            </a:pPr>
            <a:r>
              <a:rPr lang="zh-CN" altLang="en-US" sz="2400">
                <a:solidFill>
                  <a:srgbClr val="FFFFFF"/>
                </a:solidFill>
                <a:latin typeface="Times New Roman" panose="02020603050405020304" pitchFamily="18" charset="0"/>
                <a:ea typeface="仿宋" panose="02010609060101010101" pitchFamily="49" charset="-122"/>
              </a:rPr>
              <a:t>实数域上的椭圆曲线</a:t>
            </a:r>
            <a:endParaRPr lang="zh-CN" altLang="en-US" sz="2400">
              <a:solidFill>
                <a:srgbClr val="FFFFFF"/>
              </a:solidFill>
              <a:latin typeface="仿宋" panose="02010609060101010101" pitchFamily="49" charset="-122"/>
              <a:ea typeface="仿宋" panose="02010609060101010101" pitchFamily="49" charset="-122"/>
            </a:endParaRPr>
          </a:p>
        </p:txBody>
      </p:sp>
      <p:sp>
        <p:nvSpPr>
          <p:cNvPr id="7" name="椭圆 6">
            <a:extLst>
              <a:ext uri="{FF2B5EF4-FFF2-40B4-BE49-F238E27FC236}">
                <a16:creationId xmlns:a16="http://schemas.microsoft.com/office/drawing/2014/main" id="{49939D70-B9AC-C597-EFD3-0619C2CDC9CE}"/>
              </a:ext>
            </a:extLst>
          </p:cNvPr>
          <p:cNvSpPr/>
          <p:nvPr/>
        </p:nvSpPr>
        <p:spPr bwMode="auto">
          <a:xfrm>
            <a:off x="3124200" y="2019300"/>
            <a:ext cx="1016000" cy="1016000"/>
          </a:xfrm>
          <a:prstGeom prst="ellipse">
            <a:avLst/>
          </a:prstGeom>
        </p:spPr>
        <p:style>
          <a:lnRef idx="1">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zh-CN" altLang="en-US"/>
          </a:p>
        </p:txBody>
      </p:sp>
      <p:sp>
        <p:nvSpPr>
          <p:cNvPr id="8" name="任意多边形 7">
            <a:extLst>
              <a:ext uri="{FF2B5EF4-FFF2-40B4-BE49-F238E27FC236}">
                <a16:creationId xmlns:a16="http://schemas.microsoft.com/office/drawing/2014/main" id="{4B69DC48-BD01-47E7-1C78-647CB0FB96DE}"/>
              </a:ext>
            </a:extLst>
          </p:cNvPr>
          <p:cNvSpPr/>
          <p:nvPr/>
        </p:nvSpPr>
        <p:spPr bwMode="auto">
          <a:xfrm>
            <a:off x="3633788" y="4064000"/>
            <a:ext cx="5864225" cy="812800"/>
          </a:xfrm>
          <a:custGeom>
            <a:avLst/>
            <a:gdLst>
              <a:gd name="connsiteX0" fmla="*/ 0 w 5493347"/>
              <a:gd name="connsiteY0" fmla="*/ 0 h 812800"/>
              <a:gd name="connsiteX1" fmla="*/ 5493347 w 5493347"/>
              <a:gd name="connsiteY1" fmla="*/ 0 h 812800"/>
              <a:gd name="connsiteX2" fmla="*/ 5493347 w 5493347"/>
              <a:gd name="connsiteY2" fmla="*/ 812800 h 812800"/>
              <a:gd name="connsiteX3" fmla="*/ 0 w 5493347"/>
              <a:gd name="connsiteY3" fmla="*/ 812800 h 812800"/>
              <a:gd name="connsiteX4" fmla="*/ 0 w 5493347"/>
              <a:gd name="connsiteY4" fmla="*/ 0 h 812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93347" h="812800">
                <a:moveTo>
                  <a:pt x="0" y="0"/>
                </a:moveTo>
                <a:lnTo>
                  <a:pt x="5493347" y="0"/>
                </a:lnTo>
                <a:lnTo>
                  <a:pt x="5493347" y="812800"/>
                </a:lnTo>
                <a:lnTo>
                  <a:pt x="0" y="81280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lIns="645160" tIns="60960" rIns="60960" bIns="60960" anchor="ctr"/>
          <a:lstStyle>
            <a:lvl1pPr defTabSz="1066800">
              <a:defRPr>
                <a:solidFill>
                  <a:schemeClr val="tx1"/>
                </a:solidFill>
                <a:latin typeface="Verdana" panose="020B0604030504040204" pitchFamily="34" charset="0"/>
                <a:ea typeface="宋体" panose="02010600030101010101" pitchFamily="2" charset="-122"/>
              </a:defRPr>
            </a:lvl1pPr>
            <a:lvl2pPr marL="742950" indent="-285750" defTabSz="1066800">
              <a:defRPr>
                <a:solidFill>
                  <a:schemeClr val="tx1"/>
                </a:solidFill>
                <a:latin typeface="Verdana" panose="020B0604030504040204" pitchFamily="34" charset="0"/>
                <a:ea typeface="宋体" panose="02010600030101010101" pitchFamily="2" charset="-122"/>
              </a:defRPr>
            </a:lvl2pPr>
            <a:lvl3pPr marL="1143000" indent="-228600" defTabSz="1066800">
              <a:defRPr>
                <a:solidFill>
                  <a:schemeClr val="tx1"/>
                </a:solidFill>
                <a:latin typeface="Verdana" panose="020B0604030504040204" pitchFamily="34" charset="0"/>
                <a:ea typeface="宋体" panose="02010600030101010101" pitchFamily="2" charset="-122"/>
              </a:defRPr>
            </a:lvl3pPr>
            <a:lvl4pPr marL="1600200" indent="-228600" defTabSz="1066800">
              <a:defRPr>
                <a:solidFill>
                  <a:schemeClr val="tx1"/>
                </a:solidFill>
                <a:latin typeface="Verdana" panose="020B0604030504040204" pitchFamily="34" charset="0"/>
                <a:ea typeface="宋体" panose="02010600030101010101" pitchFamily="2" charset="-122"/>
              </a:defRPr>
            </a:lvl4pPr>
            <a:lvl5pPr marL="2057400" indent="-228600" defTabSz="1066800">
              <a:defRPr>
                <a:solidFill>
                  <a:schemeClr val="tx1"/>
                </a:solidFill>
                <a:latin typeface="Verdana" panose="020B0604030504040204" pitchFamily="34" charset="0"/>
                <a:ea typeface="宋体" panose="02010600030101010101" pitchFamily="2" charset="-122"/>
              </a:defRPr>
            </a:lvl5pPr>
            <a:lvl6pPr marL="2514600" indent="-228600" defTabSz="10668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defTabSz="10668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defTabSz="10668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defTabSz="10668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nSpc>
                <a:spcPct val="90000"/>
              </a:lnSpc>
              <a:spcAft>
                <a:spcPct val="35000"/>
              </a:spcAft>
            </a:pPr>
            <a:r>
              <a:rPr lang="zh-CN" altLang="en-US" sz="2400">
                <a:solidFill>
                  <a:srgbClr val="FFFFFF"/>
                </a:solidFill>
                <a:latin typeface="Times New Roman" panose="02020603050405020304" pitchFamily="18" charset="0"/>
                <a:ea typeface="仿宋" panose="02010609060101010101" pitchFamily="49" charset="-122"/>
              </a:rPr>
              <a:t>有限域上的椭圆曲线</a:t>
            </a:r>
            <a:endParaRPr lang="zh-CN" altLang="en-US" sz="2400">
              <a:solidFill>
                <a:srgbClr val="FFFFFF"/>
              </a:solidFill>
              <a:latin typeface="仿宋" panose="02010609060101010101" pitchFamily="49" charset="-122"/>
              <a:ea typeface="仿宋" panose="02010609060101010101" pitchFamily="49" charset="-122"/>
            </a:endParaRPr>
          </a:p>
        </p:txBody>
      </p:sp>
      <p:sp>
        <p:nvSpPr>
          <p:cNvPr id="9" name="椭圆 8">
            <a:extLst>
              <a:ext uri="{FF2B5EF4-FFF2-40B4-BE49-F238E27FC236}">
                <a16:creationId xmlns:a16="http://schemas.microsoft.com/office/drawing/2014/main" id="{525C5883-4DBB-0398-A27C-48D71E80E244}"/>
              </a:ext>
            </a:extLst>
          </p:cNvPr>
          <p:cNvSpPr/>
          <p:nvPr/>
        </p:nvSpPr>
        <p:spPr bwMode="auto">
          <a:xfrm>
            <a:off x="3125788" y="3962400"/>
            <a:ext cx="1016000" cy="1016000"/>
          </a:xfrm>
          <a:prstGeom prst="ellipse">
            <a:avLst/>
          </a:prstGeom>
        </p:spPr>
        <p:style>
          <a:lnRef idx="1">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zh-CN" alt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mph" presetSubtype="2" fill="hold" nodeType="clickEffect">
                                  <p:stCondLst>
                                    <p:cond delay="0"/>
                                  </p:stCondLst>
                                  <p:childTnLst>
                                    <p:animClr clrSpc="rgb" dir="cw">
                                      <p:cBhvr>
                                        <p:cTn id="6" dur="2000" fill="hold"/>
                                        <p:tgtEl>
                                          <p:spTgt spid="7"/>
                                        </p:tgtEl>
                                        <p:attrNameLst>
                                          <p:attrName>fillcolor</p:attrName>
                                        </p:attrNameLst>
                                      </p:cBhvr>
                                      <p:to>
                                        <a:schemeClr val="accent2"/>
                                      </p:to>
                                    </p:animClr>
                                    <p:set>
                                      <p:cBhvr>
                                        <p:cTn id="7" dur="2000" fill="hold"/>
                                        <p:tgtEl>
                                          <p:spTgt spid="7"/>
                                        </p:tgtEl>
                                        <p:attrNameLst>
                                          <p:attrName>fill.type</p:attrName>
                                        </p:attrNameLst>
                                      </p:cBhvr>
                                      <p:to>
                                        <p:strVal val="solid"/>
                                      </p:to>
                                    </p:set>
                                    <p:set>
                                      <p:cBhvr>
                                        <p:cTn id="8" dur="2000" fill="hold"/>
                                        <p:tgtEl>
                                          <p:spTgt spid="7"/>
                                        </p:tgtEl>
                                        <p:attrNameLst>
                                          <p:attrName>fill.on</p:attrName>
                                        </p:attrNameLst>
                                      </p:cBhvr>
                                      <p:to>
                                        <p:strVal val="true"/>
                                      </p:to>
                                    </p:set>
                                  </p:childTnLst>
                                </p:cTn>
                              </p:par>
                              <p:par>
                                <p:cTn id="9" presetID="1" presetClass="emph" presetSubtype="2" fill="hold" nodeType="withEffect">
                                  <p:stCondLst>
                                    <p:cond delay="0"/>
                                  </p:stCondLst>
                                  <p:childTnLst>
                                    <p:animClr clrSpc="rgb" dir="cw">
                                      <p:cBhvr>
                                        <p:cTn id="10" dur="2000" fill="hold"/>
                                        <p:tgtEl>
                                          <p:spTgt spid="6"/>
                                        </p:tgtEl>
                                        <p:attrNameLst>
                                          <p:attrName>fillcolor</p:attrName>
                                        </p:attrNameLst>
                                      </p:cBhvr>
                                      <p:to>
                                        <a:schemeClr val="accent2"/>
                                      </p:to>
                                    </p:animClr>
                                    <p:set>
                                      <p:cBhvr>
                                        <p:cTn id="11" dur="2000" fill="hold"/>
                                        <p:tgtEl>
                                          <p:spTgt spid="6"/>
                                        </p:tgtEl>
                                        <p:attrNameLst>
                                          <p:attrName>fill.type</p:attrName>
                                        </p:attrNameLst>
                                      </p:cBhvr>
                                      <p:to>
                                        <p:strVal val="solid"/>
                                      </p:to>
                                    </p:set>
                                    <p:set>
                                      <p:cBhvr>
                                        <p:cTn id="12" dur="2000" fill="hold"/>
                                        <p:tgtEl>
                                          <p:spTgt spid="6"/>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1">
            <a:extLst>
              <a:ext uri="{FF2B5EF4-FFF2-40B4-BE49-F238E27FC236}">
                <a16:creationId xmlns:a16="http://schemas.microsoft.com/office/drawing/2014/main" id="{0AB4E204-0CD7-15AC-D7A5-D8D1FD525989}"/>
              </a:ext>
            </a:extLst>
          </p:cNvPr>
          <p:cNvSpPr>
            <a:spLocks noGrp="1"/>
          </p:cNvSpPr>
          <p:nvPr>
            <p:ph type="title"/>
          </p:nvPr>
        </p:nvSpPr>
        <p:spPr>
          <a:xfrm>
            <a:off x="2152650" y="381000"/>
            <a:ext cx="6778625" cy="668338"/>
          </a:xfrm>
        </p:spPr>
        <p:txBody>
          <a:bodyPr/>
          <a:lstStyle/>
          <a:p>
            <a:r>
              <a:rPr lang="zh-CN" altLang="en-US">
                <a:solidFill>
                  <a:srgbClr val="1F4E79"/>
                </a:solidFill>
                <a:latin typeface="Times New Roman" panose="02020603050405020304" pitchFamily="18" charset="0"/>
              </a:rPr>
              <a:t>实数域上的椭圆曲线</a:t>
            </a:r>
          </a:p>
        </p:txBody>
      </p:sp>
      <p:sp>
        <p:nvSpPr>
          <p:cNvPr id="31747" name="内容占位符 2">
            <a:extLst>
              <a:ext uri="{FF2B5EF4-FFF2-40B4-BE49-F238E27FC236}">
                <a16:creationId xmlns:a16="http://schemas.microsoft.com/office/drawing/2014/main" id="{71A814CA-4827-2F99-42AF-AB0692C9EEEF}"/>
              </a:ext>
            </a:extLst>
          </p:cNvPr>
          <p:cNvSpPr>
            <a:spLocks noGrp="1"/>
          </p:cNvSpPr>
          <p:nvPr>
            <p:ph idx="1"/>
          </p:nvPr>
        </p:nvSpPr>
        <p:spPr>
          <a:xfrm>
            <a:off x="1524000" y="1592263"/>
            <a:ext cx="9067800" cy="4579937"/>
          </a:xfrm>
        </p:spPr>
        <p:txBody>
          <a:bodyPr/>
          <a:lstStyle/>
          <a:p>
            <a:pPr marL="0" indent="0">
              <a:lnSpc>
                <a:spcPct val="100000"/>
              </a:lnSpc>
              <a:buFont typeface="Arial" panose="020B0604020202020204" pitchFamily="34" charset="0"/>
              <a:buNone/>
            </a:pPr>
            <a:r>
              <a:rPr lang="en-US" altLang="zh-CN"/>
              <a:t>    </a:t>
            </a:r>
            <a:r>
              <a:rPr lang="zh-CN" altLang="zh-CN"/>
              <a:t>椭圆曲线并非椭圆</a:t>
            </a:r>
            <a:r>
              <a:rPr lang="en-US" altLang="zh-CN"/>
              <a:t>,</a:t>
            </a:r>
            <a:r>
              <a:rPr lang="zh-CN" altLang="zh-CN"/>
              <a:t>之所以称为椭圆曲线是因为它的曲线方程与计算椭圆周长的方程相似。一般的</a:t>
            </a:r>
            <a:r>
              <a:rPr lang="en-US" altLang="zh-CN"/>
              <a:t>,</a:t>
            </a:r>
            <a:r>
              <a:rPr lang="zh-CN" altLang="zh-CN"/>
              <a:t>椭圆曲线指的是由维尔斯特拉斯</a:t>
            </a:r>
            <a:r>
              <a:rPr lang="en-US" altLang="zh-CN"/>
              <a:t>(</a:t>
            </a:r>
            <a:r>
              <a:rPr lang="en-US" altLang="zh-CN" b="1">
                <a:solidFill>
                  <a:srgbClr val="000000"/>
                </a:solidFill>
                <a:latin typeface="Times New Roman" panose="02020603050405020304" pitchFamily="18" charset="0"/>
              </a:rPr>
              <a:t>Weierstrass</a:t>
            </a:r>
            <a:r>
              <a:rPr lang="en-US" altLang="zh-CN"/>
              <a:t>)</a:t>
            </a:r>
            <a:r>
              <a:rPr lang="zh-CN" altLang="zh-CN"/>
              <a:t>方程</a:t>
            </a:r>
          </a:p>
          <a:p>
            <a:pPr marL="0" indent="0">
              <a:lnSpc>
                <a:spcPct val="100000"/>
              </a:lnSpc>
              <a:spcBef>
                <a:spcPts val="500"/>
              </a:spcBef>
              <a:buFont typeface="Arial" panose="020B0604020202020204" pitchFamily="34" charset="0"/>
              <a:buNone/>
            </a:pPr>
            <a:r>
              <a:rPr lang="en-US" altLang="zh-CN"/>
              <a:t> </a:t>
            </a:r>
            <a:endParaRPr lang="zh-CN" altLang="zh-CN"/>
          </a:p>
          <a:p>
            <a:pPr marL="0" indent="0">
              <a:lnSpc>
                <a:spcPct val="100000"/>
              </a:lnSpc>
              <a:spcBef>
                <a:spcPts val="500"/>
              </a:spcBef>
              <a:buFont typeface="Arial" panose="020B0604020202020204" pitchFamily="34" charset="0"/>
              <a:buNone/>
            </a:pPr>
            <a:r>
              <a:rPr lang="zh-CN" altLang="zh-CN"/>
              <a:t>所确定的曲线</a:t>
            </a:r>
            <a:r>
              <a:rPr lang="en-US" altLang="zh-CN"/>
              <a:t>,</a:t>
            </a:r>
            <a:r>
              <a:rPr lang="zh-CN" altLang="zh-CN"/>
              <a:t>它是由方程的全体解</a:t>
            </a:r>
            <a:r>
              <a:rPr lang="zh-CN" altLang="en-US"/>
              <a:t>点</a:t>
            </a:r>
            <a:r>
              <a:rPr lang="en-US" altLang="zh-CN"/>
              <a:t>     </a:t>
            </a:r>
            <a:r>
              <a:rPr lang="zh-CN" altLang="zh-CN"/>
              <a:t>再加上一个无穷远点</a:t>
            </a:r>
            <a:r>
              <a:rPr lang="en-US" altLang="zh-CN"/>
              <a:t>  </a:t>
            </a:r>
            <a:r>
              <a:rPr lang="zh-CN" altLang="zh-CN"/>
              <a:t>构成的集合</a:t>
            </a:r>
            <a:r>
              <a:rPr lang="en-US" altLang="zh-CN"/>
              <a:t>,</a:t>
            </a:r>
            <a:r>
              <a:rPr lang="zh-CN" altLang="zh-CN"/>
              <a:t>其中</a:t>
            </a:r>
            <a:r>
              <a:rPr lang="en-US" altLang="zh-CN"/>
              <a:t>         </a:t>
            </a:r>
            <a:r>
              <a:rPr lang="zh-CN" altLang="zh-CN"/>
              <a:t>是满足一些简单条件的实数</a:t>
            </a:r>
            <a:r>
              <a:rPr lang="en-US" altLang="zh-CN"/>
              <a:t>, </a:t>
            </a:r>
            <a:r>
              <a:rPr lang="zh-CN" altLang="zh-CN"/>
              <a:t>和</a:t>
            </a:r>
            <a:r>
              <a:rPr lang="en-US" altLang="zh-CN"/>
              <a:t> </a:t>
            </a:r>
            <a:r>
              <a:rPr lang="zh-CN" altLang="zh-CN"/>
              <a:t>也在实数集上取值。上述曲线方程可以通过坐标变换转化为下述形式</a:t>
            </a:r>
            <a:r>
              <a:rPr lang="en-US" altLang="zh-CN"/>
              <a:t>:</a:t>
            </a:r>
            <a:endParaRPr lang="zh-CN" altLang="zh-CN"/>
          </a:p>
        </p:txBody>
      </p:sp>
      <p:graphicFrame>
        <p:nvGraphicFramePr>
          <p:cNvPr id="31748" name="对象 3">
            <a:extLst>
              <a:ext uri="{FF2B5EF4-FFF2-40B4-BE49-F238E27FC236}">
                <a16:creationId xmlns:a16="http://schemas.microsoft.com/office/drawing/2014/main" id="{B8FAA4B0-DAEE-0D5E-ADA7-BF4DAC78F245}"/>
              </a:ext>
            </a:extLst>
          </p:cNvPr>
          <p:cNvGraphicFramePr>
            <a:graphicFrameLocks noChangeAspect="1"/>
          </p:cNvGraphicFramePr>
          <p:nvPr/>
        </p:nvGraphicFramePr>
        <p:xfrm>
          <a:off x="3854450" y="2787650"/>
          <a:ext cx="4405313" cy="368300"/>
        </p:xfrm>
        <a:graphic>
          <a:graphicData uri="http://schemas.openxmlformats.org/presentationml/2006/ole">
            <mc:AlternateContent xmlns:mc="http://schemas.openxmlformats.org/markup-compatibility/2006">
              <mc:Choice xmlns:v="urn:schemas-microsoft-com:vml" Requires="v">
                <p:oleObj name="Formula" r:id="rId2" imgW="16002000" imgH="1333500" progId="Equation.Ribbit">
                  <p:embed/>
                </p:oleObj>
              </mc:Choice>
              <mc:Fallback>
                <p:oleObj name="Formula" r:id="rId2" imgW="16002000" imgH="1333500" progId="Equation.Ribbit">
                  <p:embed/>
                  <p:pic>
                    <p:nvPicPr>
                      <p:cNvPr id="0" name="对象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54450" y="2787650"/>
                        <a:ext cx="440531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1749" name="对象 4">
            <a:extLst>
              <a:ext uri="{FF2B5EF4-FFF2-40B4-BE49-F238E27FC236}">
                <a16:creationId xmlns:a16="http://schemas.microsoft.com/office/drawing/2014/main" id="{99AF8C25-E88C-70D2-18BD-9C35D898134D}"/>
              </a:ext>
            </a:extLst>
          </p:cNvPr>
          <p:cNvGraphicFramePr>
            <a:graphicFrameLocks noChangeAspect="1"/>
          </p:cNvGraphicFramePr>
          <p:nvPr/>
        </p:nvGraphicFramePr>
        <p:xfrm>
          <a:off x="6705600" y="3200400"/>
          <a:ext cx="650875" cy="349250"/>
        </p:xfrm>
        <a:graphic>
          <a:graphicData uri="http://schemas.openxmlformats.org/presentationml/2006/ole">
            <mc:AlternateContent xmlns:mc="http://schemas.openxmlformats.org/markup-compatibility/2006">
              <mc:Choice xmlns:v="urn:schemas-microsoft-com:vml" Requires="v">
                <p:oleObj name="Formula" r:id="rId4" imgW="2362200" imgH="1270000" progId="Equation.Ribbit">
                  <p:embed/>
                </p:oleObj>
              </mc:Choice>
              <mc:Fallback>
                <p:oleObj name="Formula" r:id="rId4" imgW="2362200" imgH="1270000" progId="Equation.Ribbit">
                  <p:embed/>
                  <p:pic>
                    <p:nvPicPr>
                      <p:cNvPr id="0" name="对象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05600" y="3200400"/>
                        <a:ext cx="650875"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1750" name="对象 5">
            <a:extLst>
              <a:ext uri="{FF2B5EF4-FFF2-40B4-BE49-F238E27FC236}">
                <a16:creationId xmlns:a16="http://schemas.microsoft.com/office/drawing/2014/main" id="{672041D0-CD57-DDD1-35A8-D0065D36EC86}"/>
              </a:ext>
            </a:extLst>
          </p:cNvPr>
          <p:cNvGraphicFramePr>
            <a:graphicFrameLocks noChangeAspect="1"/>
          </p:cNvGraphicFramePr>
          <p:nvPr/>
        </p:nvGraphicFramePr>
        <p:xfrm>
          <a:off x="9906000" y="3259138"/>
          <a:ext cx="233363" cy="322262"/>
        </p:xfrm>
        <a:graphic>
          <a:graphicData uri="http://schemas.openxmlformats.org/presentationml/2006/ole">
            <mc:AlternateContent xmlns:mc="http://schemas.openxmlformats.org/markup-compatibility/2006">
              <mc:Choice xmlns:v="urn:schemas-microsoft-com:vml" Requires="v">
                <p:oleObj name="Formula" r:id="rId6" imgW="838200" imgH="1155700" progId="Equation.Ribbit">
                  <p:embed/>
                </p:oleObj>
              </mc:Choice>
              <mc:Fallback>
                <p:oleObj name="Formula" r:id="rId6" imgW="838200" imgH="1155700" progId="Equation.Ribbit">
                  <p:embed/>
                  <p:pic>
                    <p:nvPicPr>
                      <p:cNvPr id="0" name="对象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906000" y="3259138"/>
                        <a:ext cx="233363" cy="32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1751" name="对象 6">
            <a:extLst>
              <a:ext uri="{FF2B5EF4-FFF2-40B4-BE49-F238E27FC236}">
                <a16:creationId xmlns:a16="http://schemas.microsoft.com/office/drawing/2014/main" id="{97D8548E-85CE-94C4-62D9-7A3BD648BB97}"/>
              </a:ext>
            </a:extLst>
          </p:cNvPr>
          <p:cNvGraphicFramePr>
            <a:graphicFrameLocks noChangeAspect="1"/>
          </p:cNvGraphicFramePr>
          <p:nvPr/>
        </p:nvGraphicFramePr>
        <p:xfrm>
          <a:off x="3932238" y="3594100"/>
          <a:ext cx="1230312" cy="307975"/>
        </p:xfrm>
        <a:graphic>
          <a:graphicData uri="http://schemas.openxmlformats.org/presentationml/2006/ole">
            <mc:AlternateContent xmlns:mc="http://schemas.openxmlformats.org/markup-compatibility/2006">
              <mc:Choice xmlns:v="urn:schemas-microsoft-com:vml" Requires="v">
                <p:oleObj name="Formula" r:id="rId8" imgW="4457700" imgH="1130300" progId="Equation.Ribbit">
                  <p:embed/>
                </p:oleObj>
              </mc:Choice>
              <mc:Fallback>
                <p:oleObj name="Formula" r:id="rId8" imgW="4457700" imgH="1130300" progId="Equation.Ribbit">
                  <p:embed/>
                  <p:pic>
                    <p:nvPicPr>
                      <p:cNvPr id="0" name="对象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32238" y="3594100"/>
                        <a:ext cx="12303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1752" name="对象 7">
            <a:extLst>
              <a:ext uri="{FF2B5EF4-FFF2-40B4-BE49-F238E27FC236}">
                <a16:creationId xmlns:a16="http://schemas.microsoft.com/office/drawing/2014/main" id="{4910D857-4CF4-277E-0B44-A4479DAAE2D4}"/>
              </a:ext>
            </a:extLst>
          </p:cNvPr>
          <p:cNvGraphicFramePr>
            <a:graphicFrameLocks noChangeAspect="1"/>
          </p:cNvGraphicFramePr>
          <p:nvPr/>
        </p:nvGraphicFramePr>
        <p:xfrm>
          <a:off x="9067800" y="3665538"/>
          <a:ext cx="173038" cy="236537"/>
        </p:xfrm>
        <a:graphic>
          <a:graphicData uri="http://schemas.openxmlformats.org/presentationml/2006/ole">
            <mc:AlternateContent xmlns:mc="http://schemas.openxmlformats.org/markup-compatibility/2006">
              <mc:Choice xmlns:v="urn:schemas-microsoft-com:vml" Requires="v">
                <p:oleObj name="Formula" r:id="rId10" imgW="635000" imgH="863600" progId="Equation.Ribbit">
                  <p:embed/>
                </p:oleObj>
              </mc:Choice>
              <mc:Fallback>
                <p:oleObj name="Formula" r:id="rId10" imgW="635000" imgH="863600" progId="Equation.Ribbit">
                  <p:embed/>
                  <p:pic>
                    <p:nvPicPr>
                      <p:cNvPr id="0" name="对象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067800" y="3665538"/>
                        <a:ext cx="173038" cy="236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1753" name="对象 8">
            <a:extLst>
              <a:ext uri="{FF2B5EF4-FFF2-40B4-BE49-F238E27FC236}">
                <a16:creationId xmlns:a16="http://schemas.microsoft.com/office/drawing/2014/main" id="{DA33B1A6-2101-316E-6060-6D6C0E5B4490}"/>
              </a:ext>
            </a:extLst>
          </p:cNvPr>
          <p:cNvGraphicFramePr>
            <a:graphicFrameLocks noChangeAspect="1"/>
          </p:cNvGraphicFramePr>
          <p:nvPr/>
        </p:nvGraphicFramePr>
        <p:xfrm>
          <a:off x="9517063" y="3662363"/>
          <a:ext cx="165100" cy="239712"/>
        </p:xfrm>
        <a:graphic>
          <a:graphicData uri="http://schemas.openxmlformats.org/presentationml/2006/ole">
            <mc:AlternateContent xmlns:mc="http://schemas.openxmlformats.org/markup-compatibility/2006">
              <mc:Choice xmlns:v="urn:schemas-microsoft-com:vml" Requires="v">
                <p:oleObj name="Formula" r:id="rId12" imgW="596900" imgH="863600" progId="Equation.Ribbit">
                  <p:embed/>
                </p:oleObj>
              </mc:Choice>
              <mc:Fallback>
                <p:oleObj name="Formula" r:id="rId12" imgW="596900" imgH="863600" progId="Equation.Ribbit">
                  <p:embed/>
                  <p:pic>
                    <p:nvPicPr>
                      <p:cNvPr id="0" name="对象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517063" y="3662363"/>
                        <a:ext cx="1651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1754" name="对象 9">
            <a:extLst>
              <a:ext uri="{FF2B5EF4-FFF2-40B4-BE49-F238E27FC236}">
                <a16:creationId xmlns:a16="http://schemas.microsoft.com/office/drawing/2014/main" id="{BCD8B9C7-5F86-D871-992E-F73B9E2E72DA}"/>
              </a:ext>
            </a:extLst>
          </p:cNvPr>
          <p:cNvGraphicFramePr>
            <a:graphicFrameLocks noChangeAspect="1"/>
          </p:cNvGraphicFramePr>
          <p:nvPr/>
        </p:nvGraphicFramePr>
        <p:xfrm>
          <a:off x="5021263" y="4425950"/>
          <a:ext cx="2149475" cy="368300"/>
        </p:xfrm>
        <a:graphic>
          <a:graphicData uri="http://schemas.openxmlformats.org/presentationml/2006/ole">
            <mc:AlternateContent xmlns:mc="http://schemas.openxmlformats.org/markup-compatibility/2006">
              <mc:Choice xmlns:v="urn:schemas-microsoft-com:vml" Requires="v">
                <p:oleObj name="Formula" r:id="rId14" imgW="7797800" imgH="1333500" progId="Equation.Ribbit">
                  <p:embed/>
                </p:oleObj>
              </mc:Choice>
              <mc:Fallback>
                <p:oleObj name="Formula" r:id="rId14" imgW="7797800" imgH="1333500" progId="Equation.Ribbit">
                  <p:embed/>
                  <p:pic>
                    <p:nvPicPr>
                      <p:cNvPr id="0" name="对象 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021263" y="4425950"/>
                        <a:ext cx="21494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1">
            <a:extLst>
              <a:ext uri="{FF2B5EF4-FFF2-40B4-BE49-F238E27FC236}">
                <a16:creationId xmlns:a16="http://schemas.microsoft.com/office/drawing/2014/main" id="{002C9EA5-CD6A-0A54-1E2E-253F6C0EE417}"/>
              </a:ext>
            </a:extLst>
          </p:cNvPr>
          <p:cNvSpPr>
            <a:spLocks noGrp="1"/>
          </p:cNvSpPr>
          <p:nvPr>
            <p:ph type="title"/>
          </p:nvPr>
        </p:nvSpPr>
        <p:spPr>
          <a:xfrm>
            <a:off x="2152650" y="381000"/>
            <a:ext cx="6778625" cy="668338"/>
          </a:xfrm>
        </p:spPr>
        <p:txBody>
          <a:bodyPr/>
          <a:lstStyle/>
          <a:p>
            <a:r>
              <a:rPr lang="zh-CN" altLang="en-US">
                <a:solidFill>
                  <a:srgbClr val="1F4E79"/>
                </a:solidFill>
                <a:latin typeface="Times New Roman" panose="02020603050405020304" pitchFamily="18" charset="0"/>
              </a:rPr>
              <a:t>实数域上的椭圆曲线</a:t>
            </a:r>
          </a:p>
        </p:txBody>
      </p:sp>
      <p:sp>
        <p:nvSpPr>
          <p:cNvPr id="32771" name="内容占位符 2">
            <a:extLst>
              <a:ext uri="{FF2B5EF4-FFF2-40B4-BE49-F238E27FC236}">
                <a16:creationId xmlns:a16="http://schemas.microsoft.com/office/drawing/2014/main" id="{051BBCE1-EE4E-85B5-0631-8D41B1AD20AB}"/>
              </a:ext>
            </a:extLst>
          </p:cNvPr>
          <p:cNvSpPr>
            <a:spLocks noGrp="1"/>
          </p:cNvSpPr>
          <p:nvPr>
            <p:ph idx="1"/>
          </p:nvPr>
        </p:nvSpPr>
        <p:spPr>
          <a:xfrm>
            <a:off x="1447800" y="1668463"/>
            <a:ext cx="9067800" cy="4579937"/>
          </a:xfrm>
        </p:spPr>
        <p:txBody>
          <a:bodyPr/>
          <a:lstStyle/>
          <a:p>
            <a:pPr marL="0" indent="0">
              <a:lnSpc>
                <a:spcPct val="100000"/>
              </a:lnSpc>
              <a:buFont typeface="Arial" panose="020B0604020202020204" pitchFamily="34" charset="0"/>
              <a:buNone/>
            </a:pPr>
            <a:r>
              <a:rPr lang="zh-CN" altLang="en-US"/>
              <a:t>由它确定的椭圆曲线常记为      </a:t>
            </a:r>
            <a:r>
              <a:rPr lang="en-US" altLang="zh-CN"/>
              <a:t>,</a:t>
            </a:r>
            <a:r>
              <a:rPr lang="zh-CN" altLang="en-US"/>
              <a:t>简记为  。</a:t>
            </a:r>
          </a:p>
          <a:p>
            <a:pPr marL="0" indent="0">
              <a:lnSpc>
                <a:spcPct val="100000"/>
              </a:lnSpc>
              <a:buFont typeface="Arial" panose="020B0604020202020204" pitchFamily="34" charset="0"/>
              <a:buNone/>
            </a:pPr>
            <a:r>
              <a:rPr lang="zh-CN" altLang="en-US"/>
              <a:t>当             时</a:t>
            </a:r>
            <a:r>
              <a:rPr lang="en-US" altLang="zh-CN"/>
              <a:t>,</a:t>
            </a:r>
            <a:r>
              <a:rPr lang="zh-CN" altLang="en-US"/>
              <a:t>称      是一条非奇异椭圆曲线。对于非奇异椭圆曲线</a:t>
            </a:r>
            <a:r>
              <a:rPr lang="en-US" altLang="zh-CN"/>
              <a:t>,</a:t>
            </a:r>
            <a:r>
              <a:rPr lang="zh-CN" altLang="en-US"/>
              <a:t>可以基于集合      定义一个群。</a:t>
            </a:r>
          </a:p>
          <a:p>
            <a:pPr marL="0" indent="0">
              <a:lnSpc>
                <a:spcPct val="100000"/>
              </a:lnSpc>
              <a:buFont typeface="Arial" panose="020B0604020202020204" pitchFamily="34" charset="0"/>
              <a:buNone/>
            </a:pPr>
            <a:r>
              <a:rPr lang="zh-CN" altLang="en-US"/>
              <a:t>这是一个</a:t>
            </a:r>
            <a:r>
              <a:rPr lang="en-US" altLang="zh-CN" b="1">
                <a:solidFill>
                  <a:srgbClr val="000000"/>
                </a:solidFill>
                <a:latin typeface="Times New Roman" panose="02020603050405020304" pitchFamily="18" charset="0"/>
              </a:rPr>
              <a:t>Abel</a:t>
            </a:r>
            <a:r>
              <a:rPr lang="zh-CN" altLang="en-US"/>
              <a:t>群</a:t>
            </a:r>
            <a:r>
              <a:rPr lang="en-US" altLang="zh-CN"/>
              <a:t>,</a:t>
            </a:r>
            <a:r>
              <a:rPr lang="zh-CN" altLang="en-US"/>
              <a:t>具有重要的“加法规则”属性。下面</a:t>
            </a:r>
            <a:r>
              <a:rPr lang="en-US" altLang="zh-CN"/>
              <a:t>,</a:t>
            </a:r>
            <a:r>
              <a:rPr lang="zh-CN" altLang="en-US"/>
              <a:t>首先给出加法规则的几何描述</a:t>
            </a:r>
            <a:r>
              <a:rPr lang="en-US" altLang="zh-CN"/>
              <a:t>,</a:t>
            </a:r>
            <a:r>
              <a:rPr lang="zh-CN" altLang="en-US"/>
              <a:t>然后给出加法规则的代数描述。</a:t>
            </a:r>
          </a:p>
          <a:p>
            <a:pPr marL="0" indent="0">
              <a:lnSpc>
                <a:spcPct val="100000"/>
              </a:lnSpc>
              <a:buFont typeface="Arial" panose="020B0604020202020204" pitchFamily="34" charset="0"/>
              <a:buNone/>
            </a:pPr>
            <a:r>
              <a:rPr lang="en-US" altLang="zh-CN"/>
              <a:t>1)</a:t>
            </a:r>
            <a:r>
              <a:rPr lang="zh-CN" altLang="en-US"/>
              <a:t>加法的几何描述</a:t>
            </a:r>
          </a:p>
          <a:p>
            <a:pPr marL="0" indent="0">
              <a:lnSpc>
                <a:spcPct val="100000"/>
              </a:lnSpc>
              <a:buFont typeface="Arial" panose="020B0604020202020204" pitchFamily="34" charset="0"/>
              <a:buNone/>
            </a:pPr>
            <a:r>
              <a:rPr lang="zh-CN" altLang="en-US"/>
              <a:t>       椭圆曲线上的加法运算定义如下</a:t>
            </a:r>
            <a:r>
              <a:rPr lang="en-US" altLang="zh-CN"/>
              <a:t>:</a:t>
            </a:r>
            <a:r>
              <a:rPr lang="zh-CN" altLang="en-US"/>
              <a:t>如果椭圆曲线上的</a:t>
            </a:r>
            <a:r>
              <a:rPr lang="en-US" altLang="zh-CN"/>
              <a:t>3</a:t>
            </a:r>
            <a:r>
              <a:rPr lang="zh-CN" altLang="en-US"/>
              <a:t>个点位于同一直线上</a:t>
            </a:r>
            <a:r>
              <a:rPr lang="en-US" altLang="zh-CN"/>
              <a:t>,</a:t>
            </a:r>
            <a:r>
              <a:rPr lang="zh-CN" altLang="en-US"/>
              <a:t>那么它们的和为  。从这个定义出发</a:t>
            </a:r>
            <a:r>
              <a:rPr lang="en-US" altLang="zh-CN"/>
              <a:t>,</a:t>
            </a:r>
            <a:r>
              <a:rPr lang="zh-CN" altLang="en-US"/>
              <a:t>可以定义椭圆曲线的加法规则</a:t>
            </a:r>
            <a:r>
              <a:rPr lang="en-US" altLang="zh-CN"/>
              <a:t>:</a:t>
            </a:r>
          </a:p>
        </p:txBody>
      </p:sp>
      <p:graphicFrame>
        <p:nvGraphicFramePr>
          <p:cNvPr id="32772" name="对象 3">
            <a:extLst>
              <a:ext uri="{FF2B5EF4-FFF2-40B4-BE49-F238E27FC236}">
                <a16:creationId xmlns:a16="http://schemas.microsoft.com/office/drawing/2014/main" id="{8FFF7168-0199-6CB4-2446-1E3F87DE597F}"/>
              </a:ext>
            </a:extLst>
          </p:cNvPr>
          <p:cNvGraphicFramePr>
            <a:graphicFrameLocks noChangeAspect="1"/>
          </p:cNvGraphicFramePr>
          <p:nvPr/>
        </p:nvGraphicFramePr>
        <p:xfrm>
          <a:off x="5181600" y="1776413"/>
          <a:ext cx="863600" cy="349250"/>
        </p:xfrm>
        <a:graphic>
          <a:graphicData uri="http://schemas.openxmlformats.org/presentationml/2006/ole">
            <mc:AlternateContent xmlns:mc="http://schemas.openxmlformats.org/markup-compatibility/2006">
              <mc:Choice xmlns:v="urn:schemas-microsoft-com:vml" Requires="v">
                <p:oleObj name="Formula" r:id="rId2" imgW="3124200" imgH="1270000" progId="Equation.Ribbit">
                  <p:embed/>
                </p:oleObj>
              </mc:Choice>
              <mc:Fallback>
                <p:oleObj name="Formula" r:id="rId2" imgW="3124200" imgH="1270000" progId="Equation.Ribbit">
                  <p:embed/>
                  <p:pic>
                    <p:nvPicPr>
                      <p:cNvPr id="0" name="对象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1600" y="1776413"/>
                        <a:ext cx="86360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2773" name="对象 4">
            <a:extLst>
              <a:ext uri="{FF2B5EF4-FFF2-40B4-BE49-F238E27FC236}">
                <a16:creationId xmlns:a16="http://schemas.microsoft.com/office/drawing/2014/main" id="{33108999-EFBF-6418-BF53-BA718FE3320F}"/>
              </a:ext>
            </a:extLst>
          </p:cNvPr>
          <p:cNvGraphicFramePr>
            <a:graphicFrameLocks noChangeAspect="1"/>
          </p:cNvGraphicFramePr>
          <p:nvPr/>
        </p:nvGraphicFramePr>
        <p:xfrm>
          <a:off x="7227888" y="1797050"/>
          <a:ext cx="239712" cy="307975"/>
        </p:xfrm>
        <a:graphic>
          <a:graphicData uri="http://schemas.openxmlformats.org/presentationml/2006/ole">
            <mc:AlternateContent xmlns:mc="http://schemas.openxmlformats.org/markup-compatibility/2006">
              <mc:Choice xmlns:v="urn:schemas-microsoft-com:vml" Requires="v">
                <p:oleObj name="Formula" r:id="rId4" imgW="863600" imgH="1117600" progId="Equation.Ribbit">
                  <p:embed/>
                </p:oleObj>
              </mc:Choice>
              <mc:Fallback>
                <p:oleObj name="Formula" r:id="rId4" imgW="863600" imgH="1117600" progId="Equation.Ribbit">
                  <p:embed/>
                  <p:pic>
                    <p:nvPicPr>
                      <p:cNvPr id="0" name="对象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27888" y="1797050"/>
                        <a:ext cx="2397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2774" name="对象 5">
            <a:extLst>
              <a:ext uri="{FF2B5EF4-FFF2-40B4-BE49-F238E27FC236}">
                <a16:creationId xmlns:a16="http://schemas.microsoft.com/office/drawing/2014/main" id="{822155AC-184F-2EEF-BBBA-3C4838DEEE61}"/>
              </a:ext>
            </a:extLst>
          </p:cNvPr>
          <p:cNvGraphicFramePr>
            <a:graphicFrameLocks noChangeAspect="1"/>
          </p:cNvGraphicFramePr>
          <p:nvPr/>
        </p:nvGraphicFramePr>
        <p:xfrm>
          <a:off x="1905000" y="2224088"/>
          <a:ext cx="1876425" cy="371475"/>
        </p:xfrm>
        <a:graphic>
          <a:graphicData uri="http://schemas.openxmlformats.org/presentationml/2006/ole">
            <mc:AlternateContent xmlns:mc="http://schemas.openxmlformats.org/markup-compatibility/2006">
              <mc:Choice xmlns:v="urn:schemas-microsoft-com:vml" Requires="v">
                <p:oleObj name="Formula" r:id="rId6" imgW="6807200" imgH="1346200" progId="Equation.Ribbit">
                  <p:embed/>
                </p:oleObj>
              </mc:Choice>
              <mc:Fallback>
                <p:oleObj name="Formula" r:id="rId6" imgW="6807200" imgH="1346200" progId="Equation.Ribbit">
                  <p:embed/>
                  <p:pic>
                    <p:nvPicPr>
                      <p:cNvPr id="0" name="对象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05000" y="2224088"/>
                        <a:ext cx="1876425"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2775" name="对象 7">
            <a:extLst>
              <a:ext uri="{FF2B5EF4-FFF2-40B4-BE49-F238E27FC236}">
                <a16:creationId xmlns:a16="http://schemas.microsoft.com/office/drawing/2014/main" id="{875BB73E-6C54-28AA-0BB9-F348CAA45ECA}"/>
              </a:ext>
            </a:extLst>
          </p:cNvPr>
          <p:cNvGraphicFramePr>
            <a:graphicFrameLocks noChangeAspect="1"/>
          </p:cNvGraphicFramePr>
          <p:nvPr/>
        </p:nvGraphicFramePr>
        <p:xfrm>
          <a:off x="4572000" y="2270125"/>
          <a:ext cx="863600" cy="349250"/>
        </p:xfrm>
        <a:graphic>
          <a:graphicData uri="http://schemas.openxmlformats.org/presentationml/2006/ole">
            <mc:AlternateContent xmlns:mc="http://schemas.openxmlformats.org/markup-compatibility/2006">
              <mc:Choice xmlns:v="urn:schemas-microsoft-com:vml" Requires="v">
                <p:oleObj name="Formula" r:id="rId8" imgW="3124200" imgH="1270000" progId="Equation.Ribbit">
                  <p:embed/>
                </p:oleObj>
              </mc:Choice>
              <mc:Fallback>
                <p:oleObj name="Formula" r:id="rId8" imgW="3124200" imgH="1270000" progId="Equation.Ribbit">
                  <p:embed/>
                  <p:pic>
                    <p:nvPicPr>
                      <p:cNvPr id="0" name="对象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2270125"/>
                        <a:ext cx="86360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2776" name="对象 8">
            <a:extLst>
              <a:ext uri="{FF2B5EF4-FFF2-40B4-BE49-F238E27FC236}">
                <a16:creationId xmlns:a16="http://schemas.microsoft.com/office/drawing/2014/main" id="{AF558158-1733-9B25-D7AE-D654747FD490}"/>
              </a:ext>
            </a:extLst>
          </p:cNvPr>
          <p:cNvGraphicFramePr>
            <a:graphicFrameLocks noChangeAspect="1"/>
          </p:cNvGraphicFramePr>
          <p:nvPr/>
        </p:nvGraphicFramePr>
        <p:xfrm>
          <a:off x="4749800" y="2622550"/>
          <a:ext cx="863600" cy="349250"/>
        </p:xfrm>
        <a:graphic>
          <a:graphicData uri="http://schemas.openxmlformats.org/presentationml/2006/ole">
            <mc:AlternateContent xmlns:mc="http://schemas.openxmlformats.org/markup-compatibility/2006">
              <mc:Choice xmlns:v="urn:schemas-microsoft-com:vml" Requires="v">
                <p:oleObj name="Formula" r:id="rId9" imgW="3124200" imgH="1270000" progId="Equation.Ribbit">
                  <p:embed/>
                </p:oleObj>
              </mc:Choice>
              <mc:Fallback>
                <p:oleObj name="Formula" r:id="rId9" imgW="3124200" imgH="1270000" progId="Equation.Ribbit">
                  <p:embed/>
                  <p:pic>
                    <p:nvPicPr>
                      <p:cNvPr id="0" name="对象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49800" y="2622550"/>
                        <a:ext cx="86360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2777" name="对象 9">
            <a:extLst>
              <a:ext uri="{FF2B5EF4-FFF2-40B4-BE49-F238E27FC236}">
                <a16:creationId xmlns:a16="http://schemas.microsoft.com/office/drawing/2014/main" id="{3C7AA408-0967-A8DC-209D-5814FBF059AB}"/>
              </a:ext>
            </a:extLst>
          </p:cNvPr>
          <p:cNvGraphicFramePr>
            <a:graphicFrameLocks noChangeAspect="1"/>
          </p:cNvGraphicFramePr>
          <p:nvPr/>
        </p:nvGraphicFramePr>
        <p:xfrm>
          <a:off x="5980113" y="4868863"/>
          <a:ext cx="231775" cy="322262"/>
        </p:xfrm>
        <a:graphic>
          <a:graphicData uri="http://schemas.openxmlformats.org/presentationml/2006/ole">
            <mc:AlternateContent xmlns:mc="http://schemas.openxmlformats.org/markup-compatibility/2006">
              <mc:Choice xmlns:v="urn:schemas-microsoft-com:vml" Requires="v">
                <p:oleObj name="Formula" r:id="rId10" imgW="838200" imgH="1155700" progId="Equation.Ribbit">
                  <p:embed/>
                </p:oleObj>
              </mc:Choice>
              <mc:Fallback>
                <p:oleObj name="Formula" r:id="rId10" imgW="838200" imgH="1155700" progId="Equation.Ribbit">
                  <p:embed/>
                  <p:pic>
                    <p:nvPicPr>
                      <p:cNvPr id="0" name="对象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980113" y="4868863"/>
                        <a:ext cx="231775" cy="32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内容占位符 2">
            <a:extLst>
              <a:ext uri="{FF2B5EF4-FFF2-40B4-BE49-F238E27FC236}">
                <a16:creationId xmlns:a16="http://schemas.microsoft.com/office/drawing/2014/main" id="{B4631572-C431-B478-C434-665571FD89D2}"/>
              </a:ext>
            </a:extLst>
          </p:cNvPr>
          <p:cNvSpPr>
            <a:spLocks noGrp="1"/>
          </p:cNvSpPr>
          <p:nvPr>
            <p:ph idx="1"/>
          </p:nvPr>
        </p:nvSpPr>
        <p:spPr>
          <a:xfrm>
            <a:off x="1447800" y="1447800"/>
            <a:ext cx="9067800" cy="4579938"/>
          </a:xfrm>
        </p:spPr>
        <p:txBody>
          <a:bodyPr/>
          <a:lstStyle/>
          <a:p>
            <a:pPr marL="0" indent="0">
              <a:lnSpc>
                <a:spcPct val="100000"/>
              </a:lnSpc>
              <a:buFont typeface="Arial" panose="020B0604020202020204" pitchFamily="34" charset="0"/>
              <a:buNone/>
            </a:pPr>
            <a:r>
              <a:rPr lang="en-US" altLang="zh-CN"/>
              <a:t>(1)  </a:t>
            </a:r>
            <a:r>
              <a:rPr lang="zh-CN" altLang="zh-CN"/>
              <a:t>为加法的单位元</a:t>
            </a:r>
            <a:r>
              <a:rPr lang="en-US" altLang="zh-CN"/>
              <a:t>,</a:t>
            </a:r>
            <a:r>
              <a:rPr lang="zh-CN" altLang="zh-CN"/>
              <a:t>对于椭圆曲线上的任何一点</a:t>
            </a:r>
            <a:r>
              <a:rPr lang="en-US" altLang="zh-CN"/>
              <a:t>  ,</a:t>
            </a:r>
            <a:r>
              <a:rPr lang="zh-CN" altLang="zh-CN"/>
              <a:t>有</a:t>
            </a:r>
            <a:r>
              <a:rPr lang="en-US" altLang="zh-CN"/>
              <a:t>        </a:t>
            </a:r>
            <a:endParaRPr lang="zh-CN" altLang="zh-CN"/>
          </a:p>
          <a:p>
            <a:pPr marL="0" indent="0">
              <a:lnSpc>
                <a:spcPct val="100000"/>
              </a:lnSpc>
              <a:buFont typeface="Arial" panose="020B0604020202020204" pitchFamily="34" charset="0"/>
              <a:buNone/>
            </a:pPr>
            <a:endParaRPr lang="en-US" altLang="zh-CN"/>
          </a:p>
          <a:p>
            <a:pPr marL="0" indent="0">
              <a:lnSpc>
                <a:spcPct val="100000"/>
              </a:lnSpc>
              <a:buFont typeface="Arial" panose="020B0604020202020204" pitchFamily="34" charset="0"/>
              <a:buNone/>
            </a:pPr>
            <a:r>
              <a:rPr lang="en-US" altLang="zh-CN"/>
              <a:t>(2)</a:t>
            </a:r>
            <a:r>
              <a:rPr lang="zh-CN" altLang="zh-CN"/>
              <a:t>对于椭圆曲线上的一点</a:t>
            </a:r>
            <a:r>
              <a:rPr lang="en-US" altLang="zh-CN"/>
              <a:t>         </a:t>
            </a:r>
            <a:r>
              <a:rPr lang="zh-CN" altLang="en-US"/>
              <a:t>，</a:t>
            </a:r>
            <a:r>
              <a:rPr lang="zh-CN" altLang="zh-CN"/>
              <a:t>它的逆元为</a:t>
            </a:r>
            <a:r>
              <a:rPr lang="en-US" altLang="zh-CN"/>
              <a:t>            </a:t>
            </a:r>
            <a:r>
              <a:rPr lang="zh-CN" altLang="zh-CN"/>
              <a:t>。注意到</a:t>
            </a:r>
            <a:r>
              <a:rPr lang="en-US" altLang="zh-CN"/>
              <a:t>                     </a:t>
            </a:r>
            <a:r>
              <a:rPr lang="zh-CN" altLang="en-US"/>
              <a:t>。</a:t>
            </a:r>
            <a:endParaRPr lang="en-US" altLang="zh-CN"/>
          </a:p>
          <a:p>
            <a:pPr marL="0" indent="0">
              <a:lnSpc>
                <a:spcPct val="100000"/>
              </a:lnSpc>
              <a:buFont typeface="Arial" panose="020B0604020202020204" pitchFamily="34" charset="0"/>
              <a:buNone/>
            </a:pPr>
            <a:endParaRPr lang="en-US" altLang="zh-CN"/>
          </a:p>
          <a:p>
            <a:pPr marL="0" indent="0">
              <a:lnSpc>
                <a:spcPct val="100000"/>
              </a:lnSpc>
              <a:buFont typeface="Arial" panose="020B0604020202020204" pitchFamily="34" charset="0"/>
              <a:buNone/>
            </a:pPr>
            <a:r>
              <a:rPr lang="en-US" altLang="zh-CN"/>
              <a:t>(3)</a:t>
            </a:r>
            <a:r>
              <a:rPr lang="zh-CN" altLang="zh-CN"/>
              <a:t>设</a:t>
            </a:r>
            <a:r>
              <a:rPr lang="en-US" altLang="zh-CN"/>
              <a:t>  </a:t>
            </a:r>
            <a:r>
              <a:rPr lang="zh-CN" altLang="zh-CN"/>
              <a:t>和</a:t>
            </a:r>
            <a:r>
              <a:rPr lang="en-US" altLang="zh-CN"/>
              <a:t>  </a:t>
            </a:r>
            <a:r>
              <a:rPr lang="zh-CN" altLang="zh-CN"/>
              <a:t>是椭圆曲线上</a:t>
            </a:r>
            <a:r>
              <a:rPr lang="en-US" altLang="zh-CN"/>
              <a:t> </a:t>
            </a:r>
            <a:r>
              <a:rPr lang="zh-CN" altLang="zh-CN"/>
              <a:t>坐标不同的两点</a:t>
            </a:r>
            <a:r>
              <a:rPr lang="en-US" altLang="zh-CN"/>
              <a:t>,      </a:t>
            </a:r>
            <a:r>
              <a:rPr lang="zh-CN" altLang="en-US"/>
              <a:t>定义</a:t>
            </a:r>
            <a:r>
              <a:rPr lang="zh-CN" altLang="zh-CN"/>
              <a:t>如下</a:t>
            </a:r>
            <a:r>
              <a:rPr lang="en-US" altLang="zh-CN"/>
              <a:t>:</a:t>
            </a:r>
            <a:r>
              <a:rPr lang="zh-CN" altLang="zh-CN"/>
              <a:t>作一条通过</a:t>
            </a:r>
            <a:r>
              <a:rPr lang="en-US" altLang="zh-CN"/>
              <a:t>  </a:t>
            </a:r>
            <a:r>
              <a:rPr lang="zh-CN" altLang="zh-CN"/>
              <a:t>和</a:t>
            </a:r>
            <a:r>
              <a:rPr lang="en-US" altLang="zh-CN"/>
              <a:t>  </a:t>
            </a:r>
            <a:r>
              <a:rPr lang="zh-CN" altLang="zh-CN"/>
              <a:t>的直线</a:t>
            </a:r>
            <a:r>
              <a:rPr lang="en-US" altLang="zh-CN"/>
              <a:t> </a:t>
            </a:r>
            <a:r>
              <a:rPr lang="zh-CN" altLang="zh-CN"/>
              <a:t>与椭圆曲线相交于</a:t>
            </a:r>
            <a:r>
              <a:rPr lang="en-US" altLang="zh-CN"/>
              <a:t>  (</a:t>
            </a:r>
            <a:r>
              <a:rPr lang="zh-CN" altLang="zh-CN"/>
              <a:t>这一点是唯一的</a:t>
            </a:r>
            <a:r>
              <a:rPr lang="en-US" altLang="zh-CN"/>
              <a:t>,</a:t>
            </a:r>
            <a:r>
              <a:rPr lang="zh-CN" altLang="zh-CN"/>
              <a:t>除非这条直线在</a:t>
            </a:r>
            <a:r>
              <a:rPr lang="en-US" altLang="zh-CN"/>
              <a:t>  </a:t>
            </a:r>
            <a:r>
              <a:rPr lang="zh-CN" altLang="zh-CN"/>
              <a:t>点或</a:t>
            </a:r>
            <a:r>
              <a:rPr lang="en-US" altLang="zh-CN"/>
              <a:t>  </a:t>
            </a:r>
            <a:r>
              <a:rPr lang="zh-CN" altLang="zh-CN"/>
              <a:t>点与该椭圆曲线相切</a:t>
            </a:r>
            <a:r>
              <a:rPr lang="en-US" altLang="zh-CN"/>
              <a:t>,</a:t>
            </a:r>
            <a:r>
              <a:rPr lang="zh-CN" altLang="zh-CN"/>
              <a:t>此时于分别取</a:t>
            </a:r>
            <a:r>
              <a:rPr lang="en-US" altLang="zh-CN"/>
              <a:t>      </a:t>
            </a:r>
            <a:r>
              <a:rPr lang="zh-CN" altLang="zh-CN"/>
              <a:t>或</a:t>
            </a:r>
            <a:br>
              <a:rPr lang="en-US" altLang="zh-CN"/>
            </a:br>
            <a:r>
              <a:rPr lang="en-US" altLang="zh-CN"/>
              <a:t>       ),</a:t>
            </a:r>
            <a:r>
              <a:rPr lang="zh-CN" altLang="zh-CN"/>
              <a:t>然后过</a:t>
            </a:r>
            <a:r>
              <a:rPr lang="en-US" altLang="zh-CN"/>
              <a:t>  </a:t>
            </a:r>
            <a:r>
              <a:rPr lang="zh-CN" altLang="zh-CN"/>
              <a:t>点作</a:t>
            </a:r>
            <a:r>
              <a:rPr lang="en-US" altLang="zh-CN"/>
              <a:t>  </a:t>
            </a:r>
            <a:r>
              <a:rPr lang="zh-CN" altLang="zh-CN"/>
              <a:t>轴的平行线</a:t>
            </a:r>
            <a:r>
              <a:rPr lang="en-US" altLang="zh-CN"/>
              <a:t>  ,  </a:t>
            </a:r>
            <a:r>
              <a:rPr lang="zh-CN" altLang="zh-CN"/>
              <a:t>与椭圆曲线相交的另一点</a:t>
            </a:r>
            <a:r>
              <a:rPr lang="en-US" altLang="zh-CN"/>
              <a:t>  </a:t>
            </a:r>
            <a:r>
              <a:rPr lang="zh-CN" altLang="zh-CN"/>
              <a:t>就是</a:t>
            </a:r>
            <a:r>
              <a:rPr lang="en-US" altLang="zh-CN"/>
              <a:t>      ,</a:t>
            </a:r>
            <a:r>
              <a:rPr lang="zh-CN" altLang="zh-CN"/>
              <a:t>如图</a:t>
            </a:r>
            <a:r>
              <a:rPr lang="en-US" altLang="zh-CN"/>
              <a:t>1</a:t>
            </a:r>
            <a:r>
              <a:rPr lang="zh-CN" altLang="zh-CN"/>
              <a:t>所示。</a:t>
            </a:r>
          </a:p>
        </p:txBody>
      </p:sp>
      <p:graphicFrame>
        <p:nvGraphicFramePr>
          <p:cNvPr id="33795" name="对象 3">
            <a:extLst>
              <a:ext uri="{FF2B5EF4-FFF2-40B4-BE49-F238E27FC236}">
                <a16:creationId xmlns:a16="http://schemas.microsoft.com/office/drawing/2014/main" id="{DD915F7C-E94F-2963-BBD4-365A53F8995A}"/>
              </a:ext>
            </a:extLst>
          </p:cNvPr>
          <p:cNvGraphicFramePr>
            <a:graphicFrameLocks noChangeAspect="1"/>
          </p:cNvGraphicFramePr>
          <p:nvPr/>
        </p:nvGraphicFramePr>
        <p:xfrm>
          <a:off x="2052638" y="1549400"/>
          <a:ext cx="233362" cy="354013"/>
        </p:xfrm>
        <a:graphic>
          <a:graphicData uri="http://schemas.openxmlformats.org/presentationml/2006/ole">
            <mc:AlternateContent xmlns:mc="http://schemas.openxmlformats.org/markup-compatibility/2006">
              <mc:Choice xmlns:v="urn:schemas-microsoft-com:vml" Requires="v">
                <p:oleObj name="Formula" r:id="rId2" imgW="838200" imgH="1155700" progId="Equation.Ribbit">
                  <p:embed/>
                </p:oleObj>
              </mc:Choice>
              <mc:Fallback>
                <p:oleObj name="Formula" r:id="rId2" imgW="838200" imgH="1155700" progId="Equation.Ribbit">
                  <p:embed/>
                  <p:pic>
                    <p:nvPicPr>
                      <p:cNvPr id="0" name="对象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2638" y="1549400"/>
                        <a:ext cx="23336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796" name="对象 4">
            <a:extLst>
              <a:ext uri="{FF2B5EF4-FFF2-40B4-BE49-F238E27FC236}">
                <a16:creationId xmlns:a16="http://schemas.microsoft.com/office/drawing/2014/main" id="{7C4CCFE4-A01D-F98C-9DC6-627A1AC6A28A}"/>
              </a:ext>
            </a:extLst>
          </p:cNvPr>
          <p:cNvGraphicFramePr>
            <a:graphicFrameLocks noChangeAspect="1"/>
          </p:cNvGraphicFramePr>
          <p:nvPr/>
        </p:nvGraphicFramePr>
        <p:xfrm>
          <a:off x="8283575" y="1557338"/>
          <a:ext cx="236538" cy="338137"/>
        </p:xfrm>
        <a:graphic>
          <a:graphicData uri="http://schemas.openxmlformats.org/presentationml/2006/ole">
            <mc:AlternateContent xmlns:mc="http://schemas.openxmlformats.org/markup-compatibility/2006">
              <mc:Choice xmlns:v="urn:schemas-microsoft-com:vml" Requires="v">
                <p:oleObj name="Formula" r:id="rId4" imgW="863600" imgH="1117600" progId="Equation.Ribbit">
                  <p:embed/>
                </p:oleObj>
              </mc:Choice>
              <mc:Fallback>
                <p:oleObj name="Formula" r:id="rId4" imgW="863600" imgH="1117600" progId="Equation.Ribbit">
                  <p:embed/>
                  <p:pic>
                    <p:nvPicPr>
                      <p:cNvPr id="0" name="对象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83575" y="1557338"/>
                        <a:ext cx="23653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797" name="对象 5">
            <a:extLst>
              <a:ext uri="{FF2B5EF4-FFF2-40B4-BE49-F238E27FC236}">
                <a16:creationId xmlns:a16="http://schemas.microsoft.com/office/drawing/2014/main" id="{A3EE0D95-A3DB-4F12-CEE8-4BD7139EC5A4}"/>
              </a:ext>
            </a:extLst>
          </p:cNvPr>
          <p:cNvGraphicFramePr>
            <a:graphicFrameLocks noChangeAspect="1"/>
          </p:cNvGraphicFramePr>
          <p:nvPr/>
        </p:nvGraphicFramePr>
        <p:xfrm>
          <a:off x="8997950" y="1560513"/>
          <a:ext cx="1460500" cy="342900"/>
        </p:xfrm>
        <a:graphic>
          <a:graphicData uri="http://schemas.openxmlformats.org/presentationml/2006/ole">
            <mc:AlternateContent xmlns:mc="http://schemas.openxmlformats.org/markup-compatibility/2006">
              <mc:Choice xmlns:v="urn:schemas-microsoft-com:vml" Requires="v">
                <p:oleObj name="Formula" r:id="rId6" imgW="5308600" imgH="1130300" progId="Equation.Ribbit">
                  <p:embed/>
                </p:oleObj>
              </mc:Choice>
              <mc:Fallback>
                <p:oleObj name="Formula" r:id="rId6" imgW="5308600" imgH="1130300" progId="Equation.Ribbit">
                  <p:embed/>
                  <p:pic>
                    <p:nvPicPr>
                      <p:cNvPr id="0" name="对象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997950" y="1560513"/>
                        <a:ext cx="14605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798" name="对象 6">
            <a:extLst>
              <a:ext uri="{FF2B5EF4-FFF2-40B4-BE49-F238E27FC236}">
                <a16:creationId xmlns:a16="http://schemas.microsoft.com/office/drawing/2014/main" id="{373DA4C3-22A5-46CD-9576-0CAA36CE1576}"/>
              </a:ext>
            </a:extLst>
          </p:cNvPr>
          <p:cNvGraphicFramePr>
            <a:graphicFrameLocks noChangeAspect="1"/>
          </p:cNvGraphicFramePr>
          <p:nvPr/>
        </p:nvGraphicFramePr>
        <p:xfrm>
          <a:off x="5068888" y="2519363"/>
          <a:ext cx="1292225" cy="384175"/>
        </p:xfrm>
        <a:graphic>
          <a:graphicData uri="http://schemas.openxmlformats.org/presentationml/2006/ole">
            <mc:AlternateContent xmlns:mc="http://schemas.openxmlformats.org/markup-compatibility/2006">
              <mc:Choice xmlns:v="urn:schemas-microsoft-com:vml" Requires="v">
                <p:oleObj name="Formula" r:id="rId8" imgW="4699000" imgH="1270000" progId="Equation.Ribbit">
                  <p:embed/>
                </p:oleObj>
              </mc:Choice>
              <mc:Fallback>
                <p:oleObj name="Formula" r:id="rId8" imgW="4699000" imgH="1270000" progId="Equation.Ribbit">
                  <p:embed/>
                  <p:pic>
                    <p:nvPicPr>
                      <p:cNvPr id="0" name="对象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68888" y="2519363"/>
                        <a:ext cx="1292225"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799" name="对象 7">
            <a:extLst>
              <a:ext uri="{FF2B5EF4-FFF2-40B4-BE49-F238E27FC236}">
                <a16:creationId xmlns:a16="http://schemas.microsoft.com/office/drawing/2014/main" id="{C19ED1E4-F0EB-A189-BF6D-E734BC9B8804}"/>
              </a:ext>
            </a:extLst>
          </p:cNvPr>
          <p:cNvGraphicFramePr>
            <a:graphicFrameLocks noChangeAspect="1"/>
          </p:cNvGraphicFramePr>
          <p:nvPr/>
        </p:nvGraphicFramePr>
        <p:xfrm>
          <a:off x="8316913" y="2503488"/>
          <a:ext cx="1752600" cy="384175"/>
        </p:xfrm>
        <a:graphic>
          <a:graphicData uri="http://schemas.openxmlformats.org/presentationml/2006/ole">
            <mc:AlternateContent xmlns:mc="http://schemas.openxmlformats.org/markup-compatibility/2006">
              <mc:Choice xmlns:v="urn:schemas-microsoft-com:vml" Requires="v">
                <p:oleObj name="Formula" r:id="rId10" imgW="6362700" imgH="1270000" progId="Equation.Ribbit">
                  <p:embed/>
                </p:oleObj>
              </mc:Choice>
              <mc:Fallback>
                <p:oleObj name="Formula" r:id="rId10" imgW="6362700" imgH="1270000" progId="Equation.Ribbit">
                  <p:embed/>
                  <p:pic>
                    <p:nvPicPr>
                      <p:cNvPr id="0" name="对象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316913" y="2503488"/>
                        <a:ext cx="1752600"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800" name="对象 8">
            <a:extLst>
              <a:ext uri="{FF2B5EF4-FFF2-40B4-BE49-F238E27FC236}">
                <a16:creationId xmlns:a16="http://schemas.microsoft.com/office/drawing/2014/main" id="{E1910CB7-32BE-91F8-51B5-329A6FCFA484}"/>
              </a:ext>
            </a:extLst>
          </p:cNvPr>
          <p:cNvGraphicFramePr>
            <a:graphicFrameLocks noChangeAspect="1"/>
          </p:cNvGraphicFramePr>
          <p:nvPr/>
        </p:nvGraphicFramePr>
        <p:xfrm>
          <a:off x="2489200" y="2890838"/>
          <a:ext cx="3140075" cy="384175"/>
        </p:xfrm>
        <a:graphic>
          <a:graphicData uri="http://schemas.openxmlformats.org/presentationml/2006/ole">
            <mc:AlternateContent xmlns:mc="http://schemas.openxmlformats.org/markup-compatibility/2006">
              <mc:Choice xmlns:v="urn:schemas-microsoft-com:vml" Requires="v">
                <p:oleObj name="Formula" r:id="rId12" imgW="11404600" imgH="1270000" progId="Equation.Ribbit">
                  <p:embed/>
                </p:oleObj>
              </mc:Choice>
              <mc:Fallback>
                <p:oleObj name="Formula" r:id="rId12" imgW="11404600" imgH="1270000" progId="Equation.Ribbit">
                  <p:embed/>
                  <p:pic>
                    <p:nvPicPr>
                      <p:cNvPr id="0" name="对象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489200" y="2890838"/>
                        <a:ext cx="3140075"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801" name="对象 9">
            <a:extLst>
              <a:ext uri="{FF2B5EF4-FFF2-40B4-BE49-F238E27FC236}">
                <a16:creationId xmlns:a16="http://schemas.microsoft.com/office/drawing/2014/main" id="{EE13839C-B068-50C6-3704-30887FA7084A}"/>
              </a:ext>
            </a:extLst>
          </p:cNvPr>
          <p:cNvGraphicFramePr>
            <a:graphicFrameLocks noChangeAspect="1"/>
          </p:cNvGraphicFramePr>
          <p:nvPr/>
        </p:nvGraphicFramePr>
        <p:xfrm>
          <a:off x="2312988" y="3894138"/>
          <a:ext cx="236537" cy="338137"/>
        </p:xfrm>
        <a:graphic>
          <a:graphicData uri="http://schemas.openxmlformats.org/presentationml/2006/ole">
            <mc:AlternateContent xmlns:mc="http://schemas.openxmlformats.org/markup-compatibility/2006">
              <mc:Choice xmlns:v="urn:schemas-microsoft-com:vml" Requires="v">
                <p:oleObj name="Formula" r:id="rId14" imgW="863600" imgH="1117600" progId="Equation.Ribbit">
                  <p:embed/>
                </p:oleObj>
              </mc:Choice>
              <mc:Fallback>
                <p:oleObj name="Formula" r:id="rId14" imgW="863600" imgH="1117600" progId="Equation.Ribbit">
                  <p:embed/>
                  <p:pic>
                    <p:nvPicPr>
                      <p:cNvPr id="0" name="对象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12988" y="3894138"/>
                        <a:ext cx="23653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802" name="对象 10">
            <a:extLst>
              <a:ext uri="{FF2B5EF4-FFF2-40B4-BE49-F238E27FC236}">
                <a16:creationId xmlns:a16="http://schemas.microsoft.com/office/drawing/2014/main" id="{4562DBAC-881B-C00C-927F-45EEF9FFBB70}"/>
              </a:ext>
            </a:extLst>
          </p:cNvPr>
          <p:cNvGraphicFramePr>
            <a:graphicFrameLocks noChangeAspect="1"/>
          </p:cNvGraphicFramePr>
          <p:nvPr/>
        </p:nvGraphicFramePr>
        <p:xfrm>
          <a:off x="2957513" y="3873500"/>
          <a:ext cx="233362" cy="346075"/>
        </p:xfrm>
        <a:graphic>
          <a:graphicData uri="http://schemas.openxmlformats.org/presentationml/2006/ole">
            <mc:AlternateContent xmlns:mc="http://schemas.openxmlformats.org/markup-compatibility/2006">
              <mc:Choice xmlns:v="urn:schemas-microsoft-com:vml" Requires="v">
                <p:oleObj name="Formula" r:id="rId15" imgW="838200" imgH="1143000" progId="Equation.Ribbit">
                  <p:embed/>
                </p:oleObj>
              </mc:Choice>
              <mc:Fallback>
                <p:oleObj name="Formula" r:id="rId15" imgW="838200" imgH="1143000" progId="Equation.Ribbit">
                  <p:embed/>
                  <p:pic>
                    <p:nvPicPr>
                      <p:cNvPr id="0" name="对象 1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957513" y="3873500"/>
                        <a:ext cx="233362"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803" name="对象 12">
            <a:extLst>
              <a:ext uri="{FF2B5EF4-FFF2-40B4-BE49-F238E27FC236}">
                <a16:creationId xmlns:a16="http://schemas.microsoft.com/office/drawing/2014/main" id="{A886CC21-0E39-F4ED-2D0F-E8D0DDEA9A90}"/>
              </a:ext>
            </a:extLst>
          </p:cNvPr>
          <p:cNvGraphicFramePr>
            <a:graphicFrameLocks noChangeAspect="1"/>
          </p:cNvGraphicFramePr>
          <p:nvPr/>
        </p:nvGraphicFramePr>
        <p:xfrm>
          <a:off x="7566025" y="3873500"/>
          <a:ext cx="827088" cy="346075"/>
        </p:xfrm>
        <a:graphic>
          <a:graphicData uri="http://schemas.openxmlformats.org/presentationml/2006/ole">
            <mc:AlternateContent xmlns:mc="http://schemas.openxmlformats.org/markup-compatibility/2006">
              <mc:Choice xmlns:v="urn:schemas-microsoft-com:vml" Requires="v">
                <p:oleObj name="Formula" r:id="rId17" imgW="2997200" imgH="1143000" progId="Equation.Ribbit">
                  <p:embed/>
                </p:oleObj>
              </mc:Choice>
              <mc:Fallback>
                <p:oleObj name="Formula" r:id="rId17" imgW="2997200" imgH="1143000" progId="Equation.Ribbit">
                  <p:embed/>
                  <p:pic>
                    <p:nvPicPr>
                      <p:cNvPr id="0" name="对象 1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566025" y="3873500"/>
                        <a:ext cx="827088"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804" name="对象 13">
            <a:extLst>
              <a:ext uri="{FF2B5EF4-FFF2-40B4-BE49-F238E27FC236}">
                <a16:creationId xmlns:a16="http://schemas.microsoft.com/office/drawing/2014/main" id="{BCC57A99-E05F-1F64-35B8-156B62ADE873}"/>
              </a:ext>
            </a:extLst>
          </p:cNvPr>
          <p:cNvGraphicFramePr>
            <a:graphicFrameLocks noChangeAspect="1"/>
          </p:cNvGraphicFramePr>
          <p:nvPr/>
        </p:nvGraphicFramePr>
        <p:xfrm>
          <a:off x="2474913" y="4265613"/>
          <a:ext cx="236537" cy="338137"/>
        </p:xfrm>
        <a:graphic>
          <a:graphicData uri="http://schemas.openxmlformats.org/presentationml/2006/ole">
            <mc:AlternateContent xmlns:mc="http://schemas.openxmlformats.org/markup-compatibility/2006">
              <mc:Choice xmlns:v="urn:schemas-microsoft-com:vml" Requires="v">
                <p:oleObj name="Formula" r:id="rId19" imgW="863600" imgH="1117600" progId="Equation.Ribbit">
                  <p:embed/>
                </p:oleObj>
              </mc:Choice>
              <mc:Fallback>
                <p:oleObj name="Formula" r:id="rId19" imgW="863600" imgH="1117600" progId="Equation.Ribbit">
                  <p:embed/>
                  <p:pic>
                    <p:nvPicPr>
                      <p:cNvPr id="0" name="对象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74913" y="4265613"/>
                        <a:ext cx="23653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805" name="对象 14">
            <a:extLst>
              <a:ext uri="{FF2B5EF4-FFF2-40B4-BE49-F238E27FC236}">
                <a16:creationId xmlns:a16="http://schemas.microsoft.com/office/drawing/2014/main" id="{2611E1D7-BFD5-BB92-C90D-3E20B0F26767}"/>
              </a:ext>
            </a:extLst>
          </p:cNvPr>
          <p:cNvGraphicFramePr>
            <a:graphicFrameLocks noChangeAspect="1"/>
          </p:cNvGraphicFramePr>
          <p:nvPr/>
        </p:nvGraphicFramePr>
        <p:xfrm>
          <a:off x="3074988" y="4249738"/>
          <a:ext cx="233362" cy="346075"/>
        </p:xfrm>
        <a:graphic>
          <a:graphicData uri="http://schemas.openxmlformats.org/presentationml/2006/ole">
            <mc:AlternateContent xmlns:mc="http://schemas.openxmlformats.org/markup-compatibility/2006">
              <mc:Choice xmlns:v="urn:schemas-microsoft-com:vml" Requires="v">
                <p:oleObj name="Formula" r:id="rId20" imgW="838200" imgH="1143000" progId="Equation.Ribbit">
                  <p:embed/>
                </p:oleObj>
              </mc:Choice>
              <mc:Fallback>
                <p:oleObj name="Formula" r:id="rId20" imgW="838200" imgH="1143000" progId="Equation.Ribbit">
                  <p:embed/>
                  <p:pic>
                    <p:nvPicPr>
                      <p:cNvPr id="0" name="对象 1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074988" y="4249738"/>
                        <a:ext cx="233362"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806" name="对象 15">
            <a:extLst>
              <a:ext uri="{FF2B5EF4-FFF2-40B4-BE49-F238E27FC236}">
                <a16:creationId xmlns:a16="http://schemas.microsoft.com/office/drawing/2014/main" id="{F52275ED-7979-679C-5164-E9C7A7E7EA5A}"/>
              </a:ext>
            </a:extLst>
          </p:cNvPr>
          <p:cNvGraphicFramePr>
            <a:graphicFrameLocks noChangeAspect="1"/>
          </p:cNvGraphicFramePr>
          <p:nvPr/>
        </p:nvGraphicFramePr>
        <p:xfrm>
          <a:off x="4300538" y="4262438"/>
          <a:ext cx="92075" cy="341312"/>
        </p:xfrm>
        <a:graphic>
          <a:graphicData uri="http://schemas.openxmlformats.org/presentationml/2006/ole">
            <mc:AlternateContent xmlns:mc="http://schemas.openxmlformats.org/markup-compatibility/2006">
              <mc:Choice xmlns:v="urn:schemas-microsoft-com:vml" Requires="v">
                <p:oleObj name="Formula" r:id="rId21" imgW="330200" imgH="1130300" progId="Equation.Ribbit">
                  <p:embed/>
                </p:oleObj>
              </mc:Choice>
              <mc:Fallback>
                <p:oleObj name="Formula" r:id="rId21" imgW="330200" imgH="1130300" progId="Equation.Ribbit">
                  <p:embed/>
                  <p:pic>
                    <p:nvPicPr>
                      <p:cNvPr id="0" name="对象 15"/>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300538" y="4262438"/>
                        <a:ext cx="92075" cy="34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807" name="对象 16">
            <a:extLst>
              <a:ext uri="{FF2B5EF4-FFF2-40B4-BE49-F238E27FC236}">
                <a16:creationId xmlns:a16="http://schemas.microsoft.com/office/drawing/2014/main" id="{57779DD3-32A1-2204-732F-A4E53C482209}"/>
              </a:ext>
            </a:extLst>
          </p:cNvPr>
          <p:cNvGraphicFramePr>
            <a:graphicFrameLocks noChangeAspect="1"/>
          </p:cNvGraphicFramePr>
          <p:nvPr/>
        </p:nvGraphicFramePr>
        <p:xfrm>
          <a:off x="6900863" y="4260850"/>
          <a:ext cx="236537" cy="344488"/>
        </p:xfrm>
        <a:graphic>
          <a:graphicData uri="http://schemas.openxmlformats.org/presentationml/2006/ole">
            <mc:AlternateContent xmlns:mc="http://schemas.openxmlformats.org/markup-compatibility/2006">
              <mc:Choice xmlns:v="urn:schemas-microsoft-com:vml" Requires="v">
                <p:oleObj name="Formula" r:id="rId23" imgW="863600" imgH="1143000" progId="Equation.Ribbit">
                  <p:embed/>
                </p:oleObj>
              </mc:Choice>
              <mc:Fallback>
                <p:oleObj name="Formula" r:id="rId23" imgW="863600" imgH="1143000" progId="Equation.Ribbit">
                  <p:embed/>
                  <p:pic>
                    <p:nvPicPr>
                      <p:cNvPr id="0" name="对象 16"/>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6900863" y="4260850"/>
                        <a:ext cx="236537"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808" name="对象 17">
            <a:extLst>
              <a:ext uri="{FF2B5EF4-FFF2-40B4-BE49-F238E27FC236}">
                <a16:creationId xmlns:a16="http://schemas.microsoft.com/office/drawing/2014/main" id="{4EF615CC-BE36-BC4D-2A55-BF94DAF9DDA3}"/>
              </a:ext>
            </a:extLst>
          </p:cNvPr>
          <p:cNvGraphicFramePr>
            <a:graphicFrameLocks noChangeAspect="1"/>
          </p:cNvGraphicFramePr>
          <p:nvPr/>
        </p:nvGraphicFramePr>
        <p:xfrm>
          <a:off x="3108325" y="4633913"/>
          <a:ext cx="236538" cy="338137"/>
        </p:xfrm>
        <a:graphic>
          <a:graphicData uri="http://schemas.openxmlformats.org/presentationml/2006/ole">
            <mc:AlternateContent xmlns:mc="http://schemas.openxmlformats.org/markup-compatibility/2006">
              <mc:Choice xmlns:v="urn:schemas-microsoft-com:vml" Requires="v">
                <p:oleObj name="Formula" r:id="rId25" imgW="863600" imgH="1117600" progId="Equation.Ribbit">
                  <p:embed/>
                </p:oleObj>
              </mc:Choice>
              <mc:Fallback>
                <p:oleObj name="Formula" r:id="rId25" imgW="863600" imgH="1117600" progId="Equation.Ribbit">
                  <p:embed/>
                  <p:pic>
                    <p:nvPicPr>
                      <p:cNvPr id="0" name="对象 1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08325" y="4633913"/>
                        <a:ext cx="23653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809" name="对象 18">
            <a:extLst>
              <a:ext uri="{FF2B5EF4-FFF2-40B4-BE49-F238E27FC236}">
                <a16:creationId xmlns:a16="http://schemas.microsoft.com/office/drawing/2014/main" id="{1EC940CA-F3A9-6203-91AA-E75551D4CB62}"/>
              </a:ext>
            </a:extLst>
          </p:cNvPr>
          <p:cNvGraphicFramePr>
            <a:graphicFrameLocks noChangeAspect="1"/>
          </p:cNvGraphicFramePr>
          <p:nvPr/>
        </p:nvGraphicFramePr>
        <p:xfrm>
          <a:off x="3994150" y="4625975"/>
          <a:ext cx="233363" cy="346075"/>
        </p:xfrm>
        <a:graphic>
          <a:graphicData uri="http://schemas.openxmlformats.org/presentationml/2006/ole">
            <mc:AlternateContent xmlns:mc="http://schemas.openxmlformats.org/markup-compatibility/2006">
              <mc:Choice xmlns:v="urn:schemas-microsoft-com:vml" Requires="v">
                <p:oleObj name="Formula" r:id="rId26" imgW="838200" imgH="1143000" progId="Equation.Ribbit">
                  <p:embed/>
                </p:oleObj>
              </mc:Choice>
              <mc:Fallback>
                <p:oleObj name="Formula" r:id="rId26" imgW="838200" imgH="1143000" progId="Equation.Ribbit">
                  <p:embed/>
                  <p:pic>
                    <p:nvPicPr>
                      <p:cNvPr id="0" name="对象 1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994150" y="4625975"/>
                        <a:ext cx="233363"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810" name="对象 19">
            <a:extLst>
              <a:ext uri="{FF2B5EF4-FFF2-40B4-BE49-F238E27FC236}">
                <a16:creationId xmlns:a16="http://schemas.microsoft.com/office/drawing/2014/main" id="{EEB1DD1E-9C2E-4404-0AF1-A981CD410063}"/>
              </a:ext>
            </a:extLst>
          </p:cNvPr>
          <p:cNvGraphicFramePr>
            <a:graphicFrameLocks noChangeAspect="1"/>
          </p:cNvGraphicFramePr>
          <p:nvPr/>
        </p:nvGraphicFramePr>
        <p:xfrm>
          <a:off x="9005888" y="4637088"/>
          <a:ext cx="858837" cy="346075"/>
        </p:xfrm>
        <a:graphic>
          <a:graphicData uri="http://schemas.openxmlformats.org/presentationml/2006/ole">
            <mc:AlternateContent xmlns:mc="http://schemas.openxmlformats.org/markup-compatibility/2006">
              <mc:Choice xmlns:v="urn:schemas-microsoft-com:vml" Requires="v">
                <p:oleObj name="Formula" r:id="rId27" imgW="3111500" imgH="1143000" progId="Equation.Ribbit">
                  <p:embed/>
                </p:oleObj>
              </mc:Choice>
              <mc:Fallback>
                <p:oleObj name="Formula" r:id="rId27" imgW="3111500" imgH="1143000" progId="Equation.Ribbit">
                  <p:embed/>
                  <p:pic>
                    <p:nvPicPr>
                      <p:cNvPr id="0" name="对象 19"/>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9005888" y="4637088"/>
                        <a:ext cx="858837"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811" name="对象 20">
            <a:extLst>
              <a:ext uri="{FF2B5EF4-FFF2-40B4-BE49-F238E27FC236}">
                <a16:creationId xmlns:a16="http://schemas.microsoft.com/office/drawing/2014/main" id="{B871404B-6975-6713-2367-8F529CEAFD10}"/>
              </a:ext>
            </a:extLst>
          </p:cNvPr>
          <p:cNvGraphicFramePr>
            <a:graphicFrameLocks noChangeAspect="1"/>
          </p:cNvGraphicFramePr>
          <p:nvPr/>
        </p:nvGraphicFramePr>
        <p:xfrm>
          <a:off x="1619250" y="4981575"/>
          <a:ext cx="855663" cy="346075"/>
        </p:xfrm>
        <a:graphic>
          <a:graphicData uri="http://schemas.openxmlformats.org/presentationml/2006/ole">
            <mc:AlternateContent xmlns:mc="http://schemas.openxmlformats.org/markup-compatibility/2006">
              <mc:Choice xmlns:v="urn:schemas-microsoft-com:vml" Requires="v">
                <p:oleObj name="Formula" r:id="rId29" imgW="3111500" imgH="1143000" progId="Equation.Ribbit">
                  <p:embed/>
                </p:oleObj>
              </mc:Choice>
              <mc:Fallback>
                <p:oleObj name="Formula" r:id="rId29" imgW="3111500" imgH="1143000" progId="Equation.Ribbit">
                  <p:embed/>
                  <p:pic>
                    <p:nvPicPr>
                      <p:cNvPr id="0" name="对象 20"/>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1619250" y="4981575"/>
                        <a:ext cx="855663"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812" name="对象 21">
            <a:extLst>
              <a:ext uri="{FF2B5EF4-FFF2-40B4-BE49-F238E27FC236}">
                <a16:creationId xmlns:a16="http://schemas.microsoft.com/office/drawing/2014/main" id="{07A4DCE5-2DC5-3E96-B482-6223480DC201}"/>
              </a:ext>
            </a:extLst>
          </p:cNvPr>
          <p:cNvGraphicFramePr>
            <a:graphicFrameLocks noChangeAspect="1"/>
          </p:cNvGraphicFramePr>
          <p:nvPr/>
        </p:nvGraphicFramePr>
        <p:xfrm>
          <a:off x="3856038" y="4994275"/>
          <a:ext cx="236537" cy="346075"/>
        </p:xfrm>
        <a:graphic>
          <a:graphicData uri="http://schemas.openxmlformats.org/presentationml/2006/ole">
            <mc:AlternateContent xmlns:mc="http://schemas.openxmlformats.org/markup-compatibility/2006">
              <mc:Choice xmlns:v="urn:schemas-microsoft-com:vml" Requires="v">
                <p:oleObj name="Formula" r:id="rId31" imgW="863600" imgH="1143000" progId="Equation.Ribbit">
                  <p:embed/>
                </p:oleObj>
              </mc:Choice>
              <mc:Fallback>
                <p:oleObj name="Formula" r:id="rId31" imgW="863600" imgH="1143000" progId="Equation.Ribbit">
                  <p:embed/>
                  <p:pic>
                    <p:nvPicPr>
                      <p:cNvPr id="0" name="对象 21"/>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856038" y="4994275"/>
                        <a:ext cx="236537"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813" name="对象 22">
            <a:extLst>
              <a:ext uri="{FF2B5EF4-FFF2-40B4-BE49-F238E27FC236}">
                <a16:creationId xmlns:a16="http://schemas.microsoft.com/office/drawing/2014/main" id="{205DB83E-74B4-0CA6-1A9D-9AF91816C94C}"/>
              </a:ext>
            </a:extLst>
          </p:cNvPr>
          <p:cNvGraphicFramePr>
            <a:graphicFrameLocks noChangeAspect="1"/>
          </p:cNvGraphicFramePr>
          <p:nvPr/>
        </p:nvGraphicFramePr>
        <p:xfrm>
          <a:off x="4764088" y="5022850"/>
          <a:ext cx="163512" cy="263525"/>
        </p:xfrm>
        <a:graphic>
          <a:graphicData uri="http://schemas.openxmlformats.org/presentationml/2006/ole">
            <mc:AlternateContent xmlns:mc="http://schemas.openxmlformats.org/markup-compatibility/2006">
              <mc:Choice xmlns:v="urn:schemas-microsoft-com:vml" Requires="v">
                <p:oleObj name="Formula" r:id="rId32" imgW="596900" imgH="863600" progId="Equation.Ribbit">
                  <p:embed/>
                </p:oleObj>
              </mc:Choice>
              <mc:Fallback>
                <p:oleObj name="Formula" r:id="rId32" imgW="596900" imgH="863600" progId="Equation.Ribbit">
                  <p:embed/>
                  <p:pic>
                    <p:nvPicPr>
                      <p:cNvPr id="0" name="对象 22"/>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4764088" y="5022850"/>
                        <a:ext cx="163512"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814" name="对象 23">
            <a:extLst>
              <a:ext uri="{FF2B5EF4-FFF2-40B4-BE49-F238E27FC236}">
                <a16:creationId xmlns:a16="http://schemas.microsoft.com/office/drawing/2014/main" id="{C9B50A9A-6B56-08C3-8EFE-A8F2C6B6BAEA}"/>
              </a:ext>
            </a:extLst>
          </p:cNvPr>
          <p:cNvGraphicFramePr>
            <a:graphicFrameLocks noChangeAspect="1"/>
          </p:cNvGraphicFramePr>
          <p:nvPr/>
        </p:nvGraphicFramePr>
        <p:xfrm>
          <a:off x="6681788" y="4945063"/>
          <a:ext cx="157162" cy="422275"/>
        </p:xfrm>
        <a:graphic>
          <a:graphicData uri="http://schemas.openxmlformats.org/presentationml/2006/ole">
            <mc:AlternateContent xmlns:mc="http://schemas.openxmlformats.org/markup-compatibility/2006">
              <mc:Choice xmlns:v="urn:schemas-microsoft-com:vml" Requires="v">
                <p:oleObj name="Formula" r:id="rId34" imgW="571500" imgH="1384300" progId="Equation.Ribbit">
                  <p:embed/>
                </p:oleObj>
              </mc:Choice>
              <mc:Fallback>
                <p:oleObj name="Formula" r:id="rId34" imgW="571500" imgH="1384300" progId="Equation.Ribbit">
                  <p:embed/>
                  <p:pic>
                    <p:nvPicPr>
                      <p:cNvPr id="0" name="对象 23"/>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6681788" y="4945063"/>
                        <a:ext cx="157162"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815" name="对象 24">
            <a:extLst>
              <a:ext uri="{FF2B5EF4-FFF2-40B4-BE49-F238E27FC236}">
                <a16:creationId xmlns:a16="http://schemas.microsoft.com/office/drawing/2014/main" id="{7F048549-E3E9-71E3-5086-B78504E193EB}"/>
              </a:ext>
            </a:extLst>
          </p:cNvPr>
          <p:cNvGraphicFramePr>
            <a:graphicFrameLocks noChangeAspect="1"/>
          </p:cNvGraphicFramePr>
          <p:nvPr/>
        </p:nvGraphicFramePr>
        <p:xfrm>
          <a:off x="1895475" y="5348288"/>
          <a:ext cx="200025" cy="355600"/>
        </p:xfrm>
        <a:graphic>
          <a:graphicData uri="http://schemas.openxmlformats.org/presentationml/2006/ole">
            <mc:AlternateContent xmlns:mc="http://schemas.openxmlformats.org/markup-compatibility/2006">
              <mc:Choice xmlns:v="urn:schemas-microsoft-com:vml" Requires="v">
                <p:oleObj name="Formula" r:id="rId36" imgW="736600" imgH="1168400" progId="Equation.Ribbit">
                  <p:embed/>
                </p:oleObj>
              </mc:Choice>
              <mc:Fallback>
                <p:oleObj name="Formula" r:id="rId36" imgW="736600" imgH="1168400" progId="Equation.Ribbit">
                  <p:embed/>
                  <p:pic>
                    <p:nvPicPr>
                      <p:cNvPr id="0" name="对象 24"/>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1895475" y="5348288"/>
                        <a:ext cx="20002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816" name="对象 25">
            <a:extLst>
              <a:ext uri="{FF2B5EF4-FFF2-40B4-BE49-F238E27FC236}">
                <a16:creationId xmlns:a16="http://schemas.microsoft.com/office/drawing/2014/main" id="{940371B5-7D92-D891-6C1C-B850577F2BF6}"/>
              </a:ext>
            </a:extLst>
          </p:cNvPr>
          <p:cNvGraphicFramePr>
            <a:graphicFrameLocks noChangeAspect="1"/>
          </p:cNvGraphicFramePr>
          <p:nvPr/>
        </p:nvGraphicFramePr>
        <p:xfrm>
          <a:off x="2743200" y="5340350"/>
          <a:ext cx="827088" cy="346075"/>
        </p:xfrm>
        <a:graphic>
          <a:graphicData uri="http://schemas.openxmlformats.org/presentationml/2006/ole">
            <mc:AlternateContent xmlns:mc="http://schemas.openxmlformats.org/markup-compatibility/2006">
              <mc:Choice xmlns:v="urn:schemas-microsoft-com:vml" Requires="v">
                <p:oleObj name="Formula" r:id="rId38" imgW="2997200" imgH="1143000" progId="Equation.Ribbit">
                  <p:embed/>
                </p:oleObj>
              </mc:Choice>
              <mc:Fallback>
                <p:oleObj name="Formula" r:id="rId38" imgW="2997200" imgH="1143000" progId="Equation.Ribbit">
                  <p:embed/>
                  <p:pic>
                    <p:nvPicPr>
                      <p:cNvPr id="0" name="对象 2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743200" y="5340350"/>
                        <a:ext cx="827088"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817" name="对象 11">
            <a:extLst>
              <a:ext uri="{FF2B5EF4-FFF2-40B4-BE49-F238E27FC236}">
                <a16:creationId xmlns:a16="http://schemas.microsoft.com/office/drawing/2014/main" id="{3A9F451F-0DAF-25B3-5EF7-2376D895BB8D}"/>
              </a:ext>
            </a:extLst>
          </p:cNvPr>
          <p:cNvGraphicFramePr>
            <a:graphicFrameLocks noChangeAspect="1"/>
          </p:cNvGraphicFramePr>
          <p:nvPr/>
        </p:nvGraphicFramePr>
        <p:xfrm>
          <a:off x="4983163" y="3967163"/>
          <a:ext cx="173037" cy="236537"/>
        </p:xfrm>
        <a:graphic>
          <a:graphicData uri="http://schemas.openxmlformats.org/presentationml/2006/ole">
            <mc:AlternateContent xmlns:mc="http://schemas.openxmlformats.org/markup-compatibility/2006">
              <mc:Choice xmlns:v="urn:schemas-microsoft-com:vml" Requires="v">
                <p:oleObj name="Formula" r:id="rId39" imgW="635000" imgH="863600" progId="Equation.Ribbit">
                  <p:embed/>
                </p:oleObj>
              </mc:Choice>
              <mc:Fallback>
                <p:oleObj name="Formula" r:id="rId39" imgW="635000" imgH="863600" progId="Equation.Ribbit">
                  <p:embed/>
                  <p:pic>
                    <p:nvPicPr>
                      <p:cNvPr id="0" name="对象 11"/>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4983163" y="3967163"/>
                        <a:ext cx="173037" cy="236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818" name="对象 23">
            <a:extLst>
              <a:ext uri="{FF2B5EF4-FFF2-40B4-BE49-F238E27FC236}">
                <a16:creationId xmlns:a16="http://schemas.microsoft.com/office/drawing/2014/main" id="{DD36E3EC-2FA9-2A9E-FF37-A922A6A426FF}"/>
              </a:ext>
            </a:extLst>
          </p:cNvPr>
          <p:cNvGraphicFramePr>
            <a:graphicFrameLocks noChangeAspect="1"/>
          </p:cNvGraphicFramePr>
          <p:nvPr/>
        </p:nvGraphicFramePr>
        <p:xfrm>
          <a:off x="7153275" y="4945063"/>
          <a:ext cx="157163" cy="422275"/>
        </p:xfrm>
        <a:graphic>
          <a:graphicData uri="http://schemas.openxmlformats.org/presentationml/2006/ole">
            <mc:AlternateContent xmlns:mc="http://schemas.openxmlformats.org/markup-compatibility/2006">
              <mc:Choice xmlns:v="urn:schemas-microsoft-com:vml" Requires="v">
                <p:oleObj name="Formula" r:id="rId34" imgW="571500" imgH="1384300" progId="Equation.Ribbit">
                  <p:embed/>
                </p:oleObj>
              </mc:Choice>
              <mc:Fallback>
                <p:oleObj name="Formula" r:id="rId34" imgW="571500" imgH="1384300" progId="Equation.Ribbit">
                  <p:embed/>
                  <p:pic>
                    <p:nvPicPr>
                      <p:cNvPr id="0" name="对象 23"/>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7153275" y="4945063"/>
                        <a:ext cx="157163"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0" name="标题 1">
            <a:extLst>
              <a:ext uri="{FF2B5EF4-FFF2-40B4-BE49-F238E27FC236}">
                <a16:creationId xmlns:a16="http://schemas.microsoft.com/office/drawing/2014/main" id="{6F475016-0D81-2499-2FF1-9F2C09850269}"/>
              </a:ext>
            </a:extLst>
          </p:cNvPr>
          <p:cNvSpPr txBox="1">
            <a:spLocks/>
          </p:cNvSpPr>
          <p:nvPr/>
        </p:nvSpPr>
        <p:spPr bwMode="auto">
          <a:xfrm>
            <a:off x="2152650" y="381000"/>
            <a:ext cx="6778625" cy="66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ormAutofit/>
          </a:bodyPr>
          <a:lstStyle>
            <a:lvl1pPr>
              <a:lnSpc>
                <a:spcPct val="90000"/>
              </a:lnSpc>
              <a:spcBef>
                <a:spcPts val="1000"/>
              </a:spcBef>
              <a:buFont typeface="Arial" panose="020B0604020202020204" pitchFamily="34" charset="0"/>
              <a:buChar char="•"/>
              <a:defRPr sz="2800">
                <a:solidFill>
                  <a:schemeClr val="tx1"/>
                </a:solidFill>
                <a:latin typeface="Times New Roman" panose="02020603050405020304" pitchFamily="18" charset="0"/>
                <a:ea typeface="仿宋" panose="02010609060101010101" pitchFamily="49" charset="-122"/>
              </a:defRPr>
            </a:lvl1pPr>
            <a:lvl2pPr marL="685800" indent="-228600">
              <a:lnSpc>
                <a:spcPct val="90000"/>
              </a:lnSpc>
              <a:spcBef>
                <a:spcPts val="500"/>
              </a:spcBef>
              <a:buFont typeface="Arial" panose="020B0604020202020204" pitchFamily="34" charset="0"/>
              <a:buChar char="•"/>
              <a:defRPr sz="2400">
                <a:solidFill>
                  <a:schemeClr val="tx1"/>
                </a:solidFill>
                <a:latin typeface="Times New Roman" panose="02020603050405020304" pitchFamily="18" charset="0"/>
                <a:ea typeface="仿宋" panose="02010609060101010101" pitchFamily="49"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Times New Roman" panose="02020603050405020304" pitchFamily="18" charset="0"/>
                <a:ea typeface="仿宋" panose="02010609060101010101" pitchFamily="49" charset="-122"/>
              </a:defRPr>
            </a:lvl3pPr>
            <a:lvl4pPr marL="1600200" indent="-228600">
              <a:lnSpc>
                <a:spcPct val="90000"/>
              </a:lnSpc>
              <a:spcBef>
                <a:spcPts val="500"/>
              </a:spcBef>
              <a:buFont typeface="Arial" panose="020B0604020202020204" pitchFamily="34" charset="0"/>
              <a:buChar char="•"/>
              <a:defRPr>
                <a:solidFill>
                  <a:schemeClr val="tx1"/>
                </a:solidFill>
                <a:latin typeface="Times New Roman" panose="02020603050405020304" pitchFamily="18" charset="0"/>
                <a:ea typeface="仿宋" panose="02010609060101010101" pitchFamily="49" charset="-122"/>
              </a:defRPr>
            </a:lvl4pPr>
            <a:lvl5pPr marL="2057400" indent="-228600">
              <a:lnSpc>
                <a:spcPct val="90000"/>
              </a:lnSpc>
              <a:spcBef>
                <a:spcPts val="500"/>
              </a:spcBef>
              <a:buFont typeface="Arial" panose="020B0604020202020204" pitchFamily="34" charset="0"/>
              <a:buChar char="•"/>
              <a:defRPr>
                <a:solidFill>
                  <a:schemeClr val="tx1"/>
                </a:solidFill>
                <a:latin typeface="Times New Roman" panose="02020603050405020304" pitchFamily="18" charset="0"/>
                <a:ea typeface="仿宋" panose="02010609060101010101" pitchFamily="49"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Times New Roman" panose="02020603050405020304" pitchFamily="18" charset="0"/>
                <a:ea typeface="仿宋" panose="02010609060101010101" pitchFamily="49"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Times New Roman" panose="02020603050405020304" pitchFamily="18" charset="0"/>
                <a:ea typeface="仿宋" panose="02010609060101010101" pitchFamily="49"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Times New Roman" panose="02020603050405020304" pitchFamily="18" charset="0"/>
                <a:ea typeface="仿宋" panose="02010609060101010101" pitchFamily="49"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Times New Roman" panose="02020603050405020304" pitchFamily="18" charset="0"/>
                <a:ea typeface="仿宋" panose="02010609060101010101" pitchFamily="49" charset="-122"/>
              </a:defRPr>
            </a:lvl9pPr>
          </a:lstStyle>
          <a:p>
            <a:pPr>
              <a:spcBef>
                <a:spcPct val="0"/>
              </a:spcBef>
              <a:buFontTx/>
              <a:buNone/>
            </a:pPr>
            <a:r>
              <a:rPr lang="zh-CN" altLang="en-US" sz="3200">
                <a:solidFill>
                  <a:srgbClr val="1F4E79"/>
                </a:solidFill>
              </a:rPr>
              <a:t>实数域上的椭圆曲线</a:t>
            </a:r>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DA646D-CB2C-578B-9F5C-B8E18B7747DB}"/>
              </a:ext>
            </a:extLst>
          </p:cNvPr>
          <p:cNvSpPr>
            <a:spLocks noGrp="1"/>
          </p:cNvSpPr>
          <p:nvPr>
            <p:ph type="title"/>
          </p:nvPr>
        </p:nvSpPr>
        <p:spPr>
          <a:xfrm>
            <a:off x="2133600" y="358775"/>
            <a:ext cx="9037638" cy="668338"/>
          </a:xfrm>
        </p:spPr>
        <p:txBody>
          <a:bodyPr/>
          <a:lstStyle/>
          <a:p>
            <a:r>
              <a:rPr lang="zh-CN" altLang="en-US">
                <a:solidFill>
                  <a:srgbClr val="1F4E79"/>
                </a:solidFill>
              </a:rPr>
              <a:t>实数域上的椭圆曲线</a:t>
            </a:r>
          </a:p>
        </p:txBody>
      </p:sp>
      <p:sp>
        <p:nvSpPr>
          <p:cNvPr id="3" name="内容占位符 2">
            <a:extLst>
              <a:ext uri="{FF2B5EF4-FFF2-40B4-BE49-F238E27FC236}">
                <a16:creationId xmlns:a16="http://schemas.microsoft.com/office/drawing/2014/main" id="{441BDF4D-BF52-7EEB-2A8B-3089CDBCBCFD}"/>
              </a:ext>
            </a:extLst>
          </p:cNvPr>
          <p:cNvSpPr>
            <a:spLocks noGrp="1"/>
          </p:cNvSpPr>
          <p:nvPr>
            <p:ph idx="1"/>
          </p:nvPr>
        </p:nvSpPr>
        <p:spPr>
          <a:xfrm>
            <a:off x="838200" y="5621338"/>
            <a:ext cx="10515600" cy="406400"/>
          </a:xfrm>
        </p:spPr>
        <p:txBody>
          <a:bodyPr/>
          <a:lstStyle/>
          <a:p>
            <a:pPr marL="0" indent="0" algn="ctr">
              <a:lnSpc>
                <a:spcPct val="100000"/>
              </a:lnSpc>
              <a:spcBef>
                <a:spcPct val="0"/>
              </a:spcBef>
              <a:buFont typeface="Arial" panose="020B0604020202020204" pitchFamily="34" charset="0"/>
              <a:buNone/>
            </a:pPr>
            <a:r>
              <a:rPr lang="zh-CN" altLang="en-US">
                <a:solidFill>
                  <a:srgbClr val="000000"/>
                </a:solidFill>
              </a:rPr>
              <a:t>图</a:t>
            </a:r>
            <a:r>
              <a:rPr lang="en-US" altLang="zh-CN">
                <a:solidFill>
                  <a:srgbClr val="000000"/>
                </a:solidFill>
              </a:rPr>
              <a:t>1 </a:t>
            </a:r>
            <a:r>
              <a:rPr lang="zh-CN" altLang="en-US">
                <a:solidFill>
                  <a:srgbClr val="000000"/>
                </a:solidFill>
              </a:rPr>
              <a:t>椭圆曲线上点的加法的几何解释</a:t>
            </a:r>
          </a:p>
          <a:p>
            <a:pPr marL="0" indent="0"/>
            <a:endParaRPr lang="zh-CN" altLang="en-US"/>
          </a:p>
        </p:txBody>
      </p:sp>
      <p:pic>
        <p:nvPicPr>
          <p:cNvPr id="34820" name="内容占位符 3">
            <a:extLst>
              <a:ext uri="{FF2B5EF4-FFF2-40B4-BE49-F238E27FC236}">
                <a16:creationId xmlns:a16="http://schemas.microsoft.com/office/drawing/2014/main" id="{498377A8-BB14-08FA-FAD0-AAC84CAA2E4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354388" y="1395413"/>
            <a:ext cx="5483225" cy="422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a:extLst>
              <a:ext uri="{FF2B5EF4-FFF2-40B4-BE49-F238E27FC236}">
                <a16:creationId xmlns:a16="http://schemas.microsoft.com/office/drawing/2014/main" id="{92BBB470-2E47-E7F4-140F-993D8D38E20D}"/>
              </a:ext>
            </a:extLst>
          </p:cNvPr>
          <p:cNvSpPr>
            <a:spLocks noGrp="1"/>
          </p:cNvSpPr>
          <p:nvPr>
            <p:ph idx="1"/>
          </p:nvPr>
        </p:nvSpPr>
        <p:spPr>
          <a:xfrm>
            <a:off x="1447800" y="1371600"/>
            <a:ext cx="9067800" cy="4579938"/>
          </a:xfrm>
        </p:spPr>
        <p:txBody>
          <a:bodyPr/>
          <a:lstStyle/>
          <a:p>
            <a:pPr marL="0" indent="0">
              <a:lnSpc>
                <a:spcPct val="100000"/>
              </a:lnSpc>
              <a:buFont typeface="Arial" panose="020B0604020202020204" pitchFamily="34" charset="0"/>
              <a:buNone/>
            </a:pPr>
            <a:r>
              <a:rPr lang="en-US" altLang="zh-CN"/>
              <a:t> (4)</a:t>
            </a:r>
            <a:r>
              <a:rPr lang="zh-CN" altLang="zh-CN"/>
              <a:t>上述几何解释也适用于具有相同</a:t>
            </a:r>
            <a:r>
              <a:rPr lang="en-US" altLang="zh-CN"/>
              <a:t>  </a:t>
            </a:r>
            <a:r>
              <a:rPr lang="zh-CN" altLang="zh-CN"/>
              <a:t>坐标的两个点</a:t>
            </a:r>
            <a:r>
              <a:rPr lang="en-US" altLang="zh-CN"/>
              <a:t>  </a:t>
            </a:r>
            <a:r>
              <a:rPr lang="zh-CN" altLang="zh-CN"/>
              <a:t>和</a:t>
            </a:r>
            <a:r>
              <a:rPr lang="en-US" altLang="zh-CN"/>
              <a:t>   </a:t>
            </a:r>
            <a:r>
              <a:rPr lang="zh-CN" altLang="zh-CN"/>
              <a:t>的情形。用</a:t>
            </a:r>
            <a:r>
              <a:rPr lang="zh-CN" altLang="en-US"/>
              <a:t>一</a:t>
            </a:r>
            <a:r>
              <a:rPr lang="zh-CN" altLang="zh-CN"/>
              <a:t>条垂直的线连接这两个点</a:t>
            </a:r>
            <a:r>
              <a:rPr lang="en-US" altLang="zh-CN"/>
              <a:t>,</a:t>
            </a:r>
            <a:r>
              <a:rPr lang="zh-CN" altLang="zh-CN"/>
              <a:t>可看做是在无穷远点与椭圆曲线相交</a:t>
            </a:r>
            <a:r>
              <a:rPr lang="en-US" altLang="zh-CN"/>
              <a:t>,</a:t>
            </a:r>
            <a:r>
              <a:rPr lang="zh-CN" altLang="zh-CN"/>
              <a:t>因此有</a:t>
            </a:r>
            <a:r>
              <a:rPr lang="en-US" altLang="zh-CN"/>
              <a:t>             </a:t>
            </a:r>
            <a:r>
              <a:rPr lang="zh-CN" altLang="en-US"/>
              <a:t>。这与上述第</a:t>
            </a:r>
            <a:r>
              <a:rPr lang="en-US" altLang="zh-CN"/>
              <a:t>(2)</a:t>
            </a:r>
            <a:r>
              <a:rPr lang="zh-CN" altLang="en-US"/>
              <a:t>条叙述是一致的。</a:t>
            </a:r>
            <a:endParaRPr lang="en-US" altLang="zh-CN"/>
          </a:p>
          <a:p>
            <a:pPr marL="0" indent="0">
              <a:lnSpc>
                <a:spcPct val="100000"/>
              </a:lnSpc>
              <a:buFont typeface="Arial" panose="020B0604020202020204" pitchFamily="34" charset="0"/>
              <a:buNone/>
            </a:pPr>
            <a:endParaRPr lang="zh-CN" altLang="zh-CN"/>
          </a:p>
          <a:p>
            <a:pPr marL="0" indent="0">
              <a:lnSpc>
                <a:spcPct val="100000"/>
              </a:lnSpc>
              <a:buFont typeface="Arial" panose="020B0604020202020204" pitchFamily="34" charset="0"/>
              <a:buNone/>
            </a:pPr>
            <a:r>
              <a:rPr lang="en-US" altLang="zh-CN"/>
              <a:t> (5)</a:t>
            </a:r>
            <a:r>
              <a:rPr lang="zh-CN" altLang="zh-CN"/>
              <a:t>为计算点</a:t>
            </a:r>
            <a:r>
              <a:rPr lang="en-US" altLang="zh-CN"/>
              <a:t>  </a:t>
            </a:r>
            <a:r>
              <a:rPr lang="zh-CN" altLang="zh-CN"/>
              <a:t>的两倍</a:t>
            </a:r>
            <a:r>
              <a:rPr lang="en-US" altLang="zh-CN"/>
              <a:t>,</a:t>
            </a:r>
            <a:r>
              <a:rPr lang="zh-CN" altLang="zh-CN"/>
              <a:t>在</a:t>
            </a:r>
            <a:r>
              <a:rPr lang="en-US" altLang="zh-CN"/>
              <a:t>  </a:t>
            </a:r>
            <a:r>
              <a:rPr lang="zh-CN" altLang="zh-CN"/>
              <a:t>点作一条切线并找到与椭圆曲线的另一个交点</a:t>
            </a:r>
            <a:r>
              <a:rPr lang="en-US" altLang="zh-CN"/>
              <a:t>  ,</a:t>
            </a:r>
            <a:r>
              <a:rPr lang="zh-CN" altLang="zh-CN"/>
              <a:t>则</a:t>
            </a:r>
            <a:endParaRPr lang="en-US" altLang="zh-CN"/>
          </a:p>
          <a:p>
            <a:pPr marL="0" indent="0">
              <a:lnSpc>
                <a:spcPct val="100000"/>
              </a:lnSpc>
              <a:buFont typeface="Arial" panose="020B0604020202020204" pitchFamily="34" charset="0"/>
              <a:buNone/>
            </a:pPr>
            <a:endParaRPr lang="en-US" altLang="zh-CN"/>
          </a:p>
          <a:p>
            <a:pPr marL="0" indent="0">
              <a:lnSpc>
                <a:spcPct val="100000"/>
              </a:lnSpc>
              <a:buFont typeface="Arial" panose="020B0604020202020204" pitchFamily="34" charset="0"/>
              <a:buNone/>
            </a:pPr>
            <a:r>
              <a:rPr lang="zh-CN" altLang="zh-CN"/>
              <a:t>以上定义的加法满足加法运算的一般性质</a:t>
            </a:r>
            <a:r>
              <a:rPr lang="en-US" altLang="zh-CN"/>
              <a:t>,</a:t>
            </a:r>
            <a:r>
              <a:rPr lang="zh-CN" altLang="zh-CN"/>
              <a:t>如交换律、结合律等。</a:t>
            </a:r>
          </a:p>
          <a:p>
            <a:pPr marL="0" indent="0">
              <a:lnSpc>
                <a:spcPct val="100000"/>
              </a:lnSpc>
            </a:pPr>
            <a:endParaRPr lang="zh-CN" altLang="en-US"/>
          </a:p>
        </p:txBody>
      </p:sp>
      <p:sp>
        <p:nvSpPr>
          <p:cNvPr id="40" name="标题 1">
            <a:extLst>
              <a:ext uri="{FF2B5EF4-FFF2-40B4-BE49-F238E27FC236}">
                <a16:creationId xmlns:a16="http://schemas.microsoft.com/office/drawing/2014/main" id="{347B0D6C-4909-75A3-D6FB-9AD653D2BA86}"/>
              </a:ext>
            </a:extLst>
          </p:cNvPr>
          <p:cNvSpPr txBox="1">
            <a:spLocks/>
          </p:cNvSpPr>
          <p:nvPr/>
        </p:nvSpPr>
        <p:spPr bwMode="auto">
          <a:xfrm>
            <a:off x="2152650" y="381000"/>
            <a:ext cx="6778625" cy="66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ormAutofit/>
          </a:bodyPr>
          <a:lstStyle>
            <a:lvl1pPr>
              <a:lnSpc>
                <a:spcPct val="90000"/>
              </a:lnSpc>
              <a:spcBef>
                <a:spcPts val="1000"/>
              </a:spcBef>
              <a:buFont typeface="Arial" panose="020B0604020202020204" pitchFamily="34" charset="0"/>
              <a:buChar char="•"/>
              <a:defRPr sz="2800">
                <a:solidFill>
                  <a:schemeClr val="tx1"/>
                </a:solidFill>
                <a:latin typeface="Times New Roman" panose="02020603050405020304" pitchFamily="18" charset="0"/>
                <a:ea typeface="仿宋" panose="02010609060101010101" pitchFamily="49" charset="-122"/>
              </a:defRPr>
            </a:lvl1pPr>
            <a:lvl2pPr marL="685800" indent="-228600">
              <a:lnSpc>
                <a:spcPct val="90000"/>
              </a:lnSpc>
              <a:spcBef>
                <a:spcPts val="500"/>
              </a:spcBef>
              <a:buFont typeface="Arial" panose="020B0604020202020204" pitchFamily="34" charset="0"/>
              <a:buChar char="•"/>
              <a:defRPr sz="2400">
                <a:solidFill>
                  <a:schemeClr val="tx1"/>
                </a:solidFill>
                <a:latin typeface="Times New Roman" panose="02020603050405020304" pitchFamily="18" charset="0"/>
                <a:ea typeface="仿宋" panose="02010609060101010101" pitchFamily="49"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Times New Roman" panose="02020603050405020304" pitchFamily="18" charset="0"/>
                <a:ea typeface="仿宋" panose="02010609060101010101" pitchFamily="49" charset="-122"/>
              </a:defRPr>
            </a:lvl3pPr>
            <a:lvl4pPr marL="1600200" indent="-228600">
              <a:lnSpc>
                <a:spcPct val="90000"/>
              </a:lnSpc>
              <a:spcBef>
                <a:spcPts val="500"/>
              </a:spcBef>
              <a:buFont typeface="Arial" panose="020B0604020202020204" pitchFamily="34" charset="0"/>
              <a:buChar char="•"/>
              <a:defRPr>
                <a:solidFill>
                  <a:schemeClr val="tx1"/>
                </a:solidFill>
                <a:latin typeface="Times New Roman" panose="02020603050405020304" pitchFamily="18" charset="0"/>
                <a:ea typeface="仿宋" panose="02010609060101010101" pitchFamily="49" charset="-122"/>
              </a:defRPr>
            </a:lvl4pPr>
            <a:lvl5pPr marL="2057400" indent="-228600">
              <a:lnSpc>
                <a:spcPct val="90000"/>
              </a:lnSpc>
              <a:spcBef>
                <a:spcPts val="500"/>
              </a:spcBef>
              <a:buFont typeface="Arial" panose="020B0604020202020204" pitchFamily="34" charset="0"/>
              <a:buChar char="•"/>
              <a:defRPr>
                <a:solidFill>
                  <a:schemeClr val="tx1"/>
                </a:solidFill>
                <a:latin typeface="Times New Roman" panose="02020603050405020304" pitchFamily="18" charset="0"/>
                <a:ea typeface="仿宋" panose="02010609060101010101" pitchFamily="49"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Times New Roman" panose="02020603050405020304" pitchFamily="18" charset="0"/>
                <a:ea typeface="仿宋" panose="02010609060101010101" pitchFamily="49"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Times New Roman" panose="02020603050405020304" pitchFamily="18" charset="0"/>
                <a:ea typeface="仿宋" panose="02010609060101010101" pitchFamily="49"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Times New Roman" panose="02020603050405020304" pitchFamily="18" charset="0"/>
                <a:ea typeface="仿宋" panose="02010609060101010101" pitchFamily="49"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Times New Roman" panose="02020603050405020304" pitchFamily="18" charset="0"/>
                <a:ea typeface="仿宋" panose="02010609060101010101" pitchFamily="49" charset="-122"/>
              </a:defRPr>
            </a:lvl9pPr>
          </a:lstStyle>
          <a:p>
            <a:pPr>
              <a:spcBef>
                <a:spcPct val="0"/>
              </a:spcBef>
              <a:buFontTx/>
              <a:buNone/>
            </a:pPr>
            <a:r>
              <a:rPr lang="zh-CN" altLang="en-US" sz="3200">
                <a:solidFill>
                  <a:srgbClr val="1F4E79"/>
                </a:solidFill>
              </a:rPr>
              <a:t>实数域上的椭圆曲线</a:t>
            </a:r>
          </a:p>
        </p:txBody>
      </p:sp>
      <p:graphicFrame>
        <p:nvGraphicFramePr>
          <p:cNvPr id="35844" name="对象 3">
            <a:extLst>
              <a:ext uri="{FF2B5EF4-FFF2-40B4-BE49-F238E27FC236}">
                <a16:creationId xmlns:a16="http://schemas.microsoft.com/office/drawing/2014/main" id="{D57AFACF-3410-D6C2-FE92-5D8333079125}"/>
              </a:ext>
            </a:extLst>
          </p:cNvPr>
          <p:cNvGraphicFramePr>
            <a:graphicFrameLocks noChangeAspect="1"/>
          </p:cNvGraphicFramePr>
          <p:nvPr/>
        </p:nvGraphicFramePr>
        <p:xfrm>
          <a:off x="6411913" y="1512888"/>
          <a:ext cx="173037" cy="236537"/>
        </p:xfrm>
        <a:graphic>
          <a:graphicData uri="http://schemas.openxmlformats.org/presentationml/2006/ole">
            <mc:AlternateContent xmlns:mc="http://schemas.openxmlformats.org/markup-compatibility/2006">
              <mc:Choice xmlns:v="urn:schemas-microsoft-com:vml" Requires="v">
                <p:oleObj name="Formula" r:id="rId2" imgW="635000" imgH="863600" progId="Equation.Ribbit">
                  <p:embed/>
                </p:oleObj>
              </mc:Choice>
              <mc:Fallback>
                <p:oleObj name="Formula" r:id="rId2" imgW="635000" imgH="863600" progId="Equation.Ribbit">
                  <p:embed/>
                  <p:pic>
                    <p:nvPicPr>
                      <p:cNvPr id="0" name="对象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1913" y="1512888"/>
                        <a:ext cx="173037" cy="236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845" name="对象 4">
            <a:extLst>
              <a:ext uri="{FF2B5EF4-FFF2-40B4-BE49-F238E27FC236}">
                <a16:creationId xmlns:a16="http://schemas.microsoft.com/office/drawing/2014/main" id="{FD73BB53-F5E4-42FC-A73B-400EF3D8EFA8}"/>
              </a:ext>
            </a:extLst>
          </p:cNvPr>
          <p:cNvGraphicFramePr>
            <a:graphicFrameLocks noChangeAspect="1"/>
          </p:cNvGraphicFramePr>
          <p:nvPr/>
        </p:nvGraphicFramePr>
        <p:xfrm>
          <a:off x="8513763" y="1462088"/>
          <a:ext cx="236537" cy="338137"/>
        </p:xfrm>
        <a:graphic>
          <a:graphicData uri="http://schemas.openxmlformats.org/presentationml/2006/ole">
            <mc:AlternateContent xmlns:mc="http://schemas.openxmlformats.org/markup-compatibility/2006">
              <mc:Choice xmlns:v="urn:schemas-microsoft-com:vml" Requires="v">
                <p:oleObj name="Formula" r:id="rId4" imgW="863600" imgH="1117600" progId="Equation.Ribbit">
                  <p:embed/>
                </p:oleObj>
              </mc:Choice>
              <mc:Fallback>
                <p:oleObj name="Formula" r:id="rId4" imgW="863600" imgH="1117600" progId="Equation.Ribbit">
                  <p:embed/>
                  <p:pic>
                    <p:nvPicPr>
                      <p:cNvPr id="0" name="对象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13763" y="1462088"/>
                        <a:ext cx="23653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846" name="对象 5">
            <a:extLst>
              <a:ext uri="{FF2B5EF4-FFF2-40B4-BE49-F238E27FC236}">
                <a16:creationId xmlns:a16="http://schemas.microsoft.com/office/drawing/2014/main" id="{35F64950-ADA0-0A09-BDBE-5E10C7F7EF8C}"/>
              </a:ext>
            </a:extLst>
          </p:cNvPr>
          <p:cNvGraphicFramePr>
            <a:graphicFrameLocks noChangeAspect="1"/>
          </p:cNvGraphicFramePr>
          <p:nvPr/>
        </p:nvGraphicFramePr>
        <p:xfrm>
          <a:off x="9067800" y="1460500"/>
          <a:ext cx="460375" cy="339725"/>
        </p:xfrm>
        <a:graphic>
          <a:graphicData uri="http://schemas.openxmlformats.org/presentationml/2006/ole">
            <mc:AlternateContent xmlns:mc="http://schemas.openxmlformats.org/markup-compatibility/2006">
              <mc:Choice xmlns:v="urn:schemas-microsoft-com:vml" Requires="v">
                <p:oleObj name="Formula" r:id="rId6" imgW="1676400" imgH="1117600" progId="Equation.Ribbit">
                  <p:embed/>
                </p:oleObj>
              </mc:Choice>
              <mc:Fallback>
                <p:oleObj name="Formula" r:id="rId6" imgW="1676400" imgH="1117600" progId="Equation.Ribbit">
                  <p:embed/>
                  <p:pic>
                    <p:nvPicPr>
                      <p:cNvPr id="0" name="对象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067800" y="1460500"/>
                        <a:ext cx="46037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847" name="对象 6">
            <a:extLst>
              <a:ext uri="{FF2B5EF4-FFF2-40B4-BE49-F238E27FC236}">
                <a16:creationId xmlns:a16="http://schemas.microsoft.com/office/drawing/2014/main" id="{EA8E5ABA-2CF9-19BC-5145-7877D0E49AE9}"/>
              </a:ext>
            </a:extLst>
          </p:cNvPr>
          <p:cNvGraphicFramePr>
            <a:graphicFrameLocks noChangeAspect="1"/>
          </p:cNvGraphicFramePr>
          <p:nvPr/>
        </p:nvGraphicFramePr>
        <p:xfrm>
          <a:off x="3519488" y="2216150"/>
          <a:ext cx="1916112" cy="349250"/>
        </p:xfrm>
        <a:graphic>
          <a:graphicData uri="http://schemas.openxmlformats.org/presentationml/2006/ole">
            <mc:AlternateContent xmlns:mc="http://schemas.openxmlformats.org/markup-compatibility/2006">
              <mc:Choice xmlns:v="urn:schemas-microsoft-com:vml" Requires="v">
                <p:oleObj name="Formula" r:id="rId8" imgW="6959600" imgH="1270000" progId="Equation.Ribbit">
                  <p:embed/>
                </p:oleObj>
              </mc:Choice>
              <mc:Fallback>
                <p:oleObj name="Formula" r:id="rId8" imgW="6959600" imgH="1270000" progId="Equation.Ribbit">
                  <p:embed/>
                  <p:pic>
                    <p:nvPicPr>
                      <p:cNvPr id="0" name="对象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19488" y="2216150"/>
                        <a:ext cx="1916112"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848" name="对象 7">
            <a:extLst>
              <a:ext uri="{FF2B5EF4-FFF2-40B4-BE49-F238E27FC236}">
                <a16:creationId xmlns:a16="http://schemas.microsoft.com/office/drawing/2014/main" id="{60771168-BE5C-7D85-9B37-73304C46BD61}"/>
              </a:ext>
            </a:extLst>
          </p:cNvPr>
          <p:cNvGraphicFramePr>
            <a:graphicFrameLocks noChangeAspect="1"/>
          </p:cNvGraphicFramePr>
          <p:nvPr/>
        </p:nvGraphicFramePr>
        <p:xfrm>
          <a:off x="3289300" y="3141663"/>
          <a:ext cx="233363" cy="344487"/>
        </p:xfrm>
        <a:graphic>
          <a:graphicData uri="http://schemas.openxmlformats.org/presentationml/2006/ole">
            <mc:AlternateContent xmlns:mc="http://schemas.openxmlformats.org/markup-compatibility/2006">
              <mc:Choice xmlns:v="urn:schemas-microsoft-com:vml" Requires="v">
                <p:oleObj name="Formula" r:id="rId10" imgW="838200" imgH="1143000" progId="Equation.Ribbit">
                  <p:embed/>
                </p:oleObj>
              </mc:Choice>
              <mc:Fallback>
                <p:oleObj name="Formula" r:id="rId10" imgW="838200" imgH="1143000" progId="Equation.Ribbit">
                  <p:embed/>
                  <p:pic>
                    <p:nvPicPr>
                      <p:cNvPr id="0" name="对象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289300" y="3141663"/>
                        <a:ext cx="233363" cy="34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849" name="对象 8">
            <a:extLst>
              <a:ext uri="{FF2B5EF4-FFF2-40B4-BE49-F238E27FC236}">
                <a16:creationId xmlns:a16="http://schemas.microsoft.com/office/drawing/2014/main" id="{D9B61E61-25EF-24A6-8895-BB6E8DBAB30B}"/>
              </a:ext>
            </a:extLst>
          </p:cNvPr>
          <p:cNvGraphicFramePr>
            <a:graphicFrameLocks noChangeAspect="1"/>
          </p:cNvGraphicFramePr>
          <p:nvPr/>
        </p:nvGraphicFramePr>
        <p:xfrm>
          <a:off x="4972050" y="3141663"/>
          <a:ext cx="233363" cy="344487"/>
        </p:xfrm>
        <a:graphic>
          <a:graphicData uri="http://schemas.openxmlformats.org/presentationml/2006/ole">
            <mc:AlternateContent xmlns:mc="http://schemas.openxmlformats.org/markup-compatibility/2006">
              <mc:Choice xmlns:v="urn:schemas-microsoft-com:vml" Requires="v">
                <p:oleObj name="Formula" r:id="rId12" imgW="838200" imgH="1143000" progId="Equation.Ribbit">
                  <p:embed/>
                </p:oleObj>
              </mc:Choice>
              <mc:Fallback>
                <p:oleObj name="Formula" r:id="rId12" imgW="838200" imgH="1143000" progId="Equation.Ribbit">
                  <p:embed/>
                  <p:pic>
                    <p:nvPicPr>
                      <p:cNvPr id="0" name="对象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972050" y="3141663"/>
                        <a:ext cx="233363" cy="34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850" name="对象 9">
            <a:extLst>
              <a:ext uri="{FF2B5EF4-FFF2-40B4-BE49-F238E27FC236}">
                <a16:creationId xmlns:a16="http://schemas.microsoft.com/office/drawing/2014/main" id="{C51A5CB4-1135-BE1A-BD47-2B24DDBB781D}"/>
              </a:ext>
            </a:extLst>
          </p:cNvPr>
          <p:cNvGraphicFramePr>
            <a:graphicFrameLocks noChangeAspect="1"/>
          </p:cNvGraphicFramePr>
          <p:nvPr/>
        </p:nvGraphicFramePr>
        <p:xfrm>
          <a:off x="2743200" y="3576638"/>
          <a:ext cx="230188" cy="307975"/>
        </p:xfrm>
        <a:graphic>
          <a:graphicData uri="http://schemas.openxmlformats.org/presentationml/2006/ole">
            <mc:AlternateContent xmlns:mc="http://schemas.openxmlformats.org/markup-compatibility/2006">
              <mc:Choice xmlns:v="urn:schemas-microsoft-com:vml" Requires="v">
                <p:oleObj name="Formula" r:id="rId13" imgW="838200" imgH="1117600" progId="Equation.Ribbit">
                  <p:embed/>
                </p:oleObj>
              </mc:Choice>
              <mc:Fallback>
                <p:oleObj name="Formula" r:id="rId13" imgW="838200" imgH="1117600" progId="Equation.Ribbit">
                  <p:embed/>
                  <p:pic>
                    <p:nvPicPr>
                      <p:cNvPr id="0" name="对象 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743200" y="3576638"/>
                        <a:ext cx="2301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851" name="对象 10">
            <a:extLst>
              <a:ext uri="{FF2B5EF4-FFF2-40B4-BE49-F238E27FC236}">
                <a16:creationId xmlns:a16="http://schemas.microsoft.com/office/drawing/2014/main" id="{30372D35-4669-0BA0-916A-9DE65C41BFA8}"/>
              </a:ext>
            </a:extLst>
          </p:cNvPr>
          <p:cNvGraphicFramePr>
            <a:graphicFrameLocks noChangeAspect="1"/>
          </p:cNvGraphicFramePr>
          <p:nvPr/>
        </p:nvGraphicFramePr>
        <p:xfrm>
          <a:off x="4865688" y="3943350"/>
          <a:ext cx="2460625" cy="314325"/>
        </p:xfrm>
        <a:graphic>
          <a:graphicData uri="http://schemas.openxmlformats.org/presentationml/2006/ole">
            <mc:AlternateContent xmlns:mc="http://schemas.openxmlformats.org/markup-compatibility/2006">
              <mc:Choice xmlns:v="urn:schemas-microsoft-com:vml" Requires="v">
                <p:oleObj name="Formula" r:id="rId15" imgW="8928100" imgH="1143000" progId="Equation.Ribbit">
                  <p:embed/>
                </p:oleObj>
              </mc:Choice>
              <mc:Fallback>
                <p:oleObj name="Formula" r:id="rId15" imgW="8928100" imgH="1143000" progId="Equation.Ribbit">
                  <p:embed/>
                  <p:pic>
                    <p:nvPicPr>
                      <p:cNvPr id="0" name="对象 1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865688" y="3943350"/>
                        <a:ext cx="246062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内容占位符 2">
            <a:extLst>
              <a:ext uri="{FF2B5EF4-FFF2-40B4-BE49-F238E27FC236}">
                <a16:creationId xmlns:a16="http://schemas.microsoft.com/office/drawing/2014/main" id="{B1C9A675-5CD8-F385-D55E-00EE89E5C393}"/>
              </a:ext>
            </a:extLst>
          </p:cNvPr>
          <p:cNvSpPr>
            <a:spLocks noGrp="1"/>
          </p:cNvSpPr>
          <p:nvPr>
            <p:ph idx="1"/>
          </p:nvPr>
        </p:nvSpPr>
        <p:spPr>
          <a:xfrm>
            <a:off x="1447800" y="1371600"/>
            <a:ext cx="9067800" cy="4579938"/>
          </a:xfrm>
        </p:spPr>
        <p:txBody>
          <a:bodyPr/>
          <a:lstStyle/>
          <a:p>
            <a:pPr marL="0" indent="0">
              <a:buFont typeface="Arial" panose="020B0604020202020204" pitchFamily="34" charset="0"/>
              <a:buNone/>
            </a:pPr>
            <a:r>
              <a:rPr lang="en-US" altLang="zh-CN"/>
              <a:t>2) </a:t>
            </a:r>
            <a:r>
              <a:rPr lang="zh-CN" altLang="zh-CN"/>
              <a:t>加法的代数描述</a:t>
            </a:r>
          </a:p>
          <a:p>
            <a:pPr marL="0" indent="0">
              <a:buFont typeface="Arial" panose="020B0604020202020204" pitchFamily="34" charset="0"/>
              <a:buNone/>
            </a:pPr>
            <a:r>
              <a:rPr lang="en-US" altLang="zh-CN"/>
              <a:t>     </a:t>
            </a:r>
            <a:r>
              <a:rPr lang="zh-CN" altLang="zh-CN"/>
              <a:t>对于椭圆曲线上不互为逆元的两点</a:t>
            </a:r>
            <a:r>
              <a:rPr lang="en-US" altLang="zh-CN"/>
              <a:t>           </a:t>
            </a:r>
            <a:r>
              <a:rPr lang="zh-CN" altLang="zh-CN"/>
              <a:t>和</a:t>
            </a:r>
            <a:r>
              <a:rPr lang="en-US" altLang="zh-CN"/>
              <a:t>          </a:t>
            </a:r>
          </a:p>
          <a:p>
            <a:pPr marL="0" indent="0">
              <a:buFont typeface="Arial" panose="020B0604020202020204" pitchFamily="34" charset="0"/>
              <a:buNone/>
            </a:pPr>
            <a:r>
              <a:rPr lang="en-US" altLang="zh-CN"/>
              <a:t>                  </a:t>
            </a:r>
            <a:r>
              <a:rPr lang="zh-CN" altLang="zh-CN"/>
              <a:t>由以下规则确定</a:t>
            </a:r>
            <a:r>
              <a:rPr lang="en-US" altLang="zh-CN"/>
              <a:t>:</a:t>
            </a:r>
            <a:endParaRPr lang="zh-CN" altLang="zh-CN"/>
          </a:p>
          <a:p>
            <a:pPr marL="0" indent="0">
              <a:buFont typeface="Arial" panose="020B0604020202020204" pitchFamily="34" charset="0"/>
              <a:buNone/>
            </a:pPr>
            <a:r>
              <a:rPr lang="en-US" altLang="zh-CN"/>
              <a:t> </a:t>
            </a:r>
          </a:p>
          <a:p>
            <a:pPr marL="0" indent="0">
              <a:buFont typeface="Arial" panose="020B0604020202020204" pitchFamily="34" charset="0"/>
              <a:buNone/>
            </a:pPr>
            <a:endParaRPr lang="en-US" altLang="zh-CN"/>
          </a:p>
          <a:p>
            <a:pPr marL="0" indent="0">
              <a:buFont typeface="Arial" panose="020B0604020202020204" pitchFamily="34" charset="0"/>
              <a:buNone/>
            </a:pPr>
            <a:r>
              <a:rPr lang="zh-CN" altLang="en-US"/>
              <a:t>式中</a:t>
            </a:r>
            <a:endParaRPr lang="en-US" altLang="zh-CN"/>
          </a:p>
        </p:txBody>
      </p:sp>
      <p:sp>
        <p:nvSpPr>
          <p:cNvPr id="40" name="标题 1">
            <a:extLst>
              <a:ext uri="{FF2B5EF4-FFF2-40B4-BE49-F238E27FC236}">
                <a16:creationId xmlns:a16="http://schemas.microsoft.com/office/drawing/2014/main" id="{90C84E18-9C5B-9F43-795D-AD83A4FE7768}"/>
              </a:ext>
            </a:extLst>
          </p:cNvPr>
          <p:cNvSpPr txBox="1">
            <a:spLocks/>
          </p:cNvSpPr>
          <p:nvPr/>
        </p:nvSpPr>
        <p:spPr bwMode="auto">
          <a:xfrm>
            <a:off x="2152650" y="381000"/>
            <a:ext cx="6778625" cy="66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ormAutofit/>
          </a:bodyPr>
          <a:lstStyle>
            <a:lvl1pPr>
              <a:lnSpc>
                <a:spcPct val="90000"/>
              </a:lnSpc>
              <a:spcBef>
                <a:spcPts val="1000"/>
              </a:spcBef>
              <a:buFont typeface="Arial" panose="020B0604020202020204" pitchFamily="34" charset="0"/>
              <a:buChar char="•"/>
              <a:defRPr sz="2800">
                <a:solidFill>
                  <a:schemeClr val="tx1"/>
                </a:solidFill>
                <a:latin typeface="Times New Roman" panose="02020603050405020304" pitchFamily="18" charset="0"/>
                <a:ea typeface="仿宋" panose="02010609060101010101" pitchFamily="49" charset="-122"/>
              </a:defRPr>
            </a:lvl1pPr>
            <a:lvl2pPr marL="685800" indent="-228600">
              <a:lnSpc>
                <a:spcPct val="90000"/>
              </a:lnSpc>
              <a:spcBef>
                <a:spcPts val="500"/>
              </a:spcBef>
              <a:buFont typeface="Arial" panose="020B0604020202020204" pitchFamily="34" charset="0"/>
              <a:buChar char="•"/>
              <a:defRPr sz="2400">
                <a:solidFill>
                  <a:schemeClr val="tx1"/>
                </a:solidFill>
                <a:latin typeface="Times New Roman" panose="02020603050405020304" pitchFamily="18" charset="0"/>
                <a:ea typeface="仿宋" panose="02010609060101010101" pitchFamily="49"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Times New Roman" panose="02020603050405020304" pitchFamily="18" charset="0"/>
                <a:ea typeface="仿宋" panose="02010609060101010101" pitchFamily="49" charset="-122"/>
              </a:defRPr>
            </a:lvl3pPr>
            <a:lvl4pPr marL="1600200" indent="-228600">
              <a:lnSpc>
                <a:spcPct val="90000"/>
              </a:lnSpc>
              <a:spcBef>
                <a:spcPts val="500"/>
              </a:spcBef>
              <a:buFont typeface="Arial" panose="020B0604020202020204" pitchFamily="34" charset="0"/>
              <a:buChar char="•"/>
              <a:defRPr>
                <a:solidFill>
                  <a:schemeClr val="tx1"/>
                </a:solidFill>
                <a:latin typeface="Times New Roman" panose="02020603050405020304" pitchFamily="18" charset="0"/>
                <a:ea typeface="仿宋" panose="02010609060101010101" pitchFamily="49" charset="-122"/>
              </a:defRPr>
            </a:lvl4pPr>
            <a:lvl5pPr marL="2057400" indent="-228600">
              <a:lnSpc>
                <a:spcPct val="90000"/>
              </a:lnSpc>
              <a:spcBef>
                <a:spcPts val="500"/>
              </a:spcBef>
              <a:buFont typeface="Arial" panose="020B0604020202020204" pitchFamily="34" charset="0"/>
              <a:buChar char="•"/>
              <a:defRPr>
                <a:solidFill>
                  <a:schemeClr val="tx1"/>
                </a:solidFill>
                <a:latin typeface="Times New Roman" panose="02020603050405020304" pitchFamily="18" charset="0"/>
                <a:ea typeface="仿宋" panose="02010609060101010101" pitchFamily="49"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Times New Roman" panose="02020603050405020304" pitchFamily="18" charset="0"/>
                <a:ea typeface="仿宋" panose="02010609060101010101" pitchFamily="49"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Times New Roman" panose="02020603050405020304" pitchFamily="18" charset="0"/>
                <a:ea typeface="仿宋" panose="02010609060101010101" pitchFamily="49"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Times New Roman" panose="02020603050405020304" pitchFamily="18" charset="0"/>
                <a:ea typeface="仿宋" panose="02010609060101010101" pitchFamily="49"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Times New Roman" panose="02020603050405020304" pitchFamily="18" charset="0"/>
                <a:ea typeface="仿宋" panose="02010609060101010101" pitchFamily="49" charset="-122"/>
              </a:defRPr>
            </a:lvl9pPr>
          </a:lstStyle>
          <a:p>
            <a:pPr>
              <a:spcBef>
                <a:spcPct val="0"/>
              </a:spcBef>
              <a:buFontTx/>
              <a:buNone/>
            </a:pPr>
            <a:r>
              <a:rPr lang="zh-CN" altLang="en-US" sz="3200">
                <a:solidFill>
                  <a:srgbClr val="1F4E79"/>
                </a:solidFill>
              </a:rPr>
              <a:t>实数域上的椭圆曲线</a:t>
            </a:r>
          </a:p>
        </p:txBody>
      </p:sp>
      <p:graphicFrame>
        <p:nvGraphicFramePr>
          <p:cNvPr id="36868" name="对象 3">
            <a:extLst>
              <a:ext uri="{FF2B5EF4-FFF2-40B4-BE49-F238E27FC236}">
                <a16:creationId xmlns:a16="http://schemas.microsoft.com/office/drawing/2014/main" id="{E46A8C7E-0FF1-2D91-5CD1-7B6E988DCD25}"/>
              </a:ext>
            </a:extLst>
          </p:cNvPr>
          <p:cNvGraphicFramePr>
            <a:graphicFrameLocks noChangeAspect="1"/>
          </p:cNvGraphicFramePr>
          <p:nvPr/>
        </p:nvGraphicFramePr>
        <p:xfrm>
          <a:off x="6861175" y="1860550"/>
          <a:ext cx="1520825" cy="349250"/>
        </p:xfrm>
        <a:graphic>
          <a:graphicData uri="http://schemas.openxmlformats.org/presentationml/2006/ole">
            <mc:AlternateContent xmlns:mc="http://schemas.openxmlformats.org/markup-compatibility/2006">
              <mc:Choice xmlns:v="urn:schemas-microsoft-com:vml" Requires="v">
                <p:oleObj name="Formula" r:id="rId2" imgW="5524500" imgH="1270000" progId="Equation.Ribbit">
                  <p:embed/>
                </p:oleObj>
              </mc:Choice>
              <mc:Fallback>
                <p:oleObj name="Formula" r:id="rId2" imgW="5524500" imgH="1270000" progId="Equation.Ribbit">
                  <p:embed/>
                  <p:pic>
                    <p:nvPicPr>
                      <p:cNvPr id="0" name="对象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61175" y="1860550"/>
                        <a:ext cx="1520825"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6869" name="对象 4">
            <a:extLst>
              <a:ext uri="{FF2B5EF4-FFF2-40B4-BE49-F238E27FC236}">
                <a16:creationId xmlns:a16="http://schemas.microsoft.com/office/drawing/2014/main" id="{A3DF6BAB-2C0C-2DC2-8E39-D1BBF430EFF7}"/>
              </a:ext>
            </a:extLst>
          </p:cNvPr>
          <p:cNvGraphicFramePr>
            <a:graphicFrameLocks noChangeAspect="1"/>
          </p:cNvGraphicFramePr>
          <p:nvPr/>
        </p:nvGraphicFramePr>
        <p:xfrm>
          <a:off x="8931275" y="1860550"/>
          <a:ext cx="1527175" cy="349250"/>
        </p:xfrm>
        <a:graphic>
          <a:graphicData uri="http://schemas.openxmlformats.org/presentationml/2006/ole">
            <mc:AlternateContent xmlns:mc="http://schemas.openxmlformats.org/markup-compatibility/2006">
              <mc:Choice xmlns:v="urn:schemas-microsoft-com:vml" Requires="v">
                <p:oleObj name="Formula" r:id="rId4" imgW="5537200" imgH="1270000" progId="Equation.Ribbit">
                  <p:embed/>
                </p:oleObj>
              </mc:Choice>
              <mc:Fallback>
                <p:oleObj name="Formula" r:id="rId4" imgW="5537200" imgH="1270000" progId="Equation.Ribbit">
                  <p:embed/>
                  <p:pic>
                    <p:nvPicPr>
                      <p:cNvPr id="0" name="对象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31275" y="1860550"/>
                        <a:ext cx="1527175"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6870" name="对象 5">
            <a:extLst>
              <a:ext uri="{FF2B5EF4-FFF2-40B4-BE49-F238E27FC236}">
                <a16:creationId xmlns:a16="http://schemas.microsoft.com/office/drawing/2014/main" id="{DD4C593E-9AED-06A0-59EE-62F8040E9D54}"/>
              </a:ext>
            </a:extLst>
          </p:cNvPr>
          <p:cNvGraphicFramePr>
            <a:graphicFrameLocks noChangeAspect="1"/>
          </p:cNvGraphicFramePr>
          <p:nvPr/>
        </p:nvGraphicFramePr>
        <p:xfrm>
          <a:off x="1493838" y="2339975"/>
          <a:ext cx="2713037" cy="349250"/>
        </p:xfrm>
        <a:graphic>
          <a:graphicData uri="http://schemas.openxmlformats.org/presentationml/2006/ole">
            <mc:AlternateContent xmlns:mc="http://schemas.openxmlformats.org/markup-compatibility/2006">
              <mc:Choice xmlns:v="urn:schemas-microsoft-com:vml" Requires="v">
                <p:oleObj name="Formula" r:id="rId6" imgW="9842500" imgH="1270000" progId="Equation.Ribbit">
                  <p:embed/>
                </p:oleObj>
              </mc:Choice>
              <mc:Fallback>
                <p:oleObj name="Formula" r:id="rId6" imgW="9842500" imgH="1270000" progId="Equation.Ribbit">
                  <p:embed/>
                  <p:pic>
                    <p:nvPicPr>
                      <p:cNvPr id="0" name="对象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93838" y="2339975"/>
                        <a:ext cx="27130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6871" name="对象 6">
            <a:extLst>
              <a:ext uri="{FF2B5EF4-FFF2-40B4-BE49-F238E27FC236}">
                <a16:creationId xmlns:a16="http://schemas.microsoft.com/office/drawing/2014/main" id="{024BE80C-E6C4-2A96-235D-9C93C4BE7C8E}"/>
              </a:ext>
            </a:extLst>
          </p:cNvPr>
          <p:cNvGraphicFramePr>
            <a:graphicFrameLocks noChangeAspect="1"/>
          </p:cNvGraphicFramePr>
          <p:nvPr/>
        </p:nvGraphicFramePr>
        <p:xfrm>
          <a:off x="4954588" y="2784475"/>
          <a:ext cx="2281237" cy="365125"/>
        </p:xfrm>
        <a:graphic>
          <a:graphicData uri="http://schemas.openxmlformats.org/presentationml/2006/ole">
            <mc:AlternateContent xmlns:mc="http://schemas.openxmlformats.org/markup-compatibility/2006">
              <mc:Choice xmlns:v="urn:schemas-microsoft-com:vml" Requires="v">
                <p:oleObj name="Formula" r:id="rId8" imgW="8280400" imgH="1320800" progId="Equation.Ribbit">
                  <p:embed/>
                </p:oleObj>
              </mc:Choice>
              <mc:Fallback>
                <p:oleObj name="Formula" r:id="rId8" imgW="8280400" imgH="1320800" progId="Equation.Ribbit">
                  <p:embed/>
                  <p:pic>
                    <p:nvPicPr>
                      <p:cNvPr id="0" name="对象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954588" y="2784475"/>
                        <a:ext cx="228123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6872" name="对象 7">
            <a:extLst>
              <a:ext uri="{FF2B5EF4-FFF2-40B4-BE49-F238E27FC236}">
                <a16:creationId xmlns:a16="http://schemas.microsoft.com/office/drawing/2014/main" id="{25A4995D-1DBD-1E99-E308-873FB6246B09}"/>
              </a:ext>
            </a:extLst>
          </p:cNvPr>
          <p:cNvGraphicFramePr>
            <a:graphicFrameLocks noChangeAspect="1"/>
          </p:cNvGraphicFramePr>
          <p:nvPr/>
        </p:nvGraphicFramePr>
        <p:xfrm>
          <a:off x="4783138" y="3238500"/>
          <a:ext cx="2625725" cy="349250"/>
        </p:xfrm>
        <a:graphic>
          <a:graphicData uri="http://schemas.openxmlformats.org/presentationml/2006/ole">
            <mc:AlternateContent xmlns:mc="http://schemas.openxmlformats.org/markup-compatibility/2006">
              <mc:Choice xmlns:v="urn:schemas-microsoft-com:vml" Requires="v">
                <p:oleObj name="Formula" r:id="rId10" imgW="9525000" imgH="1270000" progId="Equation.Ribbit">
                  <p:embed/>
                </p:oleObj>
              </mc:Choice>
              <mc:Fallback>
                <p:oleObj name="Formula" r:id="rId10" imgW="9525000" imgH="1270000" progId="Equation.Ribbit">
                  <p:embed/>
                  <p:pic>
                    <p:nvPicPr>
                      <p:cNvPr id="0" name="对象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783138" y="3238500"/>
                        <a:ext cx="2625725"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6873" name="对象 8">
            <a:extLst>
              <a:ext uri="{FF2B5EF4-FFF2-40B4-BE49-F238E27FC236}">
                <a16:creationId xmlns:a16="http://schemas.microsoft.com/office/drawing/2014/main" id="{CEA892FA-1849-FF2A-A074-1FCF80BF47E5}"/>
              </a:ext>
            </a:extLst>
          </p:cNvPr>
          <p:cNvGraphicFramePr>
            <a:graphicFrameLocks noChangeAspect="1"/>
          </p:cNvGraphicFramePr>
          <p:nvPr/>
        </p:nvGraphicFramePr>
        <p:xfrm>
          <a:off x="4652963" y="4076700"/>
          <a:ext cx="2884487" cy="1504950"/>
        </p:xfrm>
        <a:graphic>
          <a:graphicData uri="http://schemas.openxmlformats.org/presentationml/2006/ole">
            <mc:AlternateContent xmlns:mc="http://schemas.openxmlformats.org/markup-compatibility/2006">
              <mc:Choice xmlns:v="urn:schemas-microsoft-com:vml" Requires="v">
                <p:oleObj name="Formula" r:id="rId12" imgW="10477500" imgH="5473700" progId="Equation.Ribbit">
                  <p:embed/>
                </p:oleObj>
              </mc:Choice>
              <mc:Fallback>
                <p:oleObj name="Formula" r:id="rId12" imgW="10477500" imgH="5473700" progId="Equation.Ribbit">
                  <p:embed/>
                  <p:pic>
                    <p:nvPicPr>
                      <p:cNvPr id="0" name="对象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652963" y="4076700"/>
                        <a:ext cx="2884487" cy="150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内容占位符 2">
            <a:extLst>
              <a:ext uri="{FF2B5EF4-FFF2-40B4-BE49-F238E27FC236}">
                <a16:creationId xmlns:a16="http://schemas.microsoft.com/office/drawing/2014/main" id="{A60BD195-E93B-A64B-43A0-495E60DEECFD}"/>
              </a:ext>
            </a:extLst>
          </p:cNvPr>
          <p:cNvSpPr>
            <a:spLocks noGrp="1"/>
          </p:cNvSpPr>
          <p:nvPr>
            <p:ph idx="1"/>
          </p:nvPr>
        </p:nvSpPr>
        <p:spPr>
          <a:xfrm>
            <a:off x="1447800" y="1371600"/>
            <a:ext cx="9067800" cy="4579938"/>
          </a:xfrm>
        </p:spPr>
        <p:txBody>
          <a:bodyPr/>
          <a:lstStyle/>
          <a:p>
            <a:pPr marL="0" indent="0">
              <a:buFont typeface="Arial" panose="020B0604020202020204" pitchFamily="34" charset="0"/>
              <a:buNone/>
            </a:pPr>
            <a:r>
              <a:rPr lang="zh-CN" altLang="zh-CN"/>
              <a:t>对于椭圆曲线上不互为逆元的两点</a:t>
            </a:r>
            <a:r>
              <a:rPr lang="en-US" altLang="zh-CN"/>
              <a:t>           </a:t>
            </a:r>
            <a:r>
              <a:rPr lang="zh-CN" altLang="zh-CN"/>
              <a:t>和</a:t>
            </a:r>
            <a:r>
              <a:rPr lang="en-US" altLang="zh-CN"/>
              <a:t>          </a:t>
            </a:r>
          </a:p>
          <a:p>
            <a:pPr marL="0" indent="0">
              <a:buFont typeface="Arial" panose="020B0604020202020204" pitchFamily="34" charset="0"/>
              <a:buNone/>
            </a:pPr>
            <a:r>
              <a:rPr lang="zh-CN" altLang="en-US"/>
              <a:t>要计算</a:t>
            </a:r>
            <a:r>
              <a:rPr lang="en-US" altLang="zh-CN"/>
              <a:t>                    </a:t>
            </a:r>
            <a:r>
              <a:rPr lang="zh-CN" altLang="en-US"/>
              <a:t>，首先计算过点</a:t>
            </a:r>
            <a:r>
              <a:rPr lang="en-US" altLang="zh-CN"/>
              <a:t>P</a:t>
            </a:r>
            <a:r>
              <a:rPr lang="zh-CN" altLang="en-US"/>
              <a:t>和</a:t>
            </a:r>
            <a:r>
              <a:rPr lang="en-US" altLang="zh-CN"/>
              <a:t>Q</a:t>
            </a:r>
            <a:r>
              <a:rPr lang="zh-CN" altLang="en-US"/>
              <a:t>的直线</a:t>
            </a:r>
            <a:r>
              <a:rPr lang="en-US" altLang="zh-CN" i="1">
                <a:latin typeface="Times New Roman" panose="02020603050405020304" pitchFamily="18" charset="0"/>
                <a:cs typeface="Times New Roman" panose="02020603050405020304" pitchFamily="18" charset="0"/>
              </a:rPr>
              <a:t>l</a:t>
            </a:r>
            <a:r>
              <a:rPr lang="zh-CN" altLang="en-US"/>
              <a:t>的斜率</a:t>
            </a:r>
            <a:endParaRPr lang="en-US" altLang="zh-CN"/>
          </a:p>
          <a:p>
            <a:pPr marL="0" indent="0">
              <a:buFont typeface="Arial" panose="020B0604020202020204" pitchFamily="34" charset="0"/>
              <a:buNone/>
            </a:pPr>
            <a:endParaRPr lang="en-US" altLang="zh-CN"/>
          </a:p>
          <a:p>
            <a:pPr marL="0" indent="0">
              <a:buFont typeface="Arial" panose="020B0604020202020204" pitchFamily="34" charset="0"/>
              <a:buNone/>
            </a:pPr>
            <a:endParaRPr lang="en-US" altLang="zh-CN"/>
          </a:p>
          <a:p>
            <a:pPr marL="0" indent="0">
              <a:buFont typeface="Arial" panose="020B0604020202020204" pitchFamily="34" charset="0"/>
              <a:buNone/>
            </a:pPr>
            <a:endParaRPr lang="en-US" altLang="zh-CN"/>
          </a:p>
          <a:p>
            <a:pPr marL="0" indent="0">
              <a:buFont typeface="Arial" panose="020B0604020202020204" pitchFamily="34" charset="0"/>
              <a:buNone/>
            </a:pPr>
            <a:r>
              <a:rPr lang="zh-CN" altLang="en-US"/>
              <a:t>记</a:t>
            </a:r>
            <a:endParaRPr lang="en-US" altLang="zh-CN"/>
          </a:p>
          <a:p>
            <a:pPr marL="0" indent="0">
              <a:buFont typeface="Arial" panose="020B0604020202020204" pitchFamily="34" charset="0"/>
              <a:buNone/>
            </a:pPr>
            <a:r>
              <a:rPr lang="zh-CN" altLang="en-US"/>
              <a:t>则直线</a:t>
            </a:r>
            <a:r>
              <a:rPr lang="en-US" altLang="zh-CN" i="1"/>
              <a:t>l</a:t>
            </a:r>
            <a:r>
              <a:rPr lang="zh-CN" altLang="en-US"/>
              <a:t>的方程为</a:t>
            </a:r>
            <a:endParaRPr lang="en-US" altLang="zh-CN"/>
          </a:p>
          <a:p>
            <a:pPr marL="0" indent="0">
              <a:buFont typeface="Arial" panose="020B0604020202020204" pitchFamily="34" charset="0"/>
              <a:buNone/>
            </a:pPr>
            <a:r>
              <a:rPr lang="zh-CN" altLang="en-US"/>
              <a:t>将其代入曲线方程                ，可得</a:t>
            </a:r>
            <a:endParaRPr lang="en-US" altLang="zh-CN"/>
          </a:p>
          <a:p>
            <a:pPr marL="0" indent="0">
              <a:buFont typeface="Arial" panose="020B0604020202020204" pitchFamily="34" charset="0"/>
              <a:buNone/>
            </a:pPr>
            <a:r>
              <a:rPr lang="zh-CN" altLang="en-US"/>
              <a:t>即</a:t>
            </a:r>
            <a:endParaRPr lang="en-US" altLang="zh-CN"/>
          </a:p>
          <a:p>
            <a:pPr marL="0" indent="0">
              <a:buFont typeface="Arial" panose="020B0604020202020204" pitchFamily="34" charset="0"/>
              <a:buNone/>
            </a:pPr>
            <a:endParaRPr lang="en-US" altLang="zh-CN"/>
          </a:p>
        </p:txBody>
      </p:sp>
      <p:sp>
        <p:nvSpPr>
          <p:cNvPr id="40" name="标题 1">
            <a:extLst>
              <a:ext uri="{FF2B5EF4-FFF2-40B4-BE49-F238E27FC236}">
                <a16:creationId xmlns:a16="http://schemas.microsoft.com/office/drawing/2014/main" id="{F1396114-34DC-973C-AD35-F19E6625C053}"/>
              </a:ext>
            </a:extLst>
          </p:cNvPr>
          <p:cNvSpPr txBox="1">
            <a:spLocks/>
          </p:cNvSpPr>
          <p:nvPr/>
        </p:nvSpPr>
        <p:spPr bwMode="auto">
          <a:xfrm>
            <a:off x="2152650" y="381000"/>
            <a:ext cx="6778625" cy="66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ormAutofit/>
          </a:bodyPr>
          <a:lstStyle>
            <a:lvl1pPr>
              <a:lnSpc>
                <a:spcPct val="90000"/>
              </a:lnSpc>
              <a:spcBef>
                <a:spcPts val="1000"/>
              </a:spcBef>
              <a:buFont typeface="Arial" panose="020B0604020202020204" pitchFamily="34" charset="0"/>
              <a:buChar char="•"/>
              <a:defRPr sz="2800">
                <a:solidFill>
                  <a:schemeClr val="tx1"/>
                </a:solidFill>
                <a:latin typeface="Times New Roman" panose="02020603050405020304" pitchFamily="18" charset="0"/>
                <a:ea typeface="仿宋" panose="02010609060101010101" pitchFamily="49" charset="-122"/>
              </a:defRPr>
            </a:lvl1pPr>
            <a:lvl2pPr marL="685800" indent="-228600">
              <a:lnSpc>
                <a:spcPct val="90000"/>
              </a:lnSpc>
              <a:spcBef>
                <a:spcPts val="500"/>
              </a:spcBef>
              <a:buFont typeface="Arial" panose="020B0604020202020204" pitchFamily="34" charset="0"/>
              <a:buChar char="•"/>
              <a:defRPr sz="2400">
                <a:solidFill>
                  <a:schemeClr val="tx1"/>
                </a:solidFill>
                <a:latin typeface="Times New Roman" panose="02020603050405020304" pitchFamily="18" charset="0"/>
                <a:ea typeface="仿宋" panose="02010609060101010101" pitchFamily="49"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Times New Roman" panose="02020603050405020304" pitchFamily="18" charset="0"/>
                <a:ea typeface="仿宋" panose="02010609060101010101" pitchFamily="49" charset="-122"/>
              </a:defRPr>
            </a:lvl3pPr>
            <a:lvl4pPr marL="1600200" indent="-228600">
              <a:lnSpc>
                <a:spcPct val="90000"/>
              </a:lnSpc>
              <a:spcBef>
                <a:spcPts val="500"/>
              </a:spcBef>
              <a:buFont typeface="Arial" panose="020B0604020202020204" pitchFamily="34" charset="0"/>
              <a:buChar char="•"/>
              <a:defRPr>
                <a:solidFill>
                  <a:schemeClr val="tx1"/>
                </a:solidFill>
                <a:latin typeface="Times New Roman" panose="02020603050405020304" pitchFamily="18" charset="0"/>
                <a:ea typeface="仿宋" panose="02010609060101010101" pitchFamily="49" charset="-122"/>
              </a:defRPr>
            </a:lvl4pPr>
            <a:lvl5pPr marL="2057400" indent="-228600">
              <a:lnSpc>
                <a:spcPct val="90000"/>
              </a:lnSpc>
              <a:spcBef>
                <a:spcPts val="500"/>
              </a:spcBef>
              <a:buFont typeface="Arial" panose="020B0604020202020204" pitchFamily="34" charset="0"/>
              <a:buChar char="•"/>
              <a:defRPr>
                <a:solidFill>
                  <a:schemeClr val="tx1"/>
                </a:solidFill>
                <a:latin typeface="Times New Roman" panose="02020603050405020304" pitchFamily="18" charset="0"/>
                <a:ea typeface="仿宋" panose="02010609060101010101" pitchFamily="49"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Times New Roman" panose="02020603050405020304" pitchFamily="18" charset="0"/>
                <a:ea typeface="仿宋" panose="02010609060101010101" pitchFamily="49"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Times New Roman" panose="02020603050405020304" pitchFamily="18" charset="0"/>
                <a:ea typeface="仿宋" panose="02010609060101010101" pitchFamily="49"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Times New Roman" panose="02020603050405020304" pitchFamily="18" charset="0"/>
                <a:ea typeface="仿宋" panose="02010609060101010101" pitchFamily="49"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Times New Roman" panose="02020603050405020304" pitchFamily="18" charset="0"/>
                <a:ea typeface="仿宋" panose="02010609060101010101" pitchFamily="49" charset="-122"/>
              </a:defRPr>
            </a:lvl9pPr>
          </a:lstStyle>
          <a:p>
            <a:pPr>
              <a:spcBef>
                <a:spcPct val="0"/>
              </a:spcBef>
              <a:buFontTx/>
              <a:buNone/>
            </a:pPr>
            <a:r>
              <a:rPr lang="zh-CN" altLang="en-US" sz="3200">
                <a:solidFill>
                  <a:srgbClr val="1F4E79"/>
                </a:solidFill>
                <a:latin typeface="仿宋" panose="02010609060101010101" pitchFamily="49" charset="-122"/>
              </a:rPr>
              <a:t>加法公式的推导</a:t>
            </a:r>
            <a:endParaRPr lang="zh-CN" altLang="en-US" sz="3200">
              <a:solidFill>
                <a:srgbClr val="1F4E79"/>
              </a:solidFill>
            </a:endParaRPr>
          </a:p>
        </p:txBody>
      </p:sp>
      <p:graphicFrame>
        <p:nvGraphicFramePr>
          <p:cNvPr id="37892" name="对象 3">
            <a:extLst>
              <a:ext uri="{FF2B5EF4-FFF2-40B4-BE49-F238E27FC236}">
                <a16:creationId xmlns:a16="http://schemas.microsoft.com/office/drawing/2014/main" id="{1F09D9CE-1124-E981-522D-C7E264EDAC32}"/>
              </a:ext>
            </a:extLst>
          </p:cNvPr>
          <p:cNvGraphicFramePr>
            <a:graphicFrameLocks noChangeAspect="1"/>
          </p:cNvGraphicFramePr>
          <p:nvPr/>
        </p:nvGraphicFramePr>
        <p:xfrm>
          <a:off x="6172200" y="1371600"/>
          <a:ext cx="1520825" cy="349250"/>
        </p:xfrm>
        <a:graphic>
          <a:graphicData uri="http://schemas.openxmlformats.org/presentationml/2006/ole">
            <mc:AlternateContent xmlns:mc="http://schemas.openxmlformats.org/markup-compatibility/2006">
              <mc:Choice xmlns:v="urn:schemas-microsoft-com:vml" Requires="v">
                <p:oleObj name="Formula" r:id="rId2" imgW="5524500" imgH="1270000" progId="Equation.Ribbit">
                  <p:embed/>
                </p:oleObj>
              </mc:Choice>
              <mc:Fallback>
                <p:oleObj name="Formula" r:id="rId2" imgW="5524500" imgH="1270000" progId="Equation.Ribbit">
                  <p:embed/>
                  <p:pic>
                    <p:nvPicPr>
                      <p:cNvPr id="0" name="对象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200" y="1371600"/>
                        <a:ext cx="1520825"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7893" name="对象 4">
            <a:extLst>
              <a:ext uri="{FF2B5EF4-FFF2-40B4-BE49-F238E27FC236}">
                <a16:creationId xmlns:a16="http://schemas.microsoft.com/office/drawing/2014/main" id="{41435205-E0A9-CCA9-EAF9-846DE2F20725}"/>
              </a:ext>
            </a:extLst>
          </p:cNvPr>
          <p:cNvGraphicFramePr>
            <a:graphicFrameLocks noChangeAspect="1"/>
          </p:cNvGraphicFramePr>
          <p:nvPr/>
        </p:nvGraphicFramePr>
        <p:xfrm>
          <a:off x="8307388" y="1371600"/>
          <a:ext cx="1527175" cy="349250"/>
        </p:xfrm>
        <a:graphic>
          <a:graphicData uri="http://schemas.openxmlformats.org/presentationml/2006/ole">
            <mc:AlternateContent xmlns:mc="http://schemas.openxmlformats.org/markup-compatibility/2006">
              <mc:Choice xmlns:v="urn:schemas-microsoft-com:vml" Requires="v">
                <p:oleObj name="Formula" r:id="rId4" imgW="5537200" imgH="1270000" progId="Equation.Ribbit">
                  <p:embed/>
                </p:oleObj>
              </mc:Choice>
              <mc:Fallback>
                <p:oleObj name="Formula" r:id="rId4" imgW="5537200" imgH="1270000" progId="Equation.Ribbit">
                  <p:embed/>
                  <p:pic>
                    <p:nvPicPr>
                      <p:cNvPr id="0" name="对象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07388" y="1371600"/>
                        <a:ext cx="1527175"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7894" name="对象 5">
            <a:extLst>
              <a:ext uri="{FF2B5EF4-FFF2-40B4-BE49-F238E27FC236}">
                <a16:creationId xmlns:a16="http://schemas.microsoft.com/office/drawing/2014/main" id="{5A4AEA6F-17F7-8D21-2071-D23DAC83A522}"/>
              </a:ext>
            </a:extLst>
          </p:cNvPr>
          <p:cNvGraphicFramePr>
            <a:graphicFrameLocks noChangeAspect="1"/>
          </p:cNvGraphicFramePr>
          <p:nvPr/>
        </p:nvGraphicFramePr>
        <p:xfrm>
          <a:off x="2590800" y="1851025"/>
          <a:ext cx="2713038" cy="349250"/>
        </p:xfrm>
        <a:graphic>
          <a:graphicData uri="http://schemas.openxmlformats.org/presentationml/2006/ole">
            <mc:AlternateContent xmlns:mc="http://schemas.openxmlformats.org/markup-compatibility/2006">
              <mc:Choice xmlns:v="urn:schemas-microsoft-com:vml" Requires="v">
                <p:oleObj name="Formula" r:id="rId6" imgW="9842500" imgH="1270000" progId="Equation.Ribbit">
                  <p:embed/>
                </p:oleObj>
              </mc:Choice>
              <mc:Fallback>
                <p:oleObj name="Formula" r:id="rId6" imgW="9842500" imgH="1270000" progId="Equation.Ribbit">
                  <p:embed/>
                  <p:pic>
                    <p:nvPicPr>
                      <p:cNvPr id="0" name="对象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90800" y="1851025"/>
                        <a:ext cx="2713038"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7895" name="对象 8">
            <a:extLst>
              <a:ext uri="{FF2B5EF4-FFF2-40B4-BE49-F238E27FC236}">
                <a16:creationId xmlns:a16="http://schemas.microsoft.com/office/drawing/2014/main" id="{8DFC3693-0872-4588-ADCD-99B015F4E417}"/>
              </a:ext>
            </a:extLst>
          </p:cNvPr>
          <p:cNvGraphicFramePr>
            <a:graphicFrameLocks noChangeAspect="1"/>
          </p:cNvGraphicFramePr>
          <p:nvPr/>
        </p:nvGraphicFramePr>
        <p:xfrm>
          <a:off x="4419600" y="2265363"/>
          <a:ext cx="2884488" cy="1504950"/>
        </p:xfrm>
        <a:graphic>
          <a:graphicData uri="http://schemas.openxmlformats.org/presentationml/2006/ole">
            <mc:AlternateContent xmlns:mc="http://schemas.openxmlformats.org/markup-compatibility/2006">
              <mc:Choice xmlns:v="urn:schemas-microsoft-com:vml" Requires="v">
                <p:oleObj name="Formula" r:id="rId8" imgW="10477500" imgH="5473700" progId="Equation.Ribbit">
                  <p:embed/>
                </p:oleObj>
              </mc:Choice>
              <mc:Fallback>
                <p:oleObj name="Formula" r:id="rId8" imgW="10477500" imgH="5473700" progId="Equation.Ribbit">
                  <p:embed/>
                  <p:pic>
                    <p:nvPicPr>
                      <p:cNvPr id="0" name="对象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19600" y="2265363"/>
                        <a:ext cx="2884488" cy="150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7896" name="对象 2">
            <a:extLst>
              <a:ext uri="{FF2B5EF4-FFF2-40B4-BE49-F238E27FC236}">
                <a16:creationId xmlns:a16="http://schemas.microsoft.com/office/drawing/2014/main" id="{F388B415-1195-B409-855D-04777E2177A5}"/>
              </a:ext>
            </a:extLst>
          </p:cNvPr>
          <p:cNvGraphicFramePr>
            <a:graphicFrameLocks noChangeAspect="1"/>
          </p:cNvGraphicFramePr>
          <p:nvPr/>
        </p:nvGraphicFramePr>
        <p:xfrm>
          <a:off x="10058400" y="1851025"/>
          <a:ext cx="184150" cy="339725"/>
        </p:xfrm>
        <a:graphic>
          <a:graphicData uri="http://schemas.openxmlformats.org/presentationml/2006/ole">
            <mc:AlternateContent xmlns:mc="http://schemas.openxmlformats.org/markup-compatibility/2006">
              <mc:Choice xmlns:v="urn:schemas-microsoft-com:vml" Requires="v">
                <p:oleObj name="Formula" r:id="rId10" imgW="622300" imgH="1130300" progId="Equation.Ribbit">
                  <p:embed/>
                </p:oleObj>
              </mc:Choice>
              <mc:Fallback>
                <p:oleObj name="Formula" r:id="rId10" imgW="622300" imgH="1130300" progId="Equation.Ribbit">
                  <p:embed/>
                  <p:pic>
                    <p:nvPicPr>
                      <p:cNvPr id="0" name="对象 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058400" y="1851025"/>
                        <a:ext cx="18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7897" name="对象 11">
            <a:extLst>
              <a:ext uri="{FF2B5EF4-FFF2-40B4-BE49-F238E27FC236}">
                <a16:creationId xmlns:a16="http://schemas.microsoft.com/office/drawing/2014/main" id="{6A930F5B-7B10-34CB-E40F-58CF1391D29F}"/>
              </a:ext>
            </a:extLst>
          </p:cNvPr>
          <p:cNvGraphicFramePr>
            <a:graphicFrameLocks noChangeAspect="1"/>
          </p:cNvGraphicFramePr>
          <p:nvPr/>
        </p:nvGraphicFramePr>
        <p:xfrm>
          <a:off x="1981200" y="3705225"/>
          <a:ext cx="1758950" cy="333375"/>
        </p:xfrm>
        <a:graphic>
          <a:graphicData uri="http://schemas.openxmlformats.org/presentationml/2006/ole">
            <mc:AlternateContent xmlns:mc="http://schemas.openxmlformats.org/markup-compatibility/2006">
              <mc:Choice xmlns:v="urn:schemas-microsoft-com:vml" Requires="v">
                <p:oleObj name="Formula" r:id="rId12" imgW="6032500" imgH="1143000" progId="Equation.Ribbit">
                  <p:embed/>
                </p:oleObj>
              </mc:Choice>
              <mc:Fallback>
                <p:oleObj name="Formula" r:id="rId12" imgW="6032500" imgH="1143000" progId="Equation.Ribbit">
                  <p:embed/>
                  <p:pic>
                    <p:nvPicPr>
                      <p:cNvPr id="0" name="对象 1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981200" y="3705225"/>
                        <a:ext cx="17589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7898" name="对象 3">
            <a:extLst>
              <a:ext uri="{FF2B5EF4-FFF2-40B4-BE49-F238E27FC236}">
                <a16:creationId xmlns:a16="http://schemas.microsoft.com/office/drawing/2014/main" id="{A8A8E311-B424-97A1-D076-F9FF933CF8DC}"/>
              </a:ext>
            </a:extLst>
          </p:cNvPr>
          <p:cNvGraphicFramePr>
            <a:graphicFrameLocks noChangeAspect="1"/>
          </p:cNvGraphicFramePr>
          <p:nvPr/>
        </p:nvGraphicFramePr>
        <p:xfrm>
          <a:off x="3962400" y="4184650"/>
          <a:ext cx="1458913" cy="315913"/>
        </p:xfrm>
        <a:graphic>
          <a:graphicData uri="http://schemas.openxmlformats.org/presentationml/2006/ole">
            <mc:AlternateContent xmlns:mc="http://schemas.openxmlformats.org/markup-compatibility/2006">
              <mc:Choice xmlns:v="urn:schemas-microsoft-com:vml" Requires="v">
                <p:oleObj name="Formula" r:id="rId14" imgW="5270500" imgH="1143000" progId="Equation.Ribbit">
                  <p:embed/>
                </p:oleObj>
              </mc:Choice>
              <mc:Fallback>
                <p:oleObj name="Formula" r:id="rId14" imgW="5270500" imgH="1143000" progId="Equation.Ribbit">
                  <p:embed/>
                  <p:pic>
                    <p:nvPicPr>
                      <p:cNvPr id="0" name="对象 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962400" y="4184650"/>
                        <a:ext cx="1458913"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7899" name="对象 9">
            <a:extLst>
              <a:ext uri="{FF2B5EF4-FFF2-40B4-BE49-F238E27FC236}">
                <a16:creationId xmlns:a16="http://schemas.microsoft.com/office/drawing/2014/main" id="{E08C1567-1299-A54F-5169-4F9FF0791537}"/>
              </a:ext>
            </a:extLst>
          </p:cNvPr>
          <p:cNvGraphicFramePr>
            <a:graphicFrameLocks noChangeAspect="1"/>
          </p:cNvGraphicFramePr>
          <p:nvPr/>
        </p:nvGraphicFramePr>
        <p:xfrm>
          <a:off x="4229100" y="4545013"/>
          <a:ext cx="2149475" cy="368300"/>
        </p:xfrm>
        <a:graphic>
          <a:graphicData uri="http://schemas.openxmlformats.org/presentationml/2006/ole">
            <mc:AlternateContent xmlns:mc="http://schemas.openxmlformats.org/markup-compatibility/2006">
              <mc:Choice xmlns:v="urn:schemas-microsoft-com:vml" Requires="v">
                <p:oleObj name="Formula" r:id="rId16" imgW="7797800" imgH="1333500" progId="Equation.Ribbit">
                  <p:embed/>
                </p:oleObj>
              </mc:Choice>
              <mc:Fallback>
                <p:oleObj name="Formula" r:id="rId16" imgW="7797800" imgH="1333500" progId="Equation.Ribbit">
                  <p:embed/>
                  <p:pic>
                    <p:nvPicPr>
                      <p:cNvPr id="0" name="对象 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229100" y="4545013"/>
                        <a:ext cx="21494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7900" name="对象 4">
            <a:extLst>
              <a:ext uri="{FF2B5EF4-FFF2-40B4-BE49-F238E27FC236}">
                <a16:creationId xmlns:a16="http://schemas.microsoft.com/office/drawing/2014/main" id="{7507D22C-6CA2-0F41-ACCE-45A94700CA44}"/>
              </a:ext>
            </a:extLst>
          </p:cNvPr>
          <p:cNvGraphicFramePr>
            <a:graphicFrameLocks noChangeAspect="1"/>
          </p:cNvGraphicFramePr>
          <p:nvPr/>
        </p:nvGraphicFramePr>
        <p:xfrm>
          <a:off x="7608888" y="4594225"/>
          <a:ext cx="2895600" cy="347663"/>
        </p:xfrm>
        <a:graphic>
          <a:graphicData uri="http://schemas.openxmlformats.org/presentationml/2006/ole">
            <mc:AlternateContent xmlns:mc="http://schemas.openxmlformats.org/markup-compatibility/2006">
              <mc:Choice xmlns:v="urn:schemas-microsoft-com:vml" Requires="v">
                <p:oleObj name="Formula" r:id="rId18" imgW="11226800" imgH="1346200" progId="Equation.Ribbit">
                  <p:embed/>
                </p:oleObj>
              </mc:Choice>
              <mc:Fallback>
                <p:oleObj name="Formula" r:id="rId18" imgW="11226800" imgH="1346200" progId="Equation.Ribbit">
                  <p:embed/>
                  <p:pic>
                    <p:nvPicPr>
                      <p:cNvPr id="0" name="对象 4"/>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608888" y="4594225"/>
                        <a:ext cx="2895600"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7901" name="对象 15">
            <a:extLst>
              <a:ext uri="{FF2B5EF4-FFF2-40B4-BE49-F238E27FC236}">
                <a16:creationId xmlns:a16="http://schemas.microsoft.com/office/drawing/2014/main" id="{E0920CC6-9046-461D-B7C8-95D833BE36EE}"/>
              </a:ext>
            </a:extLst>
          </p:cNvPr>
          <p:cNvGraphicFramePr>
            <a:graphicFrameLocks noChangeAspect="1"/>
          </p:cNvGraphicFramePr>
          <p:nvPr/>
        </p:nvGraphicFramePr>
        <p:xfrm>
          <a:off x="3255963" y="5480050"/>
          <a:ext cx="4437062" cy="347663"/>
        </p:xfrm>
        <a:graphic>
          <a:graphicData uri="http://schemas.openxmlformats.org/presentationml/2006/ole">
            <mc:AlternateContent xmlns:mc="http://schemas.openxmlformats.org/markup-compatibility/2006">
              <mc:Choice xmlns:v="urn:schemas-microsoft-com:vml" Requires="v">
                <p:oleObj name="Formula" r:id="rId20" imgW="17208500" imgH="1346200" progId="Equation.Ribbit">
                  <p:embed/>
                </p:oleObj>
              </mc:Choice>
              <mc:Fallback>
                <p:oleObj name="Formula" r:id="rId20" imgW="17208500" imgH="1346200" progId="Equation.Ribbit">
                  <p:embed/>
                  <p:pic>
                    <p:nvPicPr>
                      <p:cNvPr id="0" name="对象 15"/>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255963" y="5480050"/>
                        <a:ext cx="4437062"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BB7226-6877-99CE-97FD-E6F2F39A2D14}"/>
              </a:ext>
            </a:extLst>
          </p:cNvPr>
          <p:cNvSpPr>
            <a:spLocks noGrp="1"/>
          </p:cNvSpPr>
          <p:nvPr>
            <p:ph type="title"/>
          </p:nvPr>
        </p:nvSpPr>
        <p:spPr>
          <a:xfrm>
            <a:off x="1465263" y="365125"/>
            <a:ext cx="9037637" cy="668338"/>
          </a:xfrm>
        </p:spPr>
        <p:txBody>
          <a:bodyPr/>
          <a:lstStyle/>
          <a:p>
            <a:r>
              <a:rPr lang="zh-CN" altLang="en-US">
                <a:solidFill>
                  <a:srgbClr val="1F4E79"/>
                </a:solidFill>
              </a:rPr>
              <a:t>加法公式的推导</a:t>
            </a:r>
          </a:p>
        </p:txBody>
      </p:sp>
      <p:sp>
        <p:nvSpPr>
          <p:cNvPr id="38915" name="内容占位符 2">
            <a:extLst>
              <a:ext uri="{FF2B5EF4-FFF2-40B4-BE49-F238E27FC236}">
                <a16:creationId xmlns:a16="http://schemas.microsoft.com/office/drawing/2014/main" id="{D08678A5-C272-7BC7-D0AD-07C50516E2AB}"/>
              </a:ext>
            </a:extLst>
          </p:cNvPr>
          <p:cNvSpPr>
            <a:spLocks noGrp="1"/>
          </p:cNvSpPr>
          <p:nvPr>
            <p:ph idx="1"/>
          </p:nvPr>
        </p:nvSpPr>
        <p:spPr>
          <a:xfrm>
            <a:off x="758825" y="1639888"/>
            <a:ext cx="10515600" cy="4578350"/>
          </a:xfrm>
        </p:spPr>
        <p:txBody>
          <a:bodyPr/>
          <a:lstStyle/>
          <a:p>
            <a:r>
              <a:rPr lang="zh-CN" altLang="en-US"/>
              <a:t>由于        是上述方程的所有根，因此上述方程可写为</a:t>
            </a:r>
            <a:endParaRPr lang="en-US" altLang="zh-CN"/>
          </a:p>
          <a:p>
            <a:endParaRPr lang="en-US" altLang="zh-CN"/>
          </a:p>
          <a:p>
            <a:r>
              <a:rPr lang="zh-CN" altLang="en-US"/>
              <a:t>比较上述两个方程的二次项系数，可得</a:t>
            </a:r>
            <a:endParaRPr lang="en-US" altLang="zh-CN"/>
          </a:p>
          <a:p>
            <a:endParaRPr lang="en-US" altLang="zh-CN"/>
          </a:p>
          <a:p>
            <a:r>
              <a:rPr lang="zh-CN" altLang="en-US"/>
              <a:t>将上式代入直线方程           ，可得直线交曲线另一点的纵坐标</a:t>
            </a:r>
            <a:endParaRPr lang="en-US" altLang="zh-CN"/>
          </a:p>
          <a:p>
            <a:endParaRPr lang="en-US" altLang="zh-CN"/>
          </a:p>
          <a:p>
            <a:r>
              <a:rPr lang="zh-CN" altLang="en-US"/>
              <a:t>所以</a:t>
            </a:r>
            <a:r>
              <a:rPr lang="en-US" altLang="zh-CN"/>
              <a:t>S</a:t>
            </a:r>
            <a:r>
              <a:rPr lang="zh-CN" altLang="en-US"/>
              <a:t>的纵坐标为</a:t>
            </a:r>
          </a:p>
        </p:txBody>
      </p:sp>
      <p:sp>
        <p:nvSpPr>
          <p:cNvPr id="38916" name="日期占位符 3">
            <a:extLst>
              <a:ext uri="{FF2B5EF4-FFF2-40B4-BE49-F238E27FC236}">
                <a16:creationId xmlns:a16="http://schemas.microsoft.com/office/drawing/2014/main" id="{B32DE614-D88F-564B-5C16-12C1FDD3EE68}"/>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Times New Roman" panose="02020603050405020304" pitchFamily="18" charset="0"/>
                <a:ea typeface="仿宋" panose="02010609060101010101" pitchFamily="49" charset="-122"/>
              </a:defRPr>
            </a:lvl1pPr>
            <a:lvl2pPr marL="742950" indent="-285750">
              <a:lnSpc>
                <a:spcPct val="90000"/>
              </a:lnSpc>
              <a:spcBef>
                <a:spcPts val="500"/>
              </a:spcBef>
              <a:buFont typeface="Arial" panose="020B0604020202020204" pitchFamily="34" charset="0"/>
              <a:buChar char="•"/>
              <a:defRPr sz="2400">
                <a:solidFill>
                  <a:schemeClr val="tx1"/>
                </a:solidFill>
                <a:latin typeface="Times New Roman" panose="02020603050405020304" pitchFamily="18" charset="0"/>
                <a:ea typeface="仿宋" panose="02010609060101010101" pitchFamily="49"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Times New Roman" panose="02020603050405020304" pitchFamily="18" charset="0"/>
                <a:ea typeface="仿宋" panose="02010609060101010101" pitchFamily="49" charset="-122"/>
              </a:defRPr>
            </a:lvl3pPr>
            <a:lvl4pPr marL="1600200" indent="-228600">
              <a:lnSpc>
                <a:spcPct val="90000"/>
              </a:lnSpc>
              <a:spcBef>
                <a:spcPts val="500"/>
              </a:spcBef>
              <a:buFont typeface="Arial" panose="020B0604020202020204" pitchFamily="34" charset="0"/>
              <a:buChar char="•"/>
              <a:defRPr>
                <a:solidFill>
                  <a:schemeClr val="tx1"/>
                </a:solidFill>
                <a:latin typeface="Times New Roman" panose="02020603050405020304" pitchFamily="18" charset="0"/>
                <a:ea typeface="仿宋" panose="02010609060101010101" pitchFamily="49" charset="-122"/>
              </a:defRPr>
            </a:lvl4pPr>
            <a:lvl5pPr marL="2057400" indent="-228600">
              <a:lnSpc>
                <a:spcPct val="90000"/>
              </a:lnSpc>
              <a:spcBef>
                <a:spcPts val="500"/>
              </a:spcBef>
              <a:buFont typeface="Arial" panose="020B0604020202020204" pitchFamily="34" charset="0"/>
              <a:buChar char="•"/>
              <a:defRPr>
                <a:solidFill>
                  <a:schemeClr val="tx1"/>
                </a:solidFill>
                <a:latin typeface="Times New Roman" panose="02020603050405020304" pitchFamily="18" charset="0"/>
                <a:ea typeface="仿宋" panose="02010609060101010101" pitchFamily="49"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Times New Roman" panose="02020603050405020304" pitchFamily="18" charset="0"/>
                <a:ea typeface="仿宋" panose="02010609060101010101" pitchFamily="49"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Times New Roman" panose="02020603050405020304" pitchFamily="18" charset="0"/>
                <a:ea typeface="仿宋" panose="02010609060101010101" pitchFamily="49"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Times New Roman" panose="02020603050405020304" pitchFamily="18" charset="0"/>
                <a:ea typeface="仿宋" panose="02010609060101010101" pitchFamily="49"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Times New Roman" panose="02020603050405020304" pitchFamily="18" charset="0"/>
                <a:ea typeface="仿宋" panose="02010609060101010101" pitchFamily="49" charset="-122"/>
              </a:defRPr>
            </a:lvl9pPr>
          </a:lstStyle>
          <a:p>
            <a:pPr>
              <a:lnSpc>
                <a:spcPct val="100000"/>
              </a:lnSpc>
              <a:spcBef>
                <a:spcPct val="0"/>
              </a:spcBef>
              <a:buFontTx/>
              <a:buNone/>
            </a:pPr>
            <a:fld id="{07C163A7-0CC7-DA4A-9E6C-BE64AF44005B}" type="datetime1">
              <a:rPr lang="zh-CN" altLang="en-US" sz="1200" smtClean="0">
                <a:solidFill>
                  <a:srgbClr val="898989"/>
                </a:solidFill>
              </a:rPr>
              <a:pPr>
                <a:lnSpc>
                  <a:spcPct val="100000"/>
                </a:lnSpc>
                <a:spcBef>
                  <a:spcPct val="0"/>
                </a:spcBef>
                <a:buFontTx/>
                <a:buNone/>
              </a:pPr>
              <a:t>2026/6/9</a:t>
            </a:fld>
            <a:endParaRPr lang="zh-CN" altLang="en-US" sz="1200">
              <a:solidFill>
                <a:srgbClr val="898989"/>
              </a:solidFill>
            </a:endParaRPr>
          </a:p>
        </p:txBody>
      </p:sp>
      <p:sp>
        <p:nvSpPr>
          <p:cNvPr id="38917" name="灯片编号占位符 5">
            <a:extLst>
              <a:ext uri="{FF2B5EF4-FFF2-40B4-BE49-F238E27FC236}">
                <a16:creationId xmlns:a16="http://schemas.microsoft.com/office/drawing/2014/main" id="{CC013E78-2EDB-AA0E-419B-B7A9D992A30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Times New Roman" panose="02020603050405020304" pitchFamily="18" charset="0"/>
                <a:ea typeface="仿宋" panose="02010609060101010101" pitchFamily="49" charset="-122"/>
              </a:defRPr>
            </a:lvl1pPr>
            <a:lvl2pPr marL="742950" indent="-285750">
              <a:lnSpc>
                <a:spcPct val="90000"/>
              </a:lnSpc>
              <a:spcBef>
                <a:spcPts val="500"/>
              </a:spcBef>
              <a:buFont typeface="Arial" panose="020B0604020202020204" pitchFamily="34" charset="0"/>
              <a:buChar char="•"/>
              <a:defRPr sz="2400">
                <a:solidFill>
                  <a:schemeClr val="tx1"/>
                </a:solidFill>
                <a:latin typeface="Times New Roman" panose="02020603050405020304" pitchFamily="18" charset="0"/>
                <a:ea typeface="仿宋" panose="02010609060101010101" pitchFamily="49"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Times New Roman" panose="02020603050405020304" pitchFamily="18" charset="0"/>
                <a:ea typeface="仿宋" panose="02010609060101010101" pitchFamily="49" charset="-122"/>
              </a:defRPr>
            </a:lvl3pPr>
            <a:lvl4pPr marL="1600200" indent="-228600">
              <a:lnSpc>
                <a:spcPct val="90000"/>
              </a:lnSpc>
              <a:spcBef>
                <a:spcPts val="500"/>
              </a:spcBef>
              <a:buFont typeface="Arial" panose="020B0604020202020204" pitchFamily="34" charset="0"/>
              <a:buChar char="•"/>
              <a:defRPr>
                <a:solidFill>
                  <a:schemeClr val="tx1"/>
                </a:solidFill>
                <a:latin typeface="Times New Roman" panose="02020603050405020304" pitchFamily="18" charset="0"/>
                <a:ea typeface="仿宋" panose="02010609060101010101" pitchFamily="49" charset="-122"/>
              </a:defRPr>
            </a:lvl4pPr>
            <a:lvl5pPr marL="2057400" indent="-228600">
              <a:lnSpc>
                <a:spcPct val="90000"/>
              </a:lnSpc>
              <a:spcBef>
                <a:spcPts val="500"/>
              </a:spcBef>
              <a:buFont typeface="Arial" panose="020B0604020202020204" pitchFamily="34" charset="0"/>
              <a:buChar char="•"/>
              <a:defRPr>
                <a:solidFill>
                  <a:schemeClr val="tx1"/>
                </a:solidFill>
                <a:latin typeface="Times New Roman" panose="02020603050405020304" pitchFamily="18" charset="0"/>
                <a:ea typeface="仿宋" panose="02010609060101010101" pitchFamily="49"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Times New Roman" panose="02020603050405020304" pitchFamily="18" charset="0"/>
                <a:ea typeface="仿宋" panose="02010609060101010101" pitchFamily="49"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Times New Roman" panose="02020603050405020304" pitchFamily="18" charset="0"/>
                <a:ea typeface="仿宋" panose="02010609060101010101" pitchFamily="49"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Times New Roman" panose="02020603050405020304" pitchFamily="18" charset="0"/>
                <a:ea typeface="仿宋" panose="02010609060101010101" pitchFamily="49"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Times New Roman" panose="02020603050405020304" pitchFamily="18" charset="0"/>
                <a:ea typeface="仿宋" panose="02010609060101010101" pitchFamily="49" charset="-122"/>
              </a:defRPr>
            </a:lvl9pPr>
          </a:lstStyle>
          <a:p>
            <a:pPr>
              <a:lnSpc>
                <a:spcPct val="100000"/>
              </a:lnSpc>
              <a:spcBef>
                <a:spcPct val="0"/>
              </a:spcBef>
              <a:buFontTx/>
              <a:buNone/>
            </a:pPr>
            <a:r>
              <a:rPr lang="zh-CN" altLang="en-US" sz="1200">
                <a:solidFill>
                  <a:srgbClr val="898989"/>
                </a:solidFill>
              </a:rPr>
              <a:t>共 </a:t>
            </a:r>
            <a:r>
              <a:rPr lang="en-US" altLang="zh-CN" sz="1200">
                <a:solidFill>
                  <a:srgbClr val="898989"/>
                </a:solidFill>
              </a:rPr>
              <a:t>51 </a:t>
            </a:r>
            <a:r>
              <a:rPr lang="zh-CN" altLang="en-US" sz="1200">
                <a:solidFill>
                  <a:srgbClr val="898989"/>
                </a:solidFill>
              </a:rPr>
              <a:t>页</a:t>
            </a:r>
            <a:r>
              <a:rPr lang="en-US" altLang="zh-CN" sz="1200">
                <a:solidFill>
                  <a:srgbClr val="898989"/>
                </a:solidFill>
              </a:rPr>
              <a:t>/</a:t>
            </a:r>
            <a:r>
              <a:rPr lang="zh-CN" altLang="en-US" sz="1200">
                <a:solidFill>
                  <a:srgbClr val="898989"/>
                </a:solidFill>
              </a:rPr>
              <a:t>第</a:t>
            </a:r>
            <a:fld id="{C8BE9C00-F3B5-A540-951D-388CA7A9611D}" type="slidenum">
              <a:rPr lang="zh-CN" altLang="en-US" sz="1200">
                <a:solidFill>
                  <a:srgbClr val="898989"/>
                </a:solidFill>
              </a:rPr>
              <a:pPr>
                <a:lnSpc>
                  <a:spcPct val="100000"/>
                </a:lnSpc>
                <a:spcBef>
                  <a:spcPct val="0"/>
                </a:spcBef>
                <a:buFontTx/>
                <a:buNone/>
              </a:pPr>
              <a:t>10</a:t>
            </a:fld>
            <a:r>
              <a:rPr lang="zh-CN" altLang="en-US" sz="1200">
                <a:solidFill>
                  <a:srgbClr val="898989"/>
                </a:solidFill>
              </a:rPr>
              <a:t>页</a:t>
            </a:r>
          </a:p>
        </p:txBody>
      </p:sp>
      <p:graphicFrame>
        <p:nvGraphicFramePr>
          <p:cNvPr id="38918" name="对象 6">
            <a:extLst>
              <a:ext uri="{FF2B5EF4-FFF2-40B4-BE49-F238E27FC236}">
                <a16:creationId xmlns:a16="http://schemas.microsoft.com/office/drawing/2014/main" id="{EE1C0F1B-4DC1-76F5-6CF7-04B0008D4D1E}"/>
              </a:ext>
            </a:extLst>
          </p:cNvPr>
          <p:cNvGraphicFramePr>
            <a:graphicFrameLocks noChangeAspect="1"/>
          </p:cNvGraphicFramePr>
          <p:nvPr/>
        </p:nvGraphicFramePr>
        <p:xfrm>
          <a:off x="2687638" y="1292225"/>
          <a:ext cx="4435475" cy="347663"/>
        </p:xfrm>
        <a:graphic>
          <a:graphicData uri="http://schemas.openxmlformats.org/presentationml/2006/ole">
            <mc:AlternateContent xmlns:mc="http://schemas.openxmlformats.org/markup-compatibility/2006">
              <mc:Choice xmlns:v="urn:schemas-microsoft-com:vml" Requires="v">
                <p:oleObj name="Formula" r:id="rId2" imgW="17208500" imgH="1346200" progId="Equation.Ribbit">
                  <p:embed/>
                </p:oleObj>
              </mc:Choice>
              <mc:Fallback>
                <p:oleObj name="Formula" r:id="rId2" imgW="17208500" imgH="1346200" progId="Equation.Ribbit">
                  <p:embed/>
                  <p:pic>
                    <p:nvPicPr>
                      <p:cNvPr id="0" name="对象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87638" y="1292225"/>
                        <a:ext cx="4435475"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8919" name="对象 7">
            <a:extLst>
              <a:ext uri="{FF2B5EF4-FFF2-40B4-BE49-F238E27FC236}">
                <a16:creationId xmlns:a16="http://schemas.microsoft.com/office/drawing/2014/main" id="{AFD0FA38-0BE8-FC59-27C1-C671D884E70E}"/>
              </a:ext>
            </a:extLst>
          </p:cNvPr>
          <p:cNvGraphicFramePr>
            <a:graphicFrameLocks noChangeAspect="1"/>
          </p:cNvGraphicFramePr>
          <p:nvPr/>
        </p:nvGraphicFramePr>
        <p:xfrm>
          <a:off x="1730375" y="1776413"/>
          <a:ext cx="1012825" cy="212725"/>
        </p:xfrm>
        <a:graphic>
          <a:graphicData uri="http://schemas.openxmlformats.org/presentationml/2006/ole">
            <mc:AlternateContent xmlns:mc="http://schemas.openxmlformats.org/markup-compatibility/2006">
              <mc:Choice xmlns:v="urn:schemas-microsoft-com:vml" Requires="v">
                <p:oleObj name="Formula" r:id="rId4" imgW="4076700" imgH="850900" progId="Equation.Ribbit">
                  <p:embed/>
                </p:oleObj>
              </mc:Choice>
              <mc:Fallback>
                <p:oleObj name="Formula" r:id="rId4" imgW="4076700" imgH="850900" progId="Equation.Ribbit">
                  <p:embed/>
                  <p:pic>
                    <p:nvPicPr>
                      <p:cNvPr id="0" name="对象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30375" y="1776413"/>
                        <a:ext cx="10128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8920" name="对象 8">
            <a:extLst>
              <a:ext uri="{FF2B5EF4-FFF2-40B4-BE49-F238E27FC236}">
                <a16:creationId xmlns:a16="http://schemas.microsoft.com/office/drawing/2014/main" id="{6DC4DAC8-4D8E-5877-2C01-D0A94891C042}"/>
              </a:ext>
            </a:extLst>
          </p:cNvPr>
          <p:cNvGraphicFramePr>
            <a:graphicFrameLocks noChangeAspect="1"/>
          </p:cNvGraphicFramePr>
          <p:nvPr/>
        </p:nvGraphicFramePr>
        <p:xfrm>
          <a:off x="4038600" y="2246313"/>
          <a:ext cx="3349625" cy="317500"/>
        </p:xfrm>
        <a:graphic>
          <a:graphicData uri="http://schemas.openxmlformats.org/presentationml/2006/ole">
            <mc:AlternateContent xmlns:mc="http://schemas.openxmlformats.org/markup-compatibility/2006">
              <mc:Choice xmlns:v="urn:schemas-microsoft-com:vml" Requires="v">
                <p:oleObj name="Formula" r:id="rId6" imgW="13373100" imgH="1270000" progId="Equation.Ribbit">
                  <p:embed/>
                </p:oleObj>
              </mc:Choice>
              <mc:Fallback>
                <p:oleObj name="Formula" r:id="rId6" imgW="13373100" imgH="1270000" progId="Equation.Ribbit">
                  <p:embed/>
                  <p:pic>
                    <p:nvPicPr>
                      <p:cNvPr id="0" name="对象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38600" y="2246313"/>
                        <a:ext cx="3349625"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8921" name="对象 9">
            <a:extLst>
              <a:ext uri="{FF2B5EF4-FFF2-40B4-BE49-F238E27FC236}">
                <a16:creationId xmlns:a16="http://schemas.microsoft.com/office/drawing/2014/main" id="{BDF2F9FD-9C85-28C1-85CD-058B1DF44A55}"/>
              </a:ext>
            </a:extLst>
          </p:cNvPr>
          <p:cNvGraphicFramePr>
            <a:graphicFrameLocks noChangeAspect="1"/>
          </p:cNvGraphicFramePr>
          <p:nvPr/>
        </p:nvGraphicFramePr>
        <p:xfrm>
          <a:off x="4343400" y="3011488"/>
          <a:ext cx="2073275" cy="317500"/>
        </p:xfrm>
        <a:graphic>
          <a:graphicData uri="http://schemas.openxmlformats.org/presentationml/2006/ole">
            <mc:AlternateContent xmlns:mc="http://schemas.openxmlformats.org/markup-compatibility/2006">
              <mc:Choice xmlns:v="urn:schemas-microsoft-com:vml" Requires="v">
                <p:oleObj name="Formula" r:id="rId8" imgW="8280400" imgH="1270000" progId="Equation.Ribbit">
                  <p:embed/>
                </p:oleObj>
              </mc:Choice>
              <mc:Fallback>
                <p:oleObj name="Formula" r:id="rId8" imgW="8280400" imgH="1270000" progId="Equation.Ribbit">
                  <p:embed/>
                  <p:pic>
                    <p:nvPicPr>
                      <p:cNvPr id="0" name="对象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43400" y="3011488"/>
                        <a:ext cx="2073275"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8922" name="对象 10">
            <a:extLst>
              <a:ext uri="{FF2B5EF4-FFF2-40B4-BE49-F238E27FC236}">
                <a16:creationId xmlns:a16="http://schemas.microsoft.com/office/drawing/2014/main" id="{3FB15C02-8725-9867-F897-91CBF0A3EA10}"/>
              </a:ext>
            </a:extLst>
          </p:cNvPr>
          <p:cNvGraphicFramePr>
            <a:graphicFrameLocks noChangeAspect="1"/>
          </p:cNvGraphicFramePr>
          <p:nvPr/>
        </p:nvGraphicFramePr>
        <p:xfrm>
          <a:off x="3921125" y="3522663"/>
          <a:ext cx="1458913" cy="317500"/>
        </p:xfrm>
        <a:graphic>
          <a:graphicData uri="http://schemas.openxmlformats.org/presentationml/2006/ole">
            <mc:AlternateContent xmlns:mc="http://schemas.openxmlformats.org/markup-compatibility/2006">
              <mc:Choice xmlns:v="urn:schemas-microsoft-com:vml" Requires="v">
                <p:oleObj name="Formula" r:id="rId10" imgW="5270500" imgH="1143000" progId="Equation.Ribbit">
                  <p:embed/>
                </p:oleObj>
              </mc:Choice>
              <mc:Fallback>
                <p:oleObj name="Formula" r:id="rId10" imgW="5270500" imgH="1143000" progId="Equation.Ribbit">
                  <p:embed/>
                  <p:pic>
                    <p:nvPicPr>
                      <p:cNvPr id="0" name="对象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21125" y="3522663"/>
                        <a:ext cx="1458913"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8923" name="对象 11">
            <a:extLst>
              <a:ext uri="{FF2B5EF4-FFF2-40B4-BE49-F238E27FC236}">
                <a16:creationId xmlns:a16="http://schemas.microsoft.com/office/drawing/2014/main" id="{5C20977B-F769-6E03-AAE3-B4F9FCB3623A}"/>
              </a:ext>
            </a:extLst>
          </p:cNvPr>
          <p:cNvGraphicFramePr>
            <a:graphicFrameLocks noChangeAspect="1"/>
          </p:cNvGraphicFramePr>
          <p:nvPr/>
        </p:nvGraphicFramePr>
        <p:xfrm>
          <a:off x="10134600" y="3530600"/>
          <a:ext cx="228600" cy="309563"/>
        </p:xfrm>
        <a:graphic>
          <a:graphicData uri="http://schemas.openxmlformats.org/presentationml/2006/ole">
            <mc:AlternateContent xmlns:mc="http://schemas.openxmlformats.org/markup-compatibility/2006">
              <mc:Choice xmlns:v="urn:schemas-microsoft-com:vml" Requires="v">
                <p:oleObj name="Formula" r:id="rId12" imgW="939800" imgH="1282700" progId="Equation.Ribbit">
                  <p:embed/>
                </p:oleObj>
              </mc:Choice>
              <mc:Fallback>
                <p:oleObj name="Formula" r:id="rId12" imgW="939800" imgH="1282700" progId="Equation.Ribbit">
                  <p:embed/>
                  <p:pic>
                    <p:nvPicPr>
                      <p:cNvPr id="0" name="对象 1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134600" y="3530600"/>
                        <a:ext cx="228600"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8924" name="对象 12">
            <a:extLst>
              <a:ext uri="{FF2B5EF4-FFF2-40B4-BE49-F238E27FC236}">
                <a16:creationId xmlns:a16="http://schemas.microsoft.com/office/drawing/2014/main" id="{DD51C2F7-0F5F-2CE4-DE05-CA8BDC7E279D}"/>
              </a:ext>
            </a:extLst>
          </p:cNvPr>
          <p:cNvGraphicFramePr>
            <a:graphicFrameLocks noChangeAspect="1"/>
          </p:cNvGraphicFramePr>
          <p:nvPr/>
        </p:nvGraphicFramePr>
        <p:xfrm>
          <a:off x="4343400" y="4033838"/>
          <a:ext cx="2276475" cy="309562"/>
        </p:xfrm>
        <a:graphic>
          <a:graphicData uri="http://schemas.openxmlformats.org/presentationml/2006/ole">
            <mc:AlternateContent xmlns:mc="http://schemas.openxmlformats.org/markup-compatibility/2006">
              <mc:Choice xmlns:v="urn:schemas-microsoft-com:vml" Requires="v">
                <p:oleObj name="Formula" r:id="rId14" imgW="9499600" imgH="1295400" progId="Equation.Ribbit">
                  <p:embed/>
                </p:oleObj>
              </mc:Choice>
              <mc:Fallback>
                <p:oleObj name="Formula" r:id="rId14" imgW="9499600" imgH="1295400" progId="Equation.Ribbit">
                  <p:embed/>
                  <p:pic>
                    <p:nvPicPr>
                      <p:cNvPr id="0" name="对象 1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343400" y="4033838"/>
                        <a:ext cx="2276475" cy="309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8925" name="对象 13">
            <a:extLst>
              <a:ext uri="{FF2B5EF4-FFF2-40B4-BE49-F238E27FC236}">
                <a16:creationId xmlns:a16="http://schemas.microsoft.com/office/drawing/2014/main" id="{E435876B-A83A-AB08-FCAB-AC367B53E720}"/>
              </a:ext>
            </a:extLst>
          </p:cNvPr>
          <p:cNvGraphicFramePr>
            <a:graphicFrameLocks noChangeAspect="1"/>
          </p:cNvGraphicFramePr>
          <p:nvPr/>
        </p:nvGraphicFramePr>
        <p:xfrm>
          <a:off x="3849688" y="5000625"/>
          <a:ext cx="3060700" cy="309563"/>
        </p:xfrm>
        <a:graphic>
          <a:graphicData uri="http://schemas.openxmlformats.org/presentationml/2006/ole">
            <mc:AlternateContent xmlns:mc="http://schemas.openxmlformats.org/markup-compatibility/2006">
              <mc:Choice xmlns:v="urn:schemas-microsoft-com:vml" Requires="v">
                <p:oleObj name="Formula" r:id="rId16" imgW="12763500" imgH="1295400" progId="Equation.Ribbit">
                  <p:embed/>
                </p:oleObj>
              </mc:Choice>
              <mc:Fallback>
                <p:oleObj name="Formula" r:id="rId16" imgW="12763500" imgH="1295400" progId="Equation.Ribbit">
                  <p:embed/>
                  <p:pic>
                    <p:nvPicPr>
                      <p:cNvPr id="0" name="对象 1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849688" y="5000625"/>
                        <a:ext cx="3060700"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D90E1-BB50-067A-F449-2A51B6F5A314}"/>
              </a:ext>
            </a:extLst>
          </p:cNvPr>
          <p:cNvSpPr>
            <a:spLocks noGrp="1"/>
          </p:cNvSpPr>
          <p:nvPr>
            <p:ph type="title"/>
          </p:nvPr>
        </p:nvSpPr>
        <p:spPr>
          <a:xfrm>
            <a:off x="2706688" y="323850"/>
            <a:ext cx="6778625" cy="668338"/>
          </a:xfrm>
        </p:spPr>
        <p:txBody>
          <a:bodyPr/>
          <a:lstStyle/>
          <a:p>
            <a:r>
              <a:rPr lang="zh-CN" altLang="en-US">
                <a:solidFill>
                  <a:srgbClr val="1F4E79"/>
                </a:solidFill>
              </a:rPr>
              <a:t>第三十九讲 椭圆曲线的基本概念</a:t>
            </a:r>
          </a:p>
        </p:txBody>
      </p:sp>
      <p:sp>
        <p:nvSpPr>
          <p:cNvPr id="5" name="空心弧 4">
            <a:extLst>
              <a:ext uri="{FF2B5EF4-FFF2-40B4-BE49-F238E27FC236}">
                <a16:creationId xmlns:a16="http://schemas.microsoft.com/office/drawing/2014/main" id="{89007F0F-E37F-DD52-C063-65809419E8C7}"/>
              </a:ext>
            </a:extLst>
          </p:cNvPr>
          <p:cNvSpPr/>
          <p:nvPr/>
        </p:nvSpPr>
        <p:spPr bwMode="auto">
          <a:xfrm>
            <a:off x="-1608138" y="850900"/>
            <a:ext cx="5472113" cy="5473700"/>
          </a:xfrm>
          <a:prstGeom prst="blockArc">
            <a:avLst>
              <a:gd name="adj1" fmla="val 18439391"/>
              <a:gd name="adj2" fmla="val 3251710"/>
              <a:gd name="adj3" fmla="val 0"/>
            </a:avLst>
          </a:prstGeom>
        </p:spPr>
        <p:style>
          <a:lnRef idx="1">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zh-CN" altLang="en-US"/>
          </a:p>
        </p:txBody>
      </p:sp>
      <p:sp>
        <p:nvSpPr>
          <p:cNvPr id="6" name="任意多边形 5">
            <a:extLst>
              <a:ext uri="{FF2B5EF4-FFF2-40B4-BE49-F238E27FC236}">
                <a16:creationId xmlns:a16="http://schemas.microsoft.com/office/drawing/2014/main" id="{7EFF850D-6D3E-051E-40EB-7ABFE793A91B}"/>
              </a:ext>
            </a:extLst>
          </p:cNvPr>
          <p:cNvSpPr/>
          <p:nvPr/>
        </p:nvSpPr>
        <p:spPr bwMode="auto">
          <a:xfrm>
            <a:off x="3632200" y="2120900"/>
            <a:ext cx="5864225" cy="812800"/>
          </a:xfrm>
          <a:custGeom>
            <a:avLst/>
            <a:gdLst>
              <a:gd name="connsiteX0" fmla="*/ 0 w 5788800"/>
              <a:gd name="connsiteY0" fmla="*/ 0 h 812800"/>
              <a:gd name="connsiteX1" fmla="*/ 5788800 w 5788800"/>
              <a:gd name="connsiteY1" fmla="*/ 0 h 812800"/>
              <a:gd name="connsiteX2" fmla="*/ 5788800 w 5788800"/>
              <a:gd name="connsiteY2" fmla="*/ 812800 h 812800"/>
              <a:gd name="connsiteX3" fmla="*/ 0 w 5788800"/>
              <a:gd name="connsiteY3" fmla="*/ 812800 h 812800"/>
              <a:gd name="connsiteX4" fmla="*/ 0 w 5788800"/>
              <a:gd name="connsiteY4" fmla="*/ 0 h 812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88800" h="812800">
                <a:moveTo>
                  <a:pt x="0" y="0"/>
                </a:moveTo>
                <a:lnTo>
                  <a:pt x="5788800" y="0"/>
                </a:lnTo>
                <a:lnTo>
                  <a:pt x="5788800" y="812800"/>
                </a:lnTo>
                <a:lnTo>
                  <a:pt x="0" y="81280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lIns="645160" tIns="60960" rIns="60960" bIns="60960" anchor="ctr"/>
          <a:lstStyle>
            <a:lvl1pPr defTabSz="1066800">
              <a:defRPr>
                <a:solidFill>
                  <a:schemeClr val="tx1"/>
                </a:solidFill>
                <a:latin typeface="Verdana" panose="020B0604030504040204" pitchFamily="34" charset="0"/>
                <a:ea typeface="宋体" panose="02010600030101010101" pitchFamily="2" charset="-122"/>
              </a:defRPr>
            </a:lvl1pPr>
            <a:lvl2pPr marL="742950" indent="-285750" defTabSz="1066800">
              <a:defRPr>
                <a:solidFill>
                  <a:schemeClr val="tx1"/>
                </a:solidFill>
                <a:latin typeface="Verdana" panose="020B0604030504040204" pitchFamily="34" charset="0"/>
                <a:ea typeface="宋体" panose="02010600030101010101" pitchFamily="2" charset="-122"/>
              </a:defRPr>
            </a:lvl2pPr>
            <a:lvl3pPr marL="1143000" indent="-228600" defTabSz="1066800">
              <a:defRPr>
                <a:solidFill>
                  <a:schemeClr val="tx1"/>
                </a:solidFill>
                <a:latin typeface="Verdana" panose="020B0604030504040204" pitchFamily="34" charset="0"/>
                <a:ea typeface="宋体" panose="02010600030101010101" pitchFamily="2" charset="-122"/>
              </a:defRPr>
            </a:lvl3pPr>
            <a:lvl4pPr marL="1600200" indent="-228600" defTabSz="1066800">
              <a:defRPr>
                <a:solidFill>
                  <a:schemeClr val="tx1"/>
                </a:solidFill>
                <a:latin typeface="Verdana" panose="020B0604030504040204" pitchFamily="34" charset="0"/>
                <a:ea typeface="宋体" panose="02010600030101010101" pitchFamily="2" charset="-122"/>
              </a:defRPr>
            </a:lvl4pPr>
            <a:lvl5pPr marL="2057400" indent="-228600" defTabSz="1066800">
              <a:defRPr>
                <a:solidFill>
                  <a:schemeClr val="tx1"/>
                </a:solidFill>
                <a:latin typeface="Verdana" panose="020B0604030504040204" pitchFamily="34" charset="0"/>
                <a:ea typeface="宋体" panose="02010600030101010101" pitchFamily="2" charset="-122"/>
              </a:defRPr>
            </a:lvl5pPr>
            <a:lvl6pPr marL="2514600" indent="-228600" defTabSz="10668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defTabSz="10668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defTabSz="10668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defTabSz="10668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nSpc>
                <a:spcPct val="90000"/>
              </a:lnSpc>
              <a:spcAft>
                <a:spcPct val="35000"/>
              </a:spcAft>
            </a:pPr>
            <a:r>
              <a:rPr lang="zh-CN" altLang="en-US" sz="2400">
                <a:solidFill>
                  <a:srgbClr val="FFFFFF"/>
                </a:solidFill>
                <a:latin typeface="Times New Roman" panose="02020603050405020304" pitchFamily="18" charset="0"/>
                <a:ea typeface="仿宋" panose="02010609060101010101" pitchFamily="49" charset="-122"/>
              </a:rPr>
              <a:t>实数域上的椭圆曲线</a:t>
            </a:r>
            <a:endParaRPr lang="zh-CN" altLang="en-US" sz="2400">
              <a:solidFill>
                <a:srgbClr val="FFFFFF"/>
              </a:solidFill>
              <a:latin typeface="仿宋" panose="02010609060101010101" pitchFamily="49" charset="-122"/>
              <a:ea typeface="仿宋" panose="02010609060101010101" pitchFamily="49" charset="-122"/>
            </a:endParaRPr>
          </a:p>
        </p:txBody>
      </p:sp>
      <p:sp>
        <p:nvSpPr>
          <p:cNvPr id="7" name="椭圆 6">
            <a:extLst>
              <a:ext uri="{FF2B5EF4-FFF2-40B4-BE49-F238E27FC236}">
                <a16:creationId xmlns:a16="http://schemas.microsoft.com/office/drawing/2014/main" id="{8D30C08E-7677-4947-08AD-6011B75D7A63}"/>
              </a:ext>
            </a:extLst>
          </p:cNvPr>
          <p:cNvSpPr/>
          <p:nvPr/>
        </p:nvSpPr>
        <p:spPr bwMode="auto">
          <a:xfrm>
            <a:off x="3124200" y="2019300"/>
            <a:ext cx="1016000" cy="1016000"/>
          </a:xfrm>
          <a:prstGeom prst="ellipse">
            <a:avLst/>
          </a:prstGeom>
        </p:spPr>
        <p:style>
          <a:lnRef idx="1">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zh-CN" altLang="en-US"/>
          </a:p>
        </p:txBody>
      </p:sp>
      <p:sp>
        <p:nvSpPr>
          <p:cNvPr id="12" name="任意多边形 11">
            <a:extLst>
              <a:ext uri="{FF2B5EF4-FFF2-40B4-BE49-F238E27FC236}">
                <a16:creationId xmlns:a16="http://schemas.microsoft.com/office/drawing/2014/main" id="{A88D6EC4-2997-2C3D-86E8-2DEF6AC9E663}"/>
              </a:ext>
            </a:extLst>
          </p:cNvPr>
          <p:cNvSpPr/>
          <p:nvPr/>
        </p:nvSpPr>
        <p:spPr bwMode="auto">
          <a:xfrm>
            <a:off x="3632200" y="4064000"/>
            <a:ext cx="5864225" cy="812800"/>
          </a:xfrm>
          <a:custGeom>
            <a:avLst/>
            <a:gdLst>
              <a:gd name="connsiteX0" fmla="*/ 0 w 5788800"/>
              <a:gd name="connsiteY0" fmla="*/ 0 h 812800"/>
              <a:gd name="connsiteX1" fmla="*/ 5788800 w 5788800"/>
              <a:gd name="connsiteY1" fmla="*/ 0 h 812800"/>
              <a:gd name="connsiteX2" fmla="*/ 5788800 w 5788800"/>
              <a:gd name="connsiteY2" fmla="*/ 812800 h 812800"/>
              <a:gd name="connsiteX3" fmla="*/ 0 w 5788800"/>
              <a:gd name="connsiteY3" fmla="*/ 812800 h 812800"/>
              <a:gd name="connsiteX4" fmla="*/ 0 w 5788800"/>
              <a:gd name="connsiteY4" fmla="*/ 0 h 812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88800" h="812800">
                <a:moveTo>
                  <a:pt x="0" y="0"/>
                </a:moveTo>
                <a:lnTo>
                  <a:pt x="5788800" y="0"/>
                </a:lnTo>
                <a:lnTo>
                  <a:pt x="5788800" y="812800"/>
                </a:lnTo>
                <a:lnTo>
                  <a:pt x="0" y="81280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lIns="645160" tIns="60960" rIns="60960" bIns="60960" anchor="ctr"/>
          <a:lstStyle>
            <a:lvl1pPr defTabSz="1066800">
              <a:defRPr>
                <a:solidFill>
                  <a:schemeClr val="tx1"/>
                </a:solidFill>
                <a:latin typeface="Verdana" panose="020B0604030504040204" pitchFamily="34" charset="0"/>
                <a:ea typeface="宋体" panose="02010600030101010101" pitchFamily="2" charset="-122"/>
              </a:defRPr>
            </a:lvl1pPr>
            <a:lvl2pPr marL="742950" indent="-285750" defTabSz="1066800">
              <a:defRPr>
                <a:solidFill>
                  <a:schemeClr val="tx1"/>
                </a:solidFill>
                <a:latin typeface="Verdana" panose="020B0604030504040204" pitchFamily="34" charset="0"/>
                <a:ea typeface="宋体" panose="02010600030101010101" pitchFamily="2" charset="-122"/>
              </a:defRPr>
            </a:lvl2pPr>
            <a:lvl3pPr marL="1143000" indent="-228600" defTabSz="1066800">
              <a:defRPr>
                <a:solidFill>
                  <a:schemeClr val="tx1"/>
                </a:solidFill>
                <a:latin typeface="Verdana" panose="020B0604030504040204" pitchFamily="34" charset="0"/>
                <a:ea typeface="宋体" panose="02010600030101010101" pitchFamily="2" charset="-122"/>
              </a:defRPr>
            </a:lvl3pPr>
            <a:lvl4pPr marL="1600200" indent="-228600" defTabSz="1066800">
              <a:defRPr>
                <a:solidFill>
                  <a:schemeClr val="tx1"/>
                </a:solidFill>
                <a:latin typeface="Verdana" panose="020B0604030504040204" pitchFamily="34" charset="0"/>
                <a:ea typeface="宋体" panose="02010600030101010101" pitchFamily="2" charset="-122"/>
              </a:defRPr>
            </a:lvl4pPr>
            <a:lvl5pPr marL="2057400" indent="-228600" defTabSz="1066800">
              <a:defRPr>
                <a:solidFill>
                  <a:schemeClr val="tx1"/>
                </a:solidFill>
                <a:latin typeface="Verdana" panose="020B0604030504040204" pitchFamily="34" charset="0"/>
                <a:ea typeface="宋体" panose="02010600030101010101" pitchFamily="2" charset="-122"/>
              </a:defRPr>
            </a:lvl5pPr>
            <a:lvl6pPr marL="2514600" indent="-228600" defTabSz="10668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defTabSz="10668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defTabSz="10668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defTabSz="10668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nSpc>
                <a:spcPct val="90000"/>
              </a:lnSpc>
              <a:spcAft>
                <a:spcPct val="35000"/>
              </a:spcAft>
            </a:pPr>
            <a:r>
              <a:rPr lang="zh-CN" altLang="en-US" sz="2400">
                <a:solidFill>
                  <a:srgbClr val="FFFFFF"/>
                </a:solidFill>
                <a:latin typeface="Times New Roman" panose="02020603050405020304" pitchFamily="18" charset="0"/>
                <a:ea typeface="仿宋" panose="02010609060101010101" pitchFamily="49" charset="-122"/>
              </a:rPr>
              <a:t>有限域上的椭圆曲线</a:t>
            </a:r>
            <a:endParaRPr lang="zh-CN" altLang="en-US" sz="2400">
              <a:solidFill>
                <a:srgbClr val="FFFFFF"/>
              </a:solidFill>
              <a:latin typeface="仿宋" panose="02010609060101010101" pitchFamily="49" charset="-122"/>
              <a:ea typeface="仿宋" panose="02010609060101010101" pitchFamily="49" charset="-122"/>
            </a:endParaRPr>
          </a:p>
        </p:txBody>
      </p:sp>
      <p:sp>
        <p:nvSpPr>
          <p:cNvPr id="13" name="椭圆 12">
            <a:extLst>
              <a:ext uri="{FF2B5EF4-FFF2-40B4-BE49-F238E27FC236}">
                <a16:creationId xmlns:a16="http://schemas.microsoft.com/office/drawing/2014/main" id="{F0123F07-B145-C30C-CE9B-922FE7921650}"/>
              </a:ext>
            </a:extLst>
          </p:cNvPr>
          <p:cNvSpPr/>
          <p:nvPr/>
        </p:nvSpPr>
        <p:spPr bwMode="auto">
          <a:xfrm>
            <a:off x="3124200" y="3962400"/>
            <a:ext cx="1016000" cy="1016000"/>
          </a:xfrm>
          <a:prstGeom prst="ellipse">
            <a:avLst/>
          </a:prstGeom>
        </p:spPr>
        <p:style>
          <a:lnRef idx="1">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zh-CN" alt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mph" presetSubtype="2" fill="hold" nodeType="clickEffect">
                                  <p:stCondLst>
                                    <p:cond delay="0"/>
                                  </p:stCondLst>
                                  <p:childTnLst>
                                    <p:animClr clrSpc="rgb" dir="cw">
                                      <p:cBhvr>
                                        <p:cTn id="6" dur="2000" fill="hold"/>
                                        <p:tgtEl>
                                          <p:spTgt spid="13"/>
                                        </p:tgtEl>
                                        <p:attrNameLst>
                                          <p:attrName>fillcolor</p:attrName>
                                        </p:attrNameLst>
                                      </p:cBhvr>
                                      <p:to>
                                        <a:schemeClr val="accent2"/>
                                      </p:to>
                                    </p:animClr>
                                    <p:set>
                                      <p:cBhvr>
                                        <p:cTn id="7" dur="2000" fill="hold"/>
                                        <p:tgtEl>
                                          <p:spTgt spid="13"/>
                                        </p:tgtEl>
                                        <p:attrNameLst>
                                          <p:attrName>fill.type</p:attrName>
                                        </p:attrNameLst>
                                      </p:cBhvr>
                                      <p:to>
                                        <p:strVal val="solid"/>
                                      </p:to>
                                    </p:set>
                                    <p:set>
                                      <p:cBhvr>
                                        <p:cTn id="8" dur="2000" fill="hold"/>
                                        <p:tgtEl>
                                          <p:spTgt spid="13"/>
                                        </p:tgtEl>
                                        <p:attrNameLst>
                                          <p:attrName>fill.on</p:attrName>
                                        </p:attrNameLst>
                                      </p:cBhvr>
                                      <p:to>
                                        <p:strVal val="true"/>
                                      </p:to>
                                    </p:set>
                                  </p:childTnLst>
                                </p:cTn>
                              </p:par>
                              <p:par>
                                <p:cTn id="9" presetID="1" presetClass="emph" presetSubtype="2" fill="hold" nodeType="withEffect">
                                  <p:stCondLst>
                                    <p:cond delay="0"/>
                                  </p:stCondLst>
                                  <p:childTnLst>
                                    <p:animClr clrSpc="rgb" dir="cw">
                                      <p:cBhvr>
                                        <p:cTn id="10" dur="2000" fill="hold"/>
                                        <p:tgtEl>
                                          <p:spTgt spid="12"/>
                                        </p:tgtEl>
                                        <p:attrNameLst>
                                          <p:attrName>fillcolor</p:attrName>
                                        </p:attrNameLst>
                                      </p:cBhvr>
                                      <p:to>
                                        <a:schemeClr val="accent2"/>
                                      </p:to>
                                    </p:animClr>
                                    <p:set>
                                      <p:cBhvr>
                                        <p:cTn id="11" dur="2000" fill="hold"/>
                                        <p:tgtEl>
                                          <p:spTgt spid="12"/>
                                        </p:tgtEl>
                                        <p:attrNameLst>
                                          <p:attrName>fill.type</p:attrName>
                                        </p:attrNameLst>
                                      </p:cBhvr>
                                      <p:to>
                                        <p:strVal val="solid"/>
                                      </p:to>
                                    </p:set>
                                    <p:set>
                                      <p:cBhvr>
                                        <p:cTn id="12" dur="2000" fill="hold"/>
                                        <p:tgtEl>
                                          <p:spTgt spid="12"/>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1">
            <a:extLst>
              <a:ext uri="{FF2B5EF4-FFF2-40B4-BE49-F238E27FC236}">
                <a16:creationId xmlns:a16="http://schemas.microsoft.com/office/drawing/2014/main" id="{E4687C85-420B-BC24-7C9C-77841B066F05}"/>
              </a:ext>
            </a:extLst>
          </p:cNvPr>
          <p:cNvSpPr>
            <a:spLocks noGrp="1"/>
          </p:cNvSpPr>
          <p:nvPr>
            <p:ph type="title"/>
          </p:nvPr>
        </p:nvSpPr>
        <p:spPr>
          <a:xfrm>
            <a:off x="2152650" y="381000"/>
            <a:ext cx="6778625" cy="668338"/>
          </a:xfrm>
        </p:spPr>
        <p:txBody>
          <a:bodyPr/>
          <a:lstStyle/>
          <a:p>
            <a:r>
              <a:rPr lang="zh-CN" altLang="en-US">
                <a:solidFill>
                  <a:srgbClr val="1F4E79"/>
                </a:solidFill>
                <a:latin typeface="Times New Roman" panose="02020603050405020304" pitchFamily="18" charset="0"/>
              </a:rPr>
              <a:t>有限域上的椭圆曲线</a:t>
            </a:r>
          </a:p>
        </p:txBody>
      </p:sp>
      <p:sp>
        <p:nvSpPr>
          <p:cNvPr id="40963" name="内容占位符 2">
            <a:extLst>
              <a:ext uri="{FF2B5EF4-FFF2-40B4-BE49-F238E27FC236}">
                <a16:creationId xmlns:a16="http://schemas.microsoft.com/office/drawing/2014/main" id="{9649B384-ACC1-56CB-FB3C-476F554A304F}"/>
              </a:ext>
            </a:extLst>
          </p:cNvPr>
          <p:cNvSpPr>
            <a:spLocks noGrp="1"/>
          </p:cNvSpPr>
          <p:nvPr>
            <p:ph idx="1"/>
          </p:nvPr>
        </p:nvSpPr>
        <p:spPr>
          <a:xfrm>
            <a:off x="1524000" y="1981200"/>
            <a:ext cx="9067800" cy="4579938"/>
          </a:xfrm>
        </p:spPr>
        <p:txBody>
          <a:bodyPr/>
          <a:lstStyle/>
          <a:p>
            <a:pPr marL="0" indent="0">
              <a:lnSpc>
                <a:spcPct val="100000"/>
              </a:lnSpc>
              <a:buFont typeface="Arial" panose="020B0604020202020204" pitchFamily="34" charset="0"/>
              <a:buNone/>
            </a:pPr>
            <a:r>
              <a:rPr lang="zh-CN" altLang="en-US"/>
              <a:t>     椭圆曲线密码体制使用的是有限域上的椭圆曲线</a:t>
            </a:r>
            <a:r>
              <a:rPr lang="en-US" altLang="zh-CN"/>
              <a:t>,</a:t>
            </a:r>
            <a:r>
              <a:rPr lang="zh-CN" altLang="en-US"/>
              <a:t>即变量和系数均为有限域中的元素。有限域      上的椭圆曲线是指满足方程</a:t>
            </a:r>
          </a:p>
          <a:p>
            <a:pPr marL="0" indent="0">
              <a:lnSpc>
                <a:spcPct val="100000"/>
              </a:lnSpc>
              <a:buFont typeface="Arial" panose="020B0604020202020204" pitchFamily="34" charset="0"/>
              <a:buNone/>
            </a:pPr>
            <a:endParaRPr lang="en-US" altLang="zh-CN"/>
          </a:p>
          <a:p>
            <a:pPr marL="0" indent="0">
              <a:lnSpc>
                <a:spcPct val="100000"/>
              </a:lnSpc>
              <a:buFont typeface="Arial" panose="020B0604020202020204" pitchFamily="34" charset="0"/>
              <a:buNone/>
            </a:pPr>
            <a:endParaRPr lang="zh-CN" altLang="en-US"/>
          </a:p>
          <a:p>
            <a:pPr marL="0" indent="0">
              <a:lnSpc>
                <a:spcPct val="100000"/>
              </a:lnSpc>
              <a:buFont typeface="Arial" panose="020B0604020202020204" pitchFamily="34" charset="0"/>
              <a:buNone/>
            </a:pPr>
            <a:r>
              <a:rPr lang="zh-CN" altLang="en-US"/>
              <a:t>的所有点     再加上一个无穷远点  构成的集合</a:t>
            </a:r>
            <a:r>
              <a:rPr lang="en-US" altLang="zh-CN"/>
              <a:t>,</a:t>
            </a:r>
            <a:r>
              <a:rPr lang="zh-CN" altLang="en-US"/>
              <a:t>其中</a:t>
            </a:r>
            <a:r>
              <a:rPr lang="en-US" altLang="zh-CN"/>
              <a:t>,     </a:t>
            </a:r>
            <a:r>
              <a:rPr lang="zh-CN" altLang="en-US"/>
              <a:t>和    均在有限域      上取值</a:t>
            </a:r>
            <a:r>
              <a:rPr lang="en-US" altLang="zh-CN"/>
              <a:t>,  </a:t>
            </a:r>
            <a:r>
              <a:rPr lang="zh-CN" altLang="en-US"/>
              <a:t>是素数。这里把该椭圆曲线记为</a:t>
            </a:r>
            <a:br>
              <a:rPr lang="en-US" altLang="zh-CN"/>
            </a:br>
            <a:r>
              <a:rPr lang="en-US" altLang="zh-CN"/>
              <a:t>       </a:t>
            </a:r>
            <a:r>
              <a:rPr lang="zh-CN" altLang="en-US"/>
              <a:t>。该椭圆曲线只有有限个点</a:t>
            </a:r>
            <a:r>
              <a:rPr lang="en-US" altLang="zh-CN"/>
              <a:t>,</a:t>
            </a:r>
            <a:r>
              <a:rPr lang="zh-CN" altLang="en-US"/>
              <a:t>其个数  由</a:t>
            </a:r>
            <a:r>
              <a:rPr lang="en-US" altLang="zh-CN" b="1">
                <a:solidFill>
                  <a:srgbClr val="000000"/>
                </a:solidFill>
                <a:latin typeface="Times New Roman" panose="02020603050405020304" pitchFamily="18" charset="0"/>
              </a:rPr>
              <a:t>Hasse</a:t>
            </a:r>
            <a:r>
              <a:rPr lang="zh-CN" altLang="en-US"/>
              <a:t>定理确定。</a:t>
            </a:r>
          </a:p>
        </p:txBody>
      </p:sp>
      <p:graphicFrame>
        <p:nvGraphicFramePr>
          <p:cNvPr id="40964" name="对象 3">
            <a:extLst>
              <a:ext uri="{FF2B5EF4-FFF2-40B4-BE49-F238E27FC236}">
                <a16:creationId xmlns:a16="http://schemas.microsoft.com/office/drawing/2014/main" id="{71139F45-4C12-A42C-3BF4-A3AB2FB90C67}"/>
              </a:ext>
            </a:extLst>
          </p:cNvPr>
          <p:cNvGraphicFramePr>
            <a:graphicFrameLocks noChangeAspect="1"/>
          </p:cNvGraphicFramePr>
          <p:nvPr/>
        </p:nvGraphicFramePr>
        <p:xfrm>
          <a:off x="5943600" y="2460625"/>
          <a:ext cx="827088" cy="349250"/>
        </p:xfrm>
        <a:graphic>
          <a:graphicData uri="http://schemas.openxmlformats.org/presentationml/2006/ole">
            <mc:AlternateContent xmlns:mc="http://schemas.openxmlformats.org/markup-compatibility/2006">
              <mc:Choice xmlns:v="urn:schemas-microsoft-com:vml" Requires="v">
                <p:oleObj name="Formula" r:id="rId2" imgW="3009900" imgH="1270000" progId="Equation.Ribbit">
                  <p:embed/>
                </p:oleObj>
              </mc:Choice>
              <mc:Fallback>
                <p:oleObj name="Formula" r:id="rId2" imgW="3009900" imgH="1270000" progId="Equation.Ribbit">
                  <p:embed/>
                  <p:pic>
                    <p:nvPicPr>
                      <p:cNvPr id="0" name="对象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3600" y="2460625"/>
                        <a:ext cx="827088"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0965" name="对象 4">
            <a:extLst>
              <a:ext uri="{FF2B5EF4-FFF2-40B4-BE49-F238E27FC236}">
                <a16:creationId xmlns:a16="http://schemas.microsoft.com/office/drawing/2014/main" id="{8DD19C35-3313-A3A0-1E63-525DC4CE9321}"/>
              </a:ext>
            </a:extLst>
          </p:cNvPr>
          <p:cNvGraphicFramePr>
            <a:graphicFrameLocks noChangeAspect="1"/>
          </p:cNvGraphicFramePr>
          <p:nvPr/>
        </p:nvGraphicFramePr>
        <p:xfrm>
          <a:off x="4497388" y="3144838"/>
          <a:ext cx="3197225" cy="384175"/>
        </p:xfrm>
        <a:graphic>
          <a:graphicData uri="http://schemas.openxmlformats.org/presentationml/2006/ole">
            <mc:AlternateContent xmlns:mc="http://schemas.openxmlformats.org/markup-compatibility/2006">
              <mc:Choice xmlns:v="urn:schemas-microsoft-com:vml" Requires="v">
                <p:oleObj name="Formula" r:id="rId4" imgW="11607800" imgH="1397000" progId="Equation.Ribbit">
                  <p:embed/>
                </p:oleObj>
              </mc:Choice>
              <mc:Fallback>
                <p:oleObj name="Formula" r:id="rId4" imgW="11607800" imgH="1397000" progId="Equation.Ribbit">
                  <p:embed/>
                  <p:pic>
                    <p:nvPicPr>
                      <p:cNvPr id="0" name="对象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97388" y="3144838"/>
                        <a:ext cx="3197225"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0966" name="对象 5">
            <a:extLst>
              <a:ext uri="{FF2B5EF4-FFF2-40B4-BE49-F238E27FC236}">
                <a16:creationId xmlns:a16="http://schemas.microsoft.com/office/drawing/2014/main" id="{94D131DA-92BE-6EE1-1A5E-23869CD1E974}"/>
              </a:ext>
            </a:extLst>
          </p:cNvPr>
          <p:cNvGraphicFramePr>
            <a:graphicFrameLocks noChangeAspect="1"/>
          </p:cNvGraphicFramePr>
          <p:nvPr/>
        </p:nvGraphicFramePr>
        <p:xfrm>
          <a:off x="2855913" y="3914775"/>
          <a:ext cx="650875" cy="349250"/>
        </p:xfrm>
        <a:graphic>
          <a:graphicData uri="http://schemas.openxmlformats.org/presentationml/2006/ole">
            <mc:AlternateContent xmlns:mc="http://schemas.openxmlformats.org/markup-compatibility/2006">
              <mc:Choice xmlns:v="urn:schemas-microsoft-com:vml" Requires="v">
                <p:oleObj name="Formula" r:id="rId6" imgW="2362200" imgH="1270000" progId="Equation.Ribbit">
                  <p:embed/>
                </p:oleObj>
              </mc:Choice>
              <mc:Fallback>
                <p:oleObj name="Formula" r:id="rId6" imgW="2362200" imgH="1270000" progId="Equation.Ribbit">
                  <p:embed/>
                  <p:pic>
                    <p:nvPicPr>
                      <p:cNvPr id="0" name="对象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55913" y="3914775"/>
                        <a:ext cx="650875"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0967" name="对象 6">
            <a:extLst>
              <a:ext uri="{FF2B5EF4-FFF2-40B4-BE49-F238E27FC236}">
                <a16:creationId xmlns:a16="http://schemas.microsoft.com/office/drawing/2014/main" id="{388857F5-32F6-9F6D-8FB9-9CB82AEA1A0B}"/>
              </a:ext>
            </a:extLst>
          </p:cNvPr>
          <p:cNvGraphicFramePr>
            <a:graphicFrameLocks noChangeAspect="1"/>
          </p:cNvGraphicFramePr>
          <p:nvPr/>
        </p:nvGraphicFramePr>
        <p:xfrm>
          <a:off x="6381750" y="3935413"/>
          <a:ext cx="233363" cy="322262"/>
        </p:xfrm>
        <a:graphic>
          <a:graphicData uri="http://schemas.openxmlformats.org/presentationml/2006/ole">
            <mc:AlternateContent xmlns:mc="http://schemas.openxmlformats.org/markup-compatibility/2006">
              <mc:Choice xmlns:v="urn:schemas-microsoft-com:vml" Requires="v">
                <p:oleObj name="Formula" r:id="rId8" imgW="838200" imgH="1155700" progId="Equation.Ribbit">
                  <p:embed/>
                </p:oleObj>
              </mc:Choice>
              <mc:Fallback>
                <p:oleObj name="Formula" r:id="rId8" imgW="838200" imgH="1155700" progId="Equation.Ribbit">
                  <p:embed/>
                  <p:pic>
                    <p:nvPicPr>
                      <p:cNvPr id="0" name="对象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81750" y="3935413"/>
                        <a:ext cx="233363" cy="32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0968" name="对象 7">
            <a:extLst>
              <a:ext uri="{FF2B5EF4-FFF2-40B4-BE49-F238E27FC236}">
                <a16:creationId xmlns:a16="http://schemas.microsoft.com/office/drawing/2014/main" id="{37D6F229-1F17-7000-7F7F-AADF02FF05C8}"/>
              </a:ext>
            </a:extLst>
          </p:cNvPr>
          <p:cNvGraphicFramePr>
            <a:graphicFrameLocks noChangeAspect="1"/>
          </p:cNvGraphicFramePr>
          <p:nvPr/>
        </p:nvGraphicFramePr>
        <p:xfrm>
          <a:off x="9134475" y="3914775"/>
          <a:ext cx="714375" cy="307975"/>
        </p:xfrm>
        <a:graphic>
          <a:graphicData uri="http://schemas.openxmlformats.org/presentationml/2006/ole">
            <mc:AlternateContent xmlns:mc="http://schemas.openxmlformats.org/markup-compatibility/2006">
              <mc:Choice xmlns:v="urn:schemas-microsoft-com:vml" Requires="v">
                <p:oleObj name="Formula" r:id="rId10" imgW="2590800" imgH="1130300" progId="Equation.Ribbit">
                  <p:embed/>
                </p:oleObj>
              </mc:Choice>
              <mc:Fallback>
                <p:oleObj name="Formula" r:id="rId10" imgW="2590800" imgH="1130300" progId="Equation.Ribbit">
                  <p:embed/>
                  <p:pic>
                    <p:nvPicPr>
                      <p:cNvPr id="0" name="对象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134475" y="3914775"/>
                        <a:ext cx="7143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0969" name="对象 8">
            <a:extLst>
              <a:ext uri="{FF2B5EF4-FFF2-40B4-BE49-F238E27FC236}">
                <a16:creationId xmlns:a16="http://schemas.microsoft.com/office/drawing/2014/main" id="{D3FB404C-2FBC-9283-340A-E889CAC172D2}"/>
              </a:ext>
            </a:extLst>
          </p:cNvPr>
          <p:cNvGraphicFramePr>
            <a:graphicFrameLocks noChangeAspect="1"/>
          </p:cNvGraphicFramePr>
          <p:nvPr/>
        </p:nvGraphicFramePr>
        <p:xfrm>
          <a:off x="10185400" y="3976688"/>
          <a:ext cx="163513" cy="239712"/>
        </p:xfrm>
        <a:graphic>
          <a:graphicData uri="http://schemas.openxmlformats.org/presentationml/2006/ole">
            <mc:AlternateContent xmlns:mc="http://schemas.openxmlformats.org/markup-compatibility/2006">
              <mc:Choice xmlns:v="urn:schemas-microsoft-com:vml" Requires="v">
                <p:oleObj name="Formula" r:id="rId12" imgW="596900" imgH="863600" progId="Equation.Ribbit">
                  <p:embed/>
                </p:oleObj>
              </mc:Choice>
              <mc:Fallback>
                <p:oleObj name="Formula" r:id="rId12" imgW="596900" imgH="863600" progId="Equation.Ribbit">
                  <p:embed/>
                  <p:pic>
                    <p:nvPicPr>
                      <p:cNvPr id="0" name="对象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185400" y="3976688"/>
                        <a:ext cx="163513"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0970" name="对象 9">
            <a:extLst>
              <a:ext uri="{FF2B5EF4-FFF2-40B4-BE49-F238E27FC236}">
                <a16:creationId xmlns:a16="http://schemas.microsoft.com/office/drawing/2014/main" id="{F918764D-BE8D-FE09-201A-8EDF8A2385C7}"/>
              </a:ext>
            </a:extLst>
          </p:cNvPr>
          <p:cNvGraphicFramePr>
            <a:graphicFrameLocks noChangeAspect="1"/>
          </p:cNvGraphicFramePr>
          <p:nvPr/>
        </p:nvGraphicFramePr>
        <p:xfrm>
          <a:off x="3194050" y="4294188"/>
          <a:ext cx="827088" cy="349250"/>
        </p:xfrm>
        <a:graphic>
          <a:graphicData uri="http://schemas.openxmlformats.org/presentationml/2006/ole">
            <mc:AlternateContent xmlns:mc="http://schemas.openxmlformats.org/markup-compatibility/2006">
              <mc:Choice xmlns:v="urn:schemas-microsoft-com:vml" Requires="v">
                <p:oleObj name="Formula" r:id="rId14" imgW="3009900" imgH="1270000" progId="Equation.Ribbit">
                  <p:embed/>
                </p:oleObj>
              </mc:Choice>
              <mc:Fallback>
                <p:oleObj name="Formula" r:id="rId14" imgW="3009900" imgH="1270000" progId="Equation.Ribbit">
                  <p:embed/>
                  <p:pic>
                    <p:nvPicPr>
                      <p:cNvPr id="0" name="对象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4050" y="4294188"/>
                        <a:ext cx="827088"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0971" name="对象 10">
            <a:extLst>
              <a:ext uri="{FF2B5EF4-FFF2-40B4-BE49-F238E27FC236}">
                <a16:creationId xmlns:a16="http://schemas.microsoft.com/office/drawing/2014/main" id="{20B09B0B-8A9F-85AB-1CAC-CA38E9B415A5}"/>
              </a:ext>
            </a:extLst>
          </p:cNvPr>
          <p:cNvGraphicFramePr>
            <a:graphicFrameLocks noChangeAspect="1"/>
          </p:cNvGraphicFramePr>
          <p:nvPr/>
        </p:nvGraphicFramePr>
        <p:xfrm>
          <a:off x="5181600" y="4351338"/>
          <a:ext cx="182563" cy="236537"/>
        </p:xfrm>
        <a:graphic>
          <a:graphicData uri="http://schemas.openxmlformats.org/presentationml/2006/ole">
            <mc:AlternateContent xmlns:mc="http://schemas.openxmlformats.org/markup-compatibility/2006">
              <mc:Choice xmlns:v="urn:schemas-microsoft-com:vml" Requires="v">
                <p:oleObj name="Formula" r:id="rId15" imgW="660400" imgH="850900" progId="Equation.Ribbit">
                  <p:embed/>
                </p:oleObj>
              </mc:Choice>
              <mc:Fallback>
                <p:oleObj name="Formula" r:id="rId15" imgW="660400" imgH="850900" progId="Equation.Ribbit">
                  <p:embed/>
                  <p:pic>
                    <p:nvPicPr>
                      <p:cNvPr id="0" name="对象 1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181600" y="4351338"/>
                        <a:ext cx="182563" cy="236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0972" name="对象 11">
            <a:extLst>
              <a:ext uri="{FF2B5EF4-FFF2-40B4-BE49-F238E27FC236}">
                <a16:creationId xmlns:a16="http://schemas.microsoft.com/office/drawing/2014/main" id="{73F6B634-3D11-E0DD-D23B-9FBD3861E1F0}"/>
              </a:ext>
            </a:extLst>
          </p:cNvPr>
          <p:cNvGraphicFramePr>
            <a:graphicFrameLocks noChangeAspect="1"/>
          </p:cNvGraphicFramePr>
          <p:nvPr/>
        </p:nvGraphicFramePr>
        <p:xfrm>
          <a:off x="1671638" y="4643438"/>
          <a:ext cx="962025" cy="352425"/>
        </p:xfrm>
        <a:graphic>
          <a:graphicData uri="http://schemas.openxmlformats.org/presentationml/2006/ole">
            <mc:AlternateContent xmlns:mc="http://schemas.openxmlformats.org/markup-compatibility/2006">
              <mc:Choice xmlns:v="urn:schemas-microsoft-com:vml" Requires="v">
                <p:oleObj name="Formula" r:id="rId17" imgW="3492500" imgH="1282700" progId="Equation.Ribbit">
                  <p:embed/>
                </p:oleObj>
              </mc:Choice>
              <mc:Fallback>
                <p:oleObj name="Formula" r:id="rId17" imgW="3492500" imgH="1282700" progId="Equation.Ribbit">
                  <p:embed/>
                  <p:pic>
                    <p:nvPicPr>
                      <p:cNvPr id="0" name="对象 1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671638" y="4643438"/>
                        <a:ext cx="962025"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0973" name="对象 12">
            <a:extLst>
              <a:ext uri="{FF2B5EF4-FFF2-40B4-BE49-F238E27FC236}">
                <a16:creationId xmlns:a16="http://schemas.microsoft.com/office/drawing/2014/main" id="{AA8C7E47-AB3D-F26A-935C-4BA1A9E02B15}"/>
              </a:ext>
            </a:extLst>
          </p:cNvPr>
          <p:cNvGraphicFramePr>
            <a:graphicFrameLocks noChangeAspect="1"/>
          </p:cNvGraphicFramePr>
          <p:nvPr/>
        </p:nvGraphicFramePr>
        <p:xfrm>
          <a:off x="7423150" y="4665663"/>
          <a:ext cx="271463" cy="307975"/>
        </p:xfrm>
        <a:graphic>
          <a:graphicData uri="http://schemas.openxmlformats.org/presentationml/2006/ole">
            <mc:AlternateContent xmlns:mc="http://schemas.openxmlformats.org/markup-compatibility/2006">
              <mc:Choice xmlns:v="urn:schemas-microsoft-com:vml" Requires="v">
                <p:oleObj name="Formula" r:id="rId19" imgW="990600" imgH="1117600" progId="Equation.Ribbit">
                  <p:embed/>
                </p:oleObj>
              </mc:Choice>
              <mc:Fallback>
                <p:oleObj name="Formula" r:id="rId19" imgW="990600" imgH="1117600" progId="Equation.Ribbit">
                  <p:embed/>
                  <p:pic>
                    <p:nvPicPr>
                      <p:cNvPr id="0" name="对象 1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423150" y="4665663"/>
                        <a:ext cx="2714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1">
            <a:extLst>
              <a:ext uri="{FF2B5EF4-FFF2-40B4-BE49-F238E27FC236}">
                <a16:creationId xmlns:a16="http://schemas.microsoft.com/office/drawing/2014/main" id="{16EEBB3E-0603-8E8C-4502-25BA1A27E15F}"/>
              </a:ext>
            </a:extLst>
          </p:cNvPr>
          <p:cNvSpPr>
            <a:spLocks noGrp="1"/>
          </p:cNvSpPr>
          <p:nvPr>
            <p:ph type="title"/>
          </p:nvPr>
        </p:nvSpPr>
        <p:spPr>
          <a:xfrm>
            <a:off x="2152650" y="381000"/>
            <a:ext cx="6778625" cy="668338"/>
          </a:xfrm>
        </p:spPr>
        <p:txBody>
          <a:bodyPr/>
          <a:lstStyle/>
          <a:p>
            <a:r>
              <a:rPr lang="zh-CN" altLang="en-US">
                <a:solidFill>
                  <a:srgbClr val="1F4E79"/>
                </a:solidFill>
                <a:latin typeface="Times New Roman" panose="02020603050405020304" pitchFamily="18" charset="0"/>
              </a:rPr>
              <a:t>有限域上的椭圆曲线</a:t>
            </a:r>
          </a:p>
        </p:txBody>
      </p:sp>
      <p:sp>
        <p:nvSpPr>
          <p:cNvPr id="41987" name="内容占位符 2">
            <a:extLst>
              <a:ext uri="{FF2B5EF4-FFF2-40B4-BE49-F238E27FC236}">
                <a16:creationId xmlns:a16="http://schemas.microsoft.com/office/drawing/2014/main" id="{74A9F08B-10A5-A4D5-EBC8-2170A03F127B}"/>
              </a:ext>
            </a:extLst>
          </p:cNvPr>
          <p:cNvSpPr>
            <a:spLocks noGrp="1"/>
          </p:cNvSpPr>
          <p:nvPr>
            <p:ph idx="1"/>
          </p:nvPr>
        </p:nvSpPr>
        <p:spPr>
          <a:xfrm>
            <a:off x="1447800" y="1295400"/>
            <a:ext cx="9067800" cy="4579938"/>
          </a:xfrm>
        </p:spPr>
        <p:txBody>
          <a:bodyPr/>
          <a:lstStyle/>
          <a:p>
            <a:pPr marL="0" indent="0">
              <a:lnSpc>
                <a:spcPct val="100000"/>
              </a:lnSpc>
              <a:buFont typeface="Arial" panose="020B0604020202020204" pitchFamily="34" charset="0"/>
              <a:buNone/>
            </a:pPr>
            <a:r>
              <a:rPr lang="zh-CN" altLang="en-US" b="1"/>
              <a:t>定理</a:t>
            </a:r>
            <a:r>
              <a:rPr lang="en-US" altLang="zh-CN"/>
              <a:t>(</a:t>
            </a:r>
            <a:r>
              <a:rPr lang="en-US" altLang="zh-CN" b="1">
                <a:latin typeface="Times New Roman" panose="02020603050405020304" pitchFamily="18" charset="0"/>
              </a:rPr>
              <a:t>Hasse</a:t>
            </a:r>
            <a:r>
              <a:rPr lang="zh-CN" altLang="en-US"/>
              <a:t>定理</a:t>
            </a:r>
            <a:r>
              <a:rPr lang="en-US" altLang="zh-CN"/>
              <a:t>) </a:t>
            </a:r>
            <a:r>
              <a:rPr lang="zh-CN" altLang="en-US"/>
              <a:t>设  是有限域      上的椭圆曲线</a:t>
            </a:r>
            <a:r>
              <a:rPr lang="en-US" altLang="zh-CN"/>
              <a:t>,  </a:t>
            </a:r>
            <a:r>
              <a:rPr lang="zh-CN" altLang="en-US"/>
              <a:t>是  上点的个数</a:t>
            </a:r>
            <a:r>
              <a:rPr lang="en-US" altLang="zh-CN"/>
              <a:t>,</a:t>
            </a:r>
            <a:r>
              <a:rPr lang="zh-CN" altLang="en-US"/>
              <a:t>则</a:t>
            </a:r>
          </a:p>
          <a:p>
            <a:pPr marL="0" indent="0">
              <a:lnSpc>
                <a:spcPct val="100000"/>
              </a:lnSpc>
              <a:buFont typeface="Arial" panose="020B0604020202020204" pitchFamily="34" charset="0"/>
              <a:buNone/>
            </a:pPr>
            <a:endParaRPr lang="en-US" altLang="zh-CN"/>
          </a:p>
          <a:p>
            <a:pPr marL="0" indent="0">
              <a:lnSpc>
                <a:spcPct val="100000"/>
              </a:lnSpc>
              <a:buFont typeface="Arial" panose="020B0604020202020204" pitchFamily="34" charset="0"/>
              <a:buNone/>
            </a:pPr>
            <a:r>
              <a:rPr lang="zh-CN" altLang="en-US"/>
              <a:t>    当                    时</a:t>
            </a:r>
            <a:r>
              <a:rPr lang="en-US" altLang="zh-CN"/>
              <a:t>,</a:t>
            </a:r>
            <a:r>
              <a:rPr lang="zh-CN" altLang="en-US"/>
              <a:t>基于集合       可以定义一个</a:t>
            </a:r>
            <a:r>
              <a:rPr lang="en-US" altLang="zh-CN" b="1">
                <a:latin typeface="Times New Roman" panose="02020603050405020304" pitchFamily="18" charset="0"/>
              </a:rPr>
              <a:t>Abel</a:t>
            </a:r>
            <a:r>
              <a:rPr lang="zh-CN" altLang="en-US"/>
              <a:t>群</a:t>
            </a:r>
            <a:r>
              <a:rPr lang="en-US" altLang="zh-CN"/>
              <a:t>,</a:t>
            </a:r>
            <a:r>
              <a:rPr lang="zh-CN" altLang="en-US"/>
              <a:t>其加法规则与实数域上描述的代数方法一致。设</a:t>
            </a:r>
            <a:br>
              <a:rPr lang="en-US" altLang="zh-CN"/>
            </a:br>
            <a:r>
              <a:rPr lang="en-US" altLang="zh-CN"/>
              <a:t>             ,</a:t>
            </a:r>
            <a:r>
              <a:rPr lang="zh-CN" altLang="en-US"/>
              <a:t>则</a:t>
            </a:r>
          </a:p>
          <a:p>
            <a:pPr marL="0" indent="0">
              <a:lnSpc>
                <a:spcPct val="100000"/>
              </a:lnSpc>
              <a:buFont typeface="Arial" panose="020B0604020202020204" pitchFamily="34" charset="0"/>
              <a:buNone/>
            </a:pPr>
            <a:r>
              <a:rPr lang="zh-CN" altLang="en-US"/>
              <a:t> </a:t>
            </a:r>
            <a:r>
              <a:rPr lang="en-US" altLang="zh-CN"/>
              <a:t>(1)          </a:t>
            </a:r>
            <a:r>
              <a:rPr lang="zh-CN" altLang="en-US"/>
              <a:t>。</a:t>
            </a:r>
          </a:p>
          <a:p>
            <a:pPr marL="0" indent="0">
              <a:lnSpc>
                <a:spcPct val="100000"/>
              </a:lnSpc>
              <a:buFont typeface="Arial" panose="020B0604020202020204" pitchFamily="34" charset="0"/>
              <a:buNone/>
            </a:pPr>
            <a:r>
              <a:rPr lang="zh-CN" altLang="en-US"/>
              <a:t> </a:t>
            </a:r>
            <a:r>
              <a:rPr lang="en-US" altLang="zh-CN"/>
              <a:t>(2)</a:t>
            </a:r>
            <a:r>
              <a:rPr lang="zh-CN" altLang="en-US"/>
              <a:t>如果         ，那么                  </a:t>
            </a:r>
            <a:r>
              <a:rPr lang="en-US" altLang="zh-CN"/>
              <a:t>,</a:t>
            </a:r>
            <a:r>
              <a:rPr lang="zh-CN" altLang="en-US"/>
              <a:t>即点       是     的加法逆元</a:t>
            </a:r>
            <a:r>
              <a:rPr lang="en-US" altLang="zh-CN"/>
              <a:t>,</a:t>
            </a:r>
            <a:r>
              <a:rPr lang="zh-CN" altLang="en-US"/>
              <a:t>表示为   。</a:t>
            </a:r>
          </a:p>
          <a:p>
            <a:pPr marL="0" indent="0">
              <a:lnSpc>
                <a:spcPct val="100000"/>
              </a:lnSpc>
              <a:buFont typeface="Arial" panose="020B0604020202020204" pitchFamily="34" charset="0"/>
              <a:buNone/>
            </a:pPr>
            <a:r>
              <a:rPr lang="zh-CN" altLang="en-US"/>
              <a:t> </a:t>
            </a:r>
            <a:r>
              <a:rPr lang="en-US" altLang="zh-CN"/>
              <a:t>(3)</a:t>
            </a:r>
            <a:r>
              <a:rPr lang="zh-CN" altLang="en-US"/>
              <a:t>设          和          </a:t>
            </a:r>
            <a:r>
              <a:rPr lang="en-US" altLang="zh-CN"/>
              <a:t>,       ,</a:t>
            </a:r>
            <a:r>
              <a:rPr lang="zh-CN" altLang="en-US"/>
              <a:t>则</a:t>
            </a:r>
            <a:br>
              <a:rPr lang="en-US" altLang="zh-CN"/>
            </a:br>
            <a:r>
              <a:rPr lang="zh-CN" altLang="en-US"/>
              <a:t>由以下规则确定</a:t>
            </a:r>
            <a:r>
              <a:rPr lang="en-US" altLang="zh-CN"/>
              <a:t>:</a:t>
            </a:r>
          </a:p>
          <a:p>
            <a:pPr marL="0" indent="0">
              <a:lnSpc>
                <a:spcPct val="100000"/>
              </a:lnSpc>
              <a:buFont typeface="Arial" panose="020B0604020202020204" pitchFamily="34" charset="0"/>
              <a:buNone/>
            </a:pPr>
            <a:endParaRPr lang="en-US" altLang="zh-CN"/>
          </a:p>
        </p:txBody>
      </p:sp>
      <p:graphicFrame>
        <p:nvGraphicFramePr>
          <p:cNvPr id="41988" name="对象 3">
            <a:extLst>
              <a:ext uri="{FF2B5EF4-FFF2-40B4-BE49-F238E27FC236}">
                <a16:creationId xmlns:a16="http://schemas.microsoft.com/office/drawing/2014/main" id="{64290514-9E80-00ED-E01C-0622119CDE35}"/>
              </a:ext>
            </a:extLst>
          </p:cNvPr>
          <p:cNvGraphicFramePr>
            <a:graphicFrameLocks noChangeAspect="1"/>
          </p:cNvGraphicFramePr>
          <p:nvPr/>
        </p:nvGraphicFramePr>
        <p:xfrm>
          <a:off x="4325938" y="1393825"/>
          <a:ext cx="239712" cy="307975"/>
        </p:xfrm>
        <a:graphic>
          <a:graphicData uri="http://schemas.openxmlformats.org/presentationml/2006/ole">
            <mc:AlternateContent xmlns:mc="http://schemas.openxmlformats.org/markup-compatibility/2006">
              <mc:Choice xmlns:v="urn:schemas-microsoft-com:vml" Requires="v">
                <p:oleObj name="Formula" r:id="rId2" imgW="863600" imgH="1117600" progId="Equation.Ribbit">
                  <p:embed/>
                </p:oleObj>
              </mc:Choice>
              <mc:Fallback>
                <p:oleObj name="Formula" r:id="rId2" imgW="863600" imgH="1117600" progId="Equation.Ribbit">
                  <p:embed/>
                  <p:pic>
                    <p:nvPicPr>
                      <p:cNvPr id="0" name="对象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25938" y="1393825"/>
                        <a:ext cx="2397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1989" name="对象 4">
            <a:extLst>
              <a:ext uri="{FF2B5EF4-FFF2-40B4-BE49-F238E27FC236}">
                <a16:creationId xmlns:a16="http://schemas.microsoft.com/office/drawing/2014/main" id="{DC8BA603-948F-35B4-A18B-0F741112D174}"/>
              </a:ext>
            </a:extLst>
          </p:cNvPr>
          <p:cNvGraphicFramePr>
            <a:graphicFrameLocks noChangeAspect="1"/>
          </p:cNvGraphicFramePr>
          <p:nvPr/>
        </p:nvGraphicFramePr>
        <p:xfrm>
          <a:off x="5892800" y="1381125"/>
          <a:ext cx="827088" cy="349250"/>
        </p:xfrm>
        <a:graphic>
          <a:graphicData uri="http://schemas.openxmlformats.org/presentationml/2006/ole">
            <mc:AlternateContent xmlns:mc="http://schemas.openxmlformats.org/markup-compatibility/2006">
              <mc:Choice xmlns:v="urn:schemas-microsoft-com:vml" Requires="v">
                <p:oleObj name="Formula" r:id="rId4" imgW="3009900" imgH="1270000" progId="Equation.Ribbit">
                  <p:embed/>
                </p:oleObj>
              </mc:Choice>
              <mc:Fallback>
                <p:oleObj name="Formula" r:id="rId4" imgW="3009900" imgH="1270000" progId="Equation.Ribbit">
                  <p:embed/>
                  <p:pic>
                    <p:nvPicPr>
                      <p:cNvPr id="0" name="对象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92800" y="1381125"/>
                        <a:ext cx="827088"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1990" name="对象 5">
            <a:extLst>
              <a:ext uri="{FF2B5EF4-FFF2-40B4-BE49-F238E27FC236}">
                <a16:creationId xmlns:a16="http://schemas.microsoft.com/office/drawing/2014/main" id="{8BE11851-B88A-72DC-6FDE-03596FE23C8D}"/>
              </a:ext>
            </a:extLst>
          </p:cNvPr>
          <p:cNvGraphicFramePr>
            <a:graphicFrameLocks noChangeAspect="1"/>
          </p:cNvGraphicFramePr>
          <p:nvPr/>
        </p:nvGraphicFramePr>
        <p:xfrm>
          <a:off x="8809038" y="1401763"/>
          <a:ext cx="271462" cy="307975"/>
        </p:xfrm>
        <a:graphic>
          <a:graphicData uri="http://schemas.openxmlformats.org/presentationml/2006/ole">
            <mc:AlternateContent xmlns:mc="http://schemas.openxmlformats.org/markup-compatibility/2006">
              <mc:Choice xmlns:v="urn:schemas-microsoft-com:vml" Requires="v">
                <p:oleObj name="Formula" r:id="rId6" imgW="990600" imgH="1117600" progId="Equation.Ribbit">
                  <p:embed/>
                </p:oleObj>
              </mc:Choice>
              <mc:Fallback>
                <p:oleObj name="Formula" r:id="rId6" imgW="990600" imgH="1117600" progId="Equation.Ribbit">
                  <p:embed/>
                  <p:pic>
                    <p:nvPicPr>
                      <p:cNvPr id="0" name="对象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809038" y="1401763"/>
                        <a:ext cx="2714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1991" name="对象 6">
            <a:extLst>
              <a:ext uri="{FF2B5EF4-FFF2-40B4-BE49-F238E27FC236}">
                <a16:creationId xmlns:a16="http://schemas.microsoft.com/office/drawing/2014/main" id="{251EADD8-71B3-F36A-5612-8B42B3210E5C}"/>
              </a:ext>
            </a:extLst>
          </p:cNvPr>
          <p:cNvGraphicFramePr>
            <a:graphicFrameLocks noChangeAspect="1"/>
          </p:cNvGraphicFramePr>
          <p:nvPr/>
        </p:nvGraphicFramePr>
        <p:xfrm>
          <a:off x="9361488" y="1387475"/>
          <a:ext cx="239712" cy="307975"/>
        </p:xfrm>
        <a:graphic>
          <a:graphicData uri="http://schemas.openxmlformats.org/presentationml/2006/ole">
            <mc:AlternateContent xmlns:mc="http://schemas.openxmlformats.org/markup-compatibility/2006">
              <mc:Choice xmlns:v="urn:schemas-microsoft-com:vml" Requires="v">
                <p:oleObj name="Formula" r:id="rId8" imgW="863600" imgH="1117600" progId="Equation.Ribbit">
                  <p:embed/>
                </p:oleObj>
              </mc:Choice>
              <mc:Fallback>
                <p:oleObj name="Formula" r:id="rId8" imgW="863600" imgH="1117600" progId="Equation.Ribbit">
                  <p:embed/>
                  <p:pic>
                    <p:nvPicPr>
                      <p:cNvPr id="0" name="对象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61488" y="1387475"/>
                        <a:ext cx="2397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1992" name="对象 7">
            <a:extLst>
              <a:ext uri="{FF2B5EF4-FFF2-40B4-BE49-F238E27FC236}">
                <a16:creationId xmlns:a16="http://schemas.microsoft.com/office/drawing/2014/main" id="{7C9585D0-B335-9A7D-6662-1D5F91A688F9}"/>
              </a:ext>
            </a:extLst>
          </p:cNvPr>
          <p:cNvGraphicFramePr>
            <a:graphicFrameLocks noChangeAspect="1"/>
          </p:cNvGraphicFramePr>
          <p:nvPr/>
        </p:nvGraphicFramePr>
        <p:xfrm>
          <a:off x="3971925" y="2122488"/>
          <a:ext cx="4248150" cy="342900"/>
        </p:xfrm>
        <a:graphic>
          <a:graphicData uri="http://schemas.openxmlformats.org/presentationml/2006/ole">
            <mc:AlternateContent xmlns:mc="http://schemas.openxmlformats.org/markup-compatibility/2006">
              <mc:Choice xmlns:v="urn:schemas-microsoft-com:vml" Requires="v">
                <p:oleObj name="Formula" r:id="rId9" imgW="15417800" imgH="1244600" progId="Equation.Ribbit">
                  <p:embed/>
                </p:oleObj>
              </mc:Choice>
              <mc:Fallback>
                <p:oleObj name="Formula" r:id="rId9" imgW="15417800" imgH="1244600" progId="Equation.Ribbit">
                  <p:embed/>
                  <p:pic>
                    <p:nvPicPr>
                      <p:cNvPr id="0" name="对象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71925" y="2122488"/>
                        <a:ext cx="424815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1993" name="对象 8">
            <a:extLst>
              <a:ext uri="{FF2B5EF4-FFF2-40B4-BE49-F238E27FC236}">
                <a16:creationId xmlns:a16="http://schemas.microsoft.com/office/drawing/2014/main" id="{D60B00B3-6ECC-77CB-068D-67C4BEB56870}"/>
              </a:ext>
            </a:extLst>
          </p:cNvPr>
          <p:cNvGraphicFramePr>
            <a:graphicFrameLocks noChangeAspect="1"/>
          </p:cNvGraphicFramePr>
          <p:nvPr/>
        </p:nvGraphicFramePr>
        <p:xfrm>
          <a:off x="2497138" y="2720975"/>
          <a:ext cx="2949575" cy="384175"/>
        </p:xfrm>
        <a:graphic>
          <a:graphicData uri="http://schemas.openxmlformats.org/presentationml/2006/ole">
            <mc:AlternateContent xmlns:mc="http://schemas.openxmlformats.org/markup-compatibility/2006">
              <mc:Choice xmlns:v="urn:schemas-microsoft-com:vml" Requires="v">
                <p:oleObj name="Formula" r:id="rId11" imgW="10706100" imgH="1397000" progId="Equation.Ribbit">
                  <p:embed/>
                </p:oleObj>
              </mc:Choice>
              <mc:Fallback>
                <p:oleObj name="Formula" r:id="rId11" imgW="10706100" imgH="1397000" progId="Equation.Ribbit">
                  <p:embed/>
                  <p:pic>
                    <p:nvPicPr>
                      <p:cNvPr id="0" name="对象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497138" y="2720975"/>
                        <a:ext cx="2949575"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1994" name="对象 9">
            <a:extLst>
              <a:ext uri="{FF2B5EF4-FFF2-40B4-BE49-F238E27FC236}">
                <a16:creationId xmlns:a16="http://schemas.microsoft.com/office/drawing/2014/main" id="{634BE399-E33D-FC4D-C35C-96979523DBCE}"/>
              </a:ext>
            </a:extLst>
          </p:cNvPr>
          <p:cNvGraphicFramePr>
            <a:graphicFrameLocks noChangeAspect="1"/>
          </p:cNvGraphicFramePr>
          <p:nvPr/>
        </p:nvGraphicFramePr>
        <p:xfrm>
          <a:off x="7239000" y="2751138"/>
          <a:ext cx="962025" cy="352425"/>
        </p:xfrm>
        <a:graphic>
          <a:graphicData uri="http://schemas.openxmlformats.org/presentationml/2006/ole">
            <mc:AlternateContent xmlns:mc="http://schemas.openxmlformats.org/markup-compatibility/2006">
              <mc:Choice xmlns:v="urn:schemas-microsoft-com:vml" Requires="v">
                <p:oleObj name="Formula" r:id="rId13" imgW="3492500" imgH="1282700" progId="Equation.Ribbit">
                  <p:embed/>
                </p:oleObj>
              </mc:Choice>
              <mc:Fallback>
                <p:oleObj name="Formula" r:id="rId13" imgW="3492500" imgH="1282700" progId="Equation.Ribbit">
                  <p:embed/>
                  <p:pic>
                    <p:nvPicPr>
                      <p:cNvPr id="0" name="对象 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239000" y="2751138"/>
                        <a:ext cx="962025"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1995" name="对象 10">
            <a:extLst>
              <a:ext uri="{FF2B5EF4-FFF2-40B4-BE49-F238E27FC236}">
                <a16:creationId xmlns:a16="http://schemas.microsoft.com/office/drawing/2014/main" id="{A19887D4-CF8A-CAFA-BA78-C35AAD10C091}"/>
              </a:ext>
            </a:extLst>
          </p:cNvPr>
          <p:cNvGraphicFramePr>
            <a:graphicFrameLocks noChangeAspect="1"/>
          </p:cNvGraphicFramePr>
          <p:nvPr/>
        </p:nvGraphicFramePr>
        <p:xfrm>
          <a:off x="1549400" y="3481388"/>
          <a:ext cx="1893888" cy="352425"/>
        </p:xfrm>
        <a:graphic>
          <a:graphicData uri="http://schemas.openxmlformats.org/presentationml/2006/ole">
            <mc:AlternateContent xmlns:mc="http://schemas.openxmlformats.org/markup-compatibility/2006">
              <mc:Choice xmlns:v="urn:schemas-microsoft-com:vml" Requires="v">
                <p:oleObj name="Formula" r:id="rId15" imgW="6870700" imgH="1282700" progId="Equation.Ribbit">
                  <p:embed/>
                </p:oleObj>
              </mc:Choice>
              <mc:Fallback>
                <p:oleObj name="Formula" r:id="rId15" imgW="6870700" imgH="1282700" progId="Equation.Ribbit">
                  <p:embed/>
                  <p:pic>
                    <p:nvPicPr>
                      <p:cNvPr id="0" name="对象 1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549400" y="3481388"/>
                        <a:ext cx="1893888"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1996" name="对象 11">
            <a:extLst>
              <a:ext uri="{FF2B5EF4-FFF2-40B4-BE49-F238E27FC236}">
                <a16:creationId xmlns:a16="http://schemas.microsoft.com/office/drawing/2014/main" id="{09710611-8B6C-93D7-4152-05809C2E8491}"/>
              </a:ext>
            </a:extLst>
          </p:cNvPr>
          <p:cNvGraphicFramePr>
            <a:graphicFrameLocks noChangeAspect="1"/>
          </p:cNvGraphicFramePr>
          <p:nvPr/>
        </p:nvGraphicFramePr>
        <p:xfrm>
          <a:off x="2152650" y="3968750"/>
          <a:ext cx="1460500" cy="311150"/>
        </p:xfrm>
        <a:graphic>
          <a:graphicData uri="http://schemas.openxmlformats.org/presentationml/2006/ole">
            <mc:AlternateContent xmlns:mc="http://schemas.openxmlformats.org/markup-compatibility/2006">
              <mc:Choice xmlns:v="urn:schemas-microsoft-com:vml" Requires="v">
                <p:oleObj name="Formula" r:id="rId17" imgW="5308600" imgH="1130300" progId="Equation.Ribbit">
                  <p:embed/>
                </p:oleObj>
              </mc:Choice>
              <mc:Fallback>
                <p:oleObj name="Formula" r:id="rId17" imgW="5308600" imgH="1130300" progId="Equation.Ribbit">
                  <p:embed/>
                  <p:pic>
                    <p:nvPicPr>
                      <p:cNvPr id="0" name="对象 1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152650" y="3968750"/>
                        <a:ext cx="1460500"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1997" name="对象 13">
            <a:extLst>
              <a:ext uri="{FF2B5EF4-FFF2-40B4-BE49-F238E27FC236}">
                <a16:creationId xmlns:a16="http://schemas.microsoft.com/office/drawing/2014/main" id="{047AD9AE-A216-7452-ADEC-C0F2EB84292E}"/>
              </a:ext>
            </a:extLst>
          </p:cNvPr>
          <p:cNvGraphicFramePr>
            <a:graphicFrameLocks noChangeAspect="1"/>
          </p:cNvGraphicFramePr>
          <p:nvPr/>
        </p:nvGraphicFramePr>
        <p:xfrm>
          <a:off x="2711450" y="4446588"/>
          <a:ext cx="1293813" cy="384175"/>
        </p:xfrm>
        <a:graphic>
          <a:graphicData uri="http://schemas.openxmlformats.org/presentationml/2006/ole">
            <mc:AlternateContent xmlns:mc="http://schemas.openxmlformats.org/markup-compatibility/2006">
              <mc:Choice xmlns:v="urn:schemas-microsoft-com:vml" Requires="v">
                <p:oleObj name="Formula" r:id="rId19" imgW="4699000" imgH="1270000" progId="Equation.Ribbit">
                  <p:embed/>
                </p:oleObj>
              </mc:Choice>
              <mc:Fallback>
                <p:oleObj name="Formula" r:id="rId19" imgW="4699000" imgH="1270000" progId="Equation.Ribbit">
                  <p:embed/>
                  <p:pic>
                    <p:nvPicPr>
                      <p:cNvPr id="0" name="对象 13"/>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711450" y="4446588"/>
                        <a:ext cx="1293813"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1998" name="对象 14">
            <a:extLst>
              <a:ext uri="{FF2B5EF4-FFF2-40B4-BE49-F238E27FC236}">
                <a16:creationId xmlns:a16="http://schemas.microsoft.com/office/drawing/2014/main" id="{7D540AEB-686A-97C3-D4F5-684F98908C03}"/>
              </a:ext>
            </a:extLst>
          </p:cNvPr>
          <p:cNvGraphicFramePr>
            <a:graphicFrameLocks noChangeAspect="1"/>
          </p:cNvGraphicFramePr>
          <p:nvPr/>
        </p:nvGraphicFramePr>
        <p:xfrm>
          <a:off x="5053013" y="4429125"/>
          <a:ext cx="2578100" cy="349250"/>
        </p:xfrm>
        <a:graphic>
          <a:graphicData uri="http://schemas.openxmlformats.org/presentationml/2006/ole">
            <mc:AlternateContent xmlns:mc="http://schemas.openxmlformats.org/markup-compatibility/2006">
              <mc:Choice xmlns:v="urn:schemas-microsoft-com:vml" Requires="v">
                <p:oleObj name="Formula" r:id="rId21" imgW="9359900" imgH="1270000" progId="Equation.Ribbit">
                  <p:embed/>
                </p:oleObj>
              </mc:Choice>
              <mc:Fallback>
                <p:oleObj name="Formula" r:id="rId21" imgW="9359900" imgH="1270000" progId="Equation.Ribbit">
                  <p:embed/>
                  <p:pic>
                    <p:nvPicPr>
                      <p:cNvPr id="0" name="对象 14"/>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053013" y="4429125"/>
                        <a:ext cx="257810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1999" name="对象 15">
            <a:extLst>
              <a:ext uri="{FF2B5EF4-FFF2-40B4-BE49-F238E27FC236}">
                <a16:creationId xmlns:a16="http://schemas.microsoft.com/office/drawing/2014/main" id="{BC4F09A2-756E-4505-A743-FD04818DCBCD}"/>
              </a:ext>
            </a:extLst>
          </p:cNvPr>
          <p:cNvGraphicFramePr>
            <a:graphicFrameLocks noChangeAspect="1"/>
          </p:cNvGraphicFramePr>
          <p:nvPr/>
        </p:nvGraphicFramePr>
        <p:xfrm>
          <a:off x="8537575" y="4429125"/>
          <a:ext cx="887413" cy="349250"/>
        </p:xfrm>
        <a:graphic>
          <a:graphicData uri="http://schemas.openxmlformats.org/presentationml/2006/ole">
            <mc:AlternateContent xmlns:mc="http://schemas.openxmlformats.org/markup-compatibility/2006">
              <mc:Choice xmlns:v="urn:schemas-microsoft-com:vml" Requires="v">
                <p:oleObj name="Formula" r:id="rId23" imgW="3213100" imgH="1270000" progId="Equation.Ribbit">
                  <p:embed/>
                </p:oleObj>
              </mc:Choice>
              <mc:Fallback>
                <p:oleObj name="Formula" r:id="rId23" imgW="3213100" imgH="1270000" progId="Equation.Ribbit">
                  <p:embed/>
                  <p:pic>
                    <p:nvPicPr>
                      <p:cNvPr id="0" name="对象 15"/>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8537575" y="4429125"/>
                        <a:ext cx="887413"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2000" name="对象 16">
            <a:extLst>
              <a:ext uri="{FF2B5EF4-FFF2-40B4-BE49-F238E27FC236}">
                <a16:creationId xmlns:a16="http://schemas.microsoft.com/office/drawing/2014/main" id="{E8771A9F-423C-C8CA-FF3F-990E99B2675B}"/>
              </a:ext>
            </a:extLst>
          </p:cNvPr>
          <p:cNvGraphicFramePr>
            <a:graphicFrameLocks noChangeAspect="1"/>
          </p:cNvGraphicFramePr>
          <p:nvPr/>
        </p:nvGraphicFramePr>
        <p:xfrm>
          <a:off x="9852025" y="4471988"/>
          <a:ext cx="236538" cy="307975"/>
        </p:xfrm>
        <a:graphic>
          <a:graphicData uri="http://schemas.openxmlformats.org/presentationml/2006/ole">
            <mc:AlternateContent xmlns:mc="http://schemas.openxmlformats.org/markup-compatibility/2006">
              <mc:Choice xmlns:v="urn:schemas-microsoft-com:vml" Requires="v">
                <p:oleObj name="Formula" r:id="rId25" imgW="863600" imgH="1117600" progId="Equation.Ribbit">
                  <p:embed/>
                </p:oleObj>
              </mc:Choice>
              <mc:Fallback>
                <p:oleObj name="Formula" r:id="rId25" imgW="863600" imgH="1117600" progId="Equation.Ribbit">
                  <p:embed/>
                  <p:pic>
                    <p:nvPicPr>
                      <p:cNvPr id="0" name="对象 16"/>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9852025" y="4471988"/>
                        <a:ext cx="23653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2001" name="对象 17">
            <a:extLst>
              <a:ext uri="{FF2B5EF4-FFF2-40B4-BE49-F238E27FC236}">
                <a16:creationId xmlns:a16="http://schemas.microsoft.com/office/drawing/2014/main" id="{44EB8DA9-7223-0A73-0F03-BEDF7086E342}"/>
              </a:ext>
            </a:extLst>
          </p:cNvPr>
          <p:cNvGraphicFramePr>
            <a:graphicFrameLocks noChangeAspect="1"/>
          </p:cNvGraphicFramePr>
          <p:nvPr/>
        </p:nvGraphicFramePr>
        <p:xfrm>
          <a:off x="4144963" y="4856163"/>
          <a:ext cx="460375" cy="307975"/>
        </p:xfrm>
        <a:graphic>
          <a:graphicData uri="http://schemas.openxmlformats.org/presentationml/2006/ole">
            <mc:AlternateContent xmlns:mc="http://schemas.openxmlformats.org/markup-compatibility/2006">
              <mc:Choice xmlns:v="urn:schemas-microsoft-com:vml" Requires="v">
                <p:oleObj name="Formula" r:id="rId27" imgW="1676400" imgH="1117600" progId="Equation.Ribbit">
                  <p:embed/>
                </p:oleObj>
              </mc:Choice>
              <mc:Fallback>
                <p:oleObj name="Formula" r:id="rId27" imgW="1676400" imgH="1117600" progId="Equation.Ribbit">
                  <p:embed/>
                  <p:pic>
                    <p:nvPicPr>
                      <p:cNvPr id="0" name="对象 17"/>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4144963" y="4856163"/>
                        <a:ext cx="4603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2002" name="对象 18">
            <a:extLst>
              <a:ext uri="{FF2B5EF4-FFF2-40B4-BE49-F238E27FC236}">
                <a16:creationId xmlns:a16="http://schemas.microsoft.com/office/drawing/2014/main" id="{90653C45-0320-0030-A33F-86F93794721F}"/>
              </a:ext>
            </a:extLst>
          </p:cNvPr>
          <p:cNvGraphicFramePr>
            <a:graphicFrameLocks noChangeAspect="1"/>
          </p:cNvGraphicFramePr>
          <p:nvPr/>
        </p:nvGraphicFramePr>
        <p:xfrm>
          <a:off x="2365375" y="5289550"/>
          <a:ext cx="1520825" cy="349250"/>
        </p:xfrm>
        <a:graphic>
          <a:graphicData uri="http://schemas.openxmlformats.org/presentationml/2006/ole">
            <mc:AlternateContent xmlns:mc="http://schemas.openxmlformats.org/markup-compatibility/2006">
              <mc:Choice xmlns:v="urn:schemas-microsoft-com:vml" Requires="v">
                <p:oleObj name="Formula" r:id="rId29" imgW="5524500" imgH="1270000" progId="Equation.Ribbit">
                  <p:embed/>
                </p:oleObj>
              </mc:Choice>
              <mc:Fallback>
                <p:oleObj name="Formula" r:id="rId29" imgW="5524500" imgH="1270000" progId="Equation.Ribbit">
                  <p:embed/>
                  <p:pic>
                    <p:nvPicPr>
                      <p:cNvPr id="0" name="对象 18"/>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2365375" y="5289550"/>
                        <a:ext cx="1520825"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2003" name="对象 20">
            <a:extLst>
              <a:ext uri="{FF2B5EF4-FFF2-40B4-BE49-F238E27FC236}">
                <a16:creationId xmlns:a16="http://schemas.microsoft.com/office/drawing/2014/main" id="{2059C1B1-9F53-18C1-66AE-CC360C389221}"/>
              </a:ext>
            </a:extLst>
          </p:cNvPr>
          <p:cNvGraphicFramePr>
            <a:graphicFrameLocks noChangeAspect="1"/>
          </p:cNvGraphicFramePr>
          <p:nvPr/>
        </p:nvGraphicFramePr>
        <p:xfrm>
          <a:off x="4203700" y="5289550"/>
          <a:ext cx="1527175" cy="349250"/>
        </p:xfrm>
        <a:graphic>
          <a:graphicData uri="http://schemas.openxmlformats.org/presentationml/2006/ole">
            <mc:AlternateContent xmlns:mc="http://schemas.openxmlformats.org/markup-compatibility/2006">
              <mc:Choice xmlns:v="urn:schemas-microsoft-com:vml" Requires="v">
                <p:oleObj name="Formula" r:id="rId31" imgW="5537200" imgH="1270000" progId="Equation.Ribbit">
                  <p:embed/>
                </p:oleObj>
              </mc:Choice>
              <mc:Fallback>
                <p:oleObj name="Formula" r:id="rId31" imgW="5537200" imgH="1270000" progId="Equation.Ribbit">
                  <p:embed/>
                  <p:pic>
                    <p:nvPicPr>
                      <p:cNvPr id="0" name="对象 20"/>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4203700" y="5289550"/>
                        <a:ext cx="1527175"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2004" name="对象 21">
            <a:extLst>
              <a:ext uri="{FF2B5EF4-FFF2-40B4-BE49-F238E27FC236}">
                <a16:creationId xmlns:a16="http://schemas.microsoft.com/office/drawing/2014/main" id="{047FDA63-EC60-7D0E-E9ED-1D0719B1C201}"/>
              </a:ext>
            </a:extLst>
          </p:cNvPr>
          <p:cNvGraphicFramePr>
            <a:graphicFrameLocks noChangeAspect="1"/>
          </p:cNvGraphicFramePr>
          <p:nvPr/>
        </p:nvGraphicFramePr>
        <p:xfrm>
          <a:off x="5867400" y="5302250"/>
          <a:ext cx="1092200" cy="323850"/>
        </p:xfrm>
        <a:graphic>
          <a:graphicData uri="http://schemas.openxmlformats.org/presentationml/2006/ole">
            <mc:AlternateContent xmlns:mc="http://schemas.openxmlformats.org/markup-compatibility/2006">
              <mc:Choice xmlns:v="urn:schemas-microsoft-com:vml" Requires="v">
                <p:oleObj name="Formula" r:id="rId33" imgW="3962400" imgH="1181100" progId="Equation.Ribbit">
                  <p:embed/>
                </p:oleObj>
              </mc:Choice>
              <mc:Fallback>
                <p:oleObj name="Formula" r:id="rId33" imgW="3962400" imgH="1181100" progId="Equation.Ribbit">
                  <p:embed/>
                  <p:pic>
                    <p:nvPicPr>
                      <p:cNvPr id="0" name="对象 21"/>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5867400" y="5302250"/>
                        <a:ext cx="1092200"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2005" name="对象 22">
            <a:extLst>
              <a:ext uri="{FF2B5EF4-FFF2-40B4-BE49-F238E27FC236}">
                <a16:creationId xmlns:a16="http://schemas.microsoft.com/office/drawing/2014/main" id="{3DA9F7F0-6DD8-0F88-65E6-83410F7A529B}"/>
              </a:ext>
            </a:extLst>
          </p:cNvPr>
          <p:cNvGraphicFramePr>
            <a:graphicFrameLocks noChangeAspect="1"/>
          </p:cNvGraphicFramePr>
          <p:nvPr/>
        </p:nvGraphicFramePr>
        <p:xfrm>
          <a:off x="7453313" y="5311775"/>
          <a:ext cx="2713037" cy="349250"/>
        </p:xfrm>
        <a:graphic>
          <a:graphicData uri="http://schemas.openxmlformats.org/presentationml/2006/ole">
            <mc:AlternateContent xmlns:mc="http://schemas.openxmlformats.org/markup-compatibility/2006">
              <mc:Choice xmlns:v="urn:schemas-microsoft-com:vml" Requires="v">
                <p:oleObj name="Formula" r:id="rId35" imgW="9842500" imgH="1270000" progId="Equation.Ribbit">
                  <p:embed/>
                </p:oleObj>
              </mc:Choice>
              <mc:Fallback>
                <p:oleObj name="Formula" r:id="rId35" imgW="9842500" imgH="1270000" progId="Equation.Ribbit">
                  <p:embed/>
                  <p:pic>
                    <p:nvPicPr>
                      <p:cNvPr id="0" name="对象 22"/>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7453313" y="5311775"/>
                        <a:ext cx="27130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内容占位符 2">
            <a:extLst>
              <a:ext uri="{FF2B5EF4-FFF2-40B4-BE49-F238E27FC236}">
                <a16:creationId xmlns:a16="http://schemas.microsoft.com/office/drawing/2014/main" id="{EBE17C10-6B14-45C0-51DA-1447F72A368B}"/>
              </a:ext>
            </a:extLst>
          </p:cNvPr>
          <p:cNvSpPr>
            <a:spLocks noGrp="1"/>
          </p:cNvSpPr>
          <p:nvPr>
            <p:ph idx="1"/>
          </p:nvPr>
        </p:nvSpPr>
        <p:spPr>
          <a:xfrm>
            <a:off x="1447800" y="1371600"/>
            <a:ext cx="9067800" cy="4579938"/>
          </a:xfrm>
        </p:spPr>
        <p:txBody>
          <a:bodyPr/>
          <a:lstStyle/>
          <a:p>
            <a:pPr marL="0" indent="0">
              <a:buFont typeface="Arial" panose="020B0604020202020204" pitchFamily="34" charset="0"/>
              <a:buNone/>
            </a:pPr>
            <a:endParaRPr lang="zh-CN" altLang="en-US"/>
          </a:p>
          <a:p>
            <a:pPr marL="0" indent="0">
              <a:buFont typeface="Arial" panose="020B0604020202020204" pitchFamily="34" charset="0"/>
              <a:buNone/>
            </a:pPr>
            <a:endParaRPr lang="zh-CN" altLang="en-US"/>
          </a:p>
          <a:p>
            <a:pPr marL="0" indent="0">
              <a:buFont typeface="Arial" panose="020B0604020202020204" pitchFamily="34" charset="0"/>
              <a:buNone/>
            </a:pPr>
            <a:endParaRPr lang="zh-CN" altLang="en-US"/>
          </a:p>
          <a:p>
            <a:pPr marL="0" indent="0">
              <a:buFont typeface="Arial" panose="020B0604020202020204" pitchFamily="34" charset="0"/>
              <a:buNone/>
            </a:pPr>
            <a:r>
              <a:rPr lang="zh-CN" altLang="en-US"/>
              <a:t>式中</a:t>
            </a:r>
          </a:p>
          <a:p>
            <a:pPr marL="0" indent="0">
              <a:buFont typeface="Arial" panose="020B0604020202020204" pitchFamily="34" charset="0"/>
              <a:buNone/>
            </a:pPr>
            <a:endParaRPr lang="zh-CN" altLang="en-US"/>
          </a:p>
          <a:p>
            <a:pPr marL="0" indent="0">
              <a:buFont typeface="Arial" panose="020B0604020202020204" pitchFamily="34" charset="0"/>
              <a:buNone/>
            </a:pPr>
            <a:endParaRPr lang="zh-CN" altLang="en-US"/>
          </a:p>
          <a:p>
            <a:pPr marL="0" indent="0">
              <a:buFont typeface="Arial" panose="020B0604020202020204" pitchFamily="34" charset="0"/>
              <a:buNone/>
            </a:pPr>
            <a:endParaRPr lang="zh-CN" altLang="en-US"/>
          </a:p>
          <a:p>
            <a:pPr marL="0" indent="0">
              <a:buFont typeface="Arial" panose="020B0604020202020204" pitchFamily="34" charset="0"/>
              <a:buNone/>
            </a:pPr>
            <a:endParaRPr lang="zh-CN" altLang="en-US"/>
          </a:p>
          <a:p>
            <a:pPr marL="0" indent="0">
              <a:buFont typeface="Arial" panose="020B0604020202020204" pitchFamily="34" charset="0"/>
              <a:buNone/>
            </a:pPr>
            <a:r>
              <a:rPr lang="zh-CN" altLang="en-US"/>
              <a:t> </a:t>
            </a:r>
            <a:r>
              <a:rPr lang="en-US" altLang="zh-CN"/>
              <a:t>(4)</a:t>
            </a:r>
            <a:r>
              <a:rPr lang="zh-CN" altLang="en-US"/>
              <a:t>倍点运算定义为重复加法</a:t>
            </a:r>
            <a:r>
              <a:rPr lang="en-US" altLang="zh-CN"/>
              <a:t>,</a:t>
            </a:r>
            <a:r>
              <a:rPr lang="zh-CN" altLang="en-US"/>
              <a:t>如                   。</a:t>
            </a:r>
          </a:p>
        </p:txBody>
      </p:sp>
      <p:sp>
        <p:nvSpPr>
          <p:cNvPr id="40" name="标题 1">
            <a:extLst>
              <a:ext uri="{FF2B5EF4-FFF2-40B4-BE49-F238E27FC236}">
                <a16:creationId xmlns:a16="http://schemas.microsoft.com/office/drawing/2014/main" id="{CA001C75-1251-2C58-B200-3AF62FE93770}"/>
              </a:ext>
            </a:extLst>
          </p:cNvPr>
          <p:cNvSpPr txBox="1">
            <a:spLocks/>
          </p:cNvSpPr>
          <p:nvPr/>
        </p:nvSpPr>
        <p:spPr bwMode="auto">
          <a:xfrm>
            <a:off x="2152650" y="381000"/>
            <a:ext cx="6778625" cy="66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ormAutofit/>
          </a:bodyPr>
          <a:lstStyle>
            <a:lvl1pPr>
              <a:lnSpc>
                <a:spcPct val="90000"/>
              </a:lnSpc>
              <a:spcBef>
                <a:spcPts val="1000"/>
              </a:spcBef>
              <a:buFont typeface="Arial" panose="020B0604020202020204" pitchFamily="34" charset="0"/>
              <a:buChar char="•"/>
              <a:defRPr sz="2800">
                <a:solidFill>
                  <a:schemeClr val="tx1"/>
                </a:solidFill>
                <a:latin typeface="Times New Roman" panose="02020603050405020304" pitchFamily="18" charset="0"/>
                <a:ea typeface="仿宋" panose="02010609060101010101" pitchFamily="49" charset="-122"/>
              </a:defRPr>
            </a:lvl1pPr>
            <a:lvl2pPr marL="685800" indent="-228600">
              <a:lnSpc>
                <a:spcPct val="90000"/>
              </a:lnSpc>
              <a:spcBef>
                <a:spcPts val="500"/>
              </a:spcBef>
              <a:buFont typeface="Arial" panose="020B0604020202020204" pitchFamily="34" charset="0"/>
              <a:buChar char="•"/>
              <a:defRPr sz="2400">
                <a:solidFill>
                  <a:schemeClr val="tx1"/>
                </a:solidFill>
                <a:latin typeface="Times New Roman" panose="02020603050405020304" pitchFamily="18" charset="0"/>
                <a:ea typeface="仿宋" panose="02010609060101010101" pitchFamily="49"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Times New Roman" panose="02020603050405020304" pitchFamily="18" charset="0"/>
                <a:ea typeface="仿宋" panose="02010609060101010101" pitchFamily="49" charset="-122"/>
              </a:defRPr>
            </a:lvl3pPr>
            <a:lvl4pPr marL="1600200" indent="-228600">
              <a:lnSpc>
                <a:spcPct val="90000"/>
              </a:lnSpc>
              <a:spcBef>
                <a:spcPts val="500"/>
              </a:spcBef>
              <a:buFont typeface="Arial" panose="020B0604020202020204" pitchFamily="34" charset="0"/>
              <a:buChar char="•"/>
              <a:defRPr>
                <a:solidFill>
                  <a:schemeClr val="tx1"/>
                </a:solidFill>
                <a:latin typeface="Times New Roman" panose="02020603050405020304" pitchFamily="18" charset="0"/>
                <a:ea typeface="仿宋" panose="02010609060101010101" pitchFamily="49" charset="-122"/>
              </a:defRPr>
            </a:lvl4pPr>
            <a:lvl5pPr marL="2057400" indent="-228600">
              <a:lnSpc>
                <a:spcPct val="90000"/>
              </a:lnSpc>
              <a:spcBef>
                <a:spcPts val="500"/>
              </a:spcBef>
              <a:buFont typeface="Arial" panose="020B0604020202020204" pitchFamily="34" charset="0"/>
              <a:buChar char="•"/>
              <a:defRPr>
                <a:solidFill>
                  <a:schemeClr val="tx1"/>
                </a:solidFill>
                <a:latin typeface="Times New Roman" panose="02020603050405020304" pitchFamily="18" charset="0"/>
                <a:ea typeface="仿宋" panose="02010609060101010101" pitchFamily="49"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Times New Roman" panose="02020603050405020304" pitchFamily="18" charset="0"/>
                <a:ea typeface="仿宋" panose="02010609060101010101" pitchFamily="49"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Times New Roman" panose="02020603050405020304" pitchFamily="18" charset="0"/>
                <a:ea typeface="仿宋" panose="02010609060101010101" pitchFamily="49"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Times New Roman" panose="02020603050405020304" pitchFamily="18" charset="0"/>
                <a:ea typeface="仿宋" panose="02010609060101010101" pitchFamily="49"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Times New Roman" panose="02020603050405020304" pitchFamily="18" charset="0"/>
                <a:ea typeface="仿宋" panose="02010609060101010101" pitchFamily="49" charset="-122"/>
              </a:defRPr>
            </a:lvl9pPr>
          </a:lstStyle>
          <a:p>
            <a:pPr>
              <a:spcBef>
                <a:spcPct val="0"/>
              </a:spcBef>
              <a:buFontTx/>
              <a:buNone/>
            </a:pPr>
            <a:r>
              <a:rPr lang="zh-CN" altLang="en-US" sz="3200">
                <a:solidFill>
                  <a:srgbClr val="1F4E79"/>
                </a:solidFill>
              </a:rPr>
              <a:t>有限域上的椭圆曲线</a:t>
            </a:r>
          </a:p>
        </p:txBody>
      </p:sp>
      <p:graphicFrame>
        <p:nvGraphicFramePr>
          <p:cNvPr id="43012" name="对象 6">
            <a:extLst>
              <a:ext uri="{FF2B5EF4-FFF2-40B4-BE49-F238E27FC236}">
                <a16:creationId xmlns:a16="http://schemas.microsoft.com/office/drawing/2014/main" id="{596F3DAE-3F42-92B7-28F9-94BE79CC8043}"/>
              </a:ext>
            </a:extLst>
          </p:cNvPr>
          <p:cNvGraphicFramePr>
            <a:graphicFrameLocks noChangeAspect="1"/>
          </p:cNvGraphicFramePr>
          <p:nvPr/>
        </p:nvGraphicFramePr>
        <p:xfrm>
          <a:off x="4419600" y="1603375"/>
          <a:ext cx="3351213" cy="384175"/>
        </p:xfrm>
        <a:graphic>
          <a:graphicData uri="http://schemas.openxmlformats.org/presentationml/2006/ole">
            <mc:AlternateContent xmlns:mc="http://schemas.openxmlformats.org/markup-compatibility/2006">
              <mc:Choice xmlns:v="urn:schemas-microsoft-com:vml" Requires="v">
                <p:oleObj name="Formula" r:id="rId2" imgW="12166600" imgH="1397000" progId="Equation.Ribbit">
                  <p:embed/>
                </p:oleObj>
              </mc:Choice>
              <mc:Fallback>
                <p:oleObj name="Formula" r:id="rId2" imgW="12166600" imgH="1397000" progId="Equation.Ribbit">
                  <p:embed/>
                  <p:pic>
                    <p:nvPicPr>
                      <p:cNvPr id="0" name="对象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9600" y="1603375"/>
                        <a:ext cx="3351213"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3013" name="对象 7">
            <a:extLst>
              <a:ext uri="{FF2B5EF4-FFF2-40B4-BE49-F238E27FC236}">
                <a16:creationId xmlns:a16="http://schemas.microsoft.com/office/drawing/2014/main" id="{1616A610-4A27-CD75-E509-429AF6106E23}"/>
              </a:ext>
            </a:extLst>
          </p:cNvPr>
          <p:cNvGraphicFramePr>
            <a:graphicFrameLocks noChangeAspect="1"/>
          </p:cNvGraphicFramePr>
          <p:nvPr/>
        </p:nvGraphicFramePr>
        <p:xfrm>
          <a:off x="4271963" y="2251075"/>
          <a:ext cx="3700462" cy="349250"/>
        </p:xfrm>
        <a:graphic>
          <a:graphicData uri="http://schemas.openxmlformats.org/presentationml/2006/ole">
            <mc:AlternateContent xmlns:mc="http://schemas.openxmlformats.org/markup-compatibility/2006">
              <mc:Choice xmlns:v="urn:schemas-microsoft-com:vml" Requires="v">
                <p:oleObj name="Formula" r:id="rId4" imgW="13436600" imgH="1270000" progId="Equation.Ribbit">
                  <p:embed/>
                </p:oleObj>
              </mc:Choice>
              <mc:Fallback>
                <p:oleObj name="Formula" r:id="rId4" imgW="13436600" imgH="1270000" progId="Equation.Ribbit">
                  <p:embed/>
                  <p:pic>
                    <p:nvPicPr>
                      <p:cNvPr id="0" name="对象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71963" y="2251075"/>
                        <a:ext cx="3700462"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3014" name="对象 8">
            <a:extLst>
              <a:ext uri="{FF2B5EF4-FFF2-40B4-BE49-F238E27FC236}">
                <a16:creationId xmlns:a16="http://schemas.microsoft.com/office/drawing/2014/main" id="{DFD52318-698E-4257-41DF-1E9803808FED}"/>
              </a:ext>
            </a:extLst>
          </p:cNvPr>
          <p:cNvGraphicFramePr>
            <a:graphicFrameLocks noChangeAspect="1"/>
          </p:cNvGraphicFramePr>
          <p:nvPr/>
        </p:nvGraphicFramePr>
        <p:xfrm>
          <a:off x="4113213" y="3281363"/>
          <a:ext cx="3963987" cy="1504950"/>
        </p:xfrm>
        <a:graphic>
          <a:graphicData uri="http://schemas.openxmlformats.org/presentationml/2006/ole">
            <mc:AlternateContent xmlns:mc="http://schemas.openxmlformats.org/markup-compatibility/2006">
              <mc:Choice xmlns:v="urn:schemas-microsoft-com:vml" Requires="v">
                <p:oleObj name="Formula" r:id="rId6" imgW="14401800" imgH="5473700" progId="Equation.Ribbit">
                  <p:embed/>
                </p:oleObj>
              </mc:Choice>
              <mc:Fallback>
                <p:oleObj name="Formula" r:id="rId6" imgW="14401800" imgH="5473700" progId="Equation.Ribbit">
                  <p:embed/>
                  <p:pic>
                    <p:nvPicPr>
                      <p:cNvPr id="0" name="对象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13213" y="3281363"/>
                        <a:ext cx="3963987" cy="150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3015" name="对象 3">
            <a:extLst>
              <a:ext uri="{FF2B5EF4-FFF2-40B4-BE49-F238E27FC236}">
                <a16:creationId xmlns:a16="http://schemas.microsoft.com/office/drawing/2014/main" id="{B996C9D4-402D-1C24-CA55-11CC8F35853C}"/>
              </a:ext>
            </a:extLst>
          </p:cNvPr>
          <p:cNvGraphicFramePr>
            <a:graphicFrameLocks noChangeAspect="1"/>
          </p:cNvGraphicFramePr>
          <p:nvPr/>
        </p:nvGraphicFramePr>
        <p:xfrm>
          <a:off x="5943600" y="5067300"/>
          <a:ext cx="2797175" cy="307975"/>
        </p:xfrm>
        <a:graphic>
          <a:graphicData uri="http://schemas.openxmlformats.org/presentationml/2006/ole">
            <mc:AlternateContent xmlns:mc="http://schemas.openxmlformats.org/markup-compatibility/2006">
              <mc:Choice xmlns:v="urn:schemas-microsoft-com:vml" Requires="v">
                <p:oleObj name="Formula" r:id="rId8" imgW="10160000" imgH="1117600" progId="Equation.Ribbit">
                  <p:embed/>
                </p:oleObj>
              </mc:Choice>
              <mc:Fallback>
                <p:oleObj name="Formula" r:id="rId8" imgW="10160000" imgH="1117600" progId="Equation.Ribbit">
                  <p:embed/>
                  <p:pic>
                    <p:nvPicPr>
                      <p:cNvPr id="0" name="对象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943600" y="5067300"/>
                        <a:ext cx="27971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1">
            <a:extLst>
              <a:ext uri="{FF2B5EF4-FFF2-40B4-BE49-F238E27FC236}">
                <a16:creationId xmlns:a16="http://schemas.microsoft.com/office/drawing/2014/main" id="{65BAF984-263E-CCFC-C9DE-5D9DA903B027}"/>
              </a:ext>
            </a:extLst>
          </p:cNvPr>
          <p:cNvSpPr>
            <a:spLocks noGrp="1"/>
          </p:cNvSpPr>
          <p:nvPr>
            <p:ph type="title"/>
          </p:nvPr>
        </p:nvSpPr>
        <p:spPr>
          <a:xfrm>
            <a:off x="2152650" y="381000"/>
            <a:ext cx="6778625" cy="668338"/>
          </a:xfrm>
        </p:spPr>
        <p:txBody>
          <a:bodyPr/>
          <a:lstStyle/>
          <a:p>
            <a:r>
              <a:rPr lang="zh-CN" altLang="en-US">
                <a:solidFill>
                  <a:srgbClr val="1F4E79"/>
                </a:solidFill>
                <a:latin typeface="Times New Roman" panose="02020603050405020304" pitchFamily="18" charset="0"/>
              </a:rPr>
              <a:t>有限域上的椭圆曲线</a:t>
            </a:r>
          </a:p>
        </p:txBody>
      </p:sp>
      <p:sp>
        <p:nvSpPr>
          <p:cNvPr id="44035" name="内容占位符 2">
            <a:extLst>
              <a:ext uri="{FF2B5EF4-FFF2-40B4-BE49-F238E27FC236}">
                <a16:creationId xmlns:a16="http://schemas.microsoft.com/office/drawing/2014/main" id="{E59A190B-BF27-F6EF-2CF7-D2BB4A2684A4}"/>
              </a:ext>
            </a:extLst>
          </p:cNvPr>
          <p:cNvSpPr>
            <a:spLocks noGrp="1"/>
          </p:cNvSpPr>
          <p:nvPr>
            <p:ph idx="1"/>
          </p:nvPr>
        </p:nvSpPr>
        <p:spPr>
          <a:xfrm>
            <a:off x="1447800" y="2125663"/>
            <a:ext cx="9067800" cy="4579937"/>
          </a:xfrm>
        </p:spPr>
        <p:txBody>
          <a:bodyPr/>
          <a:lstStyle/>
          <a:p>
            <a:pPr marL="0" indent="0">
              <a:lnSpc>
                <a:spcPct val="100000"/>
              </a:lnSpc>
              <a:buFont typeface="Arial" panose="020B0604020202020204" pitchFamily="34" charset="0"/>
              <a:buNone/>
            </a:pPr>
            <a:r>
              <a:rPr lang="zh-CN" altLang="en-US" b="1"/>
              <a:t>例</a:t>
            </a:r>
            <a:r>
              <a:rPr lang="zh-CN" altLang="en-US"/>
              <a:t> </a:t>
            </a:r>
            <a:r>
              <a:rPr lang="zh-CN" altLang="zh-CN"/>
              <a:t>设</a:t>
            </a:r>
            <a:r>
              <a:rPr lang="en-US" altLang="zh-CN"/>
              <a:t>                 ,</a:t>
            </a:r>
            <a:r>
              <a:rPr lang="zh-CN" altLang="zh-CN"/>
              <a:t>即椭圆曲线方程为</a:t>
            </a:r>
            <a:endParaRPr lang="en-US" altLang="zh-CN"/>
          </a:p>
          <a:p>
            <a:pPr marL="0" indent="0">
              <a:lnSpc>
                <a:spcPct val="100000"/>
              </a:lnSpc>
              <a:buFont typeface="Arial" panose="020B0604020202020204" pitchFamily="34" charset="0"/>
              <a:buNone/>
            </a:pPr>
            <a:endParaRPr lang="zh-CN" altLang="zh-CN"/>
          </a:p>
          <a:p>
            <a:pPr marL="0" indent="0">
              <a:lnSpc>
                <a:spcPct val="100000"/>
              </a:lnSpc>
              <a:buFont typeface="Arial" panose="020B0604020202020204" pitchFamily="34" charset="0"/>
              <a:buNone/>
            </a:pPr>
            <a:r>
              <a:rPr lang="zh-CN" altLang="zh-CN"/>
              <a:t>要确定椭圆曲线上的点</a:t>
            </a:r>
            <a:r>
              <a:rPr lang="en-US" altLang="zh-CN"/>
              <a:t>,</a:t>
            </a:r>
            <a:r>
              <a:rPr lang="zh-CN" altLang="zh-CN"/>
              <a:t>对于每个</a:t>
            </a:r>
            <a:r>
              <a:rPr lang="en-US" altLang="zh-CN"/>
              <a:t>           ,</a:t>
            </a:r>
          </a:p>
          <a:p>
            <a:pPr marL="0" indent="0">
              <a:lnSpc>
                <a:spcPct val="100000"/>
              </a:lnSpc>
              <a:buFont typeface="Arial" panose="020B0604020202020204" pitchFamily="34" charset="0"/>
              <a:buNone/>
            </a:pPr>
            <a:r>
              <a:rPr lang="zh-CN" altLang="zh-CN"/>
              <a:t>首先计算</a:t>
            </a:r>
            <a:br>
              <a:rPr lang="en-US" altLang="zh-CN"/>
            </a:br>
            <a:r>
              <a:rPr lang="en-US" altLang="zh-CN"/>
              <a:t>                     , </a:t>
            </a:r>
          </a:p>
          <a:p>
            <a:pPr marL="0" indent="0">
              <a:lnSpc>
                <a:spcPct val="100000"/>
              </a:lnSpc>
              <a:buFont typeface="Arial" panose="020B0604020202020204" pitchFamily="34" charset="0"/>
              <a:buNone/>
            </a:pPr>
            <a:r>
              <a:rPr lang="zh-CN" altLang="zh-CN"/>
              <a:t>再判定</a:t>
            </a:r>
            <a:r>
              <a:rPr lang="en-US" altLang="zh-CN"/>
              <a:t>  </a:t>
            </a:r>
            <a:r>
              <a:rPr lang="zh-CN" altLang="zh-CN"/>
              <a:t>是否是模</a:t>
            </a:r>
            <a:r>
              <a:rPr lang="en-US" altLang="zh-CN"/>
              <a:t>11</a:t>
            </a:r>
            <a:r>
              <a:rPr lang="zh-CN" altLang="zh-CN"/>
              <a:t>的平方剩余</a:t>
            </a:r>
            <a:r>
              <a:rPr lang="en-US" altLang="zh-CN"/>
              <a:t>(</a:t>
            </a:r>
            <a:r>
              <a:rPr lang="zh-CN" altLang="zh-CN"/>
              <a:t>方程</a:t>
            </a:r>
            <a:r>
              <a:rPr lang="en-US" altLang="zh-CN"/>
              <a:t>              </a:t>
            </a:r>
            <a:r>
              <a:rPr lang="zh-CN" altLang="zh-CN"/>
              <a:t>是否有解</a:t>
            </a:r>
            <a:r>
              <a:rPr lang="en-US" altLang="zh-CN"/>
              <a:t>),</a:t>
            </a:r>
            <a:r>
              <a:rPr lang="zh-CN" altLang="zh-CN"/>
              <a:t>若不是</a:t>
            </a:r>
            <a:r>
              <a:rPr lang="en-US" altLang="zh-CN"/>
              <a:t>,</a:t>
            </a:r>
            <a:r>
              <a:rPr lang="zh-CN" altLang="zh-CN"/>
              <a:t>则椭圆曲线上没有与这一</a:t>
            </a:r>
            <a:r>
              <a:rPr lang="en-US" altLang="zh-CN"/>
              <a:t>     </a:t>
            </a:r>
            <a:r>
              <a:rPr lang="zh-CN" altLang="zh-CN"/>
              <a:t>相对应的点</a:t>
            </a:r>
            <a:r>
              <a:rPr lang="en-US" altLang="zh-CN"/>
              <a:t>;</a:t>
            </a:r>
            <a:r>
              <a:rPr lang="zh-CN" altLang="zh-CN"/>
              <a:t>若是</a:t>
            </a:r>
            <a:r>
              <a:rPr lang="en-US" altLang="zh-CN"/>
              <a:t>,</a:t>
            </a:r>
            <a:r>
              <a:rPr lang="zh-CN" altLang="zh-CN"/>
              <a:t>则求出</a:t>
            </a:r>
            <a:r>
              <a:rPr lang="en-US" altLang="zh-CN"/>
              <a:t>  </a:t>
            </a:r>
            <a:r>
              <a:rPr lang="zh-CN" altLang="zh-CN"/>
              <a:t>的两个平方根。该椭圆曲线上的点如</a:t>
            </a:r>
            <a:r>
              <a:rPr lang="zh-CN" altLang="en-US"/>
              <a:t>下表</a:t>
            </a:r>
            <a:r>
              <a:rPr lang="zh-CN" altLang="zh-CN"/>
              <a:t>所示。</a:t>
            </a:r>
          </a:p>
        </p:txBody>
      </p:sp>
      <p:graphicFrame>
        <p:nvGraphicFramePr>
          <p:cNvPr id="44036" name="对象 4">
            <a:extLst>
              <a:ext uri="{FF2B5EF4-FFF2-40B4-BE49-F238E27FC236}">
                <a16:creationId xmlns:a16="http://schemas.microsoft.com/office/drawing/2014/main" id="{68CD5D18-953D-AAAE-FC17-FEABC77EB477}"/>
              </a:ext>
            </a:extLst>
          </p:cNvPr>
          <p:cNvGraphicFramePr>
            <a:graphicFrameLocks noChangeAspect="1"/>
          </p:cNvGraphicFramePr>
          <p:nvPr/>
        </p:nvGraphicFramePr>
        <p:xfrm>
          <a:off x="2362200" y="2216150"/>
          <a:ext cx="2492375" cy="307975"/>
        </p:xfrm>
        <a:graphic>
          <a:graphicData uri="http://schemas.openxmlformats.org/presentationml/2006/ole">
            <mc:AlternateContent xmlns:mc="http://schemas.openxmlformats.org/markup-compatibility/2006">
              <mc:Choice xmlns:v="urn:schemas-microsoft-com:vml" Requires="v">
                <p:oleObj name="Formula" r:id="rId2" imgW="9055100" imgH="1130300" progId="Equation.Ribbit">
                  <p:embed/>
                </p:oleObj>
              </mc:Choice>
              <mc:Fallback>
                <p:oleObj name="Formula" r:id="rId2" imgW="9055100" imgH="1130300" progId="Equation.Ribbit">
                  <p:embed/>
                  <p:pic>
                    <p:nvPicPr>
                      <p:cNvPr id="0" name="对象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2216150"/>
                        <a:ext cx="24923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4037" name="对象 5">
            <a:extLst>
              <a:ext uri="{FF2B5EF4-FFF2-40B4-BE49-F238E27FC236}">
                <a16:creationId xmlns:a16="http://schemas.microsoft.com/office/drawing/2014/main" id="{A2A8B2B2-2DA8-74B2-70FB-4AFD5C2F4687}"/>
              </a:ext>
            </a:extLst>
          </p:cNvPr>
          <p:cNvGraphicFramePr>
            <a:graphicFrameLocks noChangeAspect="1"/>
          </p:cNvGraphicFramePr>
          <p:nvPr/>
        </p:nvGraphicFramePr>
        <p:xfrm>
          <a:off x="4487863" y="2660650"/>
          <a:ext cx="3216275" cy="384175"/>
        </p:xfrm>
        <a:graphic>
          <a:graphicData uri="http://schemas.openxmlformats.org/presentationml/2006/ole">
            <mc:AlternateContent xmlns:mc="http://schemas.openxmlformats.org/markup-compatibility/2006">
              <mc:Choice xmlns:v="urn:schemas-microsoft-com:vml" Requires="v">
                <p:oleObj name="Formula" r:id="rId4" imgW="11671300" imgH="1397000" progId="Equation.Ribbit">
                  <p:embed/>
                </p:oleObj>
              </mc:Choice>
              <mc:Fallback>
                <p:oleObj name="Formula" r:id="rId4" imgW="11671300" imgH="1397000" progId="Equation.Ribbit">
                  <p:embed/>
                  <p:pic>
                    <p:nvPicPr>
                      <p:cNvPr id="0" name="对象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87863" y="2660650"/>
                        <a:ext cx="3216275"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4038" name="对象 6">
            <a:extLst>
              <a:ext uri="{FF2B5EF4-FFF2-40B4-BE49-F238E27FC236}">
                <a16:creationId xmlns:a16="http://schemas.microsoft.com/office/drawing/2014/main" id="{85FDEBC2-255A-0A23-BF2A-2CECF4295649}"/>
              </a:ext>
            </a:extLst>
          </p:cNvPr>
          <p:cNvGraphicFramePr>
            <a:graphicFrameLocks noChangeAspect="1"/>
          </p:cNvGraphicFramePr>
          <p:nvPr/>
        </p:nvGraphicFramePr>
        <p:xfrm>
          <a:off x="6096000" y="3186113"/>
          <a:ext cx="1514475" cy="349250"/>
        </p:xfrm>
        <a:graphic>
          <a:graphicData uri="http://schemas.openxmlformats.org/presentationml/2006/ole">
            <mc:AlternateContent xmlns:mc="http://schemas.openxmlformats.org/markup-compatibility/2006">
              <mc:Choice xmlns:v="urn:schemas-microsoft-com:vml" Requires="v">
                <p:oleObj name="Formula" r:id="rId6" imgW="5499100" imgH="1270000" progId="Equation.Ribbit">
                  <p:embed/>
                </p:oleObj>
              </mc:Choice>
              <mc:Fallback>
                <p:oleObj name="Formula" r:id="rId6" imgW="5499100" imgH="1270000" progId="Equation.Ribbit">
                  <p:embed/>
                  <p:pic>
                    <p:nvPicPr>
                      <p:cNvPr id="0" name="对象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96000" y="3186113"/>
                        <a:ext cx="1514475"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4039" name="对象 7">
            <a:extLst>
              <a:ext uri="{FF2B5EF4-FFF2-40B4-BE49-F238E27FC236}">
                <a16:creationId xmlns:a16="http://schemas.microsoft.com/office/drawing/2014/main" id="{1722C21A-345C-96A1-1CBC-0546946A3F25}"/>
              </a:ext>
            </a:extLst>
          </p:cNvPr>
          <p:cNvGraphicFramePr>
            <a:graphicFrameLocks noChangeAspect="1"/>
          </p:cNvGraphicFramePr>
          <p:nvPr/>
        </p:nvGraphicFramePr>
        <p:xfrm>
          <a:off x="3313113" y="4027488"/>
          <a:ext cx="3082925" cy="384175"/>
        </p:xfrm>
        <a:graphic>
          <a:graphicData uri="http://schemas.openxmlformats.org/presentationml/2006/ole">
            <mc:AlternateContent xmlns:mc="http://schemas.openxmlformats.org/markup-compatibility/2006">
              <mc:Choice xmlns:v="urn:schemas-microsoft-com:vml" Requires="v">
                <p:oleObj name="Formula" r:id="rId8" imgW="11201400" imgH="1397000" progId="Equation.Ribbit">
                  <p:embed/>
                </p:oleObj>
              </mc:Choice>
              <mc:Fallback>
                <p:oleObj name="Formula" r:id="rId8" imgW="11201400" imgH="1397000" progId="Equation.Ribbit">
                  <p:embed/>
                  <p:pic>
                    <p:nvPicPr>
                      <p:cNvPr id="0" name="对象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313113" y="4027488"/>
                        <a:ext cx="3082925"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4040" name="对象 8">
            <a:extLst>
              <a:ext uri="{FF2B5EF4-FFF2-40B4-BE49-F238E27FC236}">
                <a16:creationId xmlns:a16="http://schemas.microsoft.com/office/drawing/2014/main" id="{7D7A6366-23BE-E93F-F056-200776AECE45}"/>
              </a:ext>
            </a:extLst>
          </p:cNvPr>
          <p:cNvGraphicFramePr>
            <a:graphicFrameLocks noChangeAspect="1"/>
          </p:cNvGraphicFramePr>
          <p:nvPr/>
        </p:nvGraphicFramePr>
        <p:xfrm>
          <a:off x="2590800" y="4624388"/>
          <a:ext cx="152400" cy="236537"/>
        </p:xfrm>
        <a:graphic>
          <a:graphicData uri="http://schemas.openxmlformats.org/presentationml/2006/ole">
            <mc:AlternateContent xmlns:mc="http://schemas.openxmlformats.org/markup-compatibility/2006">
              <mc:Choice xmlns:v="urn:schemas-microsoft-com:vml" Requires="v">
                <p:oleObj name="Formula" r:id="rId10" imgW="546100" imgH="863600" progId="Equation.Ribbit">
                  <p:embed/>
                </p:oleObj>
              </mc:Choice>
              <mc:Fallback>
                <p:oleObj name="Formula" r:id="rId10" imgW="546100" imgH="863600" progId="Equation.Ribbit">
                  <p:embed/>
                  <p:pic>
                    <p:nvPicPr>
                      <p:cNvPr id="0" name="对象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90800" y="4624388"/>
                        <a:ext cx="152400" cy="236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4041" name="对象 9">
            <a:extLst>
              <a:ext uri="{FF2B5EF4-FFF2-40B4-BE49-F238E27FC236}">
                <a16:creationId xmlns:a16="http://schemas.microsoft.com/office/drawing/2014/main" id="{787F60F2-703E-6F8B-E4CB-52AA0C23DF59}"/>
              </a:ext>
            </a:extLst>
          </p:cNvPr>
          <p:cNvGraphicFramePr>
            <a:graphicFrameLocks noChangeAspect="1"/>
          </p:cNvGraphicFramePr>
          <p:nvPr/>
        </p:nvGraphicFramePr>
        <p:xfrm>
          <a:off x="6732588" y="4522788"/>
          <a:ext cx="1944687" cy="368300"/>
        </p:xfrm>
        <a:graphic>
          <a:graphicData uri="http://schemas.openxmlformats.org/presentationml/2006/ole">
            <mc:AlternateContent xmlns:mc="http://schemas.openxmlformats.org/markup-compatibility/2006">
              <mc:Choice xmlns:v="urn:schemas-microsoft-com:vml" Requires="v">
                <p:oleObj name="Formula" r:id="rId12" imgW="7061200" imgH="1333500" progId="Equation.Ribbit">
                  <p:embed/>
                </p:oleObj>
              </mc:Choice>
              <mc:Fallback>
                <p:oleObj name="Formula" r:id="rId12" imgW="7061200" imgH="1333500" progId="Equation.Ribbit">
                  <p:embed/>
                  <p:pic>
                    <p:nvPicPr>
                      <p:cNvPr id="0" name="对象 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732588" y="4522788"/>
                        <a:ext cx="19446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4042" name="对象 10">
            <a:extLst>
              <a:ext uri="{FF2B5EF4-FFF2-40B4-BE49-F238E27FC236}">
                <a16:creationId xmlns:a16="http://schemas.microsoft.com/office/drawing/2014/main" id="{7FE170AE-D791-29D4-A4A2-C80EC2550CDE}"/>
              </a:ext>
            </a:extLst>
          </p:cNvPr>
          <p:cNvGraphicFramePr>
            <a:graphicFrameLocks noChangeAspect="1"/>
          </p:cNvGraphicFramePr>
          <p:nvPr/>
        </p:nvGraphicFramePr>
        <p:xfrm>
          <a:off x="6211888" y="4979988"/>
          <a:ext cx="173037" cy="236537"/>
        </p:xfrm>
        <a:graphic>
          <a:graphicData uri="http://schemas.openxmlformats.org/presentationml/2006/ole">
            <mc:AlternateContent xmlns:mc="http://schemas.openxmlformats.org/markup-compatibility/2006">
              <mc:Choice xmlns:v="urn:schemas-microsoft-com:vml" Requires="v">
                <p:oleObj name="Formula" r:id="rId14" imgW="635000" imgH="863600" progId="Equation.Ribbit">
                  <p:embed/>
                </p:oleObj>
              </mc:Choice>
              <mc:Fallback>
                <p:oleObj name="Formula" r:id="rId14" imgW="635000" imgH="863600" progId="Equation.Ribbit">
                  <p:embed/>
                  <p:pic>
                    <p:nvPicPr>
                      <p:cNvPr id="0" name="对象 1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211888" y="4979988"/>
                        <a:ext cx="173037" cy="236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4043" name="对象 11">
            <a:extLst>
              <a:ext uri="{FF2B5EF4-FFF2-40B4-BE49-F238E27FC236}">
                <a16:creationId xmlns:a16="http://schemas.microsoft.com/office/drawing/2014/main" id="{C3034DEF-6CF5-2171-D1D6-0D337FECF894}"/>
              </a:ext>
            </a:extLst>
          </p:cNvPr>
          <p:cNvGraphicFramePr>
            <a:graphicFrameLocks noChangeAspect="1"/>
          </p:cNvGraphicFramePr>
          <p:nvPr/>
        </p:nvGraphicFramePr>
        <p:xfrm>
          <a:off x="2797175" y="3746500"/>
          <a:ext cx="152400" cy="236538"/>
        </p:xfrm>
        <a:graphic>
          <a:graphicData uri="http://schemas.openxmlformats.org/presentationml/2006/ole">
            <mc:AlternateContent xmlns:mc="http://schemas.openxmlformats.org/markup-compatibility/2006">
              <mc:Choice xmlns:v="urn:schemas-microsoft-com:vml" Requires="v">
                <p:oleObj name="Formula" r:id="rId16" imgW="546100" imgH="863600" progId="Equation.Ribbit">
                  <p:embed/>
                </p:oleObj>
              </mc:Choice>
              <mc:Fallback>
                <p:oleObj name="Formula" r:id="rId16" imgW="546100" imgH="863600" progId="Equation.Ribbit">
                  <p:embed/>
                  <p:pic>
                    <p:nvPicPr>
                      <p:cNvPr id="0" name="对象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797175" y="3746500"/>
                        <a:ext cx="152400" cy="236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2678BF-47EB-5726-5E42-597800A35EFC}"/>
              </a:ext>
            </a:extLst>
          </p:cNvPr>
          <p:cNvSpPr>
            <a:spLocks noGrp="1"/>
          </p:cNvSpPr>
          <p:nvPr>
            <p:ph type="title"/>
          </p:nvPr>
        </p:nvSpPr>
        <p:spPr>
          <a:xfrm>
            <a:off x="2133600" y="358775"/>
            <a:ext cx="9037638" cy="668338"/>
          </a:xfrm>
        </p:spPr>
        <p:txBody>
          <a:bodyPr/>
          <a:lstStyle/>
          <a:p>
            <a:r>
              <a:rPr lang="zh-CN" altLang="en-US">
                <a:solidFill>
                  <a:srgbClr val="1F4E79"/>
                </a:solidFill>
              </a:rPr>
              <a:t>有限域上的椭圆曲线</a:t>
            </a:r>
          </a:p>
        </p:txBody>
      </p:sp>
      <p:sp>
        <p:nvSpPr>
          <p:cNvPr id="45059" name="内容占位符 2">
            <a:extLst>
              <a:ext uri="{FF2B5EF4-FFF2-40B4-BE49-F238E27FC236}">
                <a16:creationId xmlns:a16="http://schemas.microsoft.com/office/drawing/2014/main" id="{96ACEBA6-DA47-70C5-5C73-5ED86DB20E4B}"/>
              </a:ext>
            </a:extLst>
          </p:cNvPr>
          <p:cNvSpPr>
            <a:spLocks noGrp="1"/>
          </p:cNvSpPr>
          <p:nvPr>
            <p:ph idx="1"/>
          </p:nvPr>
        </p:nvSpPr>
        <p:spPr>
          <a:xfrm>
            <a:off x="1447800" y="1771650"/>
            <a:ext cx="9067800" cy="406400"/>
          </a:xfrm>
        </p:spPr>
        <p:txBody>
          <a:bodyPr/>
          <a:lstStyle/>
          <a:p>
            <a:pPr algn="ctr">
              <a:lnSpc>
                <a:spcPct val="100000"/>
              </a:lnSpc>
              <a:spcBef>
                <a:spcPct val="0"/>
              </a:spcBef>
              <a:buFontTx/>
              <a:buNone/>
            </a:pPr>
            <a:r>
              <a:rPr lang="zh-CN" altLang="en-US"/>
              <a:t>表</a:t>
            </a:r>
            <a:r>
              <a:rPr lang="en-US" altLang="zh-CN"/>
              <a:t> </a:t>
            </a:r>
            <a:r>
              <a:rPr lang="zh-CN" altLang="en-US"/>
              <a:t>椭圆曲线                      上的点</a:t>
            </a:r>
          </a:p>
        </p:txBody>
      </p:sp>
      <p:pic>
        <p:nvPicPr>
          <p:cNvPr id="45060" name="内容占位符 3">
            <a:extLst>
              <a:ext uri="{FF2B5EF4-FFF2-40B4-BE49-F238E27FC236}">
                <a16:creationId xmlns:a16="http://schemas.microsoft.com/office/drawing/2014/main" id="{94B2EF0A-5E9B-A040-4444-CB0835BF0FD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2000" y="2362200"/>
            <a:ext cx="9998075" cy="2357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5061" name="对象 5">
            <a:extLst>
              <a:ext uri="{FF2B5EF4-FFF2-40B4-BE49-F238E27FC236}">
                <a16:creationId xmlns:a16="http://schemas.microsoft.com/office/drawing/2014/main" id="{A411D4AE-51EF-25F8-D4B1-6F293B0EDF06}"/>
              </a:ext>
            </a:extLst>
          </p:cNvPr>
          <p:cNvGraphicFramePr>
            <a:graphicFrameLocks noChangeAspect="1"/>
          </p:cNvGraphicFramePr>
          <p:nvPr/>
        </p:nvGraphicFramePr>
        <p:xfrm>
          <a:off x="4800600" y="1828800"/>
          <a:ext cx="3214688" cy="384175"/>
        </p:xfrm>
        <a:graphic>
          <a:graphicData uri="http://schemas.openxmlformats.org/presentationml/2006/ole">
            <mc:AlternateContent xmlns:mc="http://schemas.openxmlformats.org/markup-compatibility/2006">
              <mc:Choice xmlns:v="urn:schemas-microsoft-com:vml" Requires="v">
                <p:oleObj name="Formula" r:id="rId3" imgW="11671300" imgH="1397000" progId="Equation.Ribbit">
                  <p:embed/>
                </p:oleObj>
              </mc:Choice>
              <mc:Fallback>
                <p:oleObj name="Formula" r:id="rId3" imgW="11671300" imgH="1397000" progId="Equation.Ribbit">
                  <p:embed/>
                  <p:pic>
                    <p:nvPicPr>
                      <p:cNvPr id="0" name="对象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0600" y="1828800"/>
                        <a:ext cx="3214688"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1">
            <a:extLst>
              <a:ext uri="{FF2B5EF4-FFF2-40B4-BE49-F238E27FC236}">
                <a16:creationId xmlns:a16="http://schemas.microsoft.com/office/drawing/2014/main" id="{9AFE778E-771E-602C-23A6-75EBF441CD89}"/>
              </a:ext>
            </a:extLst>
          </p:cNvPr>
          <p:cNvSpPr>
            <a:spLocks noGrp="1"/>
          </p:cNvSpPr>
          <p:nvPr>
            <p:ph type="title"/>
          </p:nvPr>
        </p:nvSpPr>
        <p:spPr>
          <a:xfrm>
            <a:off x="2152650" y="381000"/>
            <a:ext cx="6778625" cy="668338"/>
          </a:xfrm>
        </p:spPr>
        <p:txBody>
          <a:bodyPr/>
          <a:lstStyle/>
          <a:p>
            <a:r>
              <a:rPr lang="zh-CN" altLang="en-US">
                <a:solidFill>
                  <a:srgbClr val="1F4E79"/>
                </a:solidFill>
                <a:latin typeface="Times New Roman" panose="02020603050405020304" pitchFamily="18" charset="0"/>
              </a:rPr>
              <a:t>有限域上的椭圆曲线</a:t>
            </a:r>
          </a:p>
        </p:txBody>
      </p:sp>
      <p:sp>
        <p:nvSpPr>
          <p:cNvPr id="46083" name="内容占位符 2">
            <a:extLst>
              <a:ext uri="{FF2B5EF4-FFF2-40B4-BE49-F238E27FC236}">
                <a16:creationId xmlns:a16="http://schemas.microsoft.com/office/drawing/2014/main" id="{EED1A808-5962-43FD-5051-A250DED00C83}"/>
              </a:ext>
            </a:extLst>
          </p:cNvPr>
          <p:cNvSpPr>
            <a:spLocks noGrp="1"/>
          </p:cNvSpPr>
          <p:nvPr>
            <p:ph idx="1"/>
          </p:nvPr>
        </p:nvSpPr>
        <p:spPr>
          <a:xfrm>
            <a:off x="1447800" y="1295400"/>
            <a:ext cx="9067800" cy="4579938"/>
          </a:xfrm>
        </p:spPr>
        <p:txBody>
          <a:bodyPr/>
          <a:lstStyle/>
          <a:p>
            <a:pPr marL="0" indent="0">
              <a:lnSpc>
                <a:spcPct val="100000"/>
              </a:lnSpc>
              <a:buFont typeface="Arial" panose="020B0604020202020204" pitchFamily="34" charset="0"/>
              <a:buNone/>
            </a:pPr>
            <a:r>
              <a:rPr lang="zh-CN" altLang="en-US"/>
              <a:t>只有               时才有点在椭圆曲线上</a:t>
            </a:r>
            <a:r>
              <a:rPr lang="en-US" altLang="zh-CN"/>
              <a:t>,        </a:t>
            </a:r>
            <a:r>
              <a:rPr lang="zh-CN" altLang="en-US"/>
              <a:t>是由表中的点再加上一个无穷远点  构成</a:t>
            </a:r>
            <a:r>
              <a:rPr lang="en-US" altLang="zh-CN"/>
              <a:t>,</a:t>
            </a:r>
            <a:r>
              <a:rPr lang="zh-CN" altLang="en-US"/>
              <a:t>即</a:t>
            </a:r>
          </a:p>
          <a:p>
            <a:pPr marL="0" indent="0">
              <a:lnSpc>
                <a:spcPct val="100000"/>
              </a:lnSpc>
              <a:buFont typeface="Arial" panose="020B0604020202020204" pitchFamily="34" charset="0"/>
              <a:buNone/>
            </a:pPr>
            <a:endParaRPr lang="zh-CN" altLang="en-US"/>
          </a:p>
          <a:p>
            <a:pPr marL="0" indent="0">
              <a:lnSpc>
                <a:spcPct val="100000"/>
              </a:lnSpc>
              <a:buFont typeface="Arial" panose="020B0604020202020204" pitchFamily="34" charset="0"/>
              <a:buNone/>
            </a:pPr>
            <a:endParaRPr lang="zh-CN" altLang="en-US"/>
          </a:p>
          <a:p>
            <a:pPr marL="0" indent="0">
              <a:lnSpc>
                <a:spcPct val="100000"/>
              </a:lnSpc>
              <a:buFont typeface="Arial" panose="020B0604020202020204" pitchFamily="34" charset="0"/>
              <a:buNone/>
            </a:pPr>
            <a:r>
              <a:rPr lang="zh-CN" altLang="en-US"/>
              <a:t>设         ，计算           。首先计算</a:t>
            </a:r>
            <a:br>
              <a:rPr lang="en-US" altLang="zh-CN"/>
            </a:br>
            <a:br>
              <a:rPr lang="en-US" altLang="zh-CN"/>
            </a:br>
            <a:endParaRPr lang="zh-CN" altLang="en-US"/>
          </a:p>
          <a:p>
            <a:pPr marL="0" indent="0">
              <a:lnSpc>
                <a:spcPct val="100000"/>
              </a:lnSpc>
              <a:buFont typeface="Arial" panose="020B0604020202020204" pitchFamily="34" charset="0"/>
              <a:buNone/>
            </a:pPr>
            <a:r>
              <a:rPr lang="zh-CN" altLang="en-US"/>
              <a:t>于是</a:t>
            </a:r>
            <a:br>
              <a:rPr lang="en-US" altLang="zh-CN"/>
            </a:br>
            <a:br>
              <a:rPr lang="en-US" altLang="zh-CN"/>
            </a:br>
            <a:br>
              <a:rPr lang="en-US" altLang="zh-CN"/>
            </a:br>
            <a:r>
              <a:rPr lang="zh-CN" altLang="en-US"/>
              <a:t>所以          。同样可以算出</a:t>
            </a:r>
          </a:p>
        </p:txBody>
      </p:sp>
      <p:graphicFrame>
        <p:nvGraphicFramePr>
          <p:cNvPr id="46084" name="对象 3">
            <a:extLst>
              <a:ext uri="{FF2B5EF4-FFF2-40B4-BE49-F238E27FC236}">
                <a16:creationId xmlns:a16="http://schemas.microsoft.com/office/drawing/2014/main" id="{39C512F2-4373-9C81-3172-0A6E11C8A55A}"/>
              </a:ext>
            </a:extLst>
          </p:cNvPr>
          <p:cNvGraphicFramePr>
            <a:graphicFrameLocks noChangeAspect="1"/>
          </p:cNvGraphicFramePr>
          <p:nvPr/>
        </p:nvGraphicFramePr>
        <p:xfrm>
          <a:off x="2152650" y="1406525"/>
          <a:ext cx="2262188" cy="304800"/>
        </p:xfrm>
        <a:graphic>
          <a:graphicData uri="http://schemas.openxmlformats.org/presentationml/2006/ole">
            <mc:AlternateContent xmlns:mc="http://schemas.openxmlformats.org/markup-compatibility/2006">
              <mc:Choice xmlns:v="urn:schemas-microsoft-com:vml" Requires="v">
                <p:oleObj name="Formula" r:id="rId2" imgW="8216900" imgH="1104900" progId="Equation.Ribbit">
                  <p:embed/>
                </p:oleObj>
              </mc:Choice>
              <mc:Fallback>
                <p:oleObj name="Formula" r:id="rId2" imgW="8216900" imgH="1104900" progId="Equation.Ribbit">
                  <p:embed/>
                  <p:pic>
                    <p:nvPicPr>
                      <p:cNvPr id="0" name="对象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2650" y="1406525"/>
                        <a:ext cx="22621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6085" name="对象 4">
            <a:extLst>
              <a:ext uri="{FF2B5EF4-FFF2-40B4-BE49-F238E27FC236}">
                <a16:creationId xmlns:a16="http://schemas.microsoft.com/office/drawing/2014/main" id="{EA7BA518-D7FA-675E-3BC3-7EAC444F7776}"/>
              </a:ext>
            </a:extLst>
          </p:cNvPr>
          <p:cNvGraphicFramePr>
            <a:graphicFrameLocks noChangeAspect="1"/>
          </p:cNvGraphicFramePr>
          <p:nvPr/>
        </p:nvGraphicFramePr>
        <p:xfrm>
          <a:off x="7666038" y="1404938"/>
          <a:ext cx="1085850" cy="349250"/>
        </p:xfrm>
        <a:graphic>
          <a:graphicData uri="http://schemas.openxmlformats.org/presentationml/2006/ole">
            <mc:AlternateContent xmlns:mc="http://schemas.openxmlformats.org/markup-compatibility/2006">
              <mc:Choice xmlns:v="urn:schemas-microsoft-com:vml" Requires="v">
                <p:oleObj name="Formula" r:id="rId4" imgW="3937000" imgH="1270000" progId="Equation.Ribbit">
                  <p:embed/>
                </p:oleObj>
              </mc:Choice>
              <mc:Fallback>
                <p:oleObj name="Formula" r:id="rId4" imgW="3937000" imgH="1270000" progId="Equation.Ribbit">
                  <p:embed/>
                  <p:pic>
                    <p:nvPicPr>
                      <p:cNvPr id="0" name="对象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66038" y="1404938"/>
                        <a:ext cx="108585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6086" name="对象 5">
            <a:extLst>
              <a:ext uri="{FF2B5EF4-FFF2-40B4-BE49-F238E27FC236}">
                <a16:creationId xmlns:a16="http://schemas.microsoft.com/office/drawing/2014/main" id="{5ABEC232-7A4A-E269-62E3-A41840AFC04E}"/>
              </a:ext>
            </a:extLst>
          </p:cNvPr>
          <p:cNvGraphicFramePr>
            <a:graphicFrameLocks noChangeAspect="1"/>
          </p:cNvGraphicFramePr>
          <p:nvPr/>
        </p:nvGraphicFramePr>
        <p:xfrm>
          <a:off x="4589463" y="1793875"/>
          <a:ext cx="233362" cy="322263"/>
        </p:xfrm>
        <a:graphic>
          <a:graphicData uri="http://schemas.openxmlformats.org/presentationml/2006/ole">
            <mc:AlternateContent xmlns:mc="http://schemas.openxmlformats.org/markup-compatibility/2006">
              <mc:Choice xmlns:v="urn:schemas-microsoft-com:vml" Requires="v">
                <p:oleObj name="Formula" r:id="rId6" imgW="838200" imgH="1155700" progId="Equation.Ribbit">
                  <p:embed/>
                </p:oleObj>
              </mc:Choice>
              <mc:Fallback>
                <p:oleObj name="Formula" r:id="rId6" imgW="838200" imgH="1155700" progId="Equation.Ribbit">
                  <p:embed/>
                  <p:pic>
                    <p:nvPicPr>
                      <p:cNvPr id="0" name="对象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89463" y="1793875"/>
                        <a:ext cx="233362" cy="32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6087" name="对象 6">
            <a:extLst>
              <a:ext uri="{FF2B5EF4-FFF2-40B4-BE49-F238E27FC236}">
                <a16:creationId xmlns:a16="http://schemas.microsoft.com/office/drawing/2014/main" id="{0D322E93-6379-5F22-AB18-25186051EDB1}"/>
              </a:ext>
            </a:extLst>
          </p:cNvPr>
          <p:cNvGraphicFramePr>
            <a:graphicFrameLocks noChangeAspect="1"/>
          </p:cNvGraphicFramePr>
          <p:nvPr/>
        </p:nvGraphicFramePr>
        <p:xfrm>
          <a:off x="1852613" y="2238375"/>
          <a:ext cx="8258175" cy="352425"/>
        </p:xfrm>
        <a:graphic>
          <a:graphicData uri="http://schemas.openxmlformats.org/presentationml/2006/ole">
            <mc:AlternateContent xmlns:mc="http://schemas.openxmlformats.org/markup-compatibility/2006">
              <mc:Choice xmlns:v="urn:schemas-microsoft-com:vml" Requires="v">
                <p:oleObj name="Formula" r:id="rId8" imgW="29984700" imgH="1282700" progId="Equation.Ribbit">
                  <p:embed/>
                </p:oleObj>
              </mc:Choice>
              <mc:Fallback>
                <p:oleObj name="Formula" r:id="rId8" imgW="29984700" imgH="1282700" progId="Equation.Ribbit">
                  <p:embed/>
                  <p:pic>
                    <p:nvPicPr>
                      <p:cNvPr id="0" name="对象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52613" y="2238375"/>
                        <a:ext cx="8258175"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6088" name="对象 7">
            <a:extLst>
              <a:ext uri="{FF2B5EF4-FFF2-40B4-BE49-F238E27FC236}">
                <a16:creationId xmlns:a16="http://schemas.microsoft.com/office/drawing/2014/main" id="{079C705F-0046-3BB5-FF01-ACE3985E2E1E}"/>
              </a:ext>
            </a:extLst>
          </p:cNvPr>
          <p:cNvGraphicFramePr>
            <a:graphicFrameLocks noChangeAspect="1"/>
          </p:cNvGraphicFramePr>
          <p:nvPr/>
        </p:nvGraphicFramePr>
        <p:xfrm>
          <a:off x="4375150" y="2754313"/>
          <a:ext cx="3440113" cy="350837"/>
        </p:xfrm>
        <a:graphic>
          <a:graphicData uri="http://schemas.openxmlformats.org/presentationml/2006/ole">
            <mc:AlternateContent xmlns:mc="http://schemas.openxmlformats.org/markup-compatibility/2006">
              <mc:Choice xmlns:v="urn:schemas-microsoft-com:vml" Requires="v">
                <p:oleObj name="Formula" r:id="rId10" imgW="12509500" imgH="1282700" progId="Equation.Ribbit">
                  <p:embed/>
                </p:oleObj>
              </mc:Choice>
              <mc:Fallback>
                <p:oleObj name="Formula" r:id="rId10" imgW="12509500" imgH="1282700" progId="Equation.Ribbit">
                  <p:embed/>
                  <p:pic>
                    <p:nvPicPr>
                      <p:cNvPr id="0" name="对象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375150" y="2754313"/>
                        <a:ext cx="3440113"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6089" name="对象 8">
            <a:extLst>
              <a:ext uri="{FF2B5EF4-FFF2-40B4-BE49-F238E27FC236}">
                <a16:creationId xmlns:a16="http://schemas.microsoft.com/office/drawing/2014/main" id="{94671A7B-D1A4-53FA-F365-DDC0F79B88C7}"/>
              </a:ext>
            </a:extLst>
          </p:cNvPr>
          <p:cNvGraphicFramePr>
            <a:graphicFrameLocks noChangeAspect="1"/>
          </p:cNvGraphicFramePr>
          <p:nvPr/>
        </p:nvGraphicFramePr>
        <p:xfrm>
          <a:off x="1905000" y="3230563"/>
          <a:ext cx="1265238" cy="349250"/>
        </p:xfrm>
        <a:graphic>
          <a:graphicData uri="http://schemas.openxmlformats.org/presentationml/2006/ole">
            <mc:AlternateContent xmlns:mc="http://schemas.openxmlformats.org/markup-compatibility/2006">
              <mc:Choice xmlns:v="urn:schemas-microsoft-com:vml" Requires="v">
                <p:oleObj name="Formula" r:id="rId12" imgW="4610100" imgH="1270000" progId="Equation.Ribbit">
                  <p:embed/>
                </p:oleObj>
              </mc:Choice>
              <mc:Fallback>
                <p:oleObj name="Formula" r:id="rId12" imgW="4610100" imgH="1270000" progId="Equation.Ribbit">
                  <p:embed/>
                  <p:pic>
                    <p:nvPicPr>
                      <p:cNvPr id="0" name="对象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905000" y="3230563"/>
                        <a:ext cx="1265238"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6090" name="对象 9">
            <a:extLst>
              <a:ext uri="{FF2B5EF4-FFF2-40B4-BE49-F238E27FC236}">
                <a16:creationId xmlns:a16="http://schemas.microsoft.com/office/drawing/2014/main" id="{5F2D15E4-DFD2-C72C-508B-39BA38DFBA32}"/>
              </a:ext>
            </a:extLst>
          </p:cNvPr>
          <p:cNvGraphicFramePr>
            <a:graphicFrameLocks noChangeAspect="1"/>
          </p:cNvGraphicFramePr>
          <p:nvPr/>
        </p:nvGraphicFramePr>
        <p:xfrm>
          <a:off x="3336925" y="3609975"/>
          <a:ext cx="5518150" cy="698500"/>
        </p:xfrm>
        <a:graphic>
          <a:graphicData uri="http://schemas.openxmlformats.org/presentationml/2006/ole">
            <mc:AlternateContent xmlns:mc="http://schemas.openxmlformats.org/markup-compatibility/2006">
              <mc:Choice xmlns:v="urn:schemas-microsoft-com:vml" Requires="v">
                <p:oleObj name="Formula" r:id="rId14" imgW="20040600" imgH="2540000" progId="Equation.Ribbit">
                  <p:embed/>
                </p:oleObj>
              </mc:Choice>
              <mc:Fallback>
                <p:oleObj name="Formula" r:id="rId14" imgW="20040600" imgH="2540000" progId="Equation.Ribbit">
                  <p:embed/>
                  <p:pic>
                    <p:nvPicPr>
                      <p:cNvPr id="0" name="对象 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336925" y="3609975"/>
                        <a:ext cx="5518150"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6091" name="对象 10">
            <a:extLst>
              <a:ext uri="{FF2B5EF4-FFF2-40B4-BE49-F238E27FC236}">
                <a16:creationId xmlns:a16="http://schemas.microsoft.com/office/drawing/2014/main" id="{8256C465-4DFD-730B-2EE2-D80034618AAA}"/>
              </a:ext>
            </a:extLst>
          </p:cNvPr>
          <p:cNvGraphicFramePr>
            <a:graphicFrameLocks noChangeAspect="1"/>
          </p:cNvGraphicFramePr>
          <p:nvPr/>
        </p:nvGraphicFramePr>
        <p:xfrm>
          <a:off x="4173538" y="3251200"/>
          <a:ext cx="1604962" cy="309563"/>
        </p:xfrm>
        <a:graphic>
          <a:graphicData uri="http://schemas.openxmlformats.org/presentationml/2006/ole">
            <mc:AlternateContent xmlns:mc="http://schemas.openxmlformats.org/markup-compatibility/2006">
              <mc:Choice xmlns:v="urn:schemas-microsoft-com:vml" Requires="v">
                <p:oleObj name="Formula" r:id="rId16" imgW="5829300" imgH="1117600" progId="Equation.Ribbit">
                  <p:embed/>
                </p:oleObj>
              </mc:Choice>
              <mc:Fallback>
                <p:oleObj name="Formula" r:id="rId16" imgW="5829300" imgH="1117600" progId="Equation.Ribbit">
                  <p:embed/>
                  <p:pic>
                    <p:nvPicPr>
                      <p:cNvPr id="0" name="对象 1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173538" y="3251200"/>
                        <a:ext cx="1604962"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6092" name="对象 11">
            <a:extLst>
              <a:ext uri="{FF2B5EF4-FFF2-40B4-BE49-F238E27FC236}">
                <a16:creationId xmlns:a16="http://schemas.microsoft.com/office/drawing/2014/main" id="{5E76DC05-B5E0-494B-D03D-1C723C790B2D}"/>
              </a:ext>
            </a:extLst>
          </p:cNvPr>
          <p:cNvGraphicFramePr>
            <a:graphicFrameLocks noChangeAspect="1"/>
          </p:cNvGraphicFramePr>
          <p:nvPr/>
        </p:nvGraphicFramePr>
        <p:xfrm>
          <a:off x="4216400" y="4687888"/>
          <a:ext cx="3757613" cy="384175"/>
        </p:xfrm>
        <a:graphic>
          <a:graphicData uri="http://schemas.openxmlformats.org/presentationml/2006/ole">
            <mc:AlternateContent xmlns:mc="http://schemas.openxmlformats.org/markup-compatibility/2006">
              <mc:Choice xmlns:v="urn:schemas-microsoft-com:vml" Requires="v">
                <p:oleObj name="Formula" r:id="rId18" imgW="13639800" imgH="1397000" progId="Equation.Ribbit">
                  <p:embed/>
                </p:oleObj>
              </mc:Choice>
              <mc:Fallback>
                <p:oleObj name="Formula" r:id="rId18" imgW="13639800" imgH="1397000" progId="Equation.Ribbit">
                  <p:embed/>
                  <p:pic>
                    <p:nvPicPr>
                      <p:cNvPr id="0" name="对象 1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216400" y="4687888"/>
                        <a:ext cx="3757613"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6093" name="对象 12">
            <a:extLst>
              <a:ext uri="{FF2B5EF4-FFF2-40B4-BE49-F238E27FC236}">
                <a16:creationId xmlns:a16="http://schemas.microsoft.com/office/drawing/2014/main" id="{9D86972A-BA04-325E-6D5D-B1A2750F65F3}"/>
              </a:ext>
            </a:extLst>
          </p:cNvPr>
          <p:cNvGraphicFramePr>
            <a:graphicFrameLocks noChangeAspect="1"/>
          </p:cNvGraphicFramePr>
          <p:nvPr/>
        </p:nvGraphicFramePr>
        <p:xfrm>
          <a:off x="3914775" y="5124450"/>
          <a:ext cx="4360863" cy="349250"/>
        </p:xfrm>
        <a:graphic>
          <a:graphicData uri="http://schemas.openxmlformats.org/presentationml/2006/ole">
            <mc:AlternateContent xmlns:mc="http://schemas.openxmlformats.org/markup-compatibility/2006">
              <mc:Choice xmlns:v="urn:schemas-microsoft-com:vml" Requires="v">
                <p:oleObj name="Formula" r:id="rId20" imgW="15836900" imgH="1270000" progId="Equation.Ribbit">
                  <p:embed/>
                </p:oleObj>
              </mc:Choice>
              <mc:Fallback>
                <p:oleObj name="Formula" r:id="rId20" imgW="15836900" imgH="1270000" progId="Equation.Ribbit">
                  <p:embed/>
                  <p:pic>
                    <p:nvPicPr>
                      <p:cNvPr id="0" name="对象 12"/>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914775" y="5124450"/>
                        <a:ext cx="4360863"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6094" name="对象 13">
            <a:extLst>
              <a:ext uri="{FF2B5EF4-FFF2-40B4-BE49-F238E27FC236}">
                <a16:creationId xmlns:a16="http://schemas.microsoft.com/office/drawing/2014/main" id="{6313FE20-48F8-9862-DD81-71BE055BF8F5}"/>
              </a:ext>
            </a:extLst>
          </p:cNvPr>
          <p:cNvGraphicFramePr>
            <a:graphicFrameLocks noChangeAspect="1"/>
          </p:cNvGraphicFramePr>
          <p:nvPr/>
        </p:nvGraphicFramePr>
        <p:xfrm>
          <a:off x="2211388" y="5562600"/>
          <a:ext cx="1416050" cy="349250"/>
        </p:xfrm>
        <a:graphic>
          <a:graphicData uri="http://schemas.openxmlformats.org/presentationml/2006/ole">
            <mc:AlternateContent xmlns:mc="http://schemas.openxmlformats.org/markup-compatibility/2006">
              <mc:Choice xmlns:v="urn:schemas-microsoft-com:vml" Requires="v">
                <p:oleObj name="Formula" r:id="rId22" imgW="5143500" imgH="1270000" progId="Equation.Ribbit">
                  <p:embed/>
                </p:oleObj>
              </mc:Choice>
              <mc:Fallback>
                <p:oleObj name="Formula" r:id="rId22" imgW="5143500" imgH="1270000" progId="Equation.Ribbit">
                  <p:embed/>
                  <p:pic>
                    <p:nvPicPr>
                      <p:cNvPr id="0" name="对象 13"/>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211388" y="5562600"/>
                        <a:ext cx="141605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1">
            <a:extLst>
              <a:ext uri="{FF2B5EF4-FFF2-40B4-BE49-F238E27FC236}">
                <a16:creationId xmlns:a16="http://schemas.microsoft.com/office/drawing/2014/main" id="{204A4A3D-1011-DE2C-8D5A-6B726B824C38}"/>
              </a:ext>
            </a:extLst>
          </p:cNvPr>
          <p:cNvSpPr>
            <a:spLocks noGrp="1"/>
          </p:cNvSpPr>
          <p:nvPr>
            <p:ph type="title"/>
          </p:nvPr>
        </p:nvSpPr>
        <p:spPr>
          <a:xfrm>
            <a:off x="2152650" y="381000"/>
            <a:ext cx="6778625" cy="668338"/>
          </a:xfrm>
        </p:spPr>
        <p:txBody>
          <a:bodyPr/>
          <a:lstStyle/>
          <a:p>
            <a:r>
              <a:rPr lang="zh-CN" altLang="en-US">
                <a:solidFill>
                  <a:srgbClr val="1F4E79"/>
                </a:solidFill>
                <a:latin typeface="Times New Roman" panose="02020603050405020304" pitchFamily="18" charset="0"/>
              </a:rPr>
              <a:t>有限域上的椭圆曲线</a:t>
            </a:r>
          </a:p>
        </p:txBody>
      </p:sp>
      <p:sp>
        <p:nvSpPr>
          <p:cNvPr id="47107" name="内容占位符 2">
            <a:extLst>
              <a:ext uri="{FF2B5EF4-FFF2-40B4-BE49-F238E27FC236}">
                <a16:creationId xmlns:a16="http://schemas.microsoft.com/office/drawing/2014/main" id="{AE16AEC6-2019-B44F-5536-612482E23332}"/>
              </a:ext>
            </a:extLst>
          </p:cNvPr>
          <p:cNvSpPr>
            <a:spLocks noGrp="1"/>
          </p:cNvSpPr>
          <p:nvPr>
            <p:ph idx="1"/>
          </p:nvPr>
        </p:nvSpPr>
        <p:spPr>
          <a:xfrm>
            <a:off x="1447800" y="2430463"/>
            <a:ext cx="9067800" cy="4579937"/>
          </a:xfrm>
        </p:spPr>
        <p:txBody>
          <a:bodyPr/>
          <a:lstStyle/>
          <a:p>
            <a:pPr marL="0" indent="0">
              <a:lnSpc>
                <a:spcPct val="100000"/>
              </a:lnSpc>
              <a:buFont typeface="Arial" panose="020B0604020202020204" pitchFamily="34" charset="0"/>
              <a:buNone/>
            </a:pPr>
            <a:endParaRPr lang="en-US" altLang="zh-CN"/>
          </a:p>
          <a:p>
            <a:pPr marL="0" indent="0">
              <a:lnSpc>
                <a:spcPct val="100000"/>
              </a:lnSpc>
              <a:buFont typeface="Arial" panose="020B0604020202020204" pitchFamily="34" charset="0"/>
              <a:buNone/>
            </a:pPr>
            <a:endParaRPr lang="en-US" altLang="zh-CN"/>
          </a:p>
          <a:p>
            <a:pPr marL="0" indent="0">
              <a:lnSpc>
                <a:spcPct val="100000"/>
              </a:lnSpc>
              <a:buFont typeface="Arial" panose="020B0604020202020204" pitchFamily="34" charset="0"/>
              <a:buNone/>
            </a:pPr>
            <a:endParaRPr lang="en-US" altLang="zh-CN"/>
          </a:p>
          <a:p>
            <a:pPr marL="0" indent="0">
              <a:lnSpc>
                <a:spcPct val="100000"/>
              </a:lnSpc>
              <a:buFont typeface="Arial" panose="020B0604020202020204" pitchFamily="34" charset="0"/>
              <a:buNone/>
            </a:pPr>
            <a:r>
              <a:rPr lang="zh-CN" altLang="en-US"/>
              <a:t>由此可以看出</a:t>
            </a:r>
            <a:r>
              <a:rPr lang="en-US" altLang="zh-CN"/>
              <a:t>,        </a:t>
            </a:r>
            <a:r>
              <a:rPr lang="zh-CN" altLang="en-US"/>
              <a:t>是一个循环群</a:t>
            </a:r>
            <a:r>
              <a:rPr lang="en-US" altLang="zh-CN"/>
              <a:t>,</a:t>
            </a:r>
            <a:r>
              <a:rPr lang="zh-CN" altLang="en-US"/>
              <a:t>其生成元是         。</a:t>
            </a:r>
          </a:p>
        </p:txBody>
      </p:sp>
      <p:graphicFrame>
        <p:nvGraphicFramePr>
          <p:cNvPr id="47108" name="对象 3">
            <a:extLst>
              <a:ext uri="{FF2B5EF4-FFF2-40B4-BE49-F238E27FC236}">
                <a16:creationId xmlns:a16="http://schemas.microsoft.com/office/drawing/2014/main" id="{33F3F08E-2690-AC87-5576-AFD911E3BADD}"/>
              </a:ext>
            </a:extLst>
          </p:cNvPr>
          <p:cNvGraphicFramePr>
            <a:graphicFrameLocks noChangeAspect="1"/>
          </p:cNvGraphicFramePr>
          <p:nvPr/>
        </p:nvGraphicFramePr>
        <p:xfrm>
          <a:off x="2886075" y="3044825"/>
          <a:ext cx="6488113" cy="349250"/>
        </p:xfrm>
        <a:graphic>
          <a:graphicData uri="http://schemas.openxmlformats.org/presentationml/2006/ole">
            <mc:AlternateContent xmlns:mc="http://schemas.openxmlformats.org/markup-compatibility/2006">
              <mc:Choice xmlns:v="urn:schemas-microsoft-com:vml" Requires="v">
                <p:oleObj name="Formula" r:id="rId2" imgW="23558500" imgH="1270000" progId="Equation.Ribbit">
                  <p:embed/>
                </p:oleObj>
              </mc:Choice>
              <mc:Fallback>
                <p:oleObj name="Formula" r:id="rId2" imgW="23558500" imgH="1270000" progId="Equation.Ribbit">
                  <p:embed/>
                  <p:pic>
                    <p:nvPicPr>
                      <p:cNvPr id="0" name="对象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86075" y="3044825"/>
                        <a:ext cx="6488113"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7109" name="对象 4">
            <a:extLst>
              <a:ext uri="{FF2B5EF4-FFF2-40B4-BE49-F238E27FC236}">
                <a16:creationId xmlns:a16="http://schemas.microsoft.com/office/drawing/2014/main" id="{008B406B-74F1-BF64-18F6-F8516253AB33}"/>
              </a:ext>
            </a:extLst>
          </p:cNvPr>
          <p:cNvGraphicFramePr>
            <a:graphicFrameLocks noChangeAspect="1"/>
          </p:cNvGraphicFramePr>
          <p:nvPr/>
        </p:nvGraphicFramePr>
        <p:xfrm>
          <a:off x="3816350" y="3494088"/>
          <a:ext cx="4559300" cy="349250"/>
        </p:xfrm>
        <a:graphic>
          <a:graphicData uri="http://schemas.openxmlformats.org/presentationml/2006/ole">
            <mc:AlternateContent xmlns:mc="http://schemas.openxmlformats.org/markup-compatibility/2006">
              <mc:Choice xmlns:v="urn:schemas-microsoft-com:vml" Requires="v">
                <p:oleObj name="Formula" r:id="rId4" imgW="16560800" imgH="1270000" progId="Equation.Ribbit">
                  <p:embed/>
                </p:oleObj>
              </mc:Choice>
              <mc:Fallback>
                <p:oleObj name="Formula" r:id="rId4" imgW="16560800" imgH="1270000" progId="Equation.Ribbit">
                  <p:embed/>
                  <p:pic>
                    <p:nvPicPr>
                      <p:cNvPr id="0" name="对象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16350" y="3494088"/>
                        <a:ext cx="455930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7110" name="对象 5">
            <a:extLst>
              <a:ext uri="{FF2B5EF4-FFF2-40B4-BE49-F238E27FC236}">
                <a16:creationId xmlns:a16="http://schemas.microsoft.com/office/drawing/2014/main" id="{A751880C-EEE3-D49C-7F15-817A4B8C5F4F}"/>
              </a:ext>
            </a:extLst>
          </p:cNvPr>
          <p:cNvGraphicFramePr>
            <a:graphicFrameLocks noChangeAspect="1"/>
          </p:cNvGraphicFramePr>
          <p:nvPr/>
        </p:nvGraphicFramePr>
        <p:xfrm>
          <a:off x="2924175" y="2527300"/>
          <a:ext cx="6343650" cy="349250"/>
        </p:xfrm>
        <a:graphic>
          <a:graphicData uri="http://schemas.openxmlformats.org/presentationml/2006/ole">
            <mc:AlternateContent xmlns:mc="http://schemas.openxmlformats.org/markup-compatibility/2006">
              <mc:Choice xmlns:v="urn:schemas-microsoft-com:vml" Requires="v">
                <p:oleObj name="Formula" r:id="rId6" imgW="23025100" imgH="1270000" progId="Equation.Ribbit">
                  <p:embed/>
                </p:oleObj>
              </mc:Choice>
              <mc:Fallback>
                <p:oleObj name="Formula" r:id="rId6" imgW="23025100" imgH="1270000" progId="Equation.Ribbit">
                  <p:embed/>
                  <p:pic>
                    <p:nvPicPr>
                      <p:cNvPr id="0" name="对象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24175" y="2527300"/>
                        <a:ext cx="634365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7111" name="对象 6">
            <a:extLst>
              <a:ext uri="{FF2B5EF4-FFF2-40B4-BE49-F238E27FC236}">
                <a16:creationId xmlns:a16="http://schemas.microsoft.com/office/drawing/2014/main" id="{1889A6B1-08EA-11D5-512B-54D4E47E1616}"/>
              </a:ext>
            </a:extLst>
          </p:cNvPr>
          <p:cNvGraphicFramePr>
            <a:graphicFrameLocks noChangeAspect="1"/>
          </p:cNvGraphicFramePr>
          <p:nvPr/>
        </p:nvGraphicFramePr>
        <p:xfrm>
          <a:off x="3581400" y="3983038"/>
          <a:ext cx="1085850" cy="349250"/>
        </p:xfrm>
        <a:graphic>
          <a:graphicData uri="http://schemas.openxmlformats.org/presentationml/2006/ole">
            <mc:AlternateContent xmlns:mc="http://schemas.openxmlformats.org/markup-compatibility/2006">
              <mc:Choice xmlns:v="urn:schemas-microsoft-com:vml" Requires="v">
                <p:oleObj name="Formula" r:id="rId8" imgW="3937000" imgH="1270000" progId="Equation.Ribbit">
                  <p:embed/>
                </p:oleObj>
              </mc:Choice>
              <mc:Fallback>
                <p:oleObj name="Formula" r:id="rId8" imgW="3937000" imgH="1270000" progId="Equation.Ribbit">
                  <p:embed/>
                  <p:pic>
                    <p:nvPicPr>
                      <p:cNvPr id="0" name="对象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81400" y="3983038"/>
                        <a:ext cx="108585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7112" name="对象 3">
            <a:extLst>
              <a:ext uri="{FF2B5EF4-FFF2-40B4-BE49-F238E27FC236}">
                <a16:creationId xmlns:a16="http://schemas.microsoft.com/office/drawing/2014/main" id="{5BA619CF-0916-F543-D5A4-8B441CD9F29F}"/>
              </a:ext>
            </a:extLst>
          </p:cNvPr>
          <p:cNvGraphicFramePr>
            <a:graphicFrameLocks noChangeAspect="1"/>
          </p:cNvGraphicFramePr>
          <p:nvPr/>
        </p:nvGraphicFramePr>
        <p:xfrm>
          <a:off x="8297863" y="4008438"/>
          <a:ext cx="1266825" cy="349250"/>
        </p:xfrm>
        <a:graphic>
          <a:graphicData uri="http://schemas.openxmlformats.org/presentationml/2006/ole">
            <mc:AlternateContent xmlns:mc="http://schemas.openxmlformats.org/markup-compatibility/2006">
              <mc:Choice xmlns:v="urn:schemas-microsoft-com:vml" Requires="v">
                <p:oleObj name="Formula" r:id="rId10" imgW="4610100" imgH="1270000" progId="Equation.Ribbit">
                  <p:embed/>
                </p:oleObj>
              </mc:Choice>
              <mc:Fallback>
                <p:oleObj name="Formula" r:id="rId10" imgW="4610100" imgH="1270000" progId="Equation.Ribbit">
                  <p:embed/>
                  <p:pic>
                    <p:nvPicPr>
                      <p:cNvPr id="0" name="对象 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297863" y="4008438"/>
                        <a:ext cx="1266825"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7" name="Rectangle 3">
            <a:extLst>
              <a:ext uri="{FF2B5EF4-FFF2-40B4-BE49-F238E27FC236}">
                <a16:creationId xmlns:a16="http://schemas.microsoft.com/office/drawing/2014/main" id="{8A7AB3B9-783E-3155-E348-488E86208608}"/>
              </a:ext>
            </a:extLst>
          </p:cNvPr>
          <p:cNvSpPr>
            <a:spLocks noGrp="1" noChangeArrowheads="1"/>
          </p:cNvSpPr>
          <p:nvPr>
            <p:ph type="title"/>
          </p:nvPr>
        </p:nvSpPr>
        <p:spPr>
          <a:xfrm>
            <a:off x="1465263" y="365125"/>
            <a:ext cx="9037637" cy="668338"/>
          </a:xfrm>
          <a:extLst>
            <a:ext uri="{91240B29-F687-4F45-9708-019B960494DF}">
              <a14:hiddenLine xmlns:a14="http://schemas.microsoft.com/office/drawing/2010/main" w="9525">
                <a:solidFill>
                  <a:srgbClr val="800000"/>
                </a:solidFill>
                <a:miter lim="800000"/>
                <a:headEnd/>
                <a:tailEnd/>
              </a14:hiddenLine>
            </a:ext>
          </a:extLst>
        </p:spPr>
        <p:txBody>
          <a:bodyPr/>
          <a:lstStyle/>
          <a:p>
            <a:pPr eaLnBrk="1" hangingPunct="1">
              <a:lnSpc>
                <a:spcPct val="150000"/>
              </a:lnSpc>
              <a:spcBef>
                <a:spcPct val="50000"/>
              </a:spcBef>
            </a:pPr>
            <a:r>
              <a:rPr lang="zh-CN" altLang="en-US" sz="2900">
                <a:solidFill>
                  <a:srgbClr val="1F4E79"/>
                </a:solidFill>
              </a:rPr>
              <a:t>椭圆曲线上的密码</a:t>
            </a:r>
          </a:p>
        </p:txBody>
      </p:sp>
      <p:sp>
        <p:nvSpPr>
          <p:cNvPr id="149506" name="Rectangle 2">
            <a:extLst>
              <a:ext uri="{FF2B5EF4-FFF2-40B4-BE49-F238E27FC236}">
                <a16:creationId xmlns:a16="http://schemas.microsoft.com/office/drawing/2014/main" id="{49EA223F-A271-75AA-37C2-C9B530720D9F}"/>
              </a:ext>
            </a:extLst>
          </p:cNvPr>
          <p:cNvSpPr>
            <a:spLocks noGrp="1" noChangeArrowheads="1"/>
          </p:cNvSpPr>
          <p:nvPr>
            <p:ph idx="1"/>
          </p:nvPr>
        </p:nvSpPr>
        <p:spPr>
          <a:xfrm>
            <a:off x="823913" y="1465263"/>
            <a:ext cx="10515600" cy="4579937"/>
          </a:xfrm>
        </p:spPr>
        <p:txBody>
          <a:bodyPr/>
          <a:lstStyle/>
          <a:p>
            <a:pPr marL="814388" indent="-533400" eaLnBrk="1" hangingPunct="1">
              <a:buFontTx/>
              <a:buNone/>
            </a:pPr>
            <a:r>
              <a:rPr lang="zh-CN" altLang="en-US" b="1">
                <a:cs typeface="Times New Roman" panose="02020603050405020304" pitchFamily="18" charset="0"/>
              </a:rPr>
              <a:t>椭圆曲线上的数学困难问题</a:t>
            </a:r>
          </a:p>
          <a:p>
            <a:pPr marL="814388" indent="-533400" eaLnBrk="1" hangingPunct="1">
              <a:buFontTx/>
              <a:buNone/>
            </a:pPr>
            <a:r>
              <a:rPr lang="zh-CN" altLang="en-US" b="1">
                <a:cs typeface="Times New Roman" panose="02020603050405020304" pitchFamily="18" charset="0"/>
              </a:rPr>
              <a:t>在椭圆曲线构成的</a:t>
            </a:r>
            <a:r>
              <a:rPr lang="en-US" altLang="zh-CN" b="1">
                <a:cs typeface="Times New Roman" panose="02020603050405020304" pitchFamily="18" charset="0"/>
              </a:rPr>
              <a:t>Abel</a:t>
            </a:r>
            <a:r>
              <a:rPr lang="zh-CN" altLang="en-US" b="1">
                <a:cs typeface="Times New Roman" panose="02020603050405020304" pitchFamily="18" charset="0"/>
              </a:rPr>
              <a:t>群</a:t>
            </a:r>
            <a:r>
              <a:rPr lang="en-US" altLang="zh-CN" b="1">
                <a:cs typeface="Times New Roman" panose="02020603050405020304" pitchFamily="18" charset="0"/>
              </a:rPr>
              <a:t>E</a:t>
            </a:r>
            <a:r>
              <a:rPr lang="en-US" altLang="zh-CN" b="1" baseline="-25000">
                <a:cs typeface="Times New Roman" panose="02020603050405020304" pitchFamily="18" charset="0"/>
              </a:rPr>
              <a:t>p</a:t>
            </a:r>
            <a:r>
              <a:rPr lang="en-US" altLang="zh-CN" b="1">
                <a:cs typeface="Times New Roman" panose="02020603050405020304" pitchFamily="18" charset="0"/>
              </a:rPr>
              <a:t>(a,b)</a:t>
            </a:r>
            <a:r>
              <a:rPr lang="zh-CN" altLang="en-US" b="1">
                <a:cs typeface="Times New Roman" panose="02020603050405020304" pitchFamily="18" charset="0"/>
              </a:rPr>
              <a:t> :</a:t>
            </a:r>
          </a:p>
          <a:p>
            <a:pPr marL="814388" indent="-533400" eaLnBrk="1" hangingPunct="1">
              <a:buFontTx/>
              <a:buNone/>
            </a:pPr>
            <a:r>
              <a:rPr lang="en-US" altLang="zh-CN" b="1">
                <a:solidFill>
                  <a:srgbClr val="FF0000"/>
                </a:solidFill>
                <a:cs typeface="Times New Roman" panose="02020603050405020304" pitchFamily="18" charset="0"/>
              </a:rPr>
              <a:t>   P</a:t>
            </a:r>
            <a:r>
              <a:rPr lang="en-US" altLang="zh-CN" b="1">
                <a:cs typeface="Times New Roman" panose="02020603050405020304" pitchFamily="18" charset="0"/>
              </a:rPr>
              <a:t>∈E</a:t>
            </a:r>
            <a:r>
              <a:rPr lang="en-US" altLang="zh-CN" b="1" baseline="-25000">
                <a:cs typeface="Times New Roman" panose="02020603050405020304" pitchFamily="18" charset="0"/>
              </a:rPr>
              <a:t>p</a:t>
            </a:r>
            <a:r>
              <a:rPr lang="en-US" altLang="zh-CN" b="1">
                <a:cs typeface="Times New Roman" panose="02020603050405020304" pitchFamily="18" charset="0"/>
              </a:rPr>
              <a:t>(a,b), P</a:t>
            </a:r>
            <a:r>
              <a:rPr lang="zh-CN" altLang="en-US" b="1">
                <a:cs typeface="Times New Roman" panose="02020603050405020304" pitchFamily="18" charset="0"/>
              </a:rPr>
              <a:t>的阶是一个非常大的素数，</a:t>
            </a:r>
            <a:r>
              <a:rPr lang="en-US" altLang="zh-CN" b="1">
                <a:cs typeface="Times New Roman" panose="02020603050405020304" pitchFamily="18" charset="0"/>
              </a:rPr>
              <a:t>P</a:t>
            </a:r>
            <a:r>
              <a:rPr lang="zh-CN" altLang="en-US" b="1">
                <a:cs typeface="Times New Roman" panose="02020603050405020304" pitchFamily="18" charset="0"/>
              </a:rPr>
              <a:t>的阶是满足</a:t>
            </a:r>
            <a:r>
              <a:rPr lang="en-US" altLang="zh-CN" b="1">
                <a:cs typeface="Times New Roman" panose="02020603050405020304" pitchFamily="18" charset="0"/>
              </a:rPr>
              <a:t>nP=O</a:t>
            </a:r>
            <a:r>
              <a:rPr lang="zh-CN" altLang="en-US" b="1">
                <a:cs typeface="Times New Roman" panose="02020603050405020304" pitchFamily="18" charset="0"/>
              </a:rPr>
              <a:t>的最小正整数</a:t>
            </a:r>
            <a:r>
              <a:rPr lang="en-US" altLang="zh-CN" b="1">
                <a:cs typeface="Times New Roman" panose="02020603050405020304" pitchFamily="18" charset="0"/>
              </a:rPr>
              <a:t>n</a:t>
            </a:r>
            <a:r>
              <a:rPr lang="zh-CN" altLang="en-US" b="1">
                <a:cs typeface="Times New Roman" panose="02020603050405020304" pitchFamily="18" charset="0"/>
              </a:rPr>
              <a:t>。</a:t>
            </a:r>
            <a:endParaRPr lang="en-US" altLang="zh-CN" b="1">
              <a:cs typeface="Times New Roman" panose="02020603050405020304" pitchFamily="18" charset="0"/>
            </a:endParaRPr>
          </a:p>
          <a:p>
            <a:pPr marL="814388" indent="-533400" eaLnBrk="1" hangingPunct="1">
              <a:buFontTx/>
              <a:buNone/>
            </a:pPr>
            <a:r>
              <a:rPr lang="en-US" altLang="zh-CN" b="1">
                <a:solidFill>
                  <a:srgbClr val="FF0000"/>
                </a:solidFill>
                <a:cs typeface="Times New Roman" panose="02020603050405020304" pitchFamily="18" charset="0"/>
              </a:rPr>
              <a:t>   Q=kP</a:t>
            </a:r>
          </a:p>
          <a:p>
            <a:pPr marL="814388" indent="-533400" eaLnBrk="1" hangingPunct="1">
              <a:buFontTx/>
              <a:buAutoNum type="arabicParenBoth"/>
            </a:pPr>
            <a:r>
              <a:rPr lang="zh-CN" altLang="en-US" b="1">
                <a:solidFill>
                  <a:srgbClr val="FF0000"/>
                </a:solidFill>
                <a:cs typeface="Times New Roman" panose="02020603050405020304" pitchFamily="18" charset="0"/>
              </a:rPr>
              <a:t>已知</a:t>
            </a:r>
            <a:r>
              <a:rPr lang="en-US" altLang="zh-CN" b="1">
                <a:solidFill>
                  <a:srgbClr val="FF0000"/>
                </a:solidFill>
                <a:cs typeface="Times New Roman" panose="02020603050405020304" pitchFamily="18" charset="0"/>
              </a:rPr>
              <a:t>k</a:t>
            </a:r>
            <a:r>
              <a:rPr lang="zh-CN" altLang="en-US" b="1">
                <a:solidFill>
                  <a:srgbClr val="FF0000"/>
                </a:solidFill>
                <a:cs typeface="Times New Roman" panose="02020603050405020304" pitchFamily="18" charset="0"/>
              </a:rPr>
              <a:t>和</a:t>
            </a:r>
            <a:r>
              <a:rPr lang="en-US" altLang="zh-CN" b="1">
                <a:solidFill>
                  <a:srgbClr val="FF0000"/>
                </a:solidFill>
                <a:cs typeface="Times New Roman" panose="02020603050405020304" pitchFamily="18" charset="0"/>
              </a:rPr>
              <a:t>P</a:t>
            </a:r>
            <a:r>
              <a:rPr lang="zh-CN" altLang="en-US" b="1">
                <a:solidFill>
                  <a:srgbClr val="FF0000"/>
                </a:solidFill>
                <a:cs typeface="Times New Roman" panose="02020603050405020304" pitchFamily="18" charset="0"/>
              </a:rPr>
              <a:t>易求</a:t>
            </a:r>
            <a:r>
              <a:rPr lang="en-US" altLang="zh-CN" b="1">
                <a:solidFill>
                  <a:srgbClr val="FF0000"/>
                </a:solidFill>
                <a:cs typeface="Times New Roman" panose="02020603050405020304" pitchFamily="18" charset="0"/>
              </a:rPr>
              <a:t>Q;</a:t>
            </a:r>
          </a:p>
          <a:p>
            <a:pPr marL="814388" indent="-533400" eaLnBrk="1" hangingPunct="1">
              <a:buFontTx/>
              <a:buAutoNum type="arabicParenBoth"/>
            </a:pPr>
            <a:r>
              <a:rPr lang="zh-CN" altLang="en-US" b="1">
                <a:solidFill>
                  <a:srgbClr val="FF0000"/>
                </a:solidFill>
                <a:cs typeface="Times New Roman" panose="02020603050405020304" pitchFamily="18" charset="0"/>
              </a:rPr>
              <a:t>已知</a:t>
            </a:r>
            <a:r>
              <a:rPr lang="en-US" altLang="zh-CN" b="1">
                <a:solidFill>
                  <a:srgbClr val="FF0000"/>
                </a:solidFill>
                <a:cs typeface="Times New Roman" panose="02020603050405020304" pitchFamily="18" charset="0"/>
              </a:rPr>
              <a:t>P</a:t>
            </a:r>
            <a:r>
              <a:rPr lang="zh-CN" altLang="en-US" b="1">
                <a:solidFill>
                  <a:srgbClr val="FF0000"/>
                </a:solidFill>
                <a:cs typeface="Times New Roman" panose="02020603050405020304" pitchFamily="18" charset="0"/>
              </a:rPr>
              <a:t>、</a:t>
            </a:r>
            <a:r>
              <a:rPr lang="en-US" altLang="zh-CN" b="1">
                <a:solidFill>
                  <a:srgbClr val="FF0000"/>
                </a:solidFill>
                <a:cs typeface="Times New Roman" panose="02020603050405020304" pitchFamily="18" charset="0"/>
              </a:rPr>
              <a:t>Q</a:t>
            </a:r>
            <a:r>
              <a:rPr lang="zh-CN" altLang="en-US" b="1">
                <a:solidFill>
                  <a:srgbClr val="FF0000"/>
                </a:solidFill>
                <a:cs typeface="Times New Roman" panose="02020603050405020304" pitchFamily="18" charset="0"/>
              </a:rPr>
              <a:t>求</a:t>
            </a:r>
            <a:r>
              <a:rPr lang="en-US" altLang="zh-CN" b="1">
                <a:solidFill>
                  <a:srgbClr val="FF0000"/>
                </a:solidFill>
                <a:cs typeface="Times New Roman" panose="02020603050405020304" pitchFamily="18" charset="0"/>
              </a:rPr>
              <a:t>k</a:t>
            </a:r>
            <a:r>
              <a:rPr lang="zh-CN" altLang="en-US" b="1">
                <a:solidFill>
                  <a:srgbClr val="FF0000"/>
                </a:solidFill>
                <a:cs typeface="Times New Roman" panose="02020603050405020304" pitchFamily="18" charset="0"/>
              </a:rPr>
              <a:t>则是困难的</a:t>
            </a:r>
          </a:p>
          <a:p>
            <a:pPr marL="814388" indent="-533400" eaLnBrk="1" hangingPunct="1">
              <a:buFontTx/>
              <a:buNone/>
            </a:pPr>
            <a:r>
              <a:rPr lang="zh-CN" altLang="en-US" b="1">
                <a:cs typeface="Times New Roman" panose="02020603050405020304" pitchFamily="18" charset="0"/>
              </a:rPr>
              <a:t>这就是</a:t>
            </a:r>
            <a:r>
              <a:rPr lang="zh-CN" altLang="en-US" b="1">
                <a:solidFill>
                  <a:srgbClr val="800000"/>
                </a:solidFill>
                <a:cs typeface="Times New Roman" panose="02020603050405020304" pitchFamily="18" charset="0"/>
              </a:rPr>
              <a:t>椭圆曲线上的离散对数问题</a:t>
            </a:r>
            <a:r>
              <a:rPr lang="zh-CN" altLang="en-US" b="1">
                <a:cs typeface="Times New Roman" panose="02020603050405020304" pitchFamily="18" charset="0"/>
              </a:rPr>
              <a:t>，可应用于构造公钥密码体制。</a:t>
            </a:r>
          </a:p>
          <a:p>
            <a:pPr marL="814388" indent="-533400" eaLnBrk="1" hangingPunct="1">
              <a:buFontTx/>
              <a:buNone/>
            </a:pPr>
            <a:r>
              <a:rPr lang="en-US" altLang="zh-CN" b="1">
                <a:cs typeface="Times New Roman" panose="02020603050405020304" pitchFamily="18" charset="0"/>
              </a:rPr>
              <a:t>Diffie-Hellman</a:t>
            </a:r>
            <a:r>
              <a:rPr lang="zh-CN" altLang="en-US" b="1">
                <a:cs typeface="Times New Roman" panose="02020603050405020304" pitchFamily="18" charset="0"/>
              </a:rPr>
              <a:t>密钥交换和</a:t>
            </a:r>
            <a:r>
              <a:rPr lang="en-US" altLang="zh-CN" b="1">
                <a:cs typeface="Times New Roman" panose="02020603050405020304" pitchFamily="18" charset="0"/>
              </a:rPr>
              <a:t>ElGamal</a:t>
            </a:r>
            <a:r>
              <a:rPr lang="zh-CN" altLang="en-US" b="1">
                <a:cs typeface="Times New Roman" panose="02020603050405020304" pitchFamily="18" charset="0"/>
              </a:rPr>
              <a:t>密码体制可推广到椭圆曲线来实现。</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CF2E5B-1974-ACAC-A965-2463ACA3DDBC}"/>
              </a:ext>
            </a:extLst>
          </p:cNvPr>
          <p:cNvSpPr>
            <a:spLocks noGrp="1"/>
          </p:cNvSpPr>
          <p:nvPr>
            <p:ph type="title"/>
          </p:nvPr>
        </p:nvSpPr>
        <p:spPr>
          <a:xfrm>
            <a:off x="1465263" y="365125"/>
            <a:ext cx="9037637" cy="668338"/>
          </a:xfrm>
        </p:spPr>
        <p:txBody>
          <a:bodyPr/>
          <a:lstStyle/>
          <a:p>
            <a:r>
              <a:rPr lang="zh-CN" altLang="en-US" b="1">
                <a:solidFill>
                  <a:srgbClr val="1F4E79"/>
                </a:solidFill>
                <a:latin typeface="Times New Roman" panose="02020603050405020304" pitchFamily="18" charset="0"/>
                <a:cs typeface="Times New Roman" panose="02020603050405020304" pitchFamily="18" charset="0"/>
              </a:rPr>
              <a:t>利用椭圆曲线实现</a:t>
            </a:r>
            <a:r>
              <a:rPr lang="en-US" altLang="zh-CN" b="1">
                <a:solidFill>
                  <a:srgbClr val="1F4E79"/>
                </a:solidFill>
                <a:latin typeface="Times New Roman" panose="02020603050405020304" pitchFamily="18" charset="0"/>
                <a:cs typeface="Times New Roman" panose="02020603050405020304" pitchFamily="18" charset="0"/>
              </a:rPr>
              <a:t>ElGamal</a:t>
            </a:r>
            <a:r>
              <a:rPr lang="zh-CN" altLang="en-US" b="1">
                <a:solidFill>
                  <a:srgbClr val="1F4E79"/>
                </a:solidFill>
                <a:latin typeface="Times New Roman" panose="02020603050405020304" pitchFamily="18" charset="0"/>
                <a:cs typeface="Times New Roman" panose="02020603050405020304" pitchFamily="18" charset="0"/>
              </a:rPr>
              <a:t>密码体制</a:t>
            </a:r>
            <a:endParaRPr lang="zh-CN" altLang="en-US">
              <a:solidFill>
                <a:srgbClr val="1F4E79"/>
              </a:solidFill>
            </a:endParaRPr>
          </a:p>
        </p:txBody>
      </p:sp>
      <p:sp>
        <p:nvSpPr>
          <p:cNvPr id="50179" name="Rectangle 2">
            <a:extLst>
              <a:ext uri="{FF2B5EF4-FFF2-40B4-BE49-F238E27FC236}">
                <a16:creationId xmlns:a16="http://schemas.microsoft.com/office/drawing/2014/main" id="{AC61998E-45C6-D801-1465-DE6BACCA44AA}"/>
              </a:ext>
            </a:extLst>
          </p:cNvPr>
          <p:cNvSpPr>
            <a:spLocks noGrp="1" noChangeArrowheads="1"/>
          </p:cNvSpPr>
          <p:nvPr>
            <p:ph idx="1"/>
          </p:nvPr>
        </p:nvSpPr>
        <p:spPr>
          <a:xfrm>
            <a:off x="823913" y="1465263"/>
            <a:ext cx="10515600" cy="4579937"/>
          </a:xfrm>
        </p:spPr>
        <p:txBody>
          <a:bodyPr/>
          <a:lstStyle/>
          <a:p>
            <a:pPr indent="-6350" algn="just" eaLnBrk="1" hangingPunct="1">
              <a:buFontTx/>
              <a:buNone/>
            </a:pPr>
            <a:r>
              <a:rPr lang="zh-CN" altLang="en-US" b="1">
                <a:latin typeface="Times New Roman" panose="02020603050405020304" pitchFamily="18" charset="0"/>
                <a:cs typeface="Times New Roman" panose="02020603050405020304" pitchFamily="18" charset="0"/>
              </a:rPr>
              <a:t>首先选取一条椭圆曲线，并得</a:t>
            </a:r>
            <a:r>
              <a:rPr lang="en-US" altLang="zh-CN" b="1">
                <a:latin typeface="Times New Roman" panose="02020603050405020304" pitchFamily="18" charset="0"/>
                <a:cs typeface="Times New Roman" panose="02020603050405020304" pitchFamily="18" charset="0"/>
              </a:rPr>
              <a:t>E</a:t>
            </a:r>
            <a:r>
              <a:rPr lang="en-US" altLang="zh-CN" b="1" baseline="-25000">
                <a:latin typeface="Times New Roman" panose="02020603050405020304" pitchFamily="18" charset="0"/>
                <a:cs typeface="Times New Roman" panose="02020603050405020304" pitchFamily="18" charset="0"/>
              </a:rPr>
              <a:t>p</a:t>
            </a:r>
            <a:r>
              <a:rPr lang="en-US" altLang="zh-CN" b="1">
                <a:latin typeface="Times New Roman" panose="02020603050405020304" pitchFamily="18" charset="0"/>
                <a:cs typeface="Times New Roman" panose="02020603050405020304" pitchFamily="18" charset="0"/>
              </a:rPr>
              <a:t>(a,b)，</a:t>
            </a:r>
            <a:r>
              <a:rPr lang="zh-CN" altLang="en-US" b="1">
                <a:latin typeface="Times New Roman" panose="02020603050405020304" pitchFamily="18" charset="0"/>
                <a:cs typeface="Times New Roman" panose="02020603050405020304" pitchFamily="18" charset="0"/>
              </a:rPr>
              <a:t>将</a:t>
            </a:r>
            <a:r>
              <a:rPr lang="zh-CN" altLang="en-US" b="1">
                <a:solidFill>
                  <a:srgbClr val="CC0000"/>
                </a:solidFill>
                <a:latin typeface="Times New Roman" panose="02020603050405020304" pitchFamily="18" charset="0"/>
                <a:cs typeface="Times New Roman" panose="02020603050405020304" pitchFamily="18" charset="0"/>
              </a:rPr>
              <a:t>明文消息</a:t>
            </a:r>
            <a:r>
              <a:rPr lang="en-US" altLang="zh-CN" b="1">
                <a:solidFill>
                  <a:srgbClr val="CC0000"/>
                </a:solidFill>
                <a:latin typeface="Times New Roman" panose="02020603050405020304" pitchFamily="18" charset="0"/>
                <a:cs typeface="Times New Roman" panose="02020603050405020304" pitchFamily="18" charset="0"/>
              </a:rPr>
              <a:t>m</a:t>
            </a:r>
            <a:r>
              <a:rPr lang="zh-CN" altLang="en-US" b="1">
                <a:solidFill>
                  <a:srgbClr val="CC0000"/>
                </a:solidFill>
                <a:latin typeface="Times New Roman" panose="02020603050405020304" pitchFamily="18" charset="0"/>
                <a:cs typeface="Times New Roman" panose="02020603050405020304" pitchFamily="18" charset="0"/>
              </a:rPr>
              <a:t>通过编码嵌入到曲线上得点</a:t>
            </a:r>
            <a:r>
              <a:rPr lang="en-US" altLang="zh-CN" b="1">
                <a:solidFill>
                  <a:srgbClr val="CC0000"/>
                </a:solidFill>
                <a:latin typeface="Times New Roman" panose="02020603050405020304" pitchFamily="18" charset="0"/>
                <a:cs typeface="Times New Roman" panose="02020603050405020304" pitchFamily="18" charset="0"/>
              </a:rPr>
              <a:t>P</a:t>
            </a:r>
            <a:r>
              <a:rPr lang="en-US" altLang="zh-CN" b="1" baseline="-25000">
                <a:solidFill>
                  <a:srgbClr val="CC0000"/>
                </a:solidFill>
                <a:latin typeface="Times New Roman" panose="02020603050405020304" pitchFamily="18" charset="0"/>
                <a:cs typeface="Times New Roman" panose="02020603050405020304" pitchFamily="18" charset="0"/>
              </a:rPr>
              <a:t>m</a:t>
            </a:r>
            <a:r>
              <a:rPr lang="en-US" altLang="zh-CN" b="1">
                <a:latin typeface="Times New Roman" panose="02020603050405020304" pitchFamily="18" charset="0"/>
                <a:cs typeface="Times New Roman" panose="02020603050405020304" pitchFamily="18" charset="0"/>
              </a:rPr>
              <a:t>，</a:t>
            </a:r>
            <a:r>
              <a:rPr lang="zh-CN" altLang="en-US" b="1">
                <a:latin typeface="Times New Roman" panose="02020603050405020304" pitchFamily="18" charset="0"/>
                <a:cs typeface="Times New Roman" panose="02020603050405020304" pitchFamily="18" charset="0"/>
              </a:rPr>
              <a:t>再对点</a:t>
            </a:r>
            <a:r>
              <a:rPr lang="en-US" altLang="zh-CN" b="1">
                <a:latin typeface="Times New Roman" panose="02020603050405020304" pitchFamily="18" charset="0"/>
                <a:cs typeface="Times New Roman" panose="02020603050405020304" pitchFamily="18" charset="0"/>
              </a:rPr>
              <a:t>P</a:t>
            </a:r>
            <a:r>
              <a:rPr lang="en-US" altLang="zh-CN" b="1" baseline="-25000">
                <a:latin typeface="Times New Roman" panose="02020603050405020304" pitchFamily="18" charset="0"/>
                <a:cs typeface="Times New Roman" panose="02020603050405020304" pitchFamily="18" charset="0"/>
              </a:rPr>
              <a:t>m</a:t>
            </a:r>
            <a:r>
              <a:rPr lang="zh-CN" altLang="en-US" b="1">
                <a:latin typeface="Times New Roman" panose="02020603050405020304" pitchFamily="18" charset="0"/>
                <a:cs typeface="Times New Roman" panose="02020603050405020304" pitchFamily="18" charset="0"/>
              </a:rPr>
              <a:t>做加密变换。</a:t>
            </a:r>
          </a:p>
          <a:p>
            <a:pPr indent="-6350" algn="just" eaLnBrk="1" hangingPunct="1">
              <a:buFontTx/>
              <a:buNone/>
            </a:pPr>
            <a:r>
              <a:rPr lang="zh-CN" altLang="en-US" b="1">
                <a:latin typeface="Times New Roman" panose="02020603050405020304" pitchFamily="18" charset="0"/>
                <a:cs typeface="Times New Roman" panose="02020603050405020304" pitchFamily="18" charset="0"/>
              </a:rPr>
              <a:t>取</a:t>
            </a:r>
            <a:r>
              <a:rPr lang="en-US" altLang="zh-CN" b="1">
                <a:latin typeface="Times New Roman" panose="02020603050405020304" pitchFamily="18" charset="0"/>
                <a:cs typeface="Times New Roman" panose="02020603050405020304" pitchFamily="18" charset="0"/>
              </a:rPr>
              <a:t>E</a:t>
            </a:r>
            <a:r>
              <a:rPr lang="en-US" altLang="zh-CN" b="1" baseline="-25000">
                <a:latin typeface="Times New Roman" panose="02020603050405020304" pitchFamily="18" charset="0"/>
                <a:cs typeface="Times New Roman" panose="02020603050405020304" pitchFamily="18" charset="0"/>
              </a:rPr>
              <a:t>p</a:t>
            </a:r>
            <a:r>
              <a:rPr lang="en-US" altLang="zh-CN" b="1">
                <a:latin typeface="Times New Roman" panose="02020603050405020304" pitchFamily="18" charset="0"/>
                <a:cs typeface="Times New Roman" panose="02020603050405020304" pitchFamily="18" charset="0"/>
              </a:rPr>
              <a:t>(a,b)</a:t>
            </a:r>
            <a:r>
              <a:rPr lang="zh-CN" altLang="en-US" b="1">
                <a:latin typeface="Times New Roman" panose="02020603050405020304" pitchFamily="18" charset="0"/>
                <a:cs typeface="Times New Roman" panose="02020603050405020304" pitchFamily="18" charset="0"/>
              </a:rPr>
              <a:t>的一个点</a:t>
            </a:r>
            <a:r>
              <a:rPr lang="en-US" altLang="zh-CN" b="1">
                <a:latin typeface="Times New Roman" panose="02020603050405020304" pitchFamily="18" charset="0"/>
                <a:cs typeface="Times New Roman" panose="02020603050405020304" pitchFamily="18" charset="0"/>
              </a:rPr>
              <a:t>G，E</a:t>
            </a:r>
            <a:r>
              <a:rPr lang="en-US" altLang="zh-CN" b="1" baseline="-25000">
                <a:latin typeface="Times New Roman" panose="02020603050405020304" pitchFamily="18" charset="0"/>
                <a:cs typeface="Times New Roman" panose="02020603050405020304" pitchFamily="18" charset="0"/>
              </a:rPr>
              <a:t>p</a:t>
            </a:r>
            <a:r>
              <a:rPr lang="en-US" altLang="zh-CN" b="1">
                <a:latin typeface="Times New Roman" panose="02020603050405020304" pitchFamily="18" charset="0"/>
                <a:cs typeface="Times New Roman" panose="02020603050405020304" pitchFamily="18" charset="0"/>
              </a:rPr>
              <a:t>(a,b)</a:t>
            </a:r>
            <a:r>
              <a:rPr lang="zh-CN" altLang="en-US" b="1">
                <a:latin typeface="Times New Roman" panose="02020603050405020304" pitchFamily="18" charset="0"/>
                <a:cs typeface="Times New Roman" panose="02020603050405020304" pitchFamily="18" charset="0"/>
              </a:rPr>
              <a:t>和</a:t>
            </a:r>
            <a:r>
              <a:rPr lang="en-US" altLang="zh-CN" b="1">
                <a:latin typeface="Times New Roman" panose="02020603050405020304" pitchFamily="18" charset="0"/>
                <a:cs typeface="Times New Roman" panose="02020603050405020304" pitchFamily="18" charset="0"/>
              </a:rPr>
              <a:t>G</a:t>
            </a:r>
            <a:r>
              <a:rPr lang="zh-CN" altLang="en-US" b="1">
                <a:latin typeface="Times New Roman" panose="02020603050405020304" pitchFamily="18" charset="0"/>
                <a:cs typeface="Times New Roman" panose="02020603050405020304" pitchFamily="18" charset="0"/>
              </a:rPr>
              <a:t>作为公开参数。</a:t>
            </a:r>
            <a:endParaRPr lang="en-US" altLang="zh-CN" b="1">
              <a:latin typeface="Times New Roman" panose="02020603050405020304" pitchFamily="18" charset="0"/>
              <a:cs typeface="Times New Roman" panose="02020603050405020304" pitchFamily="18" charset="0"/>
            </a:endParaRPr>
          </a:p>
          <a:p>
            <a:pPr indent="-6350" eaLnBrk="1" hangingPunct="1">
              <a:lnSpc>
                <a:spcPct val="110000"/>
              </a:lnSpc>
              <a:buFontTx/>
              <a:buNone/>
            </a:pPr>
            <a:r>
              <a:rPr lang="zh-CN" altLang="en-US" b="1">
                <a:latin typeface="Times New Roman" panose="02020603050405020304" pitchFamily="18" charset="0"/>
                <a:cs typeface="Times New Roman" panose="02020603050405020304" pitchFamily="18" charset="0"/>
              </a:rPr>
              <a:t> 用户</a:t>
            </a:r>
            <a:r>
              <a:rPr lang="en-US" altLang="zh-CN" b="1">
                <a:latin typeface="Times New Roman" panose="02020603050405020304" pitchFamily="18" charset="0"/>
                <a:cs typeface="Times New Roman" panose="02020603050405020304" pitchFamily="18" charset="0"/>
              </a:rPr>
              <a:t>A</a:t>
            </a:r>
            <a:r>
              <a:rPr lang="zh-CN" altLang="en-US" b="1">
                <a:latin typeface="Times New Roman" panose="02020603050405020304" pitchFamily="18" charset="0"/>
                <a:cs typeface="Times New Roman" panose="02020603050405020304" pitchFamily="18" charset="0"/>
              </a:rPr>
              <a:t>选</a:t>
            </a:r>
            <a:r>
              <a:rPr lang="en-US" altLang="zh-CN" b="1">
                <a:latin typeface="Times New Roman" panose="02020603050405020304" pitchFamily="18" charset="0"/>
                <a:cs typeface="Times New Roman" panose="02020603050405020304" pitchFamily="18" charset="0"/>
              </a:rPr>
              <a:t>n</a:t>
            </a:r>
            <a:r>
              <a:rPr lang="en-US" altLang="zh-CN" b="1" baseline="-25000">
                <a:latin typeface="Times New Roman" panose="02020603050405020304" pitchFamily="18" charset="0"/>
                <a:cs typeface="Times New Roman" panose="02020603050405020304" pitchFamily="18" charset="0"/>
              </a:rPr>
              <a:t>A</a:t>
            </a:r>
            <a:r>
              <a:rPr lang="zh-CN" altLang="en-US" b="1">
                <a:latin typeface="Times New Roman" panose="02020603050405020304" pitchFamily="18" charset="0"/>
                <a:cs typeface="Times New Roman" panose="02020603050405020304" pitchFamily="18" charset="0"/>
              </a:rPr>
              <a:t>作为秘密钥，并以</a:t>
            </a:r>
            <a:r>
              <a:rPr lang="en-US" altLang="zh-CN" b="1">
                <a:latin typeface="Times New Roman" panose="02020603050405020304" pitchFamily="18" charset="0"/>
                <a:cs typeface="Times New Roman" panose="02020603050405020304" pitchFamily="18" charset="0"/>
              </a:rPr>
              <a:t>P</a:t>
            </a:r>
            <a:r>
              <a:rPr lang="en-US" altLang="zh-CN" b="1" baseline="-25000">
                <a:latin typeface="Times New Roman" panose="02020603050405020304" pitchFamily="18" charset="0"/>
                <a:cs typeface="Times New Roman" panose="02020603050405020304" pitchFamily="18" charset="0"/>
              </a:rPr>
              <a:t>A</a:t>
            </a:r>
            <a:r>
              <a:rPr lang="en-US" altLang="zh-CN" b="1">
                <a:latin typeface="Times New Roman" panose="02020603050405020304" pitchFamily="18" charset="0"/>
                <a:cs typeface="Times New Roman" panose="02020603050405020304" pitchFamily="18" charset="0"/>
              </a:rPr>
              <a:t>=n</a:t>
            </a:r>
            <a:r>
              <a:rPr lang="en-US" altLang="zh-CN" b="1" baseline="-25000">
                <a:latin typeface="Times New Roman" panose="02020603050405020304" pitchFamily="18" charset="0"/>
                <a:cs typeface="Times New Roman" panose="02020603050405020304" pitchFamily="18" charset="0"/>
              </a:rPr>
              <a:t>A</a:t>
            </a:r>
            <a:r>
              <a:rPr lang="en-US" altLang="zh-CN" b="1">
                <a:latin typeface="Times New Roman" panose="02020603050405020304" pitchFamily="18" charset="0"/>
                <a:cs typeface="Times New Roman" panose="02020603050405020304" pitchFamily="18" charset="0"/>
              </a:rPr>
              <a:t>G</a:t>
            </a:r>
            <a:r>
              <a:rPr lang="zh-CN" altLang="en-US" b="1">
                <a:latin typeface="Times New Roman" panose="02020603050405020304" pitchFamily="18" charset="0"/>
                <a:cs typeface="Times New Roman" panose="02020603050405020304" pitchFamily="18" charset="0"/>
              </a:rPr>
              <a:t>作为公开钥。任一用户</a:t>
            </a:r>
            <a:r>
              <a:rPr lang="en-US" altLang="zh-CN" b="1">
                <a:latin typeface="Times New Roman" panose="02020603050405020304" pitchFamily="18" charset="0"/>
                <a:cs typeface="Times New Roman" panose="02020603050405020304" pitchFamily="18" charset="0"/>
              </a:rPr>
              <a:t>B</a:t>
            </a:r>
            <a:r>
              <a:rPr lang="zh-CN" altLang="en-US" b="1">
                <a:latin typeface="Times New Roman" panose="02020603050405020304" pitchFamily="18" charset="0"/>
                <a:cs typeface="Times New Roman" panose="02020603050405020304" pitchFamily="18" charset="0"/>
              </a:rPr>
              <a:t>若想向</a:t>
            </a:r>
            <a:r>
              <a:rPr lang="en-US" altLang="zh-CN" b="1">
                <a:latin typeface="Times New Roman" panose="02020603050405020304" pitchFamily="18" charset="0"/>
                <a:cs typeface="Times New Roman" panose="02020603050405020304" pitchFamily="18" charset="0"/>
              </a:rPr>
              <a:t>A</a:t>
            </a:r>
            <a:r>
              <a:rPr lang="zh-CN" altLang="en-US" b="1">
                <a:latin typeface="Times New Roman" panose="02020603050405020304" pitchFamily="18" charset="0"/>
                <a:cs typeface="Times New Roman" panose="02020603050405020304" pitchFamily="18" charset="0"/>
              </a:rPr>
              <a:t>发送消息</a:t>
            </a:r>
            <a:r>
              <a:rPr lang="en-US" altLang="zh-CN" b="1">
                <a:latin typeface="Times New Roman" panose="02020603050405020304" pitchFamily="18" charset="0"/>
                <a:cs typeface="Times New Roman" panose="02020603050405020304" pitchFamily="18" charset="0"/>
              </a:rPr>
              <a:t>P</a:t>
            </a:r>
            <a:r>
              <a:rPr lang="en-US" altLang="zh-CN" b="1" baseline="-25000">
                <a:latin typeface="Times New Roman" panose="02020603050405020304" pitchFamily="18" charset="0"/>
                <a:cs typeface="Times New Roman" panose="02020603050405020304" pitchFamily="18" charset="0"/>
              </a:rPr>
              <a:t>m</a:t>
            </a:r>
            <a:r>
              <a:rPr lang="en-US" altLang="zh-CN" b="1">
                <a:latin typeface="Times New Roman" panose="02020603050405020304" pitchFamily="18" charset="0"/>
                <a:cs typeface="Times New Roman" panose="02020603050405020304" pitchFamily="18" charset="0"/>
              </a:rPr>
              <a:t>，</a:t>
            </a:r>
            <a:r>
              <a:rPr lang="zh-CN" altLang="en-US" b="1">
                <a:latin typeface="Times New Roman" panose="02020603050405020304" pitchFamily="18" charset="0"/>
                <a:cs typeface="Times New Roman" panose="02020603050405020304" pitchFamily="18" charset="0"/>
              </a:rPr>
              <a:t>可选取一随机正整数</a:t>
            </a:r>
            <a:r>
              <a:rPr lang="en-US" altLang="zh-CN" b="1">
                <a:latin typeface="Times New Roman" panose="02020603050405020304" pitchFamily="18" charset="0"/>
                <a:cs typeface="Times New Roman" panose="02020603050405020304" pitchFamily="18" charset="0"/>
              </a:rPr>
              <a:t>k，</a:t>
            </a:r>
            <a:r>
              <a:rPr lang="zh-CN" altLang="en-US" b="1">
                <a:latin typeface="Times New Roman" panose="02020603050405020304" pitchFamily="18" charset="0"/>
                <a:cs typeface="Times New Roman" panose="02020603050405020304" pitchFamily="18" charset="0"/>
              </a:rPr>
              <a:t>产生以下点对作为密文：</a:t>
            </a:r>
          </a:p>
          <a:p>
            <a:pPr indent="-6350" algn="ctr" eaLnBrk="1" hangingPunct="1">
              <a:lnSpc>
                <a:spcPct val="110000"/>
              </a:lnSpc>
              <a:buFontTx/>
              <a:buNone/>
            </a:pPr>
            <a:r>
              <a:rPr lang="zh-CN" altLang="en-US" b="1">
                <a:latin typeface="Times New Roman" panose="02020603050405020304" pitchFamily="18" charset="0"/>
                <a:cs typeface="Times New Roman" panose="02020603050405020304" pitchFamily="18" charset="0"/>
              </a:rPr>
              <a:t> </a:t>
            </a:r>
            <a:r>
              <a:rPr lang="en-US" altLang="zh-CN" b="1">
                <a:solidFill>
                  <a:srgbClr val="CC0000"/>
                </a:solidFill>
                <a:latin typeface="Times New Roman" panose="02020603050405020304" pitchFamily="18" charset="0"/>
                <a:cs typeface="Times New Roman" panose="02020603050405020304" pitchFamily="18" charset="0"/>
              </a:rPr>
              <a:t>C</a:t>
            </a:r>
            <a:r>
              <a:rPr lang="en-US" altLang="zh-CN" b="1" baseline="-25000">
                <a:solidFill>
                  <a:srgbClr val="CC0000"/>
                </a:solidFill>
                <a:latin typeface="Times New Roman" panose="02020603050405020304" pitchFamily="18" charset="0"/>
                <a:cs typeface="Times New Roman" panose="02020603050405020304" pitchFamily="18" charset="0"/>
              </a:rPr>
              <a:t>m</a:t>
            </a:r>
            <a:r>
              <a:rPr lang="en-US" altLang="zh-CN" b="1">
                <a:solidFill>
                  <a:srgbClr val="CC0000"/>
                </a:solidFill>
                <a:latin typeface="Times New Roman" panose="02020603050405020304" pitchFamily="18" charset="0"/>
                <a:cs typeface="Times New Roman" panose="02020603050405020304" pitchFamily="18" charset="0"/>
              </a:rPr>
              <a:t>={kG,P</a:t>
            </a:r>
            <a:r>
              <a:rPr lang="en-US" altLang="zh-CN" b="1" baseline="-25000">
                <a:solidFill>
                  <a:srgbClr val="CC0000"/>
                </a:solidFill>
                <a:latin typeface="Times New Roman" panose="02020603050405020304" pitchFamily="18" charset="0"/>
                <a:cs typeface="Times New Roman" panose="02020603050405020304" pitchFamily="18" charset="0"/>
              </a:rPr>
              <a:t>m</a:t>
            </a:r>
            <a:r>
              <a:rPr lang="en-US" altLang="zh-CN" b="1">
                <a:solidFill>
                  <a:srgbClr val="CC0000"/>
                </a:solidFill>
                <a:latin typeface="Times New Roman" panose="02020603050405020304" pitchFamily="18" charset="0"/>
                <a:cs typeface="Times New Roman" panose="02020603050405020304" pitchFamily="18" charset="0"/>
              </a:rPr>
              <a:t>+kP</a:t>
            </a:r>
            <a:r>
              <a:rPr lang="en-US" altLang="zh-CN" b="1" baseline="-25000">
                <a:solidFill>
                  <a:srgbClr val="CC0000"/>
                </a:solidFill>
                <a:latin typeface="Times New Roman" panose="02020603050405020304" pitchFamily="18" charset="0"/>
                <a:cs typeface="Times New Roman" panose="02020603050405020304" pitchFamily="18" charset="0"/>
              </a:rPr>
              <a:t>A</a:t>
            </a:r>
            <a:r>
              <a:rPr lang="en-US" altLang="zh-CN" b="1">
                <a:solidFill>
                  <a:srgbClr val="CC0000"/>
                </a:solidFill>
                <a:latin typeface="Times New Roman" panose="02020603050405020304" pitchFamily="18" charset="0"/>
                <a:cs typeface="Times New Roman" panose="02020603050405020304" pitchFamily="18" charset="0"/>
              </a:rPr>
              <a:t>}</a:t>
            </a:r>
          </a:p>
          <a:p>
            <a:pPr indent="-6350" eaLnBrk="1" hangingPunct="1">
              <a:lnSpc>
                <a:spcPct val="110000"/>
              </a:lnSpc>
              <a:buFontTx/>
              <a:buNone/>
            </a:pPr>
            <a:r>
              <a:rPr lang="en-US" altLang="zh-CN" b="1">
                <a:latin typeface="Times New Roman" panose="02020603050405020304" pitchFamily="18" charset="0"/>
                <a:cs typeface="Times New Roman" panose="02020603050405020304" pitchFamily="18" charset="0"/>
              </a:rPr>
              <a:t>   A</a:t>
            </a:r>
            <a:r>
              <a:rPr lang="zh-CN" altLang="en-US" b="1">
                <a:latin typeface="Times New Roman" panose="02020603050405020304" pitchFamily="18" charset="0"/>
                <a:cs typeface="Times New Roman" panose="02020603050405020304" pitchFamily="18" charset="0"/>
              </a:rPr>
              <a:t>解密时，以密文点对中的第二个点减去用自己的秘密钥与第一个点的</a:t>
            </a:r>
            <a:r>
              <a:rPr lang="zh-CN" altLang="en-US" b="1">
                <a:solidFill>
                  <a:srgbClr val="000066"/>
                </a:solidFill>
                <a:latin typeface="Times New Roman" panose="02020603050405020304" pitchFamily="18" charset="0"/>
                <a:cs typeface="Times New Roman" panose="02020603050405020304" pitchFamily="18" charset="0"/>
              </a:rPr>
              <a:t>倍乘</a:t>
            </a:r>
            <a:r>
              <a:rPr lang="zh-CN" altLang="en-US" b="1">
                <a:latin typeface="Times New Roman" panose="02020603050405020304" pitchFamily="18" charset="0"/>
                <a:cs typeface="Times New Roman" panose="02020603050405020304" pitchFamily="18" charset="0"/>
              </a:rPr>
              <a:t>，即</a:t>
            </a:r>
          </a:p>
          <a:p>
            <a:pPr indent="-6350" algn="ctr" eaLnBrk="1" hangingPunct="1">
              <a:lnSpc>
                <a:spcPct val="110000"/>
              </a:lnSpc>
              <a:buFontTx/>
              <a:buNone/>
            </a:pPr>
            <a:r>
              <a:rPr lang="zh-CN" altLang="en-US" b="1">
                <a:latin typeface="Times New Roman" panose="02020603050405020304" pitchFamily="18" charset="0"/>
                <a:cs typeface="Times New Roman" panose="02020603050405020304" pitchFamily="18" charset="0"/>
              </a:rPr>
              <a:t> </a:t>
            </a:r>
            <a:r>
              <a:rPr lang="en-US" altLang="zh-CN" b="1">
                <a:solidFill>
                  <a:srgbClr val="CC0000"/>
                </a:solidFill>
                <a:latin typeface="Times New Roman" panose="02020603050405020304" pitchFamily="18" charset="0"/>
                <a:cs typeface="Times New Roman" panose="02020603050405020304" pitchFamily="18" charset="0"/>
              </a:rPr>
              <a:t>P</a:t>
            </a:r>
            <a:r>
              <a:rPr lang="en-US" altLang="zh-CN" b="1" baseline="-25000">
                <a:solidFill>
                  <a:srgbClr val="CC0000"/>
                </a:solidFill>
                <a:latin typeface="Times New Roman" panose="02020603050405020304" pitchFamily="18" charset="0"/>
                <a:cs typeface="Times New Roman" panose="02020603050405020304" pitchFamily="18" charset="0"/>
              </a:rPr>
              <a:t>m</a:t>
            </a:r>
            <a:r>
              <a:rPr lang="en-US" altLang="zh-CN" b="1">
                <a:solidFill>
                  <a:srgbClr val="CC0000"/>
                </a:solidFill>
                <a:latin typeface="Times New Roman" panose="02020603050405020304" pitchFamily="18" charset="0"/>
                <a:cs typeface="Times New Roman" panose="02020603050405020304" pitchFamily="18" charset="0"/>
              </a:rPr>
              <a:t>+kP</a:t>
            </a:r>
            <a:r>
              <a:rPr lang="en-US" altLang="zh-CN" b="1" baseline="-25000">
                <a:solidFill>
                  <a:srgbClr val="CC0000"/>
                </a:solidFill>
                <a:latin typeface="Times New Roman" panose="02020603050405020304" pitchFamily="18" charset="0"/>
                <a:cs typeface="Times New Roman" panose="02020603050405020304" pitchFamily="18" charset="0"/>
              </a:rPr>
              <a:t>A</a:t>
            </a:r>
            <a:r>
              <a:rPr lang="en-US" altLang="zh-CN" b="1">
                <a:solidFill>
                  <a:srgbClr val="CC0000"/>
                </a:solidFill>
                <a:latin typeface="Times New Roman" panose="02020603050405020304" pitchFamily="18" charset="0"/>
                <a:cs typeface="Times New Roman" panose="02020603050405020304" pitchFamily="18" charset="0"/>
              </a:rPr>
              <a:t>-n</a:t>
            </a:r>
            <a:r>
              <a:rPr lang="en-US" altLang="zh-CN" b="1" baseline="-25000">
                <a:solidFill>
                  <a:srgbClr val="CC0000"/>
                </a:solidFill>
                <a:latin typeface="Times New Roman" panose="02020603050405020304" pitchFamily="18" charset="0"/>
                <a:cs typeface="Times New Roman" panose="02020603050405020304" pitchFamily="18" charset="0"/>
              </a:rPr>
              <a:t>A</a:t>
            </a:r>
            <a:r>
              <a:rPr lang="en-US" altLang="zh-CN" b="1">
                <a:solidFill>
                  <a:srgbClr val="CC0000"/>
                </a:solidFill>
                <a:latin typeface="Times New Roman" panose="02020603050405020304" pitchFamily="18" charset="0"/>
                <a:cs typeface="Times New Roman" panose="02020603050405020304" pitchFamily="18" charset="0"/>
              </a:rPr>
              <a:t>kG=P</a:t>
            </a:r>
            <a:r>
              <a:rPr lang="en-US" altLang="zh-CN" b="1" baseline="-25000">
                <a:solidFill>
                  <a:srgbClr val="CC0000"/>
                </a:solidFill>
                <a:latin typeface="Times New Roman" panose="02020603050405020304" pitchFamily="18" charset="0"/>
                <a:cs typeface="Times New Roman" panose="02020603050405020304" pitchFamily="18" charset="0"/>
              </a:rPr>
              <a:t>m</a:t>
            </a:r>
            <a:r>
              <a:rPr lang="en-US" altLang="zh-CN" b="1">
                <a:solidFill>
                  <a:srgbClr val="CC0000"/>
                </a:solidFill>
                <a:latin typeface="Times New Roman" panose="02020603050405020304" pitchFamily="18" charset="0"/>
                <a:cs typeface="Times New Roman" panose="02020603050405020304" pitchFamily="18" charset="0"/>
              </a:rPr>
              <a:t>+k(n</a:t>
            </a:r>
            <a:r>
              <a:rPr lang="en-US" altLang="zh-CN" b="1" baseline="-25000">
                <a:solidFill>
                  <a:srgbClr val="CC0000"/>
                </a:solidFill>
                <a:latin typeface="Times New Roman" panose="02020603050405020304" pitchFamily="18" charset="0"/>
                <a:cs typeface="Times New Roman" panose="02020603050405020304" pitchFamily="18" charset="0"/>
              </a:rPr>
              <a:t>A</a:t>
            </a:r>
            <a:r>
              <a:rPr lang="en-US" altLang="zh-CN" b="1">
                <a:solidFill>
                  <a:srgbClr val="CC0000"/>
                </a:solidFill>
                <a:latin typeface="Times New Roman" panose="02020603050405020304" pitchFamily="18" charset="0"/>
                <a:cs typeface="Times New Roman" panose="02020603050405020304" pitchFamily="18" charset="0"/>
              </a:rPr>
              <a:t>G)-n</a:t>
            </a:r>
            <a:r>
              <a:rPr lang="en-US" altLang="zh-CN" b="1" baseline="-25000">
                <a:solidFill>
                  <a:srgbClr val="CC0000"/>
                </a:solidFill>
                <a:latin typeface="Times New Roman" panose="02020603050405020304" pitchFamily="18" charset="0"/>
                <a:cs typeface="Times New Roman" panose="02020603050405020304" pitchFamily="18" charset="0"/>
              </a:rPr>
              <a:t>A</a:t>
            </a:r>
            <a:r>
              <a:rPr lang="en-US" altLang="zh-CN" b="1">
                <a:solidFill>
                  <a:srgbClr val="CC0000"/>
                </a:solidFill>
                <a:latin typeface="Times New Roman" panose="02020603050405020304" pitchFamily="18" charset="0"/>
                <a:cs typeface="Times New Roman" panose="02020603050405020304" pitchFamily="18" charset="0"/>
              </a:rPr>
              <a:t>kG=P</a:t>
            </a:r>
            <a:r>
              <a:rPr lang="en-US" altLang="zh-CN" b="1" baseline="-25000">
                <a:solidFill>
                  <a:srgbClr val="CC0000"/>
                </a:solidFill>
                <a:latin typeface="Times New Roman" panose="02020603050405020304" pitchFamily="18" charset="0"/>
                <a:cs typeface="Times New Roman" panose="02020603050405020304" pitchFamily="18" charset="0"/>
              </a:rPr>
              <a:t>m</a:t>
            </a:r>
          </a:p>
          <a:p>
            <a:pPr indent="-6350" eaLnBrk="1" hangingPunct="1">
              <a:buFontTx/>
              <a:buNone/>
            </a:pPr>
            <a:endParaRPr lang="zh-CN" altLang="en-US" b="1">
              <a:latin typeface="Times New Roman" panose="02020603050405020304" pitchFamily="18" charset="0"/>
              <a:cs typeface="Times New Roman" panose="02020603050405020304" pitchFamily="18" charset="0"/>
            </a:endParaRPr>
          </a:p>
        </p:txBody>
      </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文本框 2">
            <a:extLst>
              <a:ext uri="{FF2B5EF4-FFF2-40B4-BE49-F238E27FC236}">
                <a16:creationId xmlns:a16="http://schemas.microsoft.com/office/drawing/2014/main" id="{40561AEB-FD2F-61C4-F85D-294C5DA5817D}"/>
              </a:ext>
            </a:extLst>
          </p:cNvPr>
          <p:cNvSpPr txBox="1">
            <a:spLocks noChangeArrowheads="1"/>
          </p:cNvSpPr>
          <p:nvPr/>
        </p:nvSpPr>
        <p:spPr bwMode="auto">
          <a:xfrm>
            <a:off x="1911350" y="1185863"/>
            <a:ext cx="76327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b="1">
                <a:solidFill>
                  <a:schemeClr val="tx1"/>
                </a:solidFill>
                <a:latin typeface="Times New Roman" panose="02020603050405020304" pitchFamily="18" charset="0"/>
                <a:ea typeface="仿宋" panose="02010609060101010101" pitchFamily="49" charset="-122"/>
              </a:defRPr>
            </a:lvl1pPr>
            <a:lvl2pPr marL="742950" indent="-285750">
              <a:lnSpc>
                <a:spcPct val="90000"/>
              </a:lnSpc>
              <a:spcBef>
                <a:spcPts val="500"/>
              </a:spcBef>
              <a:buFont typeface="Arial" panose="020B0604020202020204" pitchFamily="34" charset="0"/>
              <a:buChar char="•"/>
              <a:defRPr sz="2400" b="1">
                <a:solidFill>
                  <a:schemeClr val="tx1"/>
                </a:solidFill>
                <a:latin typeface="Times New Roman" panose="02020603050405020304" pitchFamily="18" charset="0"/>
                <a:ea typeface="仿宋" panose="02010609060101010101" pitchFamily="49" charset="-122"/>
              </a:defRPr>
            </a:lvl2pPr>
            <a:lvl3pPr marL="1143000" indent="-228600">
              <a:lnSpc>
                <a:spcPct val="90000"/>
              </a:lnSpc>
              <a:spcBef>
                <a:spcPts val="500"/>
              </a:spcBef>
              <a:buFont typeface="Arial" panose="020B0604020202020204" pitchFamily="34" charset="0"/>
              <a:buChar char="•"/>
              <a:defRPr sz="2000" b="1">
                <a:solidFill>
                  <a:schemeClr val="tx1"/>
                </a:solidFill>
                <a:latin typeface="Times New Roman" panose="02020603050405020304" pitchFamily="18" charset="0"/>
                <a:ea typeface="仿宋" panose="02010609060101010101" pitchFamily="49" charset="-122"/>
              </a:defRPr>
            </a:lvl3pPr>
            <a:lvl4pPr marL="1600200" indent="-228600">
              <a:lnSpc>
                <a:spcPct val="90000"/>
              </a:lnSpc>
              <a:spcBef>
                <a:spcPts val="500"/>
              </a:spcBef>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4pPr>
            <a:lvl5pPr marL="2057400" indent="-228600">
              <a:lnSpc>
                <a:spcPct val="90000"/>
              </a:lnSpc>
              <a:spcBef>
                <a:spcPts val="500"/>
              </a:spcBef>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9pPr>
          </a:lstStyle>
          <a:p>
            <a:pPr>
              <a:lnSpc>
                <a:spcPct val="100000"/>
              </a:lnSpc>
              <a:spcBef>
                <a:spcPct val="0"/>
              </a:spcBef>
              <a:buFontTx/>
              <a:buNone/>
            </a:pPr>
            <a:r>
              <a:rPr lang="zh-CN" altLang="en-US" sz="2400">
                <a:latin typeface="仿宋" panose="02010609060101010101" pitchFamily="49" charset="-122"/>
              </a:rPr>
              <a:t>    在使用椭圆曲线构造密码体制前，需要将明文消息镶嵌到椭圆曲线上，作为椭圆曲线上的点。</a:t>
            </a:r>
          </a:p>
        </p:txBody>
      </p:sp>
      <p:sp>
        <p:nvSpPr>
          <p:cNvPr id="5" name="Rectangle 2">
            <a:extLst>
              <a:ext uri="{FF2B5EF4-FFF2-40B4-BE49-F238E27FC236}">
                <a16:creationId xmlns:a16="http://schemas.microsoft.com/office/drawing/2014/main" id="{937AA161-C96E-8098-3688-C733F991D03F}"/>
              </a:ext>
            </a:extLst>
          </p:cNvPr>
          <p:cNvSpPr>
            <a:spLocks noChangeArrowheads="1"/>
          </p:cNvSpPr>
          <p:nvPr/>
        </p:nvSpPr>
        <p:spPr bwMode="auto">
          <a:xfrm>
            <a:off x="1524000" y="-184150"/>
            <a:ext cx="184150" cy="36830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a:defRPr/>
            </a:pPr>
            <a:endParaRPr lang="zh-CN" altLang="en-US">
              <a:latin typeface="+mn-ea"/>
              <a:ea typeface="+mn-ea"/>
            </a:endParaRPr>
          </a:p>
        </p:txBody>
      </p:sp>
      <p:sp>
        <p:nvSpPr>
          <p:cNvPr id="8" name="Rectangle 4">
            <a:extLst>
              <a:ext uri="{FF2B5EF4-FFF2-40B4-BE49-F238E27FC236}">
                <a16:creationId xmlns:a16="http://schemas.microsoft.com/office/drawing/2014/main" id="{E0B1742A-64D5-BAE4-52CA-44E6A67D214C}"/>
              </a:ext>
            </a:extLst>
          </p:cNvPr>
          <p:cNvSpPr>
            <a:spLocks noChangeArrowheads="1"/>
          </p:cNvSpPr>
          <p:nvPr/>
        </p:nvSpPr>
        <p:spPr bwMode="auto">
          <a:xfrm>
            <a:off x="1524000" y="-184150"/>
            <a:ext cx="184150" cy="36830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a:defRPr/>
            </a:pPr>
            <a:endParaRPr lang="zh-CN" altLang="en-US">
              <a:latin typeface="+mn-ea"/>
              <a:ea typeface="+mn-ea"/>
            </a:endParaRPr>
          </a:p>
        </p:txBody>
      </p:sp>
      <p:sp>
        <p:nvSpPr>
          <p:cNvPr id="52243" name="文本框 3">
            <a:extLst>
              <a:ext uri="{FF2B5EF4-FFF2-40B4-BE49-F238E27FC236}">
                <a16:creationId xmlns:a16="http://schemas.microsoft.com/office/drawing/2014/main" id="{4E4EA696-2C96-99F5-6875-C3A51864FD37}"/>
              </a:ext>
            </a:extLst>
          </p:cNvPr>
          <p:cNvSpPr txBox="1">
            <a:spLocks noChangeArrowheads="1"/>
          </p:cNvSpPr>
          <p:nvPr/>
        </p:nvSpPr>
        <p:spPr bwMode="auto">
          <a:xfrm>
            <a:off x="1992313" y="2168525"/>
            <a:ext cx="7775575"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b="1">
                <a:solidFill>
                  <a:schemeClr val="tx1"/>
                </a:solidFill>
                <a:latin typeface="Times New Roman" panose="02020603050405020304" pitchFamily="18" charset="0"/>
                <a:ea typeface="仿宋" panose="02010609060101010101" pitchFamily="49" charset="-122"/>
              </a:defRPr>
            </a:lvl1pPr>
            <a:lvl2pPr marL="742950" indent="-285750">
              <a:lnSpc>
                <a:spcPct val="90000"/>
              </a:lnSpc>
              <a:spcBef>
                <a:spcPts val="500"/>
              </a:spcBef>
              <a:buFont typeface="Arial" panose="020B0604020202020204" pitchFamily="34" charset="0"/>
              <a:buChar char="•"/>
              <a:defRPr sz="2400" b="1">
                <a:solidFill>
                  <a:schemeClr val="tx1"/>
                </a:solidFill>
                <a:latin typeface="Times New Roman" panose="02020603050405020304" pitchFamily="18" charset="0"/>
                <a:ea typeface="仿宋" panose="02010609060101010101" pitchFamily="49" charset="-122"/>
              </a:defRPr>
            </a:lvl2pPr>
            <a:lvl3pPr marL="1143000" indent="-228600">
              <a:lnSpc>
                <a:spcPct val="90000"/>
              </a:lnSpc>
              <a:spcBef>
                <a:spcPts val="500"/>
              </a:spcBef>
              <a:buFont typeface="Arial" panose="020B0604020202020204" pitchFamily="34" charset="0"/>
              <a:buChar char="•"/>
              <a:defRPr sz="2000" b="1">
                <a:solidFill>
                  <a:schemeClr val="tx1"/>
                </a:solidFill>
                <a:latin typeface="Times New Roman" panose="02020603050405020304" pitchFamily="18" charset="0"/>
                <a:ea typeface="仿宋" panose="02010609060101010101" pitchFamily="49" charset="-122"/>
              </a:defRPr>
            </a:lvl3pPr>
            <a:lvl4pPr marL="1600200" indent="-228600">
              <a:lnSpc>
                <a:spcPct val="90000"/>
              </a:lnSpc>
              <a:spcBef>
                <a:spcPts val="500"/>
              </a:spcBef>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4pPr>
            <a:lvl5pPr marL="2057400" indent="-228600">
              <a:lnSpc>
                <a:spcPct val="90000"/>
              </a:lnSpc>
              <a:spcBef>
                <a:spcPts val="500"/>
              </a:spcBef>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9pPr>
          </a:lstStyle>
          <a:p>
            <a:pPr>
              <a:lnSpc>
                <a:spcPct val="100000"/>
              </a:lnSpc>
              <a:spcBef>
                <a:spcPct val="0"/>
              </a:spcBef>
              <a:buFontTx/>
              <a:buNone/>
            </a:pPr>
            <a:r>
              <a:rPr lang="zh-CN" altLang="en-US" sz="2400">
                <a:latin typeface="仿宋" panose="02010609060101010101" pitchFamily="49" charset="-122"/>
              </a:rPr>
              <a:t>    设明文消息是           ，椭圆曲线</a:t>
            </a:r>
            <a:r>
              <a:rPr lang="en-US" altLang="zh-CN" sz="2400">
                <a:latin typeface="仿宋" panose="02010609060101010101" pitchFamily="49" charset="-122"/>
              </a:rPr>
              <a:t>E</a:t>
            </a:r>
            <a:r>
              <a:rPr lang="en-US" altLang="zh-CN" sz="2400" i="1" baseline="-25000">
                <a:latin typeface="仿宋" panose="02010609060101010101" pitchFamily="49" charset="-122"/>
              </a:rPr>
              <a:t>p</a:t>
            </a:r>
            <a:r>
              <a:rPr lang="en-US" altLang="zh-CN" sz="2400">
                <a:latin typeface="仿宋" panose="02010609060101010101" pitchFamily="49" charset="-122"/>
              </a:rPr>
              <a:t>(</a:t>
            </a:r>
            <a:r>
              <a:rPr lang="en-US" altLang="zh-CN" sz="2400" i="1">
                <a:latin typeface="仿宋" panose="02010609060101010101" pitchFamily="49" charset="-122"/>
              </a:rPr>
              <a:t>a</a:t>
            </a:r>
            <a:r>
              <a:rPr lang="en-US" altLang="zh-CN" sz="2400">
                <a:latin typeface="仿宋" panose="02010609060101010101" pitchFamily="49" charset="-122"/>
              </a:rPr>
              <a:t>,</a:t>
            </a:r>
            <a:r>
              <a:rPr lang="en-US" altLang="zh-CN" sz="2400" i="1">
                <a:latin typeface="仿宋" panose="02010609060101010101" pitchFamily="49" charset="-122"/>
              </a:rPr>
              <a:t>b</a:t>
            </a:r>
            <a:r>
              <a:rPr lang="en-US" altLang="zh-CN" sz="2400">
                <a:latin typeface="仿宋" panose="02010609060101010101" pitchFamily="49" charset="-122"/>
              </a:rPr>
              <a:t>)</a:t>
            </a:r>
            <a:r>
              <a:rPr lang="zh-CN" altLang="en-US" sz="2400">
                <a:latin typeface="仿宋" panose="02010609060101010101" pitchFamily="49" charset="-122"/>
              </a:rPr>
              <a:t>，   </a:t>
            </a:r>
            <a:endParaRPr lang="en-US" altLang="zh-CN" sz="2400">
              <a:latin typeface="仿宋" panose="02010609060101010101" pitchFamily="49" charset="-122"/>
            </a:endParaRPr>
          </a:p>
          <a:p>
            <a:pPr>
              <a:lnSpc>
                <a:spcPct val="100000"/>
              </a:lnSpc>
              <a:spcBef>
                <a:spcPct val="0"/>
              </a:spcBef>
              <a:buFontTx/>
              <a:buNone/>
            </a:pPr>
            <a:r>
              <a:rPr lang="zh-CN" altLang="en-US" sz="2400">
                <a:latin typeface="仿宋" panose="02010609060101010101" pitchFamily="49" charset="-122"/>
              </a:rPr>
              <a:t>    是一个足够大的整数，使得将明文消息镶嵌到椭圆曲线上时，错误概率是      。</a:t>
            </a:r>
            <a:endParaRPr lang="en-US" altLang="zh-CN" sz="2400">
              <a:latin typeface="仿宋" panose="02010609060101010101" pitchFamily="49" charset="-122"/>
            </a:endParaRPr>
          </a:p>
          <a:p>
            <a:pPr>
              <a:lnSpc>
                <a:spcPct val="100000"/>
              </a:lnSpc>
              <a:spcBef>
                <a:spcPct val="0"/>
              </a:spcBef>
              <a:buFontTx/>
              <a:buNone/>
            </a:pPr>
            <a:r>
              <a:rPr lang="en-US" altLang="zh-CN" sz="2400">
                <a:latin typeface="仿宋" panose="02010609060101010101" pitchFamily="49" charset="-122"/>
              </a:rPr>
              <a:t>    </a:t>
            </a:r>
            <a:r>
              <a:rPr lang="zh-CN" altLang="en-US" sz="2400">
                <a:latin typeface="仿宋" panose="02010609060101010101" pitchFamily="49" charset="-122"/>
              </a:rPr>
              <a:t>实际中，  可在</a:t>
            </a:r>
            <a:r>
              <a:rPr lang="en-US" altLang="zh-CN" sz="2400">
                <a:latin typeface="仿宋" panose="02010609060101010101" pitchFamily="49" charset="-122"/>
              </a:rPr>
              <a:t>30~50</a:t>
            </a:r>
            <a:r>
              <a:rPr lang="zh-CN" altLang="en-US" sz="2400">
                <a:latin typeface="仿宋" panose="02010609060101010101" pitchFamily="49" charset="-122"/>
              </a:rPr>
              <a:t>之间取值。</a:t>
            </a:r>
          </a:p>
        </p:txBody>
      </p:sp>
      <p:graphicFrame>
        <p:nvGraphicFramePr>
          <p:cNvPr id="52230" name="对象 5">
            <a:extLst>
              <a:ext uri="{FF2B5EF4-FFF2-40B4-BE49-F238E27FC236}">
                <a16:creationId xmlns:a16="http://schemas.microsoft.com/office/drawing/2014/main" id="{867C7166-E8AF-BDAC-D452-54BB139D0BFF}"/>
              </a:ext>
            </a:extLst>
          </p:cNvPr>
          <p:cNvGraphicFramePr>
            <a:graphicFrameLocks noChangeAspect="1"/>
          </p:cNvGraphicFramePr>
          <p:nvPr/>
        </p:nvGraphicFramePr>
        <p:xfrm>
          <a:off x="4572000" y="2168525"/>
          <a:ext cx="1639888" cy="447675"/>
        </p:xfrm>
        <a:graphic>
          <a:graphicData uri="http://schemas.openxmlformats.org/presentationml/2006/ole">
            <mc:AlternateContent xmlns:mc="http://schemas.openxmlformats.org/markup-compatibility/2006">
              <mc:Choice xmlns:v="urn:schemas-microsoft-com:vml" Requires="v">
                <p:oleObj name="Equation" r:id="rId2" imgW="21653500" imgH="5854700" progId="Equation.DSMT4">
                  <p:embed/>
                </p:oleObj>
              </mc:Choice>
              <mc:Fallback>
                <p:oleObj name="Equation" r:id="rId2" imgW="21653500" imgH="5854700" progId="Equation.DSMT4">
                  <p:embed/>
                  <p:pic>
                    <p:nvPicPr>
                      <p:cNvPr id="0" name="对象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2168525"/>
                        <a:ext cx="1639888"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2231" name="对象 6">
            <a:extLst>
              <a:ext uri="{FF2B5EF4-FFF2-40B4-BE49-F238E27FC236}">
                <a16:creationId xmlns:a16="http://schemas.microsoft.com/office/drawing/2014/main" id="{EE95B343-6DFE-9C42-C788-115C9BC8ACF4}"/>
              </a:ext>
            </a:extLst>
          </p:cNvPr>
          <p:cNvGraphicFramePr>
            <a:graphicFrameLocks noChangeAspect="1"/>
          </p:cNvGraphicFramePr>
          <p:nvPr/>
        </p:nvGraphicFramePr>
        <p:xfrm>
          <a:off x="2362200" y="2609850"/>
          <a:ext cx="271463" cy="379413"/>
        </p:xfrm>
        <a:graphic>
          <a:graphicData uri="http://schemas.openxmlformats.org/presentationml/2006/ole">
            <mc:AlternateContent xmlns:mc="http://schemas.openxmlformats.org/markup-compatibility/2006">
              <mc:Choice xmlns:v="urn:schemas-microsoft-com:vml" Requires="v">
                <p:oleObj name="Equation" r:id="rId4" imgW="2921000" imgH="4102100" progId="Equation.DSMT4">
                  <p:embed/>
                </p:oleObj>
              </mc:Choice>
              <mc:Fallback>
                <p:oleObj name="Equation" r:id="rId4" imgW="2921000" imgH="4102100" progId="Equation.DSMT4">
                  <p:embed/>
                  <p:pic>
                    <p:nvPicPr>
                      <p:cNvPr id="0" name="对象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62200" y="2609850"/>
                        <a:ext cx="271463" cy="379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2232" name="对象 8">
            <a:extLst>
              <a:ext uri="{FF2B5EF4-FFF2-40B4-BE49-F238E27FC236}">
                <a16:creationId xmlns:a16="http://schemas.microsoft.com/office/drawing/2014/main" id="{3F7B10A4-B9C2-E567-D1CA-D0EBA58DF951}"/>
              </a:ext>
            </a:extLst>
          </p:cNvPr>
          <p:cNvGraphicFramePr>
            <a:graphicFrameLocks noChangeAspect="1"/>
          </p:cNvGraphicFramePr>
          <p:nvPr/>
        </p:nvGraphicFramePr>
        <p:xfrm>
          <a:off x="5303838" y="2952750"/>
          <a:ext cx="446087" cy="373063"/>
        </p:xfrm>
        <a:graphic>
          <a:graphicData uri="http://schemas.openxmlformats.org/presentationml/2006/ole">
            <mc:AlternateContent xmlns:mc="http://schemas.openxmlformats.org/markup-compatibility/2006">
              <mc:Choice xmlns:v="urn:schemas-microsoft-com:vml" Requires="v">
                <p:oleObj name="Equation" r:id="rId6" imgW="5270500" imgH="4394200" progId="Equation.DSMT4">
                  <p:embed/>
                </p:oleObj>
              </mc:Choice>
              <mc:Fallback>
                <p:oleObj name="Equation" r:id="rId6" imgW="5270500" imgH="4394200" progId="Equation.DSMT4">
                  <p:embed/>
                  <p:pic>
                    <p:nvPicPr>
                      <p:cNvPr id="0" name="对象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03838" y="2952750"/>
                        <a:ext cx="446087" cy="37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2233" name="对象 9">
            <a:extLst>
              <a:ext uri="{FF2B5EF4-FFF2-40B4-BE49-F238E27FC236}">
                <a16:creationId xmlns:a16="http://schemas.microsoft.com/office/drawing/2014/main" id="{6AFACC26-F846-3E06-CDF0-E0762C7667F2}"/>
              </a:ext>
            </a:extLst>
          </p:cNvPr>
          <p:cNvGraphicFramePr>
            <a:graphicFrameLocks noChangeAspect="1"/>
          </p:cNvGraphicFramePr>
          <p:nvPr/>
        </p:nvGraphicFramePr>
        <p:xfrm>
          <a:off x="3937000" y="3316288"/>
          <a:ext cx="271463" cy="381000"/>
        </p:xfrm>
        <a:graphic>
          <a:graphicData uri="http://schemas.openxmlformats.org/presentationml/2006/ole">
            <mc:AlternateContent xmlns:mc="http://schemas.openxmlformats.org/markup-compatibility/2006">
              <mc:Choice xmlns:v="urn:schemas-microsoft-com:vml" Requires="v">
                <p:oleObj name="Equation" r:id="rId8" imgW="2921000" imgH="4102100" progId="Equation.DSMT4">
                  <p:embed/>
                </p:oleObj>
              </mc:Choice>
              <mc:Fallback>
                <p:oleObj name="Equation" r:id="rId8" imgW="2921000" imgH="4102100" progId="Equation.DSMT4">
                  <p:embed/>
                  <p:pic>
                    <p:nvPicPr>
                      <p:cNvPr id="0" name="对象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37000" y="3316288"/>
                        <a:ext cx="27146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文本框 10">
            <a:extLst>
              <a:ext uri="{FF2B5EF4-FFF2-40B4-BE49-F238E27FC236}">
                <a16:creationId xmlns:a16="http://schemas.microsoft.com/office/drawing/2014/main" id="{1985A618-54B5-046D-E1D9-AB96AC1554F3}"/>
              </a:ext>
            </a:extLst>
          </p:cNvPr>
          <p:cNvSpPr txBox="1">
            <a:spLocks noChangeArrowheads="1"/>
          </p:cNvSpPr>
          <p:nvPr/>
        </p:nvSpPr>
        <p:spPr bwMode="auto">
          <a:xfrm>
            <a:off x="2208213" y="4114800"/>
            <a:ext cx="777557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b="1">
                <a:solidFill>
                  <a:schemeClr val="tx1"/>
                </a:solidFill>
                <a:latin typeface="Times New Roman" panose="02020603050405020304" pitchFamily="18" charset="0"/>
                <a:ea typeface="仿宋" panose="02010609060101010101" pitchFamily="49" charset="-122"/>
              </a:defRPr>
            </a:lvl1pPr>
            <a:lvl2pPr marL="742950" indent="-285750">
              <a:lnSpc>
                <a:spcPct val="90000"/>
              </a:lnSpc>
              <a:spcBef>
                <a:spcPts val="500"/>
              </a:spcBef>
              <a:buFont typeface="Arial" panose="020B0604020202020204" pitchFamily="34" charset="0"/>
              <a:buChar char="•"/>
              <a:defRPr sz="2400" b="1">
                <a:solidFill>
                  <a:schemeClr val="tx1"/>
                </a:solidFill>
                <a:latin typeface="Times New Roman" panose="02020603050405020304" pitchFamily="18" charset="0"/>
                <a:ea typeface="仿宋" panose="02010609060101010101" pitchFamily="49" charset="-122"/>
              </a:defRPr>
            </a:lvl2pPr>
            <a:lvl3pPr marL="1143000" indent="-228600">
              <a:lnSpc>
                <a:spcPct val="90000"/>
              </a:lnSpc>
              <a:spcBef>
                <a:spcPts val="500"/>
              </a:spcBef>
              <a:buFont typeface="Arial" panose="020B0604020202020204" pitchFamily="34" charset="0"/>
              <a:buChar char="•"/>
              <a:defRPr sz="2000" b="1">
                <a:solidFill>
                  <a:schemeClr val="tx1"/>
                </a:solidFill>
                <a:latin typeface="Times New Roman" panose="02020603050405020304" pitchFamily="18" charset="0"/>
                <a:ea typeface="仿宋" panose="02010609060101010101" pitchFamily="49" charset="-122"/>
              </a:defRPr>
            </a:lvl3pPr>
            <a:lvl4pPr marL="1600200" indent="-228600">
              <a:lnSpc>
                <a:spcPct val="90000"/>
              </a:lnSpc>
              <a:spcBef>
                <a:spcPts val="500"/>
              </a:spcBef>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4pPr>
            <a:lvl5pPr marL="2057400" indent="-228600">
              <a:lnSpc>
                <a:spcPct val="90000"/>
              </a:lnSpc>
              <a:spcBef>
                <a:spcPts val="500"/>
              </a:spcBef>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9pPr>
          </a:lstStyle>
          <a:p>
            <a:pPr>
              <a:lnSpc>
                <a:spcPct val="100000"/>
              </a:lnSpc>
              <a:spcBef>
                <a:spcPct val="0"/>
              </a:spcBef>
              <a:buFontTx/>
              <a:buNone/>
            </a:pPr>
            <a:r>
              <a:rPr lang="zh-CN" altLang="en-US" sz="2400">
                <a:latin typeface="仿宋" panose="02010609060101010101" pitchFamily="49" charset="-122"/>
              </a:rPr>
              <a:t>    下面取     ，对明文消息 ，如下计算一系列   ：</a:t>
            </a:r>
          </a:p>
          <a:p>
            <a:pPr>
              <a:lnSpc>
                <a:spcPct val="100000"/>
              </a:lnSpc>
              <a:spcBef>
                <a:spcPct val="0"/>
              </a:spcBef>
              <a:buFontTx/>
              <a:buNone/>
            </a:pPr>
            <a:r>
              <a:rPr lang="zh-CN" altLang="en-US" sz="2400">
                <a:latin typeface="仿宋" panose="02010609060101010101" pitchFamily="49" charset="-122"/>
              </a:rPr>
              <a:t> </a:t>
            </a:r>
          </a:p>
        </p:txBody>
      </p:sp>
      <p:sp>
        <p:nvSpPr>
          <p:cNvPr id="12" name="Rectangle 6">
            <a:extLst>
              <a:ext uri="{FF2B5EF4-FFF2-40B4-BE49-F238E27FC236}">
                <a16:creationId xmlns:a16="http://schemas.microsoft.com/office/drawing/2014/main" id="{9E27B5BE-9E54-9852-32EE-7E987DD9C9EF}"/>
              </a:ext>
            </a:extLst>
          </p:cNvPr>
          <p:cNvSpPr>
            <a:spLocks noChangeArrowheads="1"/>
          </p:cNvSpPr>
          <p:nvPr/>
        </p:nvSpPr>
        <p:spPr bwMode="auto">
          <a:xfrm>
            <a:off x="1524000" y="-184150"/>
            <a:ext cx="184150" cy="36830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a:defRPr/>
            </a:pPr>
            <a:endParaRPr lang="zh-CN" altLang="en-US">
              <a:latin typeface="+mn-ea"/>
              <a:ea typeface="+mn-ea"/>
            </a:endParaRPr>
          </a:p>
        </p:txBody>
      </p:sp>
      <p:graphicFrame>
        <p:nvGraphicFramePr>
          <p:cNvPr id="52236" name="对象 12">
            <a:extLst>
              <a:ext uri="{FF2B5EF4-FFF2-40B4-BE49-F238E27FC236}">
                <a16:creationId xmlns:a16="http://schemas.microsoft.com/office/drawing/2014/main" id="{55A9F20E-1064-B365-C4D0-4E87C9E51EB3}"/>
              </a:ext>
            </a:extLst>
          </p:cNvPr>
          <p:cNvGraphicFramePr>
            <a:graphicFrameLocks noChangeAspect="1"/>
          </p:cNvGraphicFramePr>
          <p:nvPr/>
        </p:nvGraphicFramePr>
        <p:xfrm>
          <a:off x="3810000" y="4200525"/>
          <a:ext cx="836613" cy="334963"/>
        </p:xfrm>
        <a:graphic>
          <a:graphicData uri="http://schemas.openxmlformats.org/presentationml/2006/ole">
            <mc:AlternateContent xmlns:mc="http://schemas.openxmlformats.org/markup-compatibility/2006">
              <mc:Choice xmlns:v="urn:schemas-microsoft-com:vml" Requires="v">
                <p:oleObj name="Equation" r:id="rId9" imgW="9944100" imgH="4102100" progId="Equation.DSMT4">
                  <p:embed/>
                </p:oleObj>
              </mc:Choice>
              <mc:Fallback>
                <p:oleObj name="Equation" r:id="rId9" imgW="9944100" imgH="4102100" progId="Equation.DSMT4">
                  <p:embed/>
                  <p:pic>
                    <p:nvPicPr>
                      <p:cNvPr id="0" name="对象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10000" y="4200525"/>
                        <a:ext cx="836613"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2237" name="对象 13">
            <a:extLst>
              <a:ext uri="{FF2B5EF4-FFF2-40B4-BE49-F238E27FC236}">
                <a16:creationId xmlns:a16="http://schemas.microsoft.com/office/drawing/2014/main" id="{FAFCCEA7-EB1C-9FBF-1059-13E2E70A21A2}"/>
              </a:ext>
            </a:extLst>
          </p:cNvPr>
          <p:cNvGraphicFramePr>
            <a:graphicFrameLocks noChangeAspect="1"/>
          </p:cNvGraphicFramePr>
          <p:nvPr/>
        </p:nvGraphicFramePr>
        <p:xfrm>
          <a:off x="6353175" y="4243388"/>
          <a:ext cx="352425" cy="298450"/>
        </p:xfrm>
        <a:graphic>
          <a:graphicData uri="http://schemas.openxmlformats.org/presentationml/2006/ole">
            <mc:AlternateContent xmlns:mc="http://schemas.openxmlformats.org/markup-compatibility/2006">
              <mc:Choice xmlns:v="urn:schemas-microsoft-com:vml" Requires="v">
                <p:oleObj name="Equation" r:id="rId11" imgW="3797300" imgH="3213100" progId="Equation.DSMT4">
                  <p:embed/>
                </p:oleObj>
              </mc:Choice>
              <mc:Fallback>
                <p:oleObj name="Equation" r:id="rId11" imgW="3797300" imgH="3213100" progId="Equation.DSMT4">
                  <p:embed/>
                  <p:pic>
                    <p:nvPicPr>
                      <p:cNvPr id="0" name="对象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353175" y="4243388"/>
                        <a:ext cx="352425"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2238" name="对象 14">
            <a:extLst>
              <a:ext uri="{FF2B5EF4-FFF2-40B4-BE49-F238E27FC236}">
                <a16:creationId xmlns:a16="http://schemas.microsoft.com/office/drawing/2014/main" id="{873F87D5-8075-A55B-7AAA-8D5AB549FA7C}"/>
              </a:ext>
            </a:extLst>
          </p:cNvPr>
          <p:cNvGraphicFramePr>
            <a:graphicFrameLocks noChangeAspect="1"/>
          </p:cNvGraphicFramePr>
          <p:nvPr/>
        </p:nvGraphicFramePr>
        <p:xfrm>
          <a:off x="9064625" y="4241800"/>
          <a:ext cx="271463" cy="300038"/>
        </p:xfrm>
        <a:graphic>
          <a:graphicData uri="http://schemas.openxmlformats.org/presentationml/2006/ole">
            <mc:AlternateContent xmlns:mc="http://schemas.openxmlformats.org/markup-compatibility/2006">
              <mc:Choice xmlns:v="urn:schemas-microsoft-com:vml" Requires="v">
                <p:oleObj name="Equation" r:id="rId13" imgW="2921000" imgH="3213100" progId="Equation.DSMT4">
                  <p:embed/>
                </p:oleObj>
              </mc:Choice>
              <mc:Fallback>
                <p:oleObj name="Equation" r:id="rId13" imgW="2921000" imgH="3213100" progId="Equation.DSMT4">
                  <p:embed/>
                  <p:pic>
                    <p:nvPicPr>
                      <p:cNvPr id="0" name="对象 1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064625" y="4241800"/>
                        <a:ext cx="271463" cy="30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Rectangle 8">
            <a:extLst>
              <a:ext uri="{FF2B5EF4-FFF2-40B4-BE49-F238E27FC236}">
                <a16:creationId xmlns:a16="http://schemas.microsoft.com/office/drawing/2014/main" id="{BF7BB4F0-F897-F4A0-55C0-A03BF31223E3}"/>
              </a:ext>
            </a:extLst>
          </p:cNvPr>
          <p:cNvSpPr>
            <a:spLocks noChangeArrowheads="1"/>
          </p:cNvSpPr>
          <p:nvPr/>
        </p:nvSpPr>
        <p:spPr bwMode="auto">
          <a:xfrm>
            <a:off x="1524000" y="-184150"/>
            <a:ext cx="184150" cy="36830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a:defRPr/>
            </a:pPr>
            <a:endParaRPr lang="zh-CN" altLang="en-US">
              <a:latin typeface="+mn-ea"/>
              <a:ea typeface="+mn-ea"/>
            </a:endParaRPr>
          </a:p>
        </p:txBody>
      </p:sp>
      <p:graphicFrame>
        <p:nvGraphicFramePr>
          <p:cNvPr id="52240" name="对象 16">
            <a:extLst>
              <a:ext uri="{FF2B5EF4-FFF2-40B4-BE49-F238E27FC236}">
                <a16:creationId xmlns:a16="http://schemas.microsoft.com/office/drawing/2014/main" id="{DD052887-9837-E7B4-FE20-FC0951E49A46}"/>
              </a:ext>
            </a:extLst>
          </p:cNvPr>
          <p:cNvGraphicFramePr>
            <a:graphicFrameLocks noChangeAspect="1"/>
          </p:cNvGraphicFramePr>
          <p:nvPr/>
        </p:nvGraphicFramePr>
        <p:xfrm>
          <a:off x="3414713" y="4618038"/>
          <a:ext cx="5884862" cy="454025"/>
        </p:xfrm>
        <a:graphic>
          <a:graphicData uri="http://schemas.openxmlformats.org/presentationml/2006/ole">
            <mc:AlternateContent xmlns:mc="http://schemas.openxmlformats.org/markup-compatibility/2006">
              <mc:Choice xmlns:v="urn:schemas-microsoft-com:vml" Requires="v">
                <p:oleObj name="Equation" r:id="rId15" imgW="76657200" imgH="5854700" progId="Equation.DSMT4">
                  <p:embed/>
                </p:oleObj>
              </mc:Choice>
              <mc:Fallback>
                <p:oleObj name="Equation" r:id="rId15" imgW="76657200" imgH="5854700" progId="Equation.DSMT4">
                  <p:embed/>
                  <p:pic>
                    <p:nvPicPr>
                      <p:cNvPr id="0" name="对象 1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414713" y="4618038"/>
                        <a:ext cx="5884862"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文本框 17">
            <a:extLst>
              <a:ext uri="{FF2B5EF4-FFF2-40B4-BE49-F238E27FC236}">
                <a16:creationId xmlns:a16="http://schemas.microsoft.com/office/drawing/2014/main" id="{478B379C-9E02-CDF1-73B9-B56B956D680C}"/>
              </a:ext>
            </a:extLst>
          </p:cNvPr>
          <p:cNvSpPr txBox="1">
            <a:spLocks noChangeArrowheads="1"/>
          </p:cNvSpPr>
          <p:nvPr/>
        </p:nvSpPr>
        <p:spPr bwMode="auto">
          <a:xfrm>
            <a:off x="2208213" y="5113338"/>
            <a:ext cx="7343775"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b="1">
                <a:solidFill>
                  <a:schemeClr val="tx1"/>
                </a:solidFill>
                <a:latin typeface="Times New Roman" panose="02020603050405020304" pitchFamily="18" charset="0"/>
                <a:ea typeface="仿宋" panose="02010609060101010101" pitchFamily="49" charset="-122"/>
              </a:defRPr>
            </a:lvl1pPr>
            <a:lvl2pPr marL="742950" indent="-285750">
              <a:lnSpc>
                <a:spcPct val="90000"/>
              </a:lnSpc>
              <a:spcBef>
                <a:spcPts val="500"/>
              </a:spcBef>
              <a:buFont typeface="Arial" panose="020B0604020202020204" pitchFamily="34" charset="0"/>
              <a:buChar char="•"/>
              <a:defRPr sz="2400" b="1">
                <a:solidFill>
                  <a:schemeClr val="tx1"/>
                </a:solidFill>
                <a:latin typeface="Times New Roman" panose="02020603050405020304" pitchFamily="18" charset="0"/>
                <a:ea typeface="仿宋" panose="02010609060101010101" pitchFamily="49" charset="-122"/>
              </a:defRPr>
            </a:lvl2pPr>
            <a:lvl3pPr marL="1143000" indent="-228600">
              <a:lnSpc>
                <a:spcPct val="90000"/>
              </a:lnSpc>
              <a:spcBef>
                <a:spcPts val="500"/>
              </a:spcBef>
              <a:buFont typeface="Arial" panose="020B0604020202020204" pitchFamily="34" charset="0"/>
              <a:buChar char="•"/>
              <a:defRPr sz="2000" b="1">
                <a:solidFill>
                  <a:schemeClr val="tx1"/>
                </a:solidFill>
                <a:latin typeface="Times New Roman" panose="02020603050405020304" pitchFamily="18" charset="0"/>
                <a:ea typeface="仿宋" panose="02010609060101010101" pitchFamily="49" charset="-122"/>
              </a:defRPr>
            </a:lvl3pPr>
            <a:lvl4pPr marL="1600200" indent="-228600">
              <a:lnSpc>
                <a:spcPct val="90000"/>
              </a:lnSpc>
              <a:spcBef>
                <a:spcPts val="500"/>
              </a:spcBef>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4pPr>
            <a:lvl5pPr marL="2057400" indent="-228600">
              <a:lnSpc>
                <a:spcPct val="90000"/>
              </a:lnSpc>
              <a:spcBef>
                <a:spcPts val="500"/>
              </a:spcBef>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b="1">
                <a:solidFill>
                  <a:schemeClr val="tx1"/>
                </a:solidFill>
                <a:latin typeface="Times New Roman" panose="02020603050405020304" pitchFamily="18" charset="0"/>
                <a:ea typeface="仿宋" panose="02010609060101010101" pitchFamily="49" charset="-122"/>
              </a:defRPr>
            </a:lvl9pPr>
          </a:lstStyle>
          <a:p>
            <a:pPr>
              <a:lnSpc>
                <a:spcPct val="100000"/>
              </a:lnSpc>
              <a:spcBef>
                <a:spcPct val="0"/>
              </a:spcBef>
              <a:buFontTx/>
              <a:buNone/>
            </a:pPr>
            <a:r>
              <a:rPr lang="zh-CN" altLang="en-US" sz="2400">
                <a:latin typeface="仿宋" panose="02010609060101010101" pitchFamily="49" charset="-122"/>
              </a:rPr>
              <a:t>    直到             是平方根，即得到椭圆曲线上的点           。</a:t>
            </a:r>
          </a:p>
        </p:txBody>
      </p:sp>
      <p:sp>
        <p:nvSpPr>
          <p:cNvPr id="19" name="Rectangle 10">
            <a:extLst>
              <a:ext uri="{FF2B5EF4-FFF2-40B4-BE49-F238E27FC236}">
                <a16:creationId xmlns:a16="http://schemas.microsoft.com/office/drawing/2014/main" id="{EDBD86F3-4075-AA16-4109-F95AE3CEEA2A}"/>
              </a:ext>
            </a:extLst>
          </p:cNvPr>
          <p:cNvSpPr>
            <a:spLocks noChangeArrowheads="1"/>
          </p:cNvSpPr>
          <p:nvPr/>
        </p:nvSpPr>
        <p:spPr bwMode="auto">
          <a:xfrm>
            <a:off x="1524000" y="-184150"/>
            <a:ext cx="184150" cy="36830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a:defRPr/>
            </a:pPr>
            <a:endParaRPr lang="zh-CN" altLang="en-US">
              <a:latin typeface="+mn-ea"/>
              <a:ea typeface="+mn-ea"/>
            </a:endParaRPr>
          </a:p>
        </p:txBody>
      </p:sp>
      <p:graphicFrame>
        <p:nvGraphicFramePr>
          <p:cNvPr id="6" name="对象 19">
            <a:extLst>
              <a:ext uri="{FF2B5EF4-FFF2-40B4-BE49-F238E27FC236}">
                <a16:creationId xmlns:a16="http://schemas.microsoft.com/office/drawing/2014/main" id="{A6154198-C394-CE9F-F44A-A162BF3501DE}"/>
              </a:ext>
            </a:extLst>
          </p:cNvPr>
          <p:cNvGraphicFramePr>
            <a:graphicFrameLocks noChangeAspect="1"/>
          </p:cNvGraphicFramePr>
          <p:nvPr/>
        </p:nvGraphicFramePr>
        <p:xfrm>
          <a:off x="3563938" y="5146675"/>
          <a:ext cx="2016125" cy="428625"/>
        </p:xfrm>
        <a:graphic>
          <a:graphicData uri="http://schemas.openxmlformats.org/presentationml/2006/ole">
            <mc:AlternateContent xmlns:mc="http://schemas.openxmlformats.org/markup-compatibility/2006">
              <mc:Choice xmlns:v="urn:schemas-microsoft-com:vml" Requires="v">
                <p:oleObj name="Equation" r:id="rId17" imgW="27800300" imgH="5854700" progId="Equation.DSMT4">
                  <p:embed/>
                </p:oleObj>
              </mc:Choice>
              <mc:Fallback>
                <p:oleObj name="Equation" r:id="rId17" imgW="27800300" imgH="5854700" progId="Equation.DSMT4">
                  <p:embed/>
                  <p:pic>
                    <p:nvPicPr>
                      <p:cNvPr id="0" name="对象 1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563938" y="5146675"/>
                        <a:ext cx="201612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 name="Rectangle 12">
            <a:extLst>
              <a:ext uri="{FF2B5EF4-FFF2-40B4-BE49-F238E27FC236}">
                <a16:creationId xmlns:a16="http://schemas.microsoft.com/office/drawing/2014/main" id="{C557C071-1E54-A1C8-7120-B6EB43774DD4}"/>
              </a:ext>
            </a:extLst>
          </p:cNvPr>
          <p:cNvSpPr>
            <a:spLocks noChangeArrowheads="1"/>
          </p:cNvSpPr>
          <p:nvPr/>
        </p:nvSpPr>
        <p:spPr bwMode="auto">
          <a:xfrm>
            <a:off x="1524000" y="-184150"/>
            <a:ext cx="184150" cy="36830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a:defRPr/>
            </a:pPr>
            <a:endParaRPr lang="zh-CN" altLang="en-US">
              <a:latin typeface="+mn-ea"/>
              <a:ea typeface="+mn-ea"/>
            </a:endParaRPr>
          </a:p>
        </p:txBody>
      </p:sp>
      <p:graphicFrame>
        <p:nvGraphicFramePr>
          <p:cNvPr id="52245" name="对象 21">
            <a:extLst>
              <a:ext uri="{FF2B5EF4-FFF2-40B4-BE49-F238E27FC236}">
                <a16:creationId xmlns:a16="http://schemas.microsoft.com/office/drawing/2014/main" id="{B082FDBE-5BBE-12B4-ACC7-07980DCBD0DC}"/>
              </a:ext>
            </a:extLst>
          </p:cNvPr>
          <p:cNvGraphicFramePr>
            <a:graphicFrameLocks noChangeAspect="1"/>
          </p:cNvGraphicFramePr>
          <p:nvPr/>
        </p:nvGraphicFramePr>
        <p:xfrm>
          <a:off x="3276600" y="5551488"/>
          <a:ext cx="1670050" cy="566737"/>
        </p:xfrm>
        <a:graphic>
          <a:graphicData uri="http://schemas.openxmlformats.org/presentationml/2006/ole">
            <mc:AlternateContent xmlns:mc="http://schemas.openxmlformats.org/markup-compatibility/2006">
              <mc:Choice xmlns:v="urn:schemas-microsoft-com:vml" Requires="v">
                <p:oleObj name="Equation" r:id="rId19" imgW="23990300" imgH="8191500" progId="Equation.DSMT4">
                  <p:embed/>
                </p:oleObj>
              </mc:Choice>
              <mc:Fallback>
                <p:oleObj name="Equation" r:id="rId19" imgW="23990300" imgH="8191500" progId="Equation.DSMT4">
                  <p:embed/>
                  <p:pic>
                    <p:nvPicPr>
                      <p:cNvPr id="0" name="对象 2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276600" y="5551488"/>
                        <a:ext cx="1670050" cy="566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标题 3">
            <a:extLst>
              <a:ext uri="{FF2B5EF4-FFF2-40B4-BE49-F238E27FC236}">
                <a16:creationId xmlns:a16="http://schemas.microsoft.com/office/drawing/2014/main" id="{A50D4686-1412-4477-6FF0-8136676DB4F0}"/>
              </a:ext>
            </a:extLst>
          </p:cNvPr>
          <p:cNvSpPr>
            <a:spLocks noGrp="1"/>
          </p:cNvSpPr>
          <p:nvPr>
            <p:ph type="title"/>
          </p:nvPr>
        </p:nvSpPr>
        <p:spPr>
          <a:xfrm>
            <a:off x="1465263" y="365125"/>
            <a:ext cx="9037637" cy="668338"/>
          </a:xfrm>
        </p:spPr>
        <p:txBody>
          <a:bodyPr/>
          <a:lstStyle/>
          <a:p>
            <a:r>
              <a:rPr lang="zh-CN" altLang="en-US">
                <a:solidFill>
                  <a:srgbClr val="1F4E79"/>
                </a:solidFill>
              </a:rPr>
              <a:t>明文消息到椭圆曲线上的嵌入</a:t>
            </a:r>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文本框 1">
            <a:extLst>
              <a:ext uri="{FF2B5EF4-FFF2-40B4-BE49-F238E27FC236}">
                <a16:creationId xmlns:a16="http://schemas.microsoft.com/office/drawing/2014/main" id="{FA7E0D92-7AB1-CA7F-9F53-E94F035A4D3D}"/>
              </a:ext>
            </a:extLst>
          </p:cNvPr>
          <p:cNvSpPr txBox="1">
            <a:spLocks noChangeArrowheads="1"/>
          </p:cNvSpPr>
          <p:nvPr/>
        </p:nvSpPr>
        <p:spPr bwMode="auto">
          <a:xfrm>
            <a:off x="2057400" y="1223963"/>
            <a:ext cx="7704138"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Times New Roman" panose="02020603050405020304" pitchFamily="18" charset="0"/>
                <a:ea typeface="仿宋" panose="02010609060101010101" pitchFamily="49" charset="-122"/>
              </a:defRPr>
            </a:lvl1pPr>
            <a:lvl2pPr marL="742950" indent="-285750">
              <a:lnSpc>
                <a:spcPct val="90000"/>
              </a:lnSpc>
              <a:spcBef>
                <a:spcPts val="500"/>
              </a:spcBef>
              <a:buFont typeface="Arial" panose="020B0604020202020204" pitchFamily="34" charset="0"/>
              <a:buChar char="•"/>
              <a:defRPr sz="2400">
                <a:solidFill>
                  <a:schemeClr val="tx1"/>
                </a:solidFill>
                <a:latin typeface="Times New Roman" panose="02020603050405020304" pitchFamily="18" charset="0"/>
                <a:ea typeface="仿宋" panose="02010609060101010101" pitchFamily="49"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Times New Roman" panose="02020603050405020304" pitchFamily="18" charset="0"/>
                <a:ea typeface="仿宋" panose="02010609060101010101" pitchFamily="49" charset="-122"/>
              </a:defRPr>
            </a:lvl3pPr>
            <a:lvl4pPr marL="1600200" indent="-228600">
              <a:lnSpc>
                <a:spcPct val="90000"/>
              </a:lnSpc>
              <a:spcBef>
                <a:spcPts val="500"/>
              </a:spcBef>
              <a:buFont typeface="Arial" panose="020B0604020202020204" pitchFamily="34" charset="0"/>
              <a:buChar char="•"/>
              <a:defRPr>
                <a:solidFill>
                  <a:schemeClr val="tx1"/>
                </a:solidFill>
                <a:latin typeface="Times New Roman" panose="02020603050405020304" pitchFamily="18" charset="0"/>
                <a:ea typeface="仿宋" panose="02010609060101010101" pitchFamily="49" charset="-122"/>
              </a:defRPr>
            </a:lvl4pPr>
            <a:lvl5pPr marL="2057400" indent="-228600">
              <a:lnSpc>
                <a:spcPct val="90000"/>
              </a:lnSpc>
              <a:spcBef>
                <a:spcPts val="500"/>
              </a:spcBef>
              <a:buFont typeface="Arial" panose="020B0604020202020204" pitchFamily="34" charset="0"/>
              <a:buChar char="•"/>
              <a:defRPr>
                <a:solidFill>
                  <a:schemeClr val="tx1"/>
                </a:solidFill>
                <a:latin typeface="Times New Roman" panose="02020603050405020304" pitchFamily="18" charset="0"/>
                <a:ea typeface="仿宋" panose="02010609060101010101" pitchFamily="49"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Times New Roman" panose="02020603050405020304" pitchFamily="18" charset="0"/>
                <a:ea typeface="仿宋" panose="02010609060101010101" pitchFamily="49"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Times New Roman" panose="02020603050405020304" pitchFamily="18" charset="0"/>
                <a:ea typeface="仿宋" panose="02010609060101010101" pitchFamily="49"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Times New Roman" panose="02020603050405020304" pitchFamily="18" charset="0"/>
                <a:ea typeface="仿宋" panose="02010609060101010101" pitchFamily="49"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Times New Roman" panose="02020603050405020304" pitchFamily="18" charset="0"/>
                <a:ea typeface="仿宋" panose="02010609060101010101" pitchFamily="49" charset="-122"/>
              </a:defRPr>
            </a:lvl9pPr>
          </a:lstStyle>
          <a:p>
            <a:pPr>
              <a:lnSpc>
                <a:spcPct val="100000"/>
              </a:lnSpc>
              <a:spcBef>
                <a:spcPct val="0"/>
              </a:spcBef>
              <a:buFontTx/>
              <a:buNone/>
            </a:pPr>
            <a:r>
              <a:rPr lang="zh-CN" altLang="en-US" sz="2400" b="1">
                <a:latin typeface="仿宋" panose="02010609060101010101" pitchFamily="49" charset="-122"/>
              </a:rPr>
              <a:t>    因为在     的整数中，有一半是模  的平方剩余，一半是模 的非平方剩余。所以  次找到    ，使得 </a:t>
            </a:r>
            <a:endParaRPr lang="en-US" altLang="zh-CN" sz="2400" b="1">
              <a:latin typeface="仿宋" panose="02010609060101010101" pitchFamily="49" charset="-122"/>
            </a:endParaRPr>
          </a:p>
          <a:p>
            <a:pPr>
              <a:lnSpc>
                <a:spcPct val="100000"/>
              </a:lnSpc>
              <a:spcBef>
                <a:spcPct val="0"/>
              </a:spcBef>
              <a:buFontTx/>
              <a:buNone/>
            </a:pPr>
            <a:r>
              <a:rPr lang="zh-CN" altLang="en-US" sz="2400" b="1">
                <a:latin typeface="仿宋" panose="02010609060101010101" pitchFamily="49" charset="-122"/>
              </a:rPr>
              <a:t>             是平方根的概率不小于     。</a:t>
            </a:r>
          </a:p>
        </p:txBody>
      </p:sp>
      <p:graphicFrame>
        <p:nvGraphicFramePr>
          <p:cNvPr id="53251" name="对象 2">
            <a:extLst>
              <a:ext uri="{FF2B5EF4-FFF2-40B4-BE49-F238E27FC236}">
                <a16:creationId xmlns:a16="http://schemas.microsoft.com/office/drawing/2014/main" id="{074AB690-C49D-96D5-B6CD-F81D76D2AE8B}"/>
              </a:ext>
            </a:extLst>
          </p:cNvPr>
          <p:cNvGraphicFramePr>
            <a:graphicFrameLocks noChangeAspect="1"/>
          </p:cNvGraphicFramePr>
          <p:nvPr/>
        </p:nvGraphicFramePr>
        <p:xfrm>
          <a:off x="3732213" y="1295400"/>
          <a:ext cx="687387" cy="366713"/>
        </p:xfrm>
        <a:graphic>
          <a:graphicData uri="http://schemas.openxmlformats.org/presentationml/2006/ole">
            <mc:AlternateContent xmlns:mc="http://schemas.openxmlformats.org/markup-compatibility/2006">
              <mc:Choice xmlns:v="urn:schemas-microsoft-com:vml" Requires="v">
                <p:oleObj name="Equation" r:id="rId2" imgW="8775700" imgH="4686300" progId="Equation.DSMT4">
                  <p:embed/>
                </p:oleObj>
              </mc:Choice>
              <mc:Fallback>
                <p:oleObj name="Equation" r:id="rId2" imgW="8775700" imgH="4686300" progId="Equation.DSMT4">
                  <p:embed/>
                  <p:pic>
                    <p:nvPicPr>
                      <p:cNvPr id="0" name="对象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32213" y="1295400"/>
                        <a:ext cx="6873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252" name="对象 3">
            <a:extLst>
              <a:ext uri="{FF2B5EF4-FFF2-40B4-BE49-F238E27FC236}">
                <a16:creationId xmlns:a16="http://schemas.microsoft.com/office/drawing/2014/main" id="{AE8EBA70-2D5D-1648-FEC8-82831C3B7F86}"/>
              </a:ext>
            </a:extLst>
          </p:cNvPr>
          <p:cNvGraphicFramePr>
            <a:graphicFrameLocks noChangeAspect="1"/>
          </p:cNvGraphicFramePr>
          <p:nvPr/>
        </p:nvGraphicFramePr>
        <p:xfrm>
          <a:off x="7467600" y="1295400"/>
          <a:ext cx="317500" cy="344488"/>
        </p:xfrm>
        <a:graphic>
          <a:graphicData uri="http://schemas.openxmlformats.org/presentationml/2006/ole">
            <mc:AlternateContent xmlns:mc="http://schemas.openxmlformats.org/markup-compatibility/2006">
              <mc:Choice xmlns:v="urn:schemas-microsoft-com:vml" Requires="v">
                <p:oleObj name="Equation" r:id="rId4" imgW="3505200" imgH="3797300" progId="Equation.DSMT4">
                  <p:embed/>
                </p:oleObj>
              </mc:Choice>
              <mc:Fallback>
                <p:oleObj name="Equation" r:id="rId4" imgW="3505200" imgH="3797300" progId="Equation.DSMT4">
                  <p:embed/>
                  <p:pic>
                    <p:nvPicPr>
                      <p:cNvPr id="0" name="对象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67600" y="1295400"/>
                        <a:ext cx="317500"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253" name="对象 4">
            <a:extLst>
              <a:ext uri="{FF2B5EF4-FFF2-40B4-BE49-F238E27FC236}">
                <a16:creationId xmlns:a16="http://schemas.microsoft.com/office/drawing/2014/main" id="{2032CD7D-AE4B-662C-D117-550C113D8739}"/>
              </a:ext>
            </a:extLst>
          </p:cNvPr>
          <p:cNvGraphicFramePr>
            <a:graphicFrameLocks noChangeAspect="1"/>
          </p:cNvGraphicFramePr>
          <p:nvPr/>
        </p:nvGraphicFramePr>
        <p:xfrm>
          <a:off x="3276600" y="1712913"/>
          <a:ext cx="317500" cy="344487"/>
        </p:xfrm>
        <a:graphic>
          <a:graphicData uri="http://schemas.openxmlformats.org/presentationml/2006/ole">
            <mc:AlternateContent xmlns:mc="http://schemas.openxmlformats.org/markup-compatibility/2006">
              <mc:Choice xmlns:v="urn:schemas-microsoft-com:vml" Requires="v">
                <p:oleObj name="Equation" r:id="rId6" imgW="3505200" imgH="3797300" progId="Equation.DSMT4">
                  <p:embed/>
                </p:oleObj>
              </mc:Choice>
              <mc:Fallback>
                <p:oleObj name="Equation" r:id="rId6" imgW="3505200" imgH="3797300" progId="Equation.DSMT4">
                  <p:embed/>
                  <p:pic>
                    <p:nvPicPr>
                      <p:cNvPr id="0" name="对象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76600" y="1712913"/>
                        <a:ext cx="317500" cy="34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254" name="对象 5">
            <a:extLst>
              <a:ext uri="{FF2B5EF4-FFF2-40B4-BE49-F238E27FC236}">
                <a16:creationId xmlns:a16="http://schemas.microsoft.com/office/drawing/2014/main" id="{E7438E29-9523-96A5-866F-50EA614FAA2B}"/>
              </a:ext>
            </a:extLst>
          </p:cNvPr>
          <p:cNvGraphicFramePr>
            <a:graphicFrameLocks noChangeAspect="1"/>
          </p:cNvGraphicFramePr>
          <p:nvPr/>
        </p:nvGraphicFramePr>
        <p:xfrm>
          <a:off x="6324600" y="1627188"/>
          <a:ext cx="265113" cy="369887"/>
        </p:xfrm>
        <a:graphic>
          <a:graphicData uri="http://schemas.openxmlformats.org/presentationml/2006/ole">
            <mc:AlternateContent xmlns:mc="http://schemas.openxmlformats.org/markup-compatibility/2006">
              <mc:Choice xmlns:v="urn:schemas-microsoft-com:vml" Requires="v">
                <p:oleObj name="Equation" r:id="rId8" imgW="2921000" imgH="4102100" progId="Equation.DSMT4">
                  <p:embed/>
                </p:oleObj>
              </mc:Choice>
              <mc:Fallback>
                <p:oleObj name="Equation" r:id="rId8" imgW="2921000" imgH="4102100" progId="Equation.DSMT4">
                  <p:embed/>
                  <p:pic>
                    <p:nvPicPr>
                      <p:cNvPr id="0" name="对象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24600" y="1627188"/>
                        <a:ext cx="2651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255" name="对象 6">
            <a:extLst>
              <a:ext uri="{FF2B5EF4-FFF2-40B4-BE49-F238E27FC236}">
                <a16:creationId xmlns:a16="http://schemas.microsoft.com/office/drawing/2014/main" id="{CD3990D3-376F-84D2-6449-16B56AE4F0CB}"/>
              </a:ext>
            </a:extLst>
          </p:cNvPr>
          <p:cNvGraphicFramePr>
            <a:graphicFrameLocks noChangeAspect="1"/>
          </p:cNvGraphicFramePr>
          <p:nvPr/>
        </p:nvGraphicFramePr>
        <p:xfrm>
          <a:off x="7620000" y="1725613"/>
          <a:ext cx="265113" cy="290512"/>
        </p:xfrm>
        <a:graphic>
          <a:graphicData uri="http://schemas.openxmlformats.org/presentationml/2006/ole">
            <mc:AlternateContent xmlns:mc="http://schemas.openxmlformats.org/markup-compatibility/2006">
              <mc:Choice xmlns:v="urn:schemas-microsoft-com:vml" Requires="v">
                <p:oleObj name="Equation" r:id="rId10" imgW="2921000" imgH="3213100" progId="Equation.DSMT4">
                  <p:embed/>
                </p:oleObj>
              </mc:Choice>
              <mc:Fallback>
                <p:oleObj name="Equation" r:id="rId10" imgW="2921000" imgH="3213100" progId="Equation.DSMT4">
                  <p:embed/>
                  <p:pic>
                    <p:nvPicPr>
                      <p:cNvPr id="0" name="对象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620000" y="1725613"/>
                        <a:ext cx="265113" cy="29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256" name="对象 8">
            <a:extLst>
              <a:ext uri="{FF2B5EF4-FFF2-40B4-BE49-F238E27FC236}">
                <a16:creationId xmlns:a16="http://schemas.microsoft.com/office/drawing/2014/main" id="{1539445B-5791-5D87-183F-71E229A62F34}"/>
              </a:ext>
            </a:extLst>
          </p:cNvPr>
          <p:cNvGraphicFramePr>
            <a:graphicFrameLocks noChangeAspect="1"/>
          </p:cNvGraphicFramePr>
          <p:nvPr/>
        </p:nvGraphicFramePr>
        <p:xfrm>
          <a:off x="2100263" y="2019300"/>
          <a:ext cx="2014537" cy="428625"/>
        </p:xfrm>
        <a:graphic>
          <a:graphicData uri="http://schemas.openxmlformats.org/presentationml/2006/ole">
            <mc:AlternateContent xmlns:mc="http://schemas.openxmlformats.org/markup-compatibility/2006">
              <mc:Choice xmlns:v="urn:schemas-microsoft-com:vml" Requires="v">
                <p:oleObj name="Equation" r:id="rId12" imgW="27800300" imgH="5854700" progId="Equation.DSMT4">
                  <p:embed/>
                </p:oleObj>
              </mc:Choice>
              <mc:Fallback>
                <p:oleObj name="Equation" r:id="rId12" imgW="27800300" imgH="5854700" progId="Equation.DSMT4">
                  <p:embed/>
                  <p:pic>
                    <p:nvPicPr>
                      <p:cNvPr id="0" name="对象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100263" y="2019300"/>
                        <a:ext cx="2014537"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257" name="对象 10">
            <a:extLst>
              <a:ext uri="{FF2B5EF4-FFF2-40B4-BE49-F238E27FC236}">
                <a16:creationId xmlns:a16="http://schemas.microsoft.com/office/drawing/2014/main" id="{AB7CE4CE-6FA5-2E6F-C717-7DF44A6AAA86}"/>
              </a:ext>
            </a:extLst>
          </p:cNvPr>
          <p:cNvGraphicFramePr>
            <a:graphicFrameLocks noChangeAspect="1"/>
          </p:cNvGraphicFramePr>
          <p:nvPr/>
        </p:nvGraphicFramePr>
        <p:xfrm>
          <a:off x="7205663" y="1962150"/>
          <a:ext cx="787400" cy="357188"/>
        </p:xfrm>
        <a:graphic>
          <a:graphicData uri="http://schemas.openxmlformats.org/presentationml/2006/ole">
            <mc:AlternateContent xmlns:mc="http://schemas.openxmlformats.org/markup-compatibility/2006">
              <mc:Choice xmlns:v="urn:schemas-microsoft-com:vml" Requires="v">
                <p:oleObj name="Equation" r:id="rId14" imgW="9652000" imgH="4394200" progId="Equation.DSMT4">
                  <p:embed/>
                </p:oleObj>
              </mc:Choice>
              <mc:Fallback>
                <p:oleObj name="Equation" r:id="rId14" imgW="9652000" imgH="4394200" progId="Equation.DSMT4">
                  <p:embed/>
                  <p:pic>
                    <p:nvPicPr>
                      <p:cNvPr id="0" name="对象 1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205663" y="1962150"/>
                        <a:ext cx="787400"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3260" name="文本框 11">
            <a:extLst>
              <a:ext uri="{FF2B5EF4-FFF2-40B4-BE49-F238E27FC236}">
                <a16:creationId xmlns:a16="http://schemas.microsoft.com/office/drawing/2014/main" id="{4DC70F1D-A4C7-04A0-33EB-A6B9704FC738}"/>
              </a:ext>
            </a:extLst>
          </p:cNvPr>
          <p:cNvSpPr txBox="1">
            <a:spLocks noChangeArrowheads="1"/>
          </p:cNvSpPr>
          <p:nvPr/>
        </p:nvSpPr>
        <p:spPr bwMode="auto">
          <a:xfrm>
            <a:off x="2057400" y="2447925"/>
            <a:ext cx="7704138"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Times New Roman" panose="02020603050405020304" pitchFamily="18" charset="0"/>
                <a:ea typeface="仿宋" panose="02010609060101010101" pitchFamily="49" charset="-122"/>
              </a:defRPr>
            </a:lvl1pPr>
            <a:lvl2pPr marL="742950" indent="-285750">
              <a:lnSpc>
                <a:spcPct val="90000"/>
              </a:lnSpc>
              <a:spcBef>
                <a:spcPts val="500"/>
              </a:spcBef>
              <a:buFont typeface="Arial" panose="020B0604020202020204" pitchFamily="34" charset="0"/>
              <a:buChar char="•"/>
              <a:defRPr sz="2400">
                <a:solidFill>
                  <a:schemeClr val="tx1"/>
                </a:solidFill>
                <a:latin typeface="Times New Roman" panose="02020603050405020304" pitchFamily="18" charset="0"/>
                <a:ea typeface="仿宋" panose="02010609060101010101" pitchFamily="49"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Times New Roman" panose="02020603050405020304" pitchFamily="18" charset="0"/>
                <a:ea typeface="仿宋" panose="02010609060101010101" pitchFamily="49" charset="-122"/>
              </a:defRPr>
            </a:lvl3pPr>
            <a:lvl4pPr marL="1600200" indent="-228600">
              <a:lnSpc>
                <a:spcPct val="90000"/>
              </a:lnSpc>
              <a:spcBef>
                <a:spcPts val="500"/>
              </a:spcBef>
              <a:buFont typeface="Arial" panose="020B0604020202020204" pitchFamily="34" charset="0"/>
              <a:buChar char="•"/>
              <a:defRPr>
                <a:solidFill>
                  <a:schemeClr val="tx1"/>
                </a:solidFill>
                <a:latin typeface="Times New Roman" panose="02020603050405020304" pitchFamily="18" charset="0"/>
                <a:ea typeface="仿宋" panose="02010609060101010101" pitchFamily="49" charset="-122"/>
              </a:defRPr>
            </a:lvl4pPr>
            <a:lvl5pPr marL="2057400" indent="-228600">
              <a:lnSpc>
                <a:spcPct val="90000"/>
              </a:lnSpc>
              <a:spcBef>
                <a:spcPts val="500"/>
              </a:spcBef>
              <a:buFont typeface="Arial" panose="020B0604020202020204" pitchFamily="34" charset="0"/>
              <a:buChar char="•"/>
              <a:defRPr>
                <a:solidFill>
                  <a:schemeClr val="tx1"/>
                </a:solidFill>
                <a:latin typeface="Times New Roman" panose="02020603050405020304" pitchFamily="18" charset="0"/>
                <a:ea typeface="仿宋" panose="02010609060101010101" pitchFamily="49"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Times New Roman" panose="02020603050405020304" pitchFamily="18" charset="0"/>
                <a:ea typeface="仿宋" panose="02010609060101010101" pitchFamily="49"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Times New Roman" panose="02020603050405020304" pitchFamily="18" charset="0"/>
                <a:ea typeface="仿宋" panose="02010609060101010101" pitchFamily="49"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Times New Roman" panose="02020603050405020304" pitchFamily="18" charset="0"/>
                <a:ea typeface="仿宋" panose="02010609060101010101" pitchFamily="49"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Times New Roman" panose="02020603050405020304" pitchFamily="18" charset="0"/>
                <a:ea typeface="仿宋" panose="02010609060101010101" pitchFamily="49" charset="-122"/>
              </a:defRPr>
            </a:lvl9pPr>
          </a:lstStyle>
          <a:p>
            <a:pPr>
              <a:lnSpc>
                <a:spcPct val="100000"/>
              </a:lnSpc>
              <a:spcBef>
                <a:spcPct val="0"/>
              </a:spcBef>
              <a:buFontTx/>
              <a:buNone/>
            </a:pPr>
            <a:r>
              <a:rPr lang="zh-CN" altLang="en-US" sz="2400" b="1">
                <a:latin typeface="仿宋" panose="02010609060101010101" pitchFamily="49" charset="-122"/>
              </a:rPr>
              <a:t>    反过来，为了从椭圆曲线上的点     得到明文消息  只需求         。</a:t>
            </a:r>
          </a:p>
        </p:txBody>
      </p:sp>
      <p:graphicFrame>
        <p:nvGraphicFramePr>
          <p:cNvPr id="53259" name="对象 13">
            <a:extLst>
              <a:ext uri="{FF2B5EF4-FFF2-40B4-BE49-F238E27FC236}">
                <a16:creationId xmlns:a16="http://schemas.microsoft.com/office/drawing/2014/main" id="{C5239814-E65D-FF2D-13B2-2E29258490A0}"/>
              </a:ext>
            </a:extLst>
          </p:cNvPr>
          <p:cNvGraphicFramePr>
            <a:graphicFrameLocks noChangeAspect="1"/>
          </p:cNvGraphicFramePr>
          <p:nvPr/>
        </p:nvGraphicFramePr>
        <p:xfrm>
          <a:off x="7088188" y="2463800"/>
          <a:ext cx="684212" cy="461963"/>
        </p:xfrm>
        <a:graphic>
          <a:graphicData uri="http://schemas.openxmlformats.org/presentationml/2006/ole">
            <mc:AlternateContent xmlns:mc="http://schemas.openxmlformats.org/markup-compatibility/2006">
              <mc:Choice xmlns:v="urn:schemas-microsoft-com:vml" Requires="v">
                <p:oleObj name="Equation" r:id="rId16" imgW="8775700" imgH="5854700" progId="Equation.DSMT4">
                  <p:embed/>
                </p:oleObj>
              </mc:Choice>
              <mc:Fallback>
                <p:oleObj name="Equation" r:id="rId16" imgW="8775700" imgH="5854700" progId="Equation.DSMT4">
                  <p:embed/>
                  <p:pic>
                    <p:nvPicPr>
                      <p:cNvPr id="0" name="对象 1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088188" y="2463800"/>
                        <a:ext cx="6842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 name="对象 14">
            <a:extLst>
              <a:ext uri="{FF2B5EF4-FFF2-40B4-BE49-F238E27FC236}">
                <a16:creationId xmlns:a16="http://schemas.microsoft.com/office/drawing/2014/main" id="{C9449DFA-6575-048B-C4C4-5AF772A5AA2B}"/>
              </a:ext>
            </a:extLst>
          </p:cNvPr>
          <p:cNvGraphicFramePr>
            <a:graphicFrameLocks noChangeAspect="1"/>
          </p:cNvGraphicFramePr>
          <p:nvPr/>
        </p:nvGraphicFramePr>
        <p:xfrm>
          <a:off x="9632950" y="2576513"/>
          <a:ext cx="398463" cy="344487"/>
        </p:xfrm>
        <a:graphic>
          <a:graphicData uri="http://schemas.openxmlformats.org/presentationml/2006/ole">
            <mc:AlternateContent xmlns:mc="http://schemas.openxmlformats.org/markup-compatibility/2006">
              <mc:Choice xmlns:v="urn:schemas-microsoft-com:vml" Requires="v">
                <p:oleObj name="Equation" r:id="rId18" imgW="4394200" imgH="3797300" progId="Equation.DSMT4">
                  <p:embed/>
                </p:oleObj>
              </mc:Choice>
              <mc:Fallback>
                <p:oleObj name="Equation" r:id="rId18" imgW="4394200" imgH="3797300" progId="Equation.DSMT4">
                  <p:embed/>
                  <p:pic>
                    <p:nvPicPr>
                      <p:cNvPr id="0" name="对象 14"/>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9632950" y="2576513"/>
                        <a:ext cx="398463" cy="34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Rectangle 12">
            <a:extLst>
              <a:ext uri="{FF2B5EF4-FFF2-40B4-BE49-F238E27FC236}">
                <a16:creationId xmlns:a16="http://schemas.microsoft.com/office/drawing/2014/main" id="{C14732FC-00B0-F1BD-3846-B6F969D9E408}"/>
              </a:ext>
            </a:extLst>
          </p:cNvPr>
          <p:cNvSpPr>
            <a:spLocks noChangeArrowheads="1"/>
          </p:cNvSpPr>
          <p:nvPr/>
        </p:nvSpPr>
        <p:spPr bwMode="auto">
          <a:xfrm>
            <a:off x="1524000" y="-184150"/>
            <a:ext cx="184150" cy="36830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a:defRPr/>
            </a:pPr>
            <a:endParaRPr lang="zh-CN" altLang="en-US" b="1">
              <a:latin typeface="+mn-ea"/>
              <a:ea typeface="+mn-ea"/>
            </a:endParaRPr>
          </a:p>
        </p:txBody>
      </p:sp>
      <p:graphicFrame>
        <p:nvGraphicFramePr>
          <p:cNvPr id="53262" name="对象 16">
            <a:extLst>
              <a:ext uri="{FF2B5EF4-FFF2-40B4-BE49-F238E27FC236}">
                <a16:creationId xmlns:a16="http://schemas.microsoft.com/office/drawing/2014/main" id="{D934A45A-B21A-0B50-ED20-29E58427173B}"/>
              </a:ext>
            </a:extLst>
          </p:cNvPr>
          <p:cNvGraphicFramePr>
            <a:graphicFrameLocks noChangeAspect="1"/>
          </p:cNvGraphicFramePr>
          <p:nvPr/>
        </p:nvGraphicFramePr>
        <p:xfrm>
          <a:off x="3098800" y="2747963"/>
          <a:ext cx="1350963" cy="647700"/>
        </p:xfrm>
        <a:graphic>
          <a:graphicData uri="http://schemas.openxmlformats.org/presentationml/2006/ole">
            <mc:AlternateContent xmlns:mc="http://schemas.openxmlformats.org/markup-compatibility/2006">
              <mc:Choice xmlns:v="urn:schemas-microsoft-com:vml" Requires="v">
                <p:oleObj name="Equation" r:id="rId20" imgW="16090900" imgH="7607300" progId="Equation.DSMT4">
                  <p:embed/>
                </p:oleObj>
              </mc:Choice>
              <mc:Fallback>
                <p:oleObj name="Equation" r:id="rId20" imgW="16090900" imgH="7607300" progId="Equation.DSMT4">
                  <p:embed/>
                  <p:pic>
                    <p:nvPicPr>
                      <p:cNvPr id="0" name="对象 16"/>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098800" y="2747963"/>
                        <a:ext cx="1350963"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3266" name="文本框 17">
            <a:extLst>
              <a:ext uri="{FF2B5EF4-FFF2-40B4-BE49-F238E27FC236}">
                <a16:creationId xmlns:a16="http://schemas.microsoft.com/office/drawing/2014/main" id="{D5AD1C65-1F7E-8898-6A21-C71169C84765}"/>
              </a:ext>
            </a:extLst>
          </p:cNvPr>
          <p:cNvSpPr txBox="1">
            <a:spLocks noChangeArrowheads="1"/>
          </p:cNvSpPr>
          <p:nvPr/>
        </p:nvSpPr>
        <p:spPr bwMode="auto">
          <a:xfrm>
            <a:off x="2100263" y="3671888"/>
            <a:ext cx="7732712" cy="193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Times New Roman" panose="02020603050405020304" pitchFamily="18" charset="0"/>
                <a:ea typeface="仿宋" panose="02010609060101010101" pitchFamily="49" charset="-122"/>
              </a:defRPr>
            </a:lvl1pPr>
            <a:lvl2pPr marL="742950" indent="-285750">
              <a:lnSpc>
                <a:spcPct val="90000"/>
              </a:lnSpc>
              <a:spcBef>
                <a:spcPts val="500"/>
              </a:spcBef>
              <a:buFont typeface="Arial" panose="020B0604020202020204" pitchFamily="34" charset="0"/>
              <a:buChar char="•"/>
              <a:defRPr sz="2400">
                <a:solidFill>
                  <a:schemeClr val="tx1"/>
                </a:solidFill>
                <a:latin typeface="Times New Roman" panose="02020603050405020304" pitchFamily="18" charset="0"/>
                <a:ea typeface="仿宋" panose="02010609060101010101" pitchFamily="49"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Times New Roman" panose="02020603050405020304" pitchFamily="18" charset="0"/>
                <a:ea typeface="仿宋" panose="02010609060101010101" pitchFamily="49" charset="-122"/>
              </a:defRPr>
            </a:lvl3pPr>
            <a:lvl4pPr marL="1600200" indent="-228600">
              <a:lnSpc>
                <a:spcPct val="90000"/>
              </a:lnSpc>
              <a:spcBef>
                <a:spcPts val="500"/>
              </a:spcBef>
              <a:buFont typeface="Arial" panose="020B0604020202020204" pitchFamily="34" charset="0"/>
              <a:buChar char="•"/>
              <a:defRPr>
                <a:solidFill>
                  <a:schemeClr val="tx1"/>
                </a:solidFill>
                <a:latin typeface="Times New Roman" panose="02020603050405020304" pitchFamily="18" charset="0"/>
                <a:ea typeface="仿宋" panose="02010609060101010101" pitchFamily="49" charset="-122"/>
              </a:defRPr>
            </a:lvl4pPr>
            <a:lvl5pPr marL="2057400" indent="-228600">
              <a:lnSpc>
                <a:spcPct val="90000"/>
              </a:lnSpc>
              <a:spcBef>
                <a:spcPts val="500"/>
              </a:spcBef>
              <a:buFont typeface="Arial" panose="020B0604020202020204" pitchFamily="34" charset="0"/>
              <a:buChar char="•"/>
              <a:defRPr>
                <a:solidFill>
                  <a:schemeClr val="tx1"/>
                </a:solidFill>
                <a:latin typeface="Times New Roman" panose="02020603050405020304" pitchFamily="18" charset="0"/>
                <a:ea typeface="仿宋" panose="02010609060101010101" pitchFamily="49"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Times New Roman" panose="02020603050405020304" pitchFamily="18" charset="0"/>
                <a:ea typeface="仿宋" panose="02010609060101010101" pitchFamily="49"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Times New Roman" panose="02020603050405020304" pitchFamily="18" charset="0"/>
                <a:ea typeface="仿宋" panose="02010609060101010101" pitchFamily="49"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Times New Roman" panose="02020603050405020304" pitchFamily="18" charset="0"/>
                <a:ea typeface="仿宋" panose="02010609060101010101" pitchFamily="49"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Times New Roman" panose="02020603050405020304" pitchFamily="18" charset="0"/>
                <a:ea typeface="仿宋" panose="02010609060101010101" pitchFamily="49" charset="-122"/>
              </a:defRPr>
            </a:lvl9pPr>
          </a:lstStyle>
          <a:p>
            <a:pPr>
              <a:lnSpc>
                <a:spcPct val="100000"/>
              </a:lnSpc>
              <a:spcBef>
                <a:spcPct val="0"/>
              </a:spcBef>
              <a:buFontTx/>
              <a:buNone/>
            </a:pPr>
            <a:r>
              <a:rPr lang="en-US" altLang="zh-CN" sz="2400" b="1">
                <a:latin typeface="仿宋" panose="02010609060101010101" pitchFamily="49" charset="-122"/>
              </a:rPr>
              <a:t>【</a:t>
            </a:r>
            <a:r>
              <a:rPr lang="zh-CN" altLang="en-US" sz="2400" b="1">
                <a:latin typeface="仿宋" panose="02010609060101010101" pitchFamily="49" charset="-122"/>
              </a:rPr>
              <a:t>例</a:t>
            </a:r>
            <a:r>
              <a:rPr lang="en-US" altLang="zh-CN" sz="2400" b="1">
                <a:latin typeface="仿宋" panose="02010609060101010101" pitchFamily="49" charset="-122"/>
              </a:rPr>
              <a:t>】 </a:t>
            </a:r>
            <a:r>
              <a:rPr lang="zh-CN" altLang="en-US" sz="2400" b="1">
                <a:latin typeface="仿宋" panose="02010609060101010101" pitchFamily="49" charset="-122"/>
              </a:rPr>
              <a:t>设椭圆曲线为         ，                。则                    。当     时， </a:t>
            </a:r>
            <a:endParaRPr lang="en-US" altLang="zh-CN" sz="2400" b="1">
              <a:latin typeface="仿宋" panose="02010609060101010101" pitchFamily="49" charset="-122"/>
            </a:endParaRPr>
          </a:p>
          <a:p>
            <a:pPr>
              <a:lnSpc>
                <a:spcPct val="100000"/>
              </a:lnSpc>
              <a:spcBef>
                <a:spcPct val="0"/>
              </a:spcBef>
              <a:buFontTx/>
              <a:buNone/>
            </a:pPr>
            <a:r>
              <a:rPr lang="zh-CN" altLang="en-US" sz="2400" b="1">
                <a:latin typeface="仿宋" panose="02010609060101010101" pitchFamily="49" charset="-122"/>
              </a:rPr>
              <a:t>                                     。</a:t>
            </a:r>
            <a:endParaRPr lang="en-US" altLang="zh-CN" sz="2400" b="1">
              <a:latin typeface="仿宋" panose="02010609060101010101" pitchFamily="49" charset="-122"/>
            </a:endParaRPr>
          </a:p>
          <a:p>
            <a:pPr>
              <a:lnSpc>
                <a:spcPct val="100000"/>
              </a:lnSpc>
              <a:spcBef>
                <a:spcPct val="0"/>
              </a:spcBef>
              <a:buFontTx/>
              <a:buNone/>
            </a:pPr>
            <a:r>
              <a:rPr lang="en-US" altLang="zh-CN" sz="2400" b="1">
                <a:latin typeface="仿宋" panose="02010609060101010101" pitchFamily="49" charset="-122"/>
              </a:rPr>
              <a:t>    </a:t>
            </a:r>
            <a:r>
              <a:rPr lang="zh-CN" altLang="en-US" sz="2400" b="1">
                <a:latin typeface="仿宋" panose="02010609060101010101" pitchFamily="49" charset="-122"/>
              </a:rPr>
              <a:t>所以得到椭圆曲线上的点为        。若已知椭圆曲线上的点        ，则明文消息                 。</a:t>
            </a:r>
          </a:p>
        </p:txBody>
      </p:sp>
      <p:sp>
        <p:nvSpPr>
          <p:cNvPr id="19" name="Rectangle 14">
            <a:extLst>
              <a:ext uri="{FF2B5EF4-FFF2-40B4-BE49-F238E27FC236}">
                <a16:creationId xmlns:a16="http://schemas.microsoft.com/office/drawing/2014/main" id="{F3537ACE-BF74-E4CE-157F-B16A850EFEAE}"/>
              </a:ext>
            </a:extLst>
          </p:cNvPr>
          <p:cNvSpPr>
            <a:spLocks noChangeArrowheads="1"/>
          </p:cNvSpPr>
          <p:nvPr/>
        </p:nvSpPr>
        <p:spPr bwMode="auto">
          <a:xfrm>
            <a:off x="1524000" y="-184150"/>
            <a:ext cx="184150" cy="36830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a:defRPr/>
            </a:pPr>
            <a:endParaRPr lang="zh-CN" altLang="en-US" b="1">
              <a:latin typeface="+mn-ea"/>
              <a:ea typeface="+mn-ea"/>
            </a:endParaRPr>
          </a:p>
        </p:txBody>
      </p:sp>
      <p:graphicFrame>
        <p:nvGraphicFramePr>
          <p:cNvPr id="53265" name="对象 19">
            <a:extLst>
              <a:ext uri="{FF2B5EF4-FFF2-40B4-BE49-F238E27FC236}">
                <a16:creationId xmlns:a16="http://schemas.microsoft.com/office/drawing/2014/main" id="{A46FC0BA-E6D5-D2AB-9FD1-A153B81C4D6A}"/>
              </a:ext>
            </a:extLst>
          </p:cNvPr>
          <p:cNvGraphicFramePr>
            <a:graphicFrameLocks noChangeAspect="1"/>
          </p:cNvGraphicFramePr>
          <p:nvPr/>
        </p:nvGraphicFramePr>
        <p:xfrm>
          <a:off x="5105400" y="3721100"/>
          <a:ext cx="1325563" cy="393700"/>
        </p:xfrm>
        <a:graphic>
          <a:graphicData uri="http://schemas.openxmlformats.org/presentationml/2006/ole">
            <mc:AlternateContent xmlns:mc="http://schemas.openxmlformats.org/markup-compatibility/2006">
              <mc:Choice xmlns:v="urn:schemas-microsoft-com:vml" Requires="v">
                <p:oleObj name="Equation" r:id="rId22" imgW="17843500" imgH="5270500" progId="Equation.DSMT4">
                  <p:embed/>
                </p:oleObj>
              </mc:Choice>
              <mc:Fallback>
                <p:oleObj name="Equation" r:id="rId22" imgW="17843500" imgH="5270500" progId="Equation.DSMT4">
                  <p:embed/>
                  <p:pic>
                    <p:nvPicPr>
                      <p:cNvPr id="0" name="对象 19"/>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105400" y="3721100"/>
                        <a:ext cx="1325563"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 name="Rectangle 16">
            <a:extLst>
              <a:ext uri="{FF2B5EF4-FFF2-40B4-BE49-F238E27FC236}">
                <a16:creationId xmlns:a16="http://schemas.microsoft.com/office/drawing/2014/main" id="{C2EE2A9B-EB60-535F-268F-D55BEA91809C}"/>
              </a:ext>
            </a:extLst>
          </p:cNvPr>
          <p:cNvSpPr>
            <a:spLocks noChangeArrowheads="1"/>
          </p:cNvSpPr>
          <p:nvPr/>
        </p:nvSpPr>
        <p:spPr bwMode="auto">
          <a:xfrm>
            <a:off x="1524000" y="-184150"/>
            <a:ext cx="184150" cy="36830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a:defRPr/>
            </a:pPr>
            <a:endParaRPr lang="zh-CN" altLang="en-US" b="1">
              <a:latin typeface="+mn-ea"/>
              <a:ea typeface="+mn-ea"/>
            </a:endParaRPr>
          </a:p>
        </p:txBody>
      </p:sp>
      <p:graphicFrame>
        <p:nvGraphicFramePr>
          <p:cNvPr id="53267" name="对象 21">
            <a:extLst>
              <a:ext uri="{FF2B5EF4-FFF2-40B4-BE49-F238E27FC236}">
                <a16:creationId xmlns:a16="http://schemas.microsoft.com/office/drawing/2014/main" id="{836A2918-B098-5416-2A77-8B1159874B40}"/>
              </a:ext>
            </a:extLst>
          </p:cNvPr>
          <p:cNvGraphicFramePr>
            <a:graphicFrameLocks noChangeAspect="1"/>
          </p:cNvGraphicFramePr>
          <p:nvPr/>
        </p:nvGraphicFramePr>
        <p:xfrm>
          <a:off x="6653213" y="3756025"/>
          <a:ext cx="2197100" cy="357188"/>
        </p:xfrm>
        <a:graphic>
          <a:graphicData uri="http://schemas.openxmlformats.org/presentationml/2006/ole">
            <mc:AlternateContent xmlns:mc="http://schemas.openxmlformats.org/markup-compatibility/2006">
              <mc:Choice xmlns:v="urn:schemas-microsoft-com:vml" Requires="v">
                <p:oleObj name="Equation" r:id="rId24" imgW="28384500" imgH="4686300" progId="Equation.DSMT4">
                  <p:embed/>
                </p:oleObj>
              </mc:Choice>
              <mc:Fallback>
                <p:oleObj name="Equation" r:id="rId24" imgW="28384500" imgH="4686300" progId="Equation.DSMT4">
                  <p:embed/>
                  <p:pic>
                    <p:nvPicPr>
                      <p:cNvPr id="0" name="对象 21"/>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6653213" y="3756025"/>
                        <a:ext cx="2197100"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 name="Rectangle 18">
            <a:extLst>
              <a:ext uri="{FF2B5EF4-FFF2-40B4-BE49-F238E27FC236}">
                <a16:creationId xmlns:a16="http://schemas.microsoft.com/office/drawing/2014/main" id="{F648DC58-0F10-084C-92CF-D3CA21B47889}"/>
              </a:ext>
            </a:extLst>
          </p:cNvPr>
          <p:cNvSpPr>
            <a:spLocks noChangeArrowheads="1"/>
          </p:cNvSpPr>
          <p:nvPr/>
        </p:nvSpPr>
        <p:spPr bwMode="auto">
          <a:xfrm>
            <a:off x="1524000" y="-184150"/>
            <a:ext cx="184150" cy="36830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a:defRPr/>
            </a:pPr>
            <a:endParaRPr lang="zh-CN" altLang="en-US" b="1">
              <a:latin typeface="+mn-ea"/>
              <a:ea typeface="+mn-ea"/>
            </a:endParaRPr>
          </a:p>
        </p:txBody>
      </p:sp>
      <p:graphicFrame>
        <p:nvGraphicFramePr>
          <p:cNvPr id="53269" name="对象 23">
            <a:extLst>
              <a:ext uri="{FF2B5EF4-FFF2-40B4-BE49-F238E27FC236}">
                <a16:creationId xmlns:a16="http://schemas.microsoft.com/office/drawing/2014/main" id="{FABC5725-287F-054C-D612-029CA60C3BAA}"/>
              </a:ext>
            </a:extLst>
          </p:cNvPr>
          <p:cNvGraphicFramePr>
            <a:graphicFrameLocks noChangeAspect="1"/>
          </p:cNvGraphicFramePr>
          <p:nvPr/>
        </p:nvGraphicFramePr>
        <p:xfrm>
          <a:off x="2487613" y="4083050"/>
          <a:ext cx="3030537" cy="406400"/>
        </p:xfrm>
        <a:graphic>
          <a:graphicData uri="http://schemas.openxmlformats.org/presentationml/2006/ole">
            <mc:AlternateContent xmlns:mc="http://schemas.openxmlformats.org/markup-compatibility/2006">
              <mc:Choice xmlns:v="urn:schemas-microsoft-com:vml" Requires="v">
                <p:oleObj name="Equation" r:id="rId26" imgW="44183300" imgH="5854700" progId="Equation.DSMT4">
                  <p:embed/>
                </p:oleObj>
              </mc:Choice>
              <mc:Fallback>
                <p:oleObj name="Equation" r:id="rId26" imgW="44183300" imgH="5854700" progId="Equation.DSMT4">
                  <p:embed/>
                  <p:pic>
                    <p:nvPicPr>
                      <p:cNvPr id="0" name="对象 23"/>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2487613" y="4083050"/>
                        <a:ext cx="3030537"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 name="Rectangle 20">
            <a:extLst>
              <a:ext uri="{FF2B5EF4-FFF2-40B4-BE49-F238E27FC236}">
                <a16:creationId xmlns:a16="http://schemas.microsoft.com/office/drawing/2014/main" id="{3412DBC1-8707-3A94-0DB7-F3FA2478A60C}"/>
              </a:ext>
            </a:extLst>
          </p:cNvPr>
          <p:cNvSpPr>
            <a:spLocks noChangeArrowheads="1"/>
          </p:cNvSpPr>
          <p:nvPr/>
        </p:nvSpPr>
        <p:spPr bwMode="auto">
          <a:xfrm>
            <a:off x="1524000" y="-184150"/>
            <a:ext cx="184150" cy="36830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a:defRPr/>
            </a:pPr>
            <a:endParaRPr lang="zh-CN" altLang="en-US" b="1">
              <a:latin typeface="+mn-ea"/>
              <a:ea typeface="+mn-ea"/>
            </a:endParaRPr>
          </a:p>
        </p:txBody>
      </p:sp>
      <p:graphicFrame>
        <p:nvGraphicFramePr>
          <p:cNvPr id="53271" name="对象 25">
            <a:extLst>
              <a:ext uri="{FF2B5EF4-FFF2-40B4-BE49-F238E27FC236}">
                <a16:creationId xmlns:a16="http://schemas.microsoft.com/office/drawing/2014/main" id="{8C6E075D-4FA9-97A8-54D5-CC72DD0E3F16}"/>
              </a:ext>
            </a:extLst>
          </p:cNvPr>
          <p:cNvGraphicFramePr>
            <a:graphicFrameLocks noChangeAspect="1"/>
          </p:cNvGraphicFramePr>
          <p:nvPr/>
        </p:nvGraphicFramePr>
        <p:xfrm>
          <a:off x="6142038" y="4097338"/>
          <a:ext cx="731837" cy="357187"/>
        </p:xfrm>
        <a:graphic>
          <a:graphicData uri="http://schemas.openxmlformats.org/presentationml/2006/ole">
            <mc:AlternateContent xmlns:mc="http://schemas.openxmlformats.org/markup-compatibility/2006">
              <mc:Choice xmlns:v="urn:schemas-microsoft-com:vml" Requires="v">
                <p:oleObj name="Equation" r:id="rId28" imgW="9359900" imgH="4686300" progId="Equation.DSMT4">
                  <p:embed/>
                </p:oleObj>
              </mc:Choice>
              <mc:Fallback>
                <p:oleObj name="Equation" r:id="rId28" imgW="9359900" imgH="4686300" progId="Equation.DSMT4">
                  <p:embed/>
                  <p:pic>
                    <p:nvPicPr>
                      <p:cNvPr id="0" name="对象 25"/>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6142038" y="4097338"/>
                        <a:ext cx="731837" cy="35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7" name="Rectangle 22">
            <a:extLst>
              <a:ext uri="{FF2B5EF4-FFF2-40B4-BE49-F238E27FC236}">
                <a16:creationId xmlns:a16="http://schemas.microsoft.com/office/drawing/2014/main" id="{5B6834CA-BEF3-8E9F-F720-67BFF4E12627}"/>
              </a:ext>
            </a:extLst>
          </p:cNvPr>
          <p:cNvSpPr>
            <a:spLocks noChangeArrowheads="1"/>
          </p:cNvSpPr>
          <p:nvPr/>
        </p:nvSpPr>
        <p:spPr bwMode="auto">
          <a:xfrm>
            <a:off x="1524000" y="-184150"/>
            <a:ext cx="184150" cy="36830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a:defRPr/>
            </a:pPr>
            <a:endParaRPr lang="zh-CN" altLang="en-US" b="1">
              <a:latin typeface="+mn-ea"/>
              <a:ea typeface="+mn-ea"/>
            </a:endParaRPr>
          </a:p>
        </p:txBody>
      </p:sp>
      <p:graphicFrame>
        <p:nvGraphicFramePr>
          <p:cNvPr id="53273" name="对象 27">
            <a:extLst>
              <a:ext uri="{FF2B5EF4-FFF2-40B4-BE49-F238E27FC236}">
                <a16:creationId xmlns:a16="http://schemas.microsoft.com/office/drawing/2014/main" id="{91272C79-5B88-37F3-11A9-792E67B72990}"/>
              </a:ext>
            </a:extLst>
          </p:cNvPr>
          <p:cNvGraphicFramePr>
            <a:graphicFrameLocks noChangeAspect="1"/>
          </p:cNvGraphicFramePr>
          <p:nvPr/>
        </p:nvGraphicFramePr>
        <p:xfrm>
          <a:off x="7377113" y="4129088"/>
          <a:ext cx="2803525" cy="293687"/>
        </p:xfrm>
        <a:graphic>
          <a:graphicData uri="http://schemas.openxmlformats.org/presentationml/2006/ole">
            <mc:AlternateContent xmlns:mc="http://schemas.openxmlformats.org/markup-compatibility/2006">
              <mc:Choice xmlns:v="urn:schemas-microsoft-com:vml" Requires="v">
                <p:oleObj name="Equation" r:id="rId30" imgW="37744400" imgH="4102100" progId="Equation.DSMT4">
                  <p:embed/>
                </p:oleObj>
              </mc:Choice>
              <mc:Fallback>
                <p:oleObj name="Equation" r:id="rId30" imgW="37744400" imgH="4102100" progId="Equation.DSMT4">
                  <p:embed/>
                  <p:pic>
                    <p:nvPicPr>
                      <p:cNvPr id="0" name="对象 27"/>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7377113" y="4129088"/>
                        <a:ext cx="2803525" cy="29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9" name="Rectangle 24">
            <a:extLst>
              <a:ext uri="{FF2B5EF4-FFF2-40B4-BE49-F238E27FC236}">
                <a16:creationId xmlns:a16="http://schemas.microsoft.com/office/drawing/2014/main" id="{B5B64ABD-AB3B-D293-1F53-A35C4F76EEBC}"/>
              </a:ext>
            </a:extLst>
          </p:cNvPr>
          <p:cNvSpPr>
            <a:spLocks noChangeArrowheads="1"/>
          </p:cNvSpPr>
          <p:nvPr/>
        </p:nvSpPr>
        <p:spPr bwMode="auto">
          <a:xfrm>
            <a:off x="1524000" y="-184150"/>
            <a:ext cx="184150" cy="36830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a:defRPr/>
            </a:pPr>
            <a:endParaRPr lang="zh-CN" altLang="en-US" b="1">
              <a:latin typeface="+mn-ea"/>
              <a:ea typeface="+mn-ea"/>
            </a:endParaRPr>
          </a:p>
        </p:txBody>
      </p:sp>
      <p:graphicFrame>
        <p:nvGraphicFramePr>
          <p:cNvPr id="53275" name="对象 29">
            <a:extLst>
              <a:ext uri="{FF2B5EF4-FFF2-40B4-BE49-F238E27FC236}">
                <a16:creationId xmlns:a16="http://schemas.microsoft.com/office/drawing/2014/main" id="{8335EB9C-F3BF-8ADE-309C-92BA573A9E5F}"/>
              </a:ext>
            </a:extLst>
          </p:cNvPr>
          <p:cNvGraphicFramePr>
            <a:graphicFrameLocks noChangeAspect="1"/>
          </p:cNvGraphicFramePr>
          <p:nvPr/>
        </p:nvGraphicFramePr>
        <p:xfrm>
          <a:off x="2200275" y="4465638"/>
          <a:ext cx="5568950" cy="358775"/>
        </p:xfrm>
        <a:graphic>
          <a:graphicData uri="http://schemas.openxmlformats.org/presentationml/2006/ole">
            <mc:AlternateContent xmlns:mc="http://schemas.openxmlformats.org/markup-compatibility/2006">
              <mc:Choice xmlns:v="urn:schemas-microsoft-com:vml" Requires="v">
                <p:oleObj name="Equation" r:id="rId32" imgW="71678800" imgH="4686300" progId="Equation.DSMT4">
                  <p:embed/>
                </p:oleObj>
              </mc:Choice>
              <mc:Fallback>
                <p:oleObj name="Equation" r:id="rId32" imgW="71678800" imgH="4686300" progId="Equation.DSMT4">
                  <p:embed/>
                  <p:pic>
                    <p:nvPicPr>
                      <p:cNvPr id="0" name="对象 29"/>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2200275" y="4465638"/>
                        <a:ext cx="5568950"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1" name="Rectangle 26">
            <a:extLst>
              <a:ext uri="{FF2B5EF4-FFF2-40B4-BE49-F238E27FC236}">
                <a16:creationId xmlns:a16="http://schemas.microsoft.com/office/drawing/2014/main" id="{986F8601-C643-2C63-26E9-50851D3513F0}"/>
              </a:ext>
            </a:extLst>
          </p:cNvPr>
          <p:cNvSpPr>
            <a:spLocks noChangeArrowheads="1"/>
          </p:cNvSpPr>
          <p:nvPr/>
        </p:nvSpPr>
        <p:spPr bwMode="auto">
          <a:xfrm>
            <a:off x="1524000" y="-184150"/>
            <a:ext cx="184150" cy="36830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a:defRPr/>
            </a:pPr>
            <a:endParaRPr lang="zh-CN" altLang="en-US" b="1">
              <a:latin typeface="+mn-ea"/>
              <a:ea typeface="+mn-ea"/>
            </a:endParaRPr>
          </a:p>
        </p:txBody>
      </p:sp>
      <p:graphicFrame>
        <p:nvGraphicFramePr>
          <p:cNvPr id="53277" name="对象 31">
            <a:extLst>
              <a:ext uri="{FF2B5EF4-FFF2-40B4-BE49-F238E27FC236}">
                <a16:creationId xmlns:a16="http://schemas.microsoft.com/office/drawing/2014/main" id="{579F9CDE-7A8D-1235-6C46-70C1CE7A8B1F}"/>
              </a:ext>
            </a:extLst>
          </p:cNvPr>
          <p:cNvGraphicFramePr>
            <a:graphicFrameLocks noChangeAspect="1"/>
          </p:cNvGraphicFramePr>
          <p:nvPr/>
        </p:nvGraphicFramePr>
        <p:xfrm>
          <a:off x="6551613" y="4805363"/>
          <a:ext cx="1144587" cy="401637"/>
        </p:xfrm>
        <a:graphic>
          <a:graphicData uri="http://schemas.openxmlformats.org/presentationml/2006/ole">
            <mc:AlternateContent xmlns:mc="http://schemas.openxmlformats.org/markup-compatibility/2006">
              <mc:Choice xmlns:v="urn:schemas-microsoft-com:vml" Requires="v">
                <p:oleObj name="Equation" r:id="rId34" imgW="16967200" imgH="5854700" progId="Equation.DSMT4">
                  <p:embed/>
                </p:oleObj>
              </mc:Choice>
              <mc:Fallback>
                <p:oleObj name="Equation" r:id="rId34" imgW="16967200" imgH="5854700" progId="Equation.DSMT4">
                  <p:embed/>
                  <p:pic>
                    <p:nvPicPr>
                      <p:cNvPr id="0" name="对象 31"/>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6551613" y="4805363"/>
                        <a:ext cx="1144587"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278" name="对象 32">
            <a:extLst>
              <a:ext uri="{FF2B5EF4-FFF2-40B4-BE49-F238E27FC236}">
                <a16:creationId xmlns:a16="http://schemas.microsoft.com/office/drawing/2014/main" id="{CA18379A-1592-8427-37B5-E5CC55363864}"/>
              </a:ext>
            </a:extLst>
          </p:cNvPr>
          <p:cNvGraphicFramePr>
            <a:graphicFrameLocks noChangeAspect="1"/>
          </p:cNvGraphicFramePr>
          <p:nvPr/>
        </p:nvGraphicFramePr>
        <p:xfrm>
          <a:off x="3733800" y="5175250"/>
          <a:ext cx="1143000" cy="401638"/>
        </p:xfrm>
        <a:graphic>
          <a:graphicData uri="http://schemas.openxmlformats.org/presentationml/2006/ole">
            <mc:AlternateContent xmlns:mc="http://schemas.openxmlformats.org/markup-compatibility/2006">
              <mc:Choice xmlns:v="urn:schemas-microsoft-com:vml" Requires="v">
                <p:oleObj name="Equation" r:id="rId36" imgW="16967200" imgH="5854700" progId="Equation.DSMT4">
                  <p:embed/>
                </p:oleObj>
              </mc:Choice>
              <mc:Fallback>
                <p:oleObj name="Equation" r:id="rId36" imgW="16967200" imgH="5854700" progId="Equation.DSMT4">
                  <p:embed/>
                  <p:pic>
                    <p:nvPicPr>
                      <p:cNvPr id="0" name="对象 32"/>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3733800" y="5175250"/>
                        <a:ext cx="1143000"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4" name="Rectangle 28">
            <a:extLst>
              <a:ext uri="{FF2B5EF4-FFF2-40B4-BE49-F238E27FC236}">
                <a16:creationId xmlns:a16="http://schemas.microsoft.com/office/drawing/2014/main" id="{1E1E6556-ED8C-4C19-94F3-34F31F1551D7}"/>
              </a:ext>
            </a:extLst>
          </p:cNvPr>
          <p:cNvSpPr>
            <a:spLocks noChangeArrowheads="1"/>
          </p:cNvSpPr>
          <p:nvPr/>
        </p:nvSpPr>
        <p:spPr bwMode="auto">
          <a:xfrm>
            <a:off x="1524000" y="-184150"/>
            <a:ext cx="184150" cy="36830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a:defRPr/>
            </a:pPr>
            <a:endParaRPr lang="zh-CN" altLang="en-US" b="1">
              <a:latin typeface="+mn-ea"/>
              <a:ea typeface="+mn-ea"/>
            </a:endParaRPr>
          </a:p>
        </p:txBody>
      </p:sp>
      <p:graphicFrame>
        <p:nvGraphicFramePr>
          <p:cNvPr id="53280" name="对象 34">
            <a:extLst>
              <a:ext uri="{FF2B5EF4-FFF2-40B4-BE49-F238E27FC236}">
                <a16:creationId xmlns:a16="http://schemas.microsoft.com/office/drawing/2014/main" id="{77621C4D-8060-5BF3-2E34-79676569B082}"/>
              </a:ext>
            </a:extLst>
          </p:cNvPr>
          <p:cNvGraphicFramePr>
            <a:graphicFrameLocks noChangeAspect="1"/>
          </p:cNvGraphicFramePr>
          <p:nvPr/>
        </p:nvGraphicFramePr>
        <p:xfrm>
          <a:off x="4400550" y="5646738"/>
          <a:ext cx="3235325" cy="498475"/>
        </p:xfrm>
        <a:graphic>
          <a:graphicData uri="http://schemas.openxmlformats.org/presentationml/2006/ole">
            <mc:AlternateContent xmlns:mc="http://schemas.openxmlformats.org/markup-compatibility/2006">
              <mc:Choice xmlns:v="urn:schemas-microsoft-com:vml" Requires="v">
                <p:oleObj name="Equation" r:id="rId37" imgW="49733200" imgH="7607300" progId="Equation.DSMT4">
                  <p:embed/>
                </p:oleObj>
              </mc:Choice>
              <mc:Fallback>
                <p:oleObj name="Equation" r:id="rId37" imgW="49733200" imgH="7607300" progId="Equation.DSMT4">
                  <p:embed/>
                  <p:pic>
                    <p:nvPicPr>
                      <p:cNvPr id="0" name="对象 34"/>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4400550" y="5646738"/>
                        <a:ext cx="3235325"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8" name="标题 3">
            <a:extLst>
              <a:ext uri="{FF2B5EF4-FFF2-40B4-BE49-F238E27FC236}">
                <a16:creationId xmlns:a16="http://schemas.microsoft.com/office/drawing/2014/main" id="{A5AFC63A-5EDF-99C5-3680-299AE669393B}"/>
              </a:ext>
            </a:extLst>
          </p:cNvPr>
          <p:cNvSpPr>
            <a:spLocks noGrp="1"/>
          </p:cNvSpPr>
          <p:nvPr>
            <p:ph type="title"/>
          </p:nvPr>
        </p:nvSpPr>
        <p:spPr>
          <a:xfrm>
            <a:off x="1465263" y="365125"/>
            <a:ext cx="9037637" cy="668338"/>
          </a:xfrm>
        </p:spPr>
        <p:txBody>
          <a:bodyPr/>
          <a:lstStyle/>
          <a:p>
            <a:r>
              <a:rPr lang="zh-CN" altLang="en-US" b="1">
                <a:solidFill>
                  <a:srgbClr val="1F4E79"/>
                </a:solidFill>
              </a:rPr>
              <a:t>明文消息到椭圆曲线上的嵌入</a:t>
            </a:r>
          </a:p>
        </p:txBody>
      </p:sp>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A3632AA8-D7DA-D3AA-C671-E40C83756269}"/>
              </a:ext>
            </a:extLst>
          </p:cNvPr>
          <p:cNvSpPr/>
          <p:nvPr/>
        </p:nvSpPr>
        <p:spPr>
          <a:xfrm>
            <a:off x="1905000" y="2551837"/>
            <a:ext cx="9067800" cy="923330"/>
          </a:xfrm>
          <a:prstGeom prst="rect">
            <a:avLst/>
          </a:prstGeom>
        </p:spPr>
        <p:txBody>
          <a:bodyPr>
            <a:spAutoFit/>
          </a:bodyPr>
          <a:lstStyle/>
          <a:p>
            <a:pPr algn="ctr">
              <a:defRPr/>
            </a:pPr>
            <a:r>
              <a:rPr lang="zh-CN" altLang="en-US" sz="5400" dirty="0">
                <a:ln w="0"/>
                <a:gradFill>
                  <a:gsLst>
                    <a:gs pos="0">
                      <a:srgbClr val="4472C4">
                        <a:lumMod val="50000"/>
                      </a:srgbClr>
                    </a:gs>
                    <a:gs pos="50000">
                      <a:srgbClr val="4472C4"/>
                    </a:gs>
                    <a:gs pos="100000">
                      <a:srgbClr val="4472C4">
                        <a:lumMod val="60000"/>
                        <a:lumOff val="40000"/>
                      </a:srgbClr>
                    </a:gs>
                  </a:gsLst>
                  <a:lin ang="5400000"/>
                </a:gradFill>
                <a:effectLst>
                  <a:reflection blurRad="6350" stA="53000" endA="300" endPos="35500" dir="5400000" sy="-90000" algn="bl" rotWithShape="0"/>
                </a:effectLst>
                <a:latin typeface="华文中宋" panose="02010600040101010101" pitchFamily="2" charset="-122"/>
                <a:ea typeface="华文中宋" panose="02010600040101010101" pitchFamily="2" charset="-122"/>
              </a:rPr>
              <a:t>感 谢 聆 听！</a:t>
            </a:r>
            <a:endParaRPr lang="en-US" altLang="zh-CN" sz="5400" dirty="0">
              <a:ln w="0"/>
              <a:gradFill>
                <a:gsLst>
                  <a:gs pos="0">
                    <a:srgbClr val="4472C4">
                      <a:lumMod val="50000"/>
                    </a:srgbClr>
                  </a:gs>
                  <a:gs pos="50000">
                    <a:srgbClr val="4472C4"/>
                  </a:gs>
                  <a:gs pos="100000">
                    <a:srgbClr val="4472C4">
                      <a:lumMod val="60000"/>
                      <a:lumOff val="40000"/>
                    </a:srgbClr>
                  </a:gs>
                </a:gsLst>
                <a:lin ang="5400000"/>
              </a:gradFill>
              <a:effectLst>
                <a:reflection blurRad="6350" stA="53000" endA="300" endPos="35500" dir="5400000" sy="-90000" algn="bl" rotWithShape="0"/>
              </a:effectLst>
              <a:latin typeface="华文中宋" panose="02010600040101010101" pitchFamily="2" charset="-122"/>
              <a:ea typeface="华文中宋" panose="02010600040101010101" pitchFamily="2" charset="-122"/>
            </a:endParaRPr>
          </a:p>
        </p:txBody>
      </p:sp>
    </p:spTree>
  </p:cSld>
  <p:clrMapOvr>
    <a:masterClrMapping/>
  </p:clrMapOvr>
</p:sld>
</file>

<file path=ppt/theme/theme1.xml><?xml version="1.0" encoding="utf-8"?>
<a:theme xmlns:a="http://schemas.openxmlformats.org/drawingml/2006/main" name="1_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1">
      <a:majorFont>
        <a:latin typeface="Calibri Light"/>
        <a:ea typeface="仿宋"/>
        <a:cs typeface=""/>
      </a:majorFont>
      <a:minorFont>
        <a:latin typeface="Times New Roman"/>
        <a:ea typeface="仿宋"/>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1">
      <a:majorFont>
        <a:latin typeface="Calibri Light"/>
        <a:ea typeface="仿宋"/>
        <a:cs typeface=""/>
      </a:majorFont>
      <a:minorFont>
        <a:latin typeface="Times New Roman"/>
        <a:ea typeface="仿宋"/>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教材母版">
  <a:themeElements>
    <a:clrScheme name="教材母版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教材母版">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教材母版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教材母版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教材母版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教材母版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教材母版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教材母版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教材母版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6123</TotalTime>
  <Words>1574</Words>
  <Application>Microsoft Macintosh PowerPoint</Application>
  <PresentationFormat>宽屏</PresentationFormat>
  <Paragraphs>137</Paragraphs>
  <Slides>23</Slides>
  <Notes>3</Notes>
  <HiddenSlides>0</HiddenSlides>
  <MMClips>0</MMClips>
  <ScaleCrop>false</ScaleCrop>
  <HeadingPairs>
    <vt:vector size="8" baseType="variant">
      <vt:variant>
        <vt:lpstr>已用的字体</vt:lpstr>
      </vt:variant>
      <vt:variant>
        <vt:i4>8</vt:i4>
      </vt:variant>
      <vt:variant>
        <vt:lpstr>主题</vt:lpstr>
      </vt:variant>
      <vt:variant>
        <vt:i4>3</vt:i4>
      </vt:variant>
      <vt:variant>
        <vt:lpstr>嵌入 OLE 服务器</vt:lpstr>
      </vt:variant>
      <vt:variant>
        <vt:i4>2</vt:i4>
      </vt:variant>
      <vt:variant>
        <vt:lpstr>幻灯片标题</vt:lpstr>
      </vt:variant>
      <vt:variant>
        <vt:i4>23</vt:i4>
      </vt:variant>
    </vt:vector>
  </HeadingPairs>
  <TitlesOfParts>
    <vt:vector size="36" baseType="lpstr">
      <vt:lpstr>Verdana</vt:lpstr>
      <vt:lpstr>宋体</vt:lpstr>
      <vt:lpstr>Arial</vt:lpstr>
      <vt:lpstr>Calibri Light</vt:lpstr>
      <vt:lpstr>仿宋</vt:lpstr>
      <vt:lpstr>Times New Roman</vt:lpstr>
      <vt:lpstr>Calibri</vt:lpstr>
      <vt:lpstr>新宋体-18030</vt:lpstr>
      <vt:lpstr>1_Office 主题</vt:lpstr>
      <vt:lpstr>2_Office 主题</vt:lpstr>
      <vt:lpstr>2_教材母版</vt:lpstr>
      <vt:lpstr>Aurora Equation</vt:lpstr>
      <vt:lpstr>MathType 6.0 Equation</vt:lpstr>
      <vt:lpstr>信息安全数学基础</vt:lpstr>
      <vt:lpstr>第八章 有限域上的椭圆曲线</vt:lpstr>
      <vt:lpstr>实数域上的椭圆曲线</vt:lpstr>
      <vt:lpstr>实数域上的椭圆曲线</vt:lpstr>
      <vt:lpstr>PowerPoint 演示文稿</vt:lpstr>
      <vt:lpstr>实数域上的椭圆曲线</vt:lpstr>
      <vt:lpstr>PowerPoint 演示文稿</vt:lpstr>
      <vt:lpstr>PowerPoint 演示文稿</vt:lpstr>
      <vt:lpstr>PowerPoint 演示文稿</vt:lpstr>
      <vt:lpstr>加法公式的推导</vt:lpstr>
      <vt:lpstr>第三十九讲 椭圆曲线的基本概念</vt:lpstr>
      <vt:lpstr>有限域上的椭圆曲线</vt:lpstr>
      <vt:lpstr>有限域上的椭圆曲线</vt:lpstr>
      <vt:lpstr>PowerPoint 演示文稿</vt:lpstr>
      <vt:lpstr>有限域上的椭圆曲线</vt:lpstr>
      <vt:lpstr>有限域上的椭圆曲线</vt:lpstr>
      <vt:lpstr>有限域上的椭圆曲线</vt:lpstr>
      <vt:lpstr>有限域上的椭圆曲线</vt:lpstr>
      <vt:lpstr>椭圆曲线上的密码</vt:lpstr>
      <vt:lpstr>利用椭圆曲线实现ElGamal密码体制</vt:lpstr>
      <vt:lpstr>明文消息到椭圆曲线上的嵌入</vt:lpstr>
      <vt:lpstr>明文消息到椭圆曲线上的嵌入</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涵宇 况</cp:lastModifiedBy>
  <cp:revision>231</cp:revision>
  <cp:lastPrinted>2018-12-19T06:56:49Z</cp:lastPrinted>
  <dcterms:created xsi:type="dcterms:W3CDTF">1601-01-01T00:00:00Z</dcterms:created>
  <dcterms:modified xsi:type="dcterms:W3CDTF">2026-06-09T13:09:40Z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